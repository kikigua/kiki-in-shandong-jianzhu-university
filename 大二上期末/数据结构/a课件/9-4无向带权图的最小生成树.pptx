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comments/comment1.xml" ContentType="application/vnd.openxmlformats-officedocument.presentationml.comments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comments/comment2.xml" ContentType="application/vnd.openxmlformats-officedocument.presentationml.comments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comments/comment3.xml" ContentType="application/vnd.openxmlformats-officedocument.presentationml.comments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comments/comment4.xml" ContentType="application/vnd.openxmlformats-officedocument.presentationml.comments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3"/>
    <p:sldId id="261" r:id="rId14"/>
    <p:sldId id="262" r:id="rId15"/>
    <p:sldId id="263" r:id="rId16"/>
    <p:sldId id="264" r:id="rId18"/>
    <p:sldId id="265" r:id="rId19"/>
    <p:sldId id="266" r:id="rId20"/>
    <p:sldId id="267" r:id="rId21"/>
    <p:sldId id="268" r:id="rId22"/>
    <p:sldId id="269" r:id="rId23"/>
    <p:sldId id="270" r:id="rId24"/>
    <p:sldId id="271" r:id="rId25"/>
    <p:sldId id="272" r:id="rId27"/>
    <p:sldId id="273" r:id="rId28"/>
    <p:sldId id="274" r:id="rId29"/>
    <p:sldId id="275" r:id="rId30"/>
    <p:sldId id="276" r:id="rId31"/>
    <p:sldId id="277" r:id="rId32"/>
    <p:sldId id="278" r:id="rId33"/>
    <p:sldId id="279" r:id="rId34"/>
    <p:sldId id="280" r:id="rId35"/>
    <p:sldId id="281" r:id="rId36"/>
    <p:sldId id="282" r:id="rId37"/>
    <p:sldId id="283" r:id="rId38"/>
    <p:sldId id="284" r:id="rId39"/>
    <p:sldId id="285" r:id="rId40"/>
    <p:sldId id="286" r:id="rId41"/>
    <p:sldId id="287" r:id="rId42"/>
    <p:sldId id="288" r:id="rId43"/>
    <p:sldId id="289" r:id="rId45"/>
    <p:sldId id="290" r:id="rId46"/>
    <p:sldId id="291" r:id="rId47"/>
    <p:sldId id="292" r:id="rId48"/>
    <p:sldId id="293" r:id="rId49"/>
    <p:sldId id="294" r:id="rId50"/>
    <p:sldId id="295" r:id="rId51"/>
    <p:sldId id="296" r:id="rId52"/>
    <p:sldId id="297" r:id="rId53"/>
  </p:sldIdLst>
  <p:sldSz cx="13004800" cy="97536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57798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000" u="none" kumimoji="0" normalizeH="0">
        <a:ln>
          <a:noFill/>
        </a:ln>
        <a:solidFill>
          <a:srgbClr val="000000"/>
        </a:solidFill>
        <a:effectLst/>
        <a:uFillTx/>
        <a:latin typeface="Times New Roman"/>
        <a:ea typeface="Times New Roman"/>
        <a:cs typeface="Times New Roman"/>
        <a:sym typeface="Times New Roman"/>
      </a:defRPr>
    </a:lvl1pPr>
    <a:lvl2pPr marL="0" marR="0" indent="57798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000" u="none" kumimoji="0" normalizeH="0">
        <a:ln>
          <a:noFill/>
        </a:ln>
        <a:solidFill>
          <a:srgbClr val="000000"/>
        </a:solidFill>
        <a:effectLst/>
        <a:uFillTx/>
        <a:latin typeface="Times New Roman"/>
        <a:ea typeface="Times New Roman"/>
        <a:cs typeface="Times New Roman"/>
        <a:sym typeface="Times New Roman"/>
      </a:defRPr>
    </a:lvl2pPr>
    <a:lvl3pPr marL="0" marR="0" indent="57798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000" u="none" kumimoji="0" normalizeH="0">
        <a:ln>
          <a:noFill/>
        </a:ln>
        <a:solidFill>
          <a:srgbClr val="000000"/>
        </a:solidFill>
        <a:effectLst/>
        <a:uFillTx/>
        <a:latin typeface="Times New Roman"/>
        <a:ea typeface="Times New Roman"/>
        <a:cs typeface="Times New Roman"/>
        <a:sym typeface="Times New Roman"/>
      </a:defRPr>
    </a:lvl3pPr>
    <a:lvl4pPr marL="0" marR="0" indent="57798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000" u="none" kumimoji="0" normalizeH="0">
        <a:ln>
          <a:noFill/>
        </a:ln>
        <a:solidFill>
          <a:srgbClr val="000000"/>
        </a:solidFill>
        <a:effectLst/>
        <a:uFillTx/>
        <a:latin typeface="Times New Roman"/>
        <a:ea typeface="Times New Roman"/>
        <a:cs typeface="Times New Roman"/>
        <a:sym typeface="Times New Roman"/>
      </a:defRPr>
    </a:lvl4pPr>
    <a:lvl5pPr marL="0" marR="0" indent="57798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000" u="none" kumimoji="0" normalizeH="0">
        <a:ln>
          <a:noFill/>
        </a:ln>
        <a:solidFill>
          <a:srgbClr val="000000"/>
        </a:solidFill>
        <a:effectLst/>
        <a:uFillTx/>
        <a:latin typeface="Times New Roman"/>
        <a:ea typeface="Times New Roman"/>
        <a:cs typeface="Times New Roman"/>
        <a:sym typeface="Times New Roman"/>
      </a:defRPr>
    </a:lvl5pPr>
    <a:lvl6pPr marL="0" marR="0" indent="57798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000" u="none" kumimoji="0" normalizeH="0">
        <a:ln>
          <a:noFill/>
        </a:ln>
        <a:solidFill>
          <a:srgbClr val="000000"/>
        </a:solidFill>
        <a:effectLst/>
        <a:uFillTx/>
        <a:latin typeface="Times New Roman"/>
        <a:ea typeface="Times New Roman"/>
        <a:cs typeface="Times New Roman"/>
        <a:sym typeface="Times New Roman"/>
      </a:defRPr>
    </a:lvl6pPr>
    <a:lvl7pPr marL="0" marR="0" indent="57798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000" u="none" kumimoji="0" normalizeH="0">
        <a:ln>
          <a:noFill/>
        </a:ln>
        <a:solidFill>
          <a:srgbClr val="000000"/>
        </a:solidFill>
        <a:effectLst/>
        <a:uFillTx/>
        <a:latin typeface="Times New Roman"/>
        <a:ea typeface="Times New Roman"/>
        <a:cs typeface="Times New Roman"/>
        <a:sym typeface="Times New Roman"/>
      </a:defRPr>
    </a:lvl7pPr>
    <a:lvl8pPr marL="0" marR="0" indent="57798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000" u="none" kumimoji="0" normalizeH="0">
        <a:ln>
          <a:noFill/>
        </a:ln>
        <a:solidFill>
          <a:srgbClr val="000000"/>
        </a:solidFill>
        <a:effectLst/>
        <a:uFillTx/>
        <a:latin typeface="Times New Roman"/>
        <a:ea typeface="Times New Roman"/>
        <a:cs typeface="Times New Roman"/>
        <a:sym typeface="Times New Roman"/>
      </a:defRPr>
    </a:lvl8pPr>
    <a:lvl9pPr marL="0" marR="0" indent="57798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000" u="none" kumimoji="0" normalizeH="0">
        <a:ln>
          <a:noFill/>
        </a:ln>
        <a:solidFill>
          <a:srgbClr val="000000"/>
        </a:solidFill>
        <a:effectLst/>
        <a:uFillTx/>
        <a:latin typeface="Times New Roman"/>
        <a:ea typeface="Times New Roman"/>
        <a:cs typeface="Times New Roman"/>
        <a:sym typeface="Times New Roman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mAuthor id="0" name="李盛恩" initials="李" lastIdx="4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>
          <a:latin typeface="Times New Roman"/>
          <a:ea typeface="Times New Roman"/>
          <a:cs typeface="Times New Roman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B8BBBD">
              <a:alpha val="30000"/>
            </a:srgbClr>
          </a:solidFill>
        </a:fill>
      </a:tcStyle>
    </a:band2H>
    <a:firstCol>
      <a:tcTxStyle b="off" i="off">
        <a:font>
          <a:latin typeface="Times New Roman"/>
          <a:ea typeface="Times New Roman"/>
          <a:cs typeface="Times New Roman"/>
        </a:font>
        <a:srgbClr val="000000"/>
      </a:tcTxStyle>
      <a:tcStyle>
        <a:tcBdr>
          <a:left>
            <a:ln w="28575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000000">
              <a:alpha val="25000"/>
            </a:srgbClr>
          </a:solidFill>
        </a:fill>
      </a:tcStyle>
    </a:firstCol>
    <a:lastRow>
      <a:tcTxStyle b="off" i="off">
        <a:font>
          <a:latin typeface="Times New Roman"/>
          <a:ea typeface="Times New Roman"/>
          <a:cs typeface="Times New Roman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28575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000000">
              <a:alpha val="25000"/>
            </a:srgbClr>
          </a:solidFill>
        </a:fill>
      </a:tcStyle>
    </a:lastRow>
    <a:firstRow>
      <a:tcTxStyle b="off" i="off">
        <a:font>
          <a:latin typeface="Times New Roman"/>
          <a:ea typeface="Times New Roman"/>
          <a:cs typeface="Times New Roman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8575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000000">
              <a:alpha val="25000"/>
            </a:srgbClr>
          </a:solidFill>
        </a:fill>
      </a:tcStyle>
    </a:firstRow>
  </a:tblStyle>
  <a:tblStyle styleId="{C7B018BB-80A7-4F77-B60F-C8B233D01FF8}" styleName="">
    <a:tblBg/>
    <a:wholeTbl>
      <a:tcTxStyle b="on" i="off">
        <a:font>
          <a:latin typeface="Times New Roman"/>
          <a:ea typeface="Times New Roman"/>
          <a:cs typeface="Times New Roman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D2E8"/>
          </a:solidFill>
        </a:fill>
      </a:tcStyle>
    </a:wholeTbl>
    <a:band2H>
      <a:tcTxStyle b="def" i="def"/>
      <a:tcStyle>
        <a:tcBdr/>
        <a:fill>
          <a:solidFill>
            <a:srgbClr val="E6EAF4"/>
          </a:solidFill>
        </a:fill>
      </a:tcStyle>
    </a:band2H>
    <a:firstCol>
      <a:tcTxStyle b="on" i="off">
        <a:font>
          <a:latin typeface="Times New Roman"/>
          <a:ea typeface="Times New Roman"/>
          <a:cs typeface="Times New Roman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Times New Roman"/>
          <a:ea typeface="Times New Roman"/>
          <a:cs typeface="Times New Roman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>
          <a:latin typeface="Times New Roman"/>
          <a:ea typeface="Times New Roman"/>
          <a:cs typeface="Times New Roman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EEE7283C-3CF3-47DC-8721-378D4A62B228}" styleName="">
    <a:tblBg/>
    <a:wholeTbl>
      <a:tcTxStyle b="on" i="off">
        <a:font>
          <a:latin typeface="Times New Roman"/>
          <a:ea typeface="Times New Roman"/>
          <a:cs typeface="Times New Roman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2E7CB"/>
          </a:solidFill>
        </a:fill>
      </a:tcStyle>
    </a:wholeTbl>
    <a:band2H>
      <a:tcTxStyle b="def" i="def"/>
      <a:tcStyle>
        <a:tcBdr/>
        <a:fill>
          <a:solidFill>
            <a:srgbClr val="F8F4E7"/>
          </a:solidFill>
        </a:fill>
      </a:tcStyle>
    </a:band2H>
    <a:firstCol>
      <a:tcTxStyle b="on" i="off">
        <a:font>
          <a:latin typeface="Times New Roman"/>
          <a:ea typeface="Times New Roman"/>
          <a:cs typeface="Times New Roman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>
          <a:latin typeface="Times New Roman"/>
          <a:ea typeface="Times New Roman"/>
          <a:cs typeface="Times New Roman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>
          <a:latin typeface="Times New Roman"/>
          <a:ea typeface="Times New Roman"/>
          <a:cs typeface="Times New Roman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CF821DB8-F4EB-4A41-A1BA-3FCAFE7338EE}" styleName="">
    <a:tblBg/>
    <a:wholeTbl>
      <a:tcTxStyle b="on" i="off">
        <a:font>
          <a:latin typeface="Times New Roman"/>
          <a:ea typeface="Times New Roman"/>
          <a:cs typeface="Times New Roman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5CDDE"/>
          </a:solidFill>
        </a:fill>
      </a:tcStyle>
    </a:wholeTbl>
    <a:band2H>
      <a:tcTxStyle b="def" i="def"/>
      <a:tcStyle>
        <a:tcBdr/>
        <a:fill>
          <a:solidFill>
            <a:srgbClr val="EBE8EF"/>
          </a:solidFill>
        </a:fill>
      </a:tcStyle>
    </a:band2H>
    <a:firstCol>
      <a:tcTxStyle b="on" i="off">
        <a:font>
          <a:latin typeface="Times New Roman"/>
          <a:ea typeface="Times New Roman"/>
          <a:cs typeface="Times New Roman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>
          <a:latin typeface="Times New Roman"/>
          <a:ea typeface="Times New Roman"/>
          <a:cs typeface="Times New Roman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>
          <a:latin typeface="Times New Roman"/>
          <a:ea typeface="Times New Roman"/>
          <a:cs typeface="Times New Roman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33BA23B1-9221-436E-865A-0063620EA4FD}" styleName="">
    <a:tblBg/>
    <a:wholeTbl>
      <a:tcTxStyle b="on" i="off">
        <a:font>
          <a:latin typeface="Times New Roman"/>
          <a:ea typeface="Times New Roman"/>
          <a:cs typeface="Times New Roman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Times New Roman"/>
          <a:ea typeface="Times New Roman"/>
          <a:cs typeface="Times New Roman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Times New Roman"/>
          <a:ea typeface="Times New Roman"/>
          <a:cs typeface="Times New Roman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Times New Roman"/>
          <a:ea typeface="Times New Roman"/>
          <a:cs typeface="Times New Roman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2708684C-4D16-4618-839F-0558EEFCDFE6}" styleName="">
    <a:tblBg/>
    <a:wholeTbl>
      <a:tcTxStyle b="on" i="off">
        <a:font>
          <a:latin typeface="Times New Roman"/>
          <a:ea typeface="Times New Roman"/>
          <a:cs typeface="Times New Roman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>
          <a:latin typeface="Times New Roman"/>
          <a:ea typeface="Times New Roman"/>
          <a:cs typeface="Times New Roman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>
          <a:latin typeface="Times New Roman"/>
          <a:ea typeface="Times New Roman"/>
          <a:cs typeface="Times New Roman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>
          <a:latin typeface="Times New Roman"/>
          <a:ea typeface="Times New Roman"/>
          <a:cs typeface="Times New Roman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comments" Target="comments/comment1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comments" Target="comments/comment2.xml"/><Relationship Id="rId18" Type="http://schemas.openxmlformats.org/officeDocument/2006/relationships/slide" Target="slides/slide9.xml"/><Relationship Id="rId19" Type="http://schemas.openxmlformats.org/officeDocument/2006/relationships/slide" Target="slides/slide10.xml"/><Relationship Id="rId20" Type="http://schemas.openxmlformats.org/officeDocument/2006/relationships/slide" Target="slides/slide11.xml"/><Relationship Id="rId21" Type="http://schemas.openxmlformats.org/officeDocument/2006/relationships/slide" Target="slides/slide12.xml"/><Relationship Id="rId22" Type="http://schemas.openxmlformats.org/officeDocument/2006/relationships/slide" Target="slides/slide13.xml"/><Relationship Id="rId23" Type="http://schemas.openxmlformats.org/officeDocument/2006/relationships/slide" Target="slides/slide14.xml"/><Relationship Id="rId24" Type="http://schemas.openxmlformats.org/officeDocument/2006/relationships/slide" Target="slides/slide15.xml"/><Relationship Id="rId25" Type="http://schemas.openxmlformats.org/officeDocument/2006/relationships/slide" Target="slides/slide16.xml"/><Relationship Id="rId26" Type="http://schemas.openxmlformats.org/officeDocument/2006/relationships/comments" Target="comments/comment3.xml"/><Relationship Id="rId27" Type="http://schemas.openxmlformats.org/officeDocument/2006/relationships/slide" Target="slides/slide17.xml"/><Relationship Id="rId28" Type="http://schemas.openxmlformats.org/officeDocument/2006/relationships/slide" Target="slides/slide18.xml"/><Relationship Id="rId29" Type="http://schemas.openxmlformats.org/officeDocument/2006/relationships/slide" Target="slides/slide19.xml"/><Relationship Id="rId30" Type="http://schemas.openxmlformats.org/officeDocument/2006/relationships/slide" Target="slides/slide20.xml"/><Relationship Id="rId31" Type="http://schemas.openxmlformats.org/officeDocument/2006/relationships/slide" Target="slides/slide21.xml"/><Relationship Id="rId32" Type="http://schemas.openxmlformats.org/officeDocument/2006/relationships/slide" Target="slides/slide22.xml"/><Relationship Id="rId33" Type="http://schemas.openxmlformats.org/officeDocument/2006/relationships/slide" Target="slides/slide23.xml"/><Relationship Id="rId34" Type="http://schemas.openxmlformats.org/officeDocument/2006/relationships/slide" Target="slides/slide24.xml"/><Relationship Id="rId35" Type="http://schemas.openxmlformats.org/officeDocument/2006/relationships/slide" Target="slides/slide25.xml"/><Relationship Id="rId36" Type="http://schemas.openxmlformats.org/officeDocument/2006/relationships/slide" Target="slides/slide26.xml"/><Relationship Id="rId37" Type="http://schemas.openxmlformats.org/officeDocument/2006/relationships/slide" Target="slides/slide27.xml"/><Relationship Id="rId38" Type="http://schemas.openxmlformats.org/officeDocument/2006/relationships/slide" Target="slides/slide28.xml"/><Relationship Id="rId39" Type="http://schemas.openxmlformats.org/officeDocument/2006/relationships/slide" Target="slides/slide29.xml"/><Relationship Id="rId40" Type="http://schemas.openxmlformats.org/officeDocument/2006/relationships/slide" Target="slides/slide30.xml"/><Relationship Id="rId41" Type="http://schemas.openxmlformats.org/officeDocument/2006/relationships/slide" Target="slides/slide31.xml"/><Relationship Id="rId42" Type="http://schemas.openxmlformats.org/officeDocument/2006/relationships/slide" Target="slides/slide32.xml"/><Relationship Id="rId43" Type="http://schemas.openxmlformats.org/officeDocument/2006/relationships/slide" Target="slides/slide33.xml"/><Relationship Id="rId44" Type="http://schemas.openxmlformats.org/officeDocument/2006/relationships/comments" Target="comments/comment4.xml"/><Relationship Id="rId45" Type="http://schemas.openxmlformats.org/officeDocument/2006/relationships/slide" Target="slides/slide34.xml"/><Relationship Id="rId46" Type="http://schemas.openxmlformats.org/officeDocument/2006/relationships/slide" Target="slides/slide35.xml"/><Relationship Id="rId47" Type="http://schemas.openxmlformats.org/officeDocument/2006/relationships/slide" Target="slides/slide36.xml"/><Relationship Id="rId48" Type="http://schemas.openxmlformats.org/officeDocument/2006/relationships/slide" Target="slides/slide37.xml"/><Relationship Id="rId49" Type="http://schemas.openxmlformats.org/officeDocument/2006/relationships/slide" Target="slides/slide38.xml"/><Relationship Id="rId50" Type="http://schemas.openxmlformats.org/officeDocument/2006/relationships/slide" Target="slides/slide39.xml"/><Relationship Id="rId51" Type="http://schemas.openxmlformats.org/officeDocument/2006/relationships/slide" Target="slides/slide40.xml"/><Relationship Id="rId52" Type="http://schemas.openxmlformats.org/officeDocument/2006/relationships/slide" Target="slides/slide41.xml"/><Relationship Id="rId53" Type="http://schemas.openxmlformats.org/officeDocument/2006/relationships/slide" Target="slides/slide42.xml"/></Relationships>
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m authorId="0" dt="2021-05-28T09:29:57.797" idx="1">
    <p:pos x="6088" y="3008"/>
    <p:text>v0任选</p:text>
    <p:extLst>
      <p:ext uri="{C676402C-5697-4E1C-873F-D02D1690AC5C}">
        <p15:threadingInfo xmlns:p15="http://schemas.microsoft.com/office/powerpoint/2012/main" timeZoneBias="-480"/>
      </p:ext>
    </p:extLst>
  </p:cm>
</p:cmLst>
</file>

<file path=ppt/comments/comment2.xml><?xml version="1.0" encoding="utf-8"?>
<p:cm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m authorId="0" dt="2021-05-28T10:57:23.847" idx="2">
    <p:pos x="6352" y="2320"/>
    <p:text>需要特殊的最小队列</p:text>
    <p:extLst>
      <p:ext uri="{C676402C-5697-4E1C-873F-D02D1690AC5C}">
        <p15:threadingInfo xmlns:p15="http://schemas.microsoft.com/office/powerpoint/2012/main" timeZoneBias="-480"/>
      </p:ext>
    </p:extLst>
  </p:cm>
</p:cmLst>
</file>

<file path=ppt/comments/comment3.xml><?xml version="1.0" encoding="utf-8"?>
<p:cm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m authorId="0" dt="2020-02-16T15:09:55.619" idx="3">
    <p:pos x="5675" y="1849"/>
    <p:text>A ∪ B  ：这里要求A和B没有相同的元素</p:text>
    <p:extLst>
      <p:ext uri="{C676402C-5697-4E1C-873F-D02D1690AC5C}">
        <p15:threadingInfo xmlns:p15="http://schemas.microsoft.com/office/powerpoint/2012/main" timeZoneBias="-480"/>
      </p:ext>
    </p:extLst>
  </p:cm>
</p:cmLst>
</file>

<file path=ppt/comments/comment4.xml><?xml version="1.0" encoding="utf-8"?>
<p:cm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m authorId="0" dt="2020-02-16T15:09:55.619" idx="4">
    <p:pos x="5675" y="1849"/>
    <p:text>A ∪ B  ：这里要求A和B没有相同的元素</p:text>
    <p:extLst>
      <p:ext uri="{C676402C-5697-4E1C-873F-D02D1690AC5C}">
        <p15:threadingInfo xmlns:p15="http://schemas.microsoft.com/office/powerpoint/2012/main" timeZoneBias="-480"/>
      </p:ext>
    </p:extLst>
  </p:cm>
</p:cmLst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Shape 61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62" name="Shape 62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defRPr sz="2200">
        <a:latin typeface="+mn-lt"/>
        <a:ea typeface="+mn-ea"/>
        <a:cs typeface="+mn-cs"/>
        <a:sym typeface="Lucida Grande"/>
      </a:defRPr>
    </a:lvl1pPr>
    <a:lvl2pPr indent="228600" defTabSz="457200" latinLnBrk="0">
      <a:defRPr sz="2200">
        <a:latin typeface="+mn-lt"/>
        <a:ea typeface="+mn-ea"/>
        <a:cs typeface="+mn-cs"/>
        <a:sym typeface="Lucida Grande"/>
      </a:defRPr>
    </a:lvl2pPr>
    <a:lvl3pPr indent="457200" defTabSz="457200" latinLnBrk="0">
      <a:defRPr sz="2200">
        <a:latin typeface="+mn-lt"/>
        <a:ea typeface="+mn-ea"/>
        <a:cs typeface="+mn-cs"/>
        <a:sym typeface="Lucida Grande"/>
      </a:defRPr>
    </a:lvl3pPr>
    <a:lvl4pPr indent="685800" defTabSz="457200" latinLnBrk="0">
      <a:defRPr sz="2200">
        <a:latin typeface="+mn-lt"/>
        <a:ea typeface="+mn-ea"/>
        <a:cs typeface="+mn-cs"/>
        <a:sym typeface="Lucida Grande"/>
      </a:defRPr>
    </a:lvl4pPr>
    <a:lvl5pPr indent="914400" defTabSz="457200" latinLnBrk="0">
      <a:defRPr sz="2200">
        <a:latin typeface="+mn-lt"/>
        <a:ea typeface="+mn-ea"/>
        <a:cs typeface="+mn-cs"/>
        <a:sym typeface="Lucida Grande"/>
      </a:defRPr>
    </a:lvl5pPr>
    <a:lvl6pPr indent="1143000" defTabSz="457200" latinLnBrk="0">
      <a:defRPr sz="2200">
        <a:latin typeface="+mn-lt"/>
        <a:ea typeface="+mn-ea"/>
        <a:cs typeface="+mn-cs"/>
        <a:sym typeface="Lucida Grande"/>
      </a:defRPr>
    </a:lvl6pPr>
    <a:lvl7pPr indent="1371600" defTabSz="457200" latinLnBrk="0">
      <a:defRPr sz="2200">
        <a:latin typeface="+mn-lt"/>
        <a:ea typeface="+mn-ea"/>
        <a:cs typeface="+mn-cs"/>
        <a:sym typeface="Lucida Grande"/>
      </a:defRPr>
    </a:lvl7pPr>
    <a:lvl8pPr indent="1600200" defTabSz="457200" latinLnBrk="0">
      <a:defRPr sz="2200">
        <a:latin typeface="+mn-lt"/>
        <a:ea typeface="+mn-ea"/>
        <a:cs typeface="+mn-cs"/>
        <a:sym typeface="Lucida Grande"/>
      </a:defRPr>
    </a:lvl8pPr>
    <a:lvl9pPr indent="1828800" defTabSz="457200" latinLnBrk="0">
      <a:defRPr sz="2200">
        <a:latin typeface="+mn-lt"/>
        <a:ea typeface="+mn-ea"/>
        <a:cs typeface="+mn-cs"/>
        <a:sym typeface="Lucida Grand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1_Blen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标题文本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标题文本</a:t>
            </a:r>
          </a:p>
        </p:txBody>
      </p:sp>
      <p:sp>
        <p:nvSpPr>
          <p:cNvPr id="21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1_Blen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hape 2"/>
          <p:cNvSpPr/>
          <p:nvPr/>
        </p:nvSpPr>
        <p:spPr>
          <a:xfrm>
            <a:off x="1143000" y="320604"/>
            <a:ext cx="467360" cy="675078"/>
          </a:xfrm>
          <a:prstGeom prst="rect">
            <a:avLst/>
          </a:prstGeom>
          <a:gradFill>
            <a:gsLst>
              <a:gs pos="0">
                <a:srgbClr val="F81F08"/>
              </a:gs>
              <a:gs pos="100000">
                <a:srgbClr val="FEE8F7"/>
              </a:gs>
            </a:gsLst>
          </a:gradFill>
          <a:ln w="12700">
            <a:miter lim="400000"/>
          </a:ln>
        </p:spPr>
        <p:txBody>
          <a:bodyPr lIns="50800" tIns="50800" rIns="50800" bIns="50800" anchor="ctr"/>
          <a:lstStyle/>
          <a:p>
            <a:pPr marR="57798" defTabSz="1295400">
              <a:spcBef>
                <a:spcPts val="1900"/>
              </a:spcBef>
              <a:defRPr b="1" sz="2800">
                <a:solidFill>
                  <a:schemeClr val="accent1">
                    <a:satOff val="-36923"/>
                    <a:lumOff val="15441"/>
                  </a:schemeClr>
                </a:solidFill>
                <a:uFill>
                  <a:solidFill>
                    <a:srgbClr val="000000"/>
                  </a:solidFill>
                </a:uFill>
              </a:defRPr>
            </a:pPr>
          </a:p>
        </p:txBody>
      </p:sp>
      <p:grpSp>
        <p:nvGrpSpPr>
          <p:cNvPr id="33" name="Group 7"/>
          <p:cNvGrpSpPr/>
          <p:nvPr/>
        </p:nvGrpSpPr>
        <p:grpSpPr>
          <a:xfrm>
            <a:off x="165099" y="320603"/>
            <a:ext cx="1435101" cy="1041403"/>
            <a:chOff x="0" y="0"/>
            <a:chExt cx="1435099" cy="1041401"/>
          </a:xfrm>
        </p:grpSpPr>
        <p:sp>
          <p:nvSpPr>
            <p:cNvPr id="29" name="Shape 3"/>
            <p:cNvSpPr/>
            <p:nvPr/>
          </p:nvSpPr>
          <p:spPr>
            <a:xfrm>
              <a:off x="364273" y="-1"/>
              <a:ext cx="545671" cy="548565"/>
            </a:xfrm>
            <a:prstGeom prst="rect">
              <a:avLst/>
            </a:prstGeom>
            <a:solidFill>
              <a:srgbClr val="F81F08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solidFill>
                    <a:schemeClr val="accent1">
                      <a:satOff val="-36923"/>
                      <a:lumOff val="15441"/>
                    </a:schemeClr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0" name="Shape 4"/>
            <p:cNvSpPr/>
            <p:nvPr/>
          </p:nvSpPr>
          <p:spPr>
            <a:xfrm>
              <a:off x="518483" y="492836"/>
              <a:ext cx="525900" cy="548566"/>
            </a:xfrm>
            <a:prstGeom prst="rect">
              <a:avLst/>
            </a:prstGeom>
            <a:solidFill>
              <a:srgbClr val="3333CC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solidFill>
                    <a:schemeClr val="accent1">
                      <a:satOff val="-36923"/>
                      <a:lumOff val="15441"/>
                    </a:schemeClr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1" name="Shape 5"/>
            <p:cNvSpPr/>
            <p:nvPr/>
          </p:nvSpPr>
          <p:spPr>
            <a:xfrm>
              <a:off x="979138" y="492836"/>
              <a:ext cx="455962" cy="548566"/>
            </a:xfrm>
            <a:prstGeom prst="rect">
              <a:avLst/>
            </a:prstGeom>
            <a:gradFill flip="none" rotWithShape="1">
              <a:gsLst>
                <a:gs pos="0">
                  <a:srgbClr val="3333CC"/>
                </a:gs>
                <a:gs pos="100000">
                  <a:srgbClr val="FEE8F7"/>
                </a:gs>
              </a:gsLst>
              <a:lin ang="0" scaled="0"/>
            </a:gra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solidFill>
                    <a:schemeClr val="accent1">
                      <a:satOff val="-36923"/>
                      <a:lumOff val="15441"/>
                    </a:schemeClr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2" name="Shape 6"/>
            <p:cNvSpPr/>
            <p:nvPr/>
          </p:nvSpPr>
          <p:spPr>
            <a:xfrm>
              <a:off x="-1" y="403625"/>
              <a:ext cx="697904" cy="488022"/>
            </a:xfrm>
            <a:prstGeom prst="rect">
              <a:avLst/>
            </a:prstGeom>
            <a:gradFill flip="none" rotWithShape="1">
              <a:gsLst>
                <a:gs pos="0">
                  <a:srgbClr val="FEE8F7"/>
                </a:gs>
                <a:gs pos="100000">
                  <a:srgbClr val="FF0000"/>
                </a:gs>
              </a:gsLst>
              <a:lin ang="18900000" scaled="0"/>
            </a:gra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solidFill>
                    <a:schemeClr val="accent1">
                      <a:satOff val="-36923"/>
                      <a:lumOff val="15441"/>
                    </a:schemeClr>
                  </a:solidFill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</p:grpSp>
      <p:sp>
        <p:nvSpPr>
          <p:cNvPr id="34" name="Shape 8"/>
          <p:cNvSpPr/>
          <p:nvPr/>
        </p:nvSpPr>
        <p:spPr>
          <a:xfrm>
            <a:off x="1087402" y="26528"/>
            <a:ext cx="45157" cy="1496908"/>
          </a:xfrm>
          <a:prstGeom prst="rect">
            <a:avLst/>
          </a:prstGeom>
          <a:solidFill>
            <a:srgbClr val="1C1C1C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marR="57798" defTabSz="1295400">
              <a:spcBef>
                <a:spcPts val="1900"/>
              </a:spcBef>
              <a:defRPr b="1" sz="2800">
                <a:solidFill>
                  <a:schemeClr val="accent1">
                    <a:satOff val="-36923"/>
                    <a:lumOff val="15441"/>
                  </a:schemeClr>
                </a:solidFill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35" name="Shape 9"/>
          <p:cNvSpPr/>
          <p:nvPr/>
        </p:nvSpPr>
        <p:spPr>
          <a:xfrm>
            <a:off x="629919" y="1088248"/>
            <a:ext cx="11699807" cy="45158"/>
          </a:xfrm>
          <a:prstGeom prst="rect">
            <a:avLst/>
          </a:prstGeom>
          <a:gradFill>
            <a:gsLst>
              <a:gs pos="0">
                <a:srgbClr val="1C1C1C"/>
              </a:gs>
              <a:gs pos="100000">
                <a:srgbClr val="FEE8F7"/>
              </a:gs>
            </a:gsLst>
          </a:gradFill>
          <a:ln w="12700">
            <a:miter lim="400000"/>
          </a:ln>
        </p:spPr>
        <p:txBody>
          <a:bodyPr lIns="50800" tIns="50800" rIns="50800" bIns="50800" anchor="ctr"/>
          <a:lstStyle/>
          <a:p>
            <a:pPr marR="57798" defTabSz="1295400">
              <a:spcBef>
                <a:spcPts val="1900"/>
              </a:spcBef>
              <a:defRPr b="1" sz="2800">
                <a:solidFill>
                  <a:schemeClr val="accent1">
                    <a:satOff val="-36923"/>
                    <a:lumOff val="15441"/>
                  </a:schemeClr>
                </a:solidFill>
                <a:uFill>
                  <a:solidFill>
                    <a:srgbClr val="000000"/>
                  </a:solidFill>
                </a:uFill>
              </a:defRPr>
            </a:pPr>
          </a:p>
        </p:txBody>
      </p:sp>
      <p:pic>
        <p:nvPicPr>
          <p:cNvPr id="36" name="tb.png" descr="tb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1135924" y="206304"/>
            <a:ext cx="800102" cy="762002"/>
          </a:xfrm>
          <a:prstGeom prst="rect">
            <a:avLst/>
          </a:prstGeom>
          <a:ln w="12700">
            <a:miter lim="400000"/>
          </a:ln>
        </p:spPr>
      </p:pic>
      <p:sp>
        <p:nvSpPr>
          <p:cNvPr id="37" name="标题文本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标题文本</a:t>
            </a:r>
          </a:p>
        </p:txBody>
      </p:sp>
      <p:sp>
        <p:nvSpPr>
          <p:cNvPr id="38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ls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Shape 2"/>
          <p:cNvSpPr/>
          <p:nvPr/>
        </p:nvSpPr>
        <p:spPr>
          <a:xfrm>
            <a:off x="1143000" y="28504"/>
            <a:ext cx="467360" cy="675078"/>
          </a:xfrm>
          <a:prstGeom prst="rect">
            <a:avLst/>
          </a:prstGeom>
          <a:gradFill>
            <a:gsLst>
              <a:gs pos="0">
                <a:srgbClr val="F81F08"/>
              </a:gs>
              <a:gs pos="100000">
                <a:srgbClr val="FEE8F7"/>
              </a:gs>
            </a:gsLst>
          </a:gradFill>
          <a:ln w="12700">
            <a:miter lim="400000"/>
          </a:ln>
        </p:spPr>
        <p:txBody>
          <a:bodyPr lIns="50800" tIns="50800" rIns="50800" bIns="50800" anchor="ctr"/>
          <a:lstStyle/>
          <a:p>
            <a:pPr marR="57798" defTabSz="1295400">
              <a:spcBef>
                <a:spcPts val="1900"/>
              </a:spcBef>
              <a:defRPr b="1" sz="2800">
                <a:uFill>
                  <a:solidFill>
                    <a:srgbClr val="000000"/>
                  </a:solidFill>
                </a:uFill>
              </a:defRPr>
            </a:pPr>
          </a:p>
        </p:txBody>
      </p:sp>
      <p:grpSp>
        <p:nvGrpSpPr>
          <p:cNvPr id="50" name="Group 7"/>
          <p:cNvGrpSpPr/>
          <p:nvPr/>
        </p:nvGrpSpPr>
        <p:grpSpPr>
          <a:xfrm>
            <a:off x="165099" y="41203"/>
            <a:ext cx="1435101" cy="1041403"/>
            <a:chOff x="0" y="0"/>
            <a:chExt cx="1435099" cy="1041401"/>
          </a:xfrm>
        </p:grpSpPr>
        <p:sp>
          <p:nvSpPr>
            <p:cNvPr id="46" name="Shape 3"/>
            <p:cNvSpPr/>
            <p:nvPr/>
          </p:nvSpPr>
          <p:spPr>
            <a:xfrm>
              <a:off x="364273" y="-1"/>
              <a:ext cx="545671" cy="548565"/>
            </a:xfrm>
            <a:prstGeom prst="rect">
              <a:avLst/>
            </a:prstGeom>
            <a:solidFill>
              <a:srgbClr val="F81F08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47" name="Shape 4"/>
            <p:cNvSpPr/>
            <p:nvPr/>
          </p:nvSpPr>
          <p:spPr>
            <a:xfrm>
              <a:off x="518483" y="492836"/>
              <a:ext cx="525900" cy="548566"/>
            </a:xfrm>
            <a:prstGeom prst="rect">
              <a:avLst/>
            </a:prstGeom>
            <a:solidFill>
              <a:srgbClr val="3333CC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48" name="Shape 5"/>
            <p:cNvSpPr/>
            <p:nvPr/>
          </p:nvSpPr>
          <p:spPr>
            <a:xfrm>
              <a:off x="979138" y="492836"/>
              <a:ext cx="455962" cy="548566"/>
            </a:xfrm>
            <a:prstGeom prst="rect">
              <a:avLst/>
            </a:prstGeom>
            <a:gradFill flip="none" rotWithShape="1">
              <a:gsLst>
                <a:gs pos="0">
                  <a:srgbClr val="3333CC"/>
                </a:gs>
                <a:gs pos="100000">
                  <a:srgbClr val="FEE8F7"/>
                </a:gs>
              </a:gsLst>
              <a:lin ang="0" scaled="0"/>
            </a:gra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49" name="Shape 6"/>
            <p:cNvSpPr/>
            <p:nvPr/>
          </p:nvSpPr>
          <p:spPr>
            <a:xfrm>
              <a:off x="-1" y="403625"/>
              <a:ext cx="697904" cy="488022"/>
            </a:xfrm>
            <a:prstGeom prst="rect">
              <a:avLst/>
            </a:prstGeom>
            <a:gradFill flip="none" rotWithShape="1">
              <a:gsLst>
                <a:gs pos="0">
                  <a:srgbClr val="FEE8F7"/>
                </a:gs>
                <a:gs pos="100000">
                  <a:srgbClr val="FF0000"/>
                </a:gs>
              </a:gsLst>
              <a:lin ang="18900000" scaled="0"/>
            </a:gra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</p:grpSp>
      <p:sp>
        <p:nvSpPr>
          <p:cNvPr id="51" name="Shape 8"/>
          <p:cNvSpPr/>
          <p:nvPr/>
        </p:nvSpPr>
        <p:spPr>
          <a:xfrm>
            <a:off x="1087402" y="-24272"/>
            <a:ext cx="45157" cy="1166708"/>
          </a:xfrm>
          <a:prstGeom prst="rect">
            <a:avLst/>
          </a:prstGeom>
          <a:solidFill>
            <a:srgbClr val="1C1C1C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marR="57798" defTabSz="1295400">
              <a:spcBef>
                <a:spcPts val="1900"/>
              </a:spcBef>
              <a:defRPr b="1" sz="28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52" name="Shape 9"/>
          <p:cNvSpPr/>
          <p:nvPr/>
        </p:nvSpPr>
        <p:spPr>
          <a:xfrm>
            <a:off x="629919" y="948548"/>
            <a:ext cx="11699807" cy="45158"/>
          </a:xfrm>
          <a:prstGeom prst="rect">
            <a:avLst/>
          </a:prstGeom>
          <a:gradFill>
            <a:gsLst>
              <a:gs pos="0">
                <a:srgbClr val="1C1C1C"/>
              </a:gs>
              <a:gs pos="100000">
                <a:srgbClr val="FEE8F7"/>
              </a:gs>
            </a:gsLst>
          </a:gradFill>
          <a:ln w="12700">
            <a:miter lim="400000"/>
          </a:ln>
        </p:spPr>
        <p:txBody>
          <a:bodyPr lIns="50800" tIns="50800" rIns="50800" bIns="50800" anchor="ctr"/>
          <a:lstStyle/>
          <a:p>
            <a:pPr marR="57798" defTabSz="1295400">
              <a:spcBef>
                <a:spcPts val="1900"/>
              </a:spcBef>
              <a:defRPr b="1" sz="2800">
                <a:uFill>
                  <a:solidFill>
                    <a:srgbClr val="000000"/>
                  </a:solidFill>
                </a:uFill>
              </a:defRPr>
            </a:pPr>
          </a:p>
        </p:txBody>
      </p:sp>
      <p:pic>
        <p:nvPicPr>
          <p:cNvPr id="53" name="tb.png" descr="tb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1135924" y="17779"/>
            <a:ext cx="971382" cy="925127"/>
          </a:xfrm>
          <a:prstGeom prst="rect">
            <a:avLst/>
          </a:prstGeom>
          <a:ln w="12700">
            <a:miter lim="400000"/>
          </a:ln>
        </p:spPr>
      </p:pic>
      <p:sp>
        <p:nvSpPr>
          <p:cNvPr id="54" name="标题文本"/>
          <p:cNvSpPr txBox="1"/>
          <p:nvPr>
            <p:ph type="title"/>
          </p:nvPr>
        </p:nvSpPr>
        <p:spPr>
          <a:xfrm>
            <a:off x="1611487" y="11287"/>
            <a:ext cx="9448802" cy="952502"/>
          </a:xfrm>
          <a:prstGeom prst="rect">
            <a:avLst/>
          </a:prstGeom>
        </p:spPr>
        <p:txBody>
          <a:bodyPr/>
          <a:lstStyle>
            <a:lvl1pPr>
              <a:defRPr sz="3700"/>
            </a:lvl1pPr>
          </a:lstStyle>
          <a:p>
            <a:pPr/>
            <a:r>
              <a:t>标题文本</a:t>
            </a:r>
          </a:p>
        </p:txBody>
      </p:sp>
      <p:sp>
        <p:nvSpPr>
          <p:cNvPr id="55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5" Type="http://schemas.openxmlformats.org/officeDocument/2006/relationships/slideLayout" Target="../slideLayouts/slideLayout3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1143000" y="320604"/>
            <a:ext cx="467360" cy="675078"/>
          </a:xfrm>
          <a:prstGeom prst="rect">
            <a:avLst/>
          </a:prstGeom>
          <a:gradFill>
            <a:gsLst>
              <a:gs pos="0">
                <a:srgbClr val="F81F08"/>
              </a:gs>
              <a:gs pos="100000">
                <a:srgbClr val="FEE8F7"/>
              </a:gs>
            </a:gsLst>
          </a:gradFill>
          <a:ln w="12700">
            <a:miter lim="400000"/>
          </a:ln>
        </p:spPr>
        <p:txBody>
          <a:bodyPr lIns="50800" tIns="50800" rIns="50800" bIns="50800" anchor="ctr"/>
          <a:lstStyle/>
          <a:p>
            <a:pPr marR="57798" defTabSz="1295400">
              <a:spcBef>
                <a:spcPts val="1900"/>
              </a:spcBef>
              <a:defRPr b="1" sz="2800">
                <a:uFill>
                  <a:solidFill>
                    <a:srgbClr val="000000"/>
                  </a:solidFill>
                </a:uFill>
              </a:defRPr>
            </a:pPr>
          </a:p>
        </p:txBody>
      </p:sp>
      <p:grpSp>
        <p:nvGrpSpPr>
          <p:cNvPr id="7" name="Group 7"/>
          <p:cNvGrpSpPr/>
          <p:nvPr/>
        </p:nvGrpSpPr>
        <p:grpSpPr>
          <a:xfrm>
            <a:off x="165099" y="320603"/>
            <a:ext cx="1435101" cy="1041403"/>
            <a:chOff x="0" y="0"/>
            <a:chExt cx="1435099" cy="1041401"/>
          </a:xfrm>
        </p:grpSpPr>
        <p:sp>
          <p:nvSpPr>
            <p:cNvPr id="3" name="Shape 3"/>
            <p:cNvSpPr/>
            <p:nvPr/>
          </p:nvSpPr>
          <p:spPr>
            <a:xfrm>
              <a:off x="364273" y="-1"/>
              <a:ext cx="545671" cy="548565"/>
            </a:xfrm>
            <a:prstGeom prst="rect">
              <a:avLst/>
            </a:prstGeom>
            <a:solidFill>
              <a:srgbClr val="F81F08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4" name="Shape 4"/>
            <p:cNvSpPr/>
            <p:nvPr/>
          </p:nvSpPr>
          <p:spPr>
            <a:xfrm>
              <a:off x="518483" y="492836"/>
              <a:ext cx="525900" cy="548566"/>
            </a:xfrm>
            <a:prstGeom prst="rect">
              <a:avLst/>
            </a:prstGeom>
            <a:solidFill>
              <a:srgbClr val="3333CC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5" name="Shape 5"/>
            <p:cNvSpPr/>
            <p:nvPr/>
          </p:nvSpPr>
          <p:spPr>
            <a:xfrm>
              <a:off x="979138" y="492836"/>
              <a:ext cx="455962" cy="548566"/>
            </a:xfrm>
            <a:prstGeom prst="rect">
              <a:avLst/>
            </a:prstGeom>
            <a:gradFill flip="none" rotWithShape="1">
              <a:gsLst>
                <a:gs pos="0">
                  <a:srgbClr val="3333CC"/>
                </a:gs>
                <a:gs pos="100000">
                  <a:srgbClr val="FEE8F7"/>
                </a:gs>
              </a:gsLst>
              <a:lin ang="0" scaled="0"/>
            </a:gra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6" name="Shape 6"/>
            <p:cNvSpPr/>
            <p:nvPr/>
          </p:nvSpPr>
          <p:spPr>
            <a:xfrm>
              <a:off x="-1" y="403625"/>
              <a:ext cx="697904" cy="488022"/>
            </a:xfrm>
            <a:prstGeom prst="rect">
              <a:avLst/>
            </a:prstGeom>
            <a:gradFill flip="none" rotWithShape="1">
              <a:gsLst>
                <a:gs pos="0">
                  <a:srgbClr val="FEE8F7"/>
                </a:gs>
                <a:gs pos="100000">
                  <a:srgbClr val="FF0000"/>
                </a:gs>
              </a:gsLst>
              <a:lin ang="18900000" scaled="0"/>
            </a:gra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</p:grpSp>
      <p:sp>
        <p:nvSpPr>
          <p:cNvPr id="8" name="Shape 8"/>
          <p:cNvSpPr/>
          <p:nvPr/>
        </p:nvSpPr>
        <p:spPr>
          <a:xfrm>
            <a:off x="1087402" y="26528"/>
            <a:ext cx="45157" cy="1496908"/>
          </a:xfrm>
          <a:prstGeom prst="rect">
            <a:avLst/>
          </a:prstGeom>
          <a:solidFill>
            <a:srgbClr val="1C1C1C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marR="57798" defTabSz="1295400">
              <a:spcBef>
                <a:spcPts val="1900"/>
              </a:spcBef>
              <a:defRPr b="1" sz="28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9" name="Shape 9"/>
          <p:cNvSpPr/>
          <p:nvPr/>
        </p:nvSpPr>
        <p:spPr>
          <a:xfrm>
            <a:off x="629919" y="1088248"/>
            <a:ext cx="11699807" cy="45158"/>
          </a:xfrm>
          <a:prstGeom prst="rect">
            <a:avLst/>
          </a:prstGeom>
          <a:gradFill>
            <a:gsLst>
              <a:gs pos="0">
                <a:srgbClr val="1C1C1C"/>
              </a:gs>
              <a:gs pos="100000">
                <a:srgbClr val="FEE8F7"/>
              </a:gs>
            </a:gsLst>
          </a:gradFill>
          <a:ln w="12700">
            <a:miter lim="400000"/>
          </a:ln>
        </p:spPr>
        <p:txBody>
          <a:bodyPr lIns="50800" tIns="50800" rIns="50800" bIns="50800" anchor="ctr"/>
          <a:lstStyle/>
          <a:p>
            <a:pPr marR="57798" defTabSz="1295400">
              <a:spcBef>
                <a:spcPts val="1900"/>
              </a:spcBef>
              <a:defRPr b="1" sz="2800">
                <a:uFill>
                  <a:solidFill>
                    <a:srgbClr val="000000"/>
                  </a:solidFill>
                </a:uFill>
              </a:defRPr>
            </a:pPr>
          </a:p>
        </p:txBody>
      </p:sp>
      <p:pic>
        <p:nvPicPr>
          <p:cNvPr id="10" name="tb.png" descr="tb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1135924" y="206304"/>
            <a:ext cx="800102" cy="762002"/>
          </a:xfrm>
          <a:prstGeom prst="rect">
            <a:avLst/>
          </a:prstGeom>
          <a:ln w="12700">
            <a:miter lim="400000"/>
          </a:ln>
        </p:spPr>
      </p:pic>
      <p:sp>
        <p:nvSpPr>
          <p:cNvPr id="11" name="标题文本"/>
          <p:cNvSpPr txBox="1"/>
          <p:nvPr>
            <p:ph type="title"/>
          </p:nvPr>
        </p:nvSpPr>
        <p:spPr>
          <a:xfrm>
            <a:off x="1611487" y="125587"/>
            <a:ext cx="9448802" cy="9525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normAutofit fontScale="100000" lnSpcReduction="0"/>
          </a:bodyPr>
          <a:lstStyle/>
          <a:p>
            <a:pPr/>
            <a:r>
              <a:t>标题文本</a:t>
            </a:r>
          </a:p>
        </p:txBody>
      </p:sp>
      <p:sp>
        <p:nvSpPr>
          <p:cNvPr id="12" name="正文级别 1…"/>
          <p:cNvSpPr txBox="1"/>
          <p:nvPr>
            <p:ph type="body" idx="1"/>
          </p:nvPr>
        </p:nvSpPr>
        <p:spPr>
          <a:xfrm>
            <a:off x="7258755" y="3467946"/>
            <a:ext cx="5093548" cy="62856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13" name="幻灯片编号"/>
          <p:cNvSpPr txBox="1"/>
          <p:nvPr>
            <p:ph type="sldNum" sz="quarter" idx="2"/>
          </p:nvPr>
        </p:nvSpPr>
        <p:spPr>
          <a:xfrm>
            <a:off x="6259830" y="9080500"/>
            <a:ext cx="469901" cy="492894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indent="0" algn="ctr" defTabSz="825500">
              <a:defRPr b="1" sz="28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3"/>
    <p:sldLayoutId id="2147483650" r:id="rId4"/>
    <p:sldLayoutId id="2147483651" r:id="rId5"/>
  </p:sldLayoutIdLst>
  <p:transition xmlns:p14="http://schemas.microsoft.com/office/powerpoint/2010/main" spd="med" advClick="1"/>
  <p:txStyles>
    <p:titleStyle>
      <a:lvl1pPr marL="0" marR="57798" indent="57798" algn="ctr" defTabSz="1295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200" u="none">
          <a:solidFill>
            <a:srgbClr val="000000"/>
          </a:solidFill>
          <a:uFill>
            <a:solidFill>
              <a:srgbClr val="000000"/>
            </a:solidFill>
          </a:uFill>
          <a:latin typeface="Arial Black"/>
          <a:ea typeface="Arial Black"/>
          <a:cs typeface="Arial Black"/>
          <a:sym typeface="Arial Black"/>
        </a:defRPr>
      </a:lvl1pPr>
      <a:lvl2pPr marL="0" marR="57798" indent="57798" algn="ctr" defTabSz="1295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200" u="none">
          <a:solidFill>
            <a:srgbClr val="000000"/>
          </a:solidFill>
          <a:uFill>
            <a:solidFill>
              <a:srgbClr val="000000"/>
            </a:solidFill>
          </a:uFill>
          <a:latin typeface="Arial Black"/>
          <a:ea typeface="Arial Black"/>
          <a:cs typeface="Arial Black"/>
          <a:sym typeface="Arial Black"/>
        </a:defRPr>
      </a:lvl2pPr>
      <a:lvl3pPr marL="0" marR="57798" indent="57798" algn="ctr" defTabSz="1295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200" u="none">
          <a:solidFill>
            <a:srgbClr val="000000"/>
          </a:solidFill>
          <a:uFill>
            <a:solidFill>
              <a:srgbClr val="000000"/>
            </a:solidFill>
          </a:uFill>
          <a:latin typeface="Arial Black"/>
          <a:ea typeface="Arial Black"/>
          <a:cs typeface="Arial Black"/>
          <a:sym typeface="Arial Black"/>
        </a:defRPr>
      </a:lvl3pPr>
      <a:lvl4pPr marL="0" marR="57798" indent="57798" algn="ctr" defTabSz="1295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200" u="none">
          <a:solidFill>
            <a:srgbClr val="000000"/>
          </a:solidFill>
          <a:uFill>
            <a:solidFill>
              <a:srgbClr val="000000"/>
            </a:solidFill>
          </a:uFill>
          <a:latin typeface="Arial Black"/>
          <a:ea typeface="Arial Black"/>
          <a:cs typeface="Arial Black"/>
          <a:sym typeface="Arial Black"/>
        </a:defRPr>
      </a:lvl4pPr>
      <a:lvl5pPr marL="0" marR="57798" indent="57798" algn="ctr" defTabSz="1295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200" u="none">
          <a:solidFill>
            <a:srgbClr val="000000"/>
          </a:solidFill>
          <a:uFill>
            <a:solidFill>
              <a:srgbClr val="000000"/>
            </a:solidFill>
          </a:uFill>
          <a:latin typeface="Arial Black"/>
          <a:ea typeface="Arial Black"/>
          <a:cs typeface="Arial Black"/>
          <a:sym typeface="Arial Black"/>
        </a:defRPr>
      </a:lvl5pPr>
      <a:lvl6pPr marL="0" marR="57798" indent="57798" algn="ctr" defTabSz="1295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200" u="none">
          <a:solidFill>
            <a:srgbClr val="000000"/>
          </a:solidFill>
          <a:uFill>
            <a:solidFill>
              <a:srgbClr val="000000"/>
            </a:solidFill>
          </a:uFill>
          <a:latin typeface="Arial Black"/>
          <a:ea typeface="Arial Black"/>
          <a:cs typeface="Arial Black"/>
          <a:sym typeface="Arial Black"/>
        </a:defRPr>
      </a:lvl6pPr>
      <a:lvl7pPr marL="0" marR="57798" indent="57798" algn="ctr" defTabSz="1295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200" u="none">
          <a:solidFill>
            <a:srgbClr val="000000"/>
          </a:solidFill>
          <a:uFill>
            <a:solidFill>
              <a:srgbClr val="000000"/>
            </a:solidFill>
          </a:uFill>
          <a:latin typeface="Arial Black"/>
          <a:ea typeface="Arial Black"/>
          <a:cs typeface="Arial Black"/>
          <a:sym typeface="Arial Black"/>
        </a:defRPr>
      </a:lvl7pPr>
      <a:lvl8pPr marL="0" marR="57798" indent="57798" algn="ctr" defTabSz="1295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200" u="none">
          <a:solidFill>
            <a:srgbClr val="000000"/>
          </a:solidFill>
          <a:uFill>
            <a:solidFill>
              <a:srgbClr val="000000"/>
            </a:solidFill>
          </a:uFill>
          <a:latin typeface="Arial Black"/>
          <a:ea typeface="Arial Black"/>
          <a:cs typeface="Arial Black"/>
          <a:sym typeface="Arial Black"/>
        </a:defRPr>
      </a:lvl8pPr>
      <a:lvl9pPr marL="0" marR="57798" indent="57798" algn="ctr" defTabSz="1295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200" u="none">
          <a:solidFill>
            <a:srgbClr val="000000"/>
          </a:solidFill>
          <a:uFill>
            <a:solidFill>
              <a:srgbClr val="000000"/>
            </a:solidFill>
          </a:uFill>
          <a:latin typeface="Arial Black"/>
          <a:ea typeface="Arial Black"/>
          <a:cs typeface="Arial Black"/>
          <a:sym typeface="Arial Black"/>
        </a:defRPr>
      </a:lvl9pPr>
    </p:titleStyle>
    <p:bodyStyle>
      <a:lvl1pPr marL="383538" marR="57798" indent="-342899" algn="l" defTabSz="1295400" rtl="0" latinLnBrk="0">
        <a:lnSpc>
          <a:spcPct val="100000"/>
        </a:lnSpc>
        <a:spcBef>
          <a:spcPts val="1100"/>
        </a:spcBef>
        <a:spcAft>
          <a:spcPts val="0"/>
        </a:spcAft>
        <a:buClr>
          <a:srgbClr val="3333CC"/>
        </a:buClr>
        <a:buSzPct val="60000"/>
        <a:buFontTx/>
        <a:buChar char="■"/>
        <a:tabLst/>
        <a:defRPr b="0" baseline="0" cap="none" i="0" spc="0" strike="noStrike" sz="3800" u="none">
          <a:solidFill>
            <a:srgbClr val="000000"/>
          </a:solidFill>
          <a:uFill>
            <a:solidFill>
              <a:srgbClr val="000000"/>
            </a:solidFill>
          </a:uFill>
          <a:latin typeface="Tahoma"/>
          <a:ea typeface="Tahoma"/>
          <a:cs typeface="Tahoma"/>
          <a:sym typeface="Tahoma"/>
        </a:defRPr>
      </a:lvl1pPr>
      <a:lvl2pPr marL="817207" marR="57798" indent="-319367" algn="l" defTabSz="1295400" rtl="0" latinLnBrk="0">
        <a:lnSpc>
          <a:spcPct val="100000"/>
        </a:lnSpc>
        <a:spcBef>
          <a:spcPts val="1100"/>
        </a:spcBef>
        <a:spcAft>
          <a:spcPts val="0"/>
        </a:spcAft>
        <a:buClr>
          <a:srgbClr val="3333CC"/>
        </a:buClr>
        <a:buSzPct val="55000"/>
        <a:buFontTx/>
        <a:buChar char="■"/>
        <a:tabLst/>
        <a:defRPr b="0" baseline="0" cap="none" i="0" spc="0" strike="noStrike" sz="3800" u="none">
          <a:solidFill>
            <a:srgbClr val="000000"/>
          </a:solidFill>
          <a:uFill>
            <a:solidFill>
              <a:srgbClr val="000000"/>
            </a:solidFill>
          </a:uFill>
          <a:latin typeface="Tahoma"/>
          <a:ea typeface="Tahoma"/>
          <a:cs typeface="Tahoma"/>
          <a:sym typeface="Tahoma"/>
        </a:defRPr>
      </a:lvl2pPr>
      <a:lvl3pPr marL="1265281" marR="57798" indent="-310242" algn="l" defTabSz="1295400" rtl="0" latinLnBrk="0">
        <a:lnSpc>
          <a:spcPct val="100000"/>
        </a:lnSpc>
        <a:spcBef>
          <a:spcPts val="1100"/>
        </a:spcBef>
        <a:spcAft>
          <a:spcPts val="0"/>
        </a:spcAft>
        <a:buClr>
          <a:srgbClr val="3333CC"/>
        </a:buClr>
        <a:buSzPct val="50000"/>
        <a:buFontTx/>
        <a:buChar char="■"/>
        <a:tabLst/>
        <a:defRPr b="0" baseline="0" cap="none" i="0" spc="0" strike="noStrike" sz="3800" u="none">
          <a:solidFill>
            <a:srgbClr val="000000"/>
          </a:solidFill>
          <a:uFill>
            <a:solidFill>
              <a:srgbClr val="000000"/>
            </a:solidFill>
          </a:uFill>
          <a:latin typeface="Tahoma"/>
          <a:ea typeface="Tahoma"/>
          <a:cs typeface="Tahoma"/>
          <a:sym typeface="Tahoma"/>
        </a:defRPr>
      </a:lvl3pPr>
      <a:lvl4pPr marL="1807093" marR="57798" indent="-394854" algn="l" defTabSz="1295400" rtl="0" latinLnBrk="0">
        <a:lnSpc>
          <a:spcPct val="100000"/>
        </a:lnSpc>
        <a:spcBef>
          <a:spcPts val="1100"/>
        </a:spcBef>
        <a:spcAft>
          <a:spcPts val="0"/>
        </a:spcAft>
        <a:buClr>
          <a:srgbClr val="3333CC"/>
        </a:buClr>
        <a:buSzPct val="55000"/>
        <a:buFontTx/>
        <a:buChar char="■"/>
        <a:tabLst/>
        <a:defRPr b="0" baseline="0" cap="none" i="0" spc="0" strike="noStrike" sz="3800" u="none">
          <a:solidFill>
            <a:srgbClr val="000000"/>
          </a:solidFill>
          <a:uFill>
            <a:solidFill>
              <a:srgbClr val="000000"/>
            </a:solidFill>
          </a:uFill>
          <a:latin typeface="Tahoma"/>
          <a:ea typeface="Tahoma"/>
          <a:cs typeface="Tahoma"/>
          <a:sym typeface="Tahoma"/>
        </a:defRPr>
      </a:lvl4pPr>
      <a:lvl5pPr marL="2264293" marR="57798" indent="-394854" algn="l" defTabSz="1295400" rtl="0" latinLnBrk="0">
        <a:lnSpc>
          <a:spcPct val="100000"/>
        </a:lnSpc>
        <a:spcBef>
          <a:spcPts val="1100"/>
        </a:spcBef>
        <a:spcAft>
          <a:spcPts val="0"/>
        </a:spcAft>
        <a:buClr>
          <a:srgbClr val="3333CC"/>
        </a:buClr>
        <a:buSzPct val="50000"/>
        <a:buFontTx/>
        <a:buChar char="■"/>
        <a:tabLst/>
        <a:defRPr b="0" baseline="0" cap="none" i="0" spc="0" strike="noStrike" sz="3800" u="none">
          <a:solidFill>
            <a:srgbClr val="000000"/>
          </a:solidFill>
          <a:uFill>
            <a:solidFill>
              <a:srgbClr val="000000"/>
            </a:solidFill>
          </a:uFill>
          <a:latin typeface="Tahoma"/>
          <a:ea typeface="Tahoma"/>
          <a:cs typeface="Tahoma"/>
          <a:sym typeface="Tahoma"/>
        </a:defRPr>
      </a:lvl5pPr>
      <a:lvl6pPr marL="2264293" marR="57798" indent="-394853" algn="l" defTabSz="1295400" rtl="0" latinLnBrk="0">
        <a:lnSpc>
          <a:spcPct val="100000"/>
        </a:lnSpc>
        <a:spcBef>
          <a:spcPts val="1100"/>
        </a:spcBef>
        <a:spcAft>
          <a:spcPts val="0"/>
        </a:spcAft>
        <a:buClr>
          <a:srgbClr val="3333CC"/>
        </a:buClr>
        <a:buSzPct val="50000"/>
        <a:buFontTx/>
        <a:buChar char="■"/>
        <a:tabLst/>
        <a:defRPr b="0" baseline="0" cap="none" i="0" spc="0" strike="noStrike" sz="3800" u="none">
          <a:solidFill>
            <a:srgbClr val="000000"/>
          </a:solidFill>
          <a:uFill>
            <a:solidFill>
              <a:srgbClr val="000000"/>
            </a:solidFill>
          </a:uFill>
          <a:latin typeface="Tahoma"/>
          <a:ea typeface="Tahoma"/>
          <a:cs typeface="Tahoma"/>
          <a:sym typeface="Tahoma"/>
        </a:defRPr>
      </a:lvl6pPr>
      <a:lvl7pPr marL="2264293" marR="57798" indent="-394853" algn="l" defTabSz="1295400" rtl="0" latinLnBrk="0">
        <a:lnSpc>
          <a:spcPct val="100000"/>
        </a:lnSpc>
        <a:spcBef>
          <a:spcPts val="1100"/>
        </a:spcBef>
        <a:spcAft>
          <a:spcPts val="0"/>
        </a:spcAft>
        <a:buClr>
          <a:srgbClr val="3333CC"/>
        </a:buClr>
        <a:buSzPct val="50000"/>
        <a:buFontTx/>
        <a:buChar char="■"/>
        <a:tabLst/>
        <a:defRPr b="0" baseline="0" cap="none" i="0" spc="0" strike="noStrike" sz="3800" u="none">
          <a:solidFill>
            <a:srgbClr val="000000"/>
          </a:solidFill>
          <a:uFill>
            <a:solidFill>
              <a:srgbClr val="000000"/>
            </a:solidFill>
          </a:uFill>
          <a:latin typeface="Tahoma"/>
          <a:ea typeface="Tahoma"/>
          <a:cs typeface="Tahoma"/>
          <a:sym typeface="Tahoma"/>
        </a:defRPr>
      </a:lvl7pPr>
      <a:lvl8pPr marL="2264293" marR="57798" indent="-394853" algn="l" defTabSz="1295400" rtl="0" latinLnBrk="0">
        <a:lnSpc>
          <a:spcPct val="100000"/>
        </a:lnSpc>
        <a:spcBef>
          <a:spcPts val="1100"/>
        </a:spcBef>
        <a:spcAft>
          <a:spcPts val="0"/>
        </a:spcAft>
        <a:buClr>
          <a:srgbClr val="3333CC"/>
        </a:buClr>
        <a:buSzPct val="50000"/>
        <a:buFontTx/>
        <a:buChar char="■"/>
        <a:tabLst/>
        <a:defRPr b="0" baseline="0" cap="none" i="0" spc="0" strike="noStrike" sz="3800" u="none">
          <a:solidFill>
            <a:srgbClr val="000000"/>
          </a:solidFill>
          <a:uFill>
            <a:solidFill>
              <a:srgbClr val="000000"/>
            </a:solidFill>
          </a:uFill>
          <a:latin typeface="Tahoma"/>
          <a:ea typeface="Tahoma"/>
          <a:cs typeface="Tahoma"/>
          <a:sym typeface="Tahoma"/>
        </a:defRPr>
      </a:lvl8pPr>
      <a:lvl9pPr marL="2264293" marR="57798" indent="-394853" algn="l" defTabSz="1295400" rtl="0" latinLnBrk="0">
        <a:lnSpc>
          <a:spcPct val="100000"/>
        </a:lnSpc>
        <a:spcBef>
          <a:spcPts val="1100"/>
        </a:spcBef>
        <a:spcAft>
          <a:spcPts val="0"/>
        </a:spcAft>
        <a:buClr>
          <a:srgbClr val="3333CC"/>
        </a:buClr>
        <a:buSzPct val="50000"/>
        <a:buFontTx/>
        <a:buChar char="■"/>
        <a:tabLst/>
        <a:defRPr b="0" baseline="0" cap="none" i="0" spc="0" strike="noStrike" sz="3800" u="none">
          <a:solidFill>
            <a:srgbClr val="000000"/>
          </a:solidFill>
          <a:uFill>
            <a:solidFill>
              <a:srgbClr val="000000"/>
            </a:solidFill>
          </a:uFill>
          <a:latin typeface="Tahoma"/>
          <a:ea typeface="Tahoma"/>
          <a:cs typeface="Tahoma"/>
          <a:sym typeface="Tahoma"/>
        </a:defRPr>
      </a:lvl9pPr>
    </p:bodyStyle>
    <p:otherStyle>
      <a:lvl1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2800" u="none">
          <a:solidFill>
            <a:schemeClr val="tx1"/>
          </a:solidFill>
          <a:uFill>
            <a:solidFill>
              <a:srgbClr val="000000"/>
            </a:solidFill>
          </a:uFill>
          <a:latin typeface="+mn-lt"/>
          <a:ea typeface="+mn-ea"/>
          <a:cs typeface="+mn-cs"/>
          <a:sym typeface="Times New Roman"/>
        </a:defRPr>
      </a:lvl1pPr>
      <a:lvl2pPr marL="0" marR="0" indent="57798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2800" u="none">
          <a:solidFill>
            <a:schemeClr val="tx1"/>
          </a:solidFill>
          <a:uFill>
            <a:solidFill>
              <a:srgbClr val="000000"/>
            </a:solidFill>
          </a:uFill>
          <a:latin typeface="+mn-lt"/>
          <a:ea typeface="+mn-ea"/>
          <a:cs typeface="+mn-cs"/>
          <a:sym typeface="Times New Roman"/>
        </a:defRPr>
      </a:lvl2pPr>
      <a:lvl3pPr marL="0" marR="0" indent="57798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2800" u="none">
          <a:solidFill>
            <a:schemeClr val="tx1"/>
          </a:solidFill>
          <a:uFill>
            <a:solidFill>
              <a:srgbClr val="000000"/>
            </a:solidFill>
          </a:uFill>
          <a:latin typeface="+mn-lt"/>
          <a:ea typeface="+mn-ea"/>
          <a:cs typeface="+mn-cs"/>
          <a:sym typeface="Times New Roman"/>
        </a:defRPr>
      </a:lvl3pPr>
      <a:lvl4pPr marL="0" marR="0" indent="57798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2800" u="none">
          <a:solidFill>
            <a:schemeClr val="tx1"/>
          </a:solidFill>
          <a:uFill>
            <a:solidFill>
              <a:srgbClr val="000000"/>
            </a:solidFill>
          </a:uFill>
          <a:latin typeface="+mn-lt"/>
          <a:ea typeface="+mn-ea"/>
          <a:cs typeface="+mn-cs"/>
          <a:sym typeface="Times New Roman"/>
        </a:defRPr>
      </a:lvl4pPr>
      <a:lvl5pPr marL="0" marR="0" indent="57798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2800" u="none">
          <a:solidFill>
            <a:schemeClr val="tx1"/>
          </a:solidFill>
          <a:uFill>
            <a:solidFill>
              <a:srgbClr val="000000"/>
            </a:solidFill>
          </a:uFill>
          <a:latin typeface="+mn-lt"/>
          <a:ea typeface="+mn-ea"/>
          <a:cs typeface="+mn-cs"/>
          <a:sym typeface="Times New Roman"/>
        </a:defRPr>
      </a:lvl5pPr>
      <a:lvl6pPr marL="0" marR="0" indent="57798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2800" u="none">
          <a:solidFill>
            <a:schemeClr val="tx1"/>
          </a:solidFill>
          <a:uFill>
            <a:solidFill>
              <a:srgbClr val="000000"/>
            </a:solidFill>
          </a:uFill>
          <a:latin typeface="+mn-lt"/>
          <a:ea typeface="+mn-ea"/>
          <a:cs typeface="+mn-cs"/>
          <a:sym typeface="Times New Roman"/>
        </a:defRPr>
      </a:lvl6pPr>
      <a:lvl7pPr marL="0" marR="0" indent="57798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2800" u="none">
          <a:solidFill>
            <a:schemeClr val="tx1"/>
          </a:solidFill>
          <a:uFill>
            <a:solidFill>
              <a:srgbClr val="000000"/>
            </a:solidFill>
          </a:uFill>
          <a:latin typeface="+mn-lt"/>
          <a:ea typeface="+mn-ea"/>
          <a:cs typeface="+mn-cs"/>
          <a:sym typeface="Times New Roman"/>
        </a:defRPr>
      </a:lvl7pPr>
      <a:lvl8pPr marL="0" marR="0" indent="57798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2800" u="none">
          <a:solidFill>
            <a:schemeClr val="tx1"/>
          </a:solidFill>
          <a:uFill>
            <a:solidFill>
              <a:srgbClr val="000000"/>
            </a:solidFill>
          </a:uFill>
          <a:latin typeface="+mn-lt"/>
          <a:ea typeface="+mn-ea"/>
          <a:cs typeface="+mn-cs"/>
          <a:sym typeface="Times New Roman"/>
        </a:defRPr>
      </a:lvl8pPr>
      <a:lvl9pPr marL="0" marR="0" indent="57798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2800" u="none">
          <a:solidFill>
            <a:schemeClr val="tx1"/>
          </a:solidFill>
          <a:uFill>
            <a:solidFill>
              <a:srgbClr val="000000"/>
            </a:solidFill>
          </a:uFill>
          <a:latin typeface="+mn-lt"/>
          <a:ea typeface="+mn-ea"/>
          <a:cs typeface="+mn-cs"/>
          <a:sym typeface="Times New Roman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omments" Target="../comments/comment1.xml"/><Relationship Id="rId3" Type="http://schemas.openxmlformats.org/officeDocument/2006/relationships/image" Target="../media/image2.pn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omments" Target="../comments/comment2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comments" Target="../comments/comment3.xml"/></Relationships>
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comments" Target="../comments/comment4.xml"/></Relationships>

</file>

<file path=ppt/slides/_rels/slide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3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3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
</file>

<file path=ppt/slides/_rels/slide3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4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
</file>

<file path=ppt/slides/_rels/slide4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4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Shape 713"/>
          <p:cNvSpPr txBox="1"/>
          <p:nvPr/>
        </p:nvSpPr>
        <p:spPr>
          <a:xfrm>
            <a:off x="3911600" y="80433"/>
            <a:ext cx="5435600" cy="9837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8" algn="ctr" defTabSz="1295400">
              <a:spcBef>
                <a:spcPts val="1900"/>
              </a:spcBef>
              <a:defRPr sz="4800">
                <a:uFill>
                  <a:solidFill>
                    <a:srgbClr val="000000"/>
                  </a:solidFill>
                </a:u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最小生成树-引例</a:t>
            </a:r>
          </a:p>
        </p:txBody>
      </p:sp>
      <p:sp>
        <p:nvSpPr>
          <p:cNvPr id="65" name="Shape 714"/>
          <p:cNvSpPr txBox="1"/>
          <p:nvPr/>
        </p:nvSpPr>
        <p:spPr>
          <a:xfrm>
            <a:off x="857249" y="1673295"/>
            <a:ext cx="11290302" cy="30676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>
              <a:lnSpc>
                <a:spcPct val="150000"/>
              </a:lnSpc>
            </a:pPr>
            <a:r>
              <a:t>假设要建立一个通讯网络，使得 n 个城市之间可以通讯，</a:t>
            </a:r>
            <a:r>
              <a:rPr>
                <a:uFill>
                  <a:solidFill>
                    <a:srgbClr val="6600CC"/>
                  </a:solidFill>
                </a:uFill>
              </a:rPr>
              <a:t>如何在</a:t>
            </a:r>
            <a:endParaRPr>
              <a:uFill>
                <a:solidFill>
                  <a:srgbClr val="6600CC"/>
                </a:solidFill>
              </a:uFill>
            </a:endParaRPr>
          </a:p>
          <a:p>
            <a:pPr>
              <a:lnSpc>
                <a:spcPct val="150000"/>
              </a:lnSpc>
            </a:pPr>
            <a:r>
              <a:rPr>
                <a:uFill>
                  <a:solidFill>
                    <a:srgbClr val="6600CC"/>
                  </a:solidFill>
                </a:uFill>
              </a:rPr>
              <a:t>最节省</a:t>
            </a:r>
            <a:r>
              <a:rPr>
                <a:uFill>
                  <a:solidFill>
                    <a:srgbClr val="0000FF"/>
                  </a:solidFill>
                </a:uFill>
              </a:rPr>
              <a:t>经费</a:t>
            </a:r>
            <a:r>
              <a:rPr>
                <a:uFill>
                  <a:solidFill>
                    <a:srgbClr val="6600CC"/>
                  </a:solidFill>
                </a:uFill>
              </a:rPr>
              <a:t>的前提下建立</a:t>
            </a:r>
            <a:r>
              <a:t>这个</a:t>
            </a:r>
            <a:r>
              <a:rPr>
                <a:uFill>
                  <a:solidFill>
                    <a:srgbClr val="6600CC"/>
                  </a:solidFill>
                </a:uFill>
              </a:rPr>
              <a:t>通讯网</a:t>
            </a:r>
            <a:r>
              <a:t>？</a:t>
            </a:r>
          </a:p>
          <a:p>
            <a:pPr lvl="1" marL="681789" indent="-300789">
              <a:lnSpc>
                <a:spcPct val="150000"/>
              </a:lnSpc>
              <a:buSzPct val="60000"/>
              <a:buBlip>
                <a:blip r:embed="rId2"/>
              </a:buBlip>
            </a:pPr>
            <a:r>
              <a:t>选择只修建 n - 1线路的方案</a:t>
            </a:r>
          </a:p>
          <a:p>
            <a:pPr lvl="1" marL="681789" indent="-300789">
              <a:lnSpc>
                <a:spcPct val="150000"/>
              </a:lnSpc>
              <a:buSzPct val="60000"/>
              <a:buBlip>
                <a:blip r:embed="rId2"/>
              </a:buBlip>
            </a:pPr>
            <a:r>
              <a:t>选择上述方案中使用经费最少的方案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0" name="Group 760"/>
          <p:cNvGrpSpPr/>
          <p:nvPr/>
        </p:nvGrpSpPr>
        <p:grpSpPr>
          <a:xfrm>
            <a:off x="973102" y="2111021"/>
            <a:ext cx="5630900" cy="4317015"/>
            <a:chOff x="0" y="0"/>
            <a:chExt cx="5630899" cy="4317013"/>
          </a:xfrm>
        </p:grpSpPr>
        <p:sp>
          <p:nvSpPr>
            <p:cNvPr id="67" name="Shape 744"/>
            <p:cNvSpPr/>
            <p:nvPr/>
          </p:nvSpPr>
          <p:spPr>
            <a:xfrm>
              <a:off x="3904527" y="553155"/>
              <a:ext cx="1278440" cy="661531"/>
            </a:xfrm>
            <a:prstGeom prst="line">
              <a:avLst/>
            </a:prstGeom>
            <a:noFill/>
            <a:ln w="28575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68" name="Shape 745"/>
            <p:cNvSpPr/>
            <p:nvPr/>
          </p:nvSpPr>
          <p:spPr>
            <a:xfrm flipH="1">
              <a:off x="4054477" y="1508195"/>
              <a:ext cx="1126566" cy="1323060"/>
            </a:xfrm>
            <a:prstGeom prst="line">
              <a:avLst/>
            </a:prstGeom>
            <a:noFill/>
            <a:ln w="28575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69" name="Shape 743"/>
            <p:cNvSpPr/>
            <p:nvPr/>
          </p:nvSpPr>
          <p:spPr>
            <a:xfrm>
              <a:off x="2479980" y="2168877"/>
              <a:ext cx="1201541" cy="661532"/>
            </a:xfrm>
            <a:prstGeom prst="line">
              <a:avLst/>
            </a:prstGeom>
            <a:noFill/>
            <a:ln w="28575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70" name="Shape 742"/>
            <p:cNvSpPr/>
            <p:nvPr/>
          </p:nvSpPr>
          <p:spPr>
            <a:xfrm flipV="1">
              <a:off x="522910" y="2168878"/>
              <a:ext cx="1501446" cy="736038"/>
            </a:xfrm>
            <a:prstGeom prst="line">
              <a:avLst/>
            </a:prstGeom>
            <a:noFill/>
            <a:ln w="28575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71" name="Shape 741"/>
            <p:cNvSpPr/>
            <p:nvPr/>
          </p:nvSpPr>
          <p:spPr>
            <a:xfrm flipH="1">
              <a:off x="299904" y="699911"/>
              <a:ext cx="451781" cy="1984589"/>
            </a:xfrm>
            <a:prstGeom prst="line">
              <a:avLst/>
            </a:prstGeom>
            <a:noFill/>
            <a:ln w="28575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grpSp>
          <p:nvGrpSpPr>
            <p:cNvPr id="74" name="Group 719"/>
            <p:cNvGrpSpPr/>
            <p:nvPr/>
          </p:nvGrpSpPr>
          <p:grpSpPr>
            <a:xfrm>
              <a:off x="599808" y="249907"/>
              <a:ext cx="526759" cy="540458"/>
              <a:chOff x="0" y="0"/>
              <a:chExt cx="526758" cy="540456"/>
            </a:xfrm>
          </p:grpSpPr>
          <p:sp>
            <p:nvSpPr>
              <p:cNvPr id="72" name="Shape 717"/>
              <p:cNvSpPr/>
              <p:nvPr/>
            </p:nvSpPr>
            <p:spPr>
              <a:xfrm>
                <a:off x="-1" y="9737"/>
                <a:ext cx="526759" cy="514777"/>
              </a:xfrm>
              <a:prstGeom prst="ellipse">
                <a:avLst/>
              </a:prstGeom>
              <a:solidFill>
                <a:srgbClr val="CCFFCC"/>
              </a:solidFill>
              <a:ln w="28575" cap="sq">
                <a:solidFill>
                  <a:srgbClr val="1F497D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73" name="Shape 718"/>
              <p:cNvSpPr txBox="1"/>
              <p:nvPr/>
            </p:nvSpPr>
            <p:spPr>
              <a:xfrm>
                <a:off x="82569" y="0"/>
                <a:ext cx="361617" cy="54045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 defTabSz="1295400">
                  <a:spcBef>
                    <a:spcPts val="1900"/>
                  </a:spcBef>
                  <a:defRPr b="1" sz="3400">
                    <a:solidFill>
                      <a:srgbClr val="1F497D"/>
                    </a:solidFill>
                    <a:uFill>
                      <a:solidFill>
                        <a:srgbClr val="1F497D"/>
                      </a:solidFill>
                    </a:uFill>
                  </a:defRPr>
                </a:lvl1pPr>
              </a:lstStyle>
              <a:p>
                <a:pPr/>
                <a:r>
                  <a:t>a</a:t>
                </a:r>
              </a:p>
            </p:txBody>
          </p:sp>
        </p:grpSp>
        <p:grpSp>
          <p:nvGrpSpPr>
            <p:cNvPr id="77" name="Group 722"/>
            <p:cNvGrpSpPr/>
            <p:nvPr/>
          </p:nvGrpSpPr>
          <p:grpSpPr>
            <a:xfrm>
              <a:off x="3377770" y="249907"/>
              <a:ext cx="526759" cy="540458"/>
              <a:chOff x="0" y="0"/>
              <a:chExt cx="526758" cy="540456"/>
            </a:xfrm>
          </p:grpSpPr>
          <p:sp>
            <p:nvSpPr>
              <p:cNvPr id="75" name="Shape 720"/>
              <p:cNvSpPr/>
              <p:nvPr/>
            </p:nvSpPr>
            <p:spPr>
              <a:xfrm>
                <a:off x="-1" y="9737"/>
                <a:ext cx="526759" cy="514777"/>
              </a:xfrm>
              <a:prstGeom prst="ellipse">
                <a:avLst/>
              </a:prstGeom>
              <a:solidFill>
                <a:srgbClr val="CCFFCC"/>
              </a:solidFill>
              <a:ln w="28575" cap="sq">
                <a:solidFill>
                  <a:srgbClr val="1F497D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76" name="Shape 721"/>
              <p:cNvSpPr txBox="1"/>
              <p:nvPr/>
            </p:nvSpPr>
            <p:spPr>
              <a:xfrm>
                <a:off x="70446" y="0"/>
                <a:ext cx="385863" cy="54045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 defTabSz="1295400">
                  <a:spcBef>
                    <a:spcPts val="1900"/>
                  </a:spcBef>
                  <a:defRPr b="1" sz="3400">
                    <a:solidFill>
                      <a:srgbClr val="1F497D"/>
                    </a:solidFill>
                    <a:uFill>
                      <a:solidFill>
                        <a:srgbClr val="1F497D"/>
                      </a:solidFill>
                    </a:uFill>
                  </a:defRPr>
                </a:lvl1pPr>
              </a:lstStyle>
              <a:p>
                <a:pPr/>
                <a:r>
                  <a:t>b</a:t>
                </a:r>
              </a:p>
            </p:txBody>
          </p:sp>
        </p:grpSp>
        <p:grpSp>
          <p:nvGrpSpPr>
            <p:cNvPr id="80" name="Group 725"/>
            <p:cNvGrpSpPr/>
            <p:nvPr/>
          </p:nvGrpSpPr>
          <p:grpSpPr>
            <a:xfrm>
              <a:off x="5107987" y="1058191"/>
              <a:ext cx="522913" cy="540458"/>
              <a:chOff x="0" y="0"/>
              <a:chExt cx="522912" cy="540456"/>
            </a:xfrm>
          </p:grpSpPr>
          <p:sp>
            <p:nvSpPr>
              <p:cNvPr id="78" name="Shape 723"/>
              <p:cNvSpPr/>
              <p:nvPr/>
            </p:nvSpPr>
            <p:spPr>
              <a:xfrm>
                <a:off x="-1" y="5786"/>
                <a:ext cx="522914" cy="514777"/>
              </a:xfrm>
              <a:prstGeom prst="ellipse">
                <a:avLst/>
              </a:prstGeom>
              <a:solidFill>
                <a:srgbClr val="CCFFCC"/>
              </a:solidFill>
              <a:ln w="28575" cap="sq">
                <a:solidFill>
                  <a:srgbClr val="1F497D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79" name="Shape 724"/>
              <p:cNvSpPr txBox="1"/>
              <p:nvPr/>
            </p:nvSpPr>
            <p:spPr>
              <a:xfrm>
                <a:off x="92770" y="0"/>
                <a:ext cx="337370" cy="54045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 defTabSz="1295400">
                  <a:spcBef>
                    <a:spcPts val="1900"/>
                  </a:spcBef>
                  <a:defRPr b="1" sz="3400">
                    <a:solidFill>
                      <a:srgbClr val="1F497D"/>
                    </a:solidFill>
                    <a:uFill>
                      <a:solidFill>
                        <a:srgbClr val="1F497D"/>
                      </a:solidFill>
                    </a:uFill>
                  </a:defRPr>
                </a:lvl1pPr>
              </a:lstStyle>
              <a:p>
                <a:pPr/>
                <a:r>
                  <a:t>c</a:t>
                </a:r>
              </a:p>
            </p:txBody>
          </p:sp>
        </p:grpSp>
        <p:grpSp>
          <p:nvGrpSpPr>
            <p:cNvPr id="83" name="Group 728"/>
            <p:cNvGrpSpPr/>
            <p:nvPr/>
          </p:nvGrpSpPr>
          <p:grpSpPr>
            <a:xfrm>
              <a:off x="3606543" y="2674761"/>
              <a:ext cx="522913" cy="540458"/>
              <a:chOff x="0" y="0"/>
              <a:chExt cx="522912" cy="540456"/>
            </a:xfrm>
          </p:grpSpPr>
          <p:sp>
            <p:nvSpPr>
              <p:cNvPr id="81" name="Shape 726"/>
              <p:cNvSpPr/>
              <p:nvPr/>
            </p:nvSpPr>
            <p:spPr>
              <a:xfrm>
                <a:off x="-1" y="9737"/>
                <a:ext cx="522914" cy="514779"/>
              </a:xfrm>
              <a:prstGeom prst="ellipse">
                <a:avLst/>
              </a:prstGeom>
              <a:solidFill>
                <a:srgbClr val="CCFFCC"/>
              </a:solidFill>
              <a:ln w="28575" cap="sq">
                <a:solidFill>
                  <a:srgbClr val="1F497D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82" name="Shape 727"/>
              <p:cNvSpPr txBox="1"/>
              <p:nvPr/>
            </p:nvSpPr>
            <p:spPr>
              <a:xfrm>
                <a:off x="68523" y="0"/>
                <a:ext cx="385863" cy="54045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 defTabSz="1295400">
                  <a:spcBef>
                    <a:spcPts val="1900"/>
                  </a:spcBef>
                  <a:defRPr b="1" sz="3400">
                    <a:solidFill>
                      <a:srgbClr val="1F497D"/>
                    </a:solidFill>
                    <a:uFill>
                      <a:solidFill>
                        <a:srgbClr val="1F497D"/>
                      </a:solidFill>
                    </a:uFill>
                  </a:defRPr>
                </a:lvl1pPr>
              </a:lstStyle>
              <a:p>
                <a:pPr/>
                <a:r>
                  <a:t>d</a:t>
                </a:r>
              </a:p>
            </p:txBody>
          </p:sp>
        </p:grpSp>
        <p:grpSp>
          <p:nvGrpSpPr>
            <p:cNvPr id="86" name="Group 731"/>
            <p:cNvGrpSpPr/>
            <p:nvPr/>
          </p:nvGrpSpPr>
          <p:grpSpPr>
            <a:xfrm>
              <a:off x="1951301" y="1791969"/>
              <a:ext cx="528681" cy="540458"/>
              <a:chOff x="0" y="0"/>
              <a:chExt cx="528679" cy="540456"/>
            </a:xfrm>
          </p:grpSpPr>
          <p:sp>
            <p:nvSpPr>
              <p:cNvPr id="84" name="Shape 729"/>
              <p:cNvSpPr/>
              <p:nvPr/>
            </p:nvSpPr>
            <p:spPr>
              <a:xfrm>
                <a:off x="0" y="9737"/>
                <a:ext cx="528680" cy="514779"/>
              </a:xfrm>
              <a:prstGeom prst="ellipse">
                <a:avLst/>
              </a:prstGeom>
              <a:solidFill>
                <a:srgbClr val="CCFFCC"/>
              </a:solidFill>
              <a:ln w="28575" cap="sq">
                <a:solidFill>
                  <a:srgbClr val="1F497D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85" name="Shape 730"/>
              <p:cNvSpPr txBox="1"/>
              <p:nvPr/>
            </p:nvSpPr>
            <p:spPr>
              <a:xfrm>
                <a:off x="95654" y="0"/>
                <a:ext cx="337370" cy="54045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 defTabSz="1295400">
                  <a:spcBef>
                    <a:spcPts val="1900"/>
                  </a:spcBef>
                  <a:defRPr b="1" sz="3400">
                    <a:solidFill>
                      <a:srgbClr val="1F497D"/>
                    </a:solidFill>
                    <a:uFill>
                      <a:solidFill>
                        <a:srgbClr val="1F497D"/>
                      </a:solidFill>
                    </a:uFill>
                  </a:defRPr>
                </a:lvl1pPr>
              </a:lstStyle>
              <a:p>
                <a:pPr/>
                <a:r>
                  <a:t>e</a:t>
                </a:r>
              </a:p>
            </p:txBody>
          </p:sp>
        </p:grpSp>
        <p:grpSp>
          <p:nvGrpSpPr>
            <p:cNvPr id="89" name="Group 734"/>
            <p:cNvGrpSpPr/>
            <p:nvPr/>
          </p:nvGrpSpPr>
          <p:grpSpPr>
            <a:xfrm>
              <a:off x="-1" y="2674761"/>
              <a:ext cx="522913" cy="540458"/>
              <a:chOff x="0" y="0"/>
              <a:chExt cx="522912" cy="540456"/>
            </a:xfrm>
          </p:grpSpPr>
          <p:sp>
            <p:nvSpPr>
              <p:cNvPr id="87" name="Shape 732"/>
              <p:cNvSpPr/>
              <p:nvPr/>
            </p:nvSpPr>
            <p:spPr>
              <a:xfrm>
                <a:off x="-1" y="9737"/>
                <a:ext cx="522914" cy="514779"/>
              </a:xfrm>
              <a:prstGeom prst="ellipse">
                <a:avLst/>
              </a:prstGeom>
              <a:solidFill>
                <a:srgbClr val="CCFFCC"/>
              </a:solidFill>
              <a:ln w="28575" cap="sq">
                <a:solidFill>
                  <a:srgbClr val="1F497D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88" name="Shape 733"/>
              <p:cNvSpPr txBox="1"/>
              <p:nvPr/>
            </p:nvSpPr>
            <p:spPr>
              <a:xfrm>
                <a:off x="80647" y="0"/>
                <a:ext cx="361617" cy="54045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 defTabSz="1295400">
                  <a:spcBef>
                    <a:spcPts val="1900"/>
                  </a:spcBef>
                  <a:defRPr b="1" sz="3400">
                    <a:solidFill>
                      <a:srgbClr val="1F497D"/>
                    </a:solidFill>
                    <a:uFill>
                      <a:solidFill>
                        <a:srgbClr val="1F497D"/>
                      </a:solidFill>
                    </a:uFill>
                  </a:defRPr>
                </a:lvl1pPr>
              </a:lstStyle>
              <a:p>
                <a:pPr/>
                <a:r>
                  <a:t>g</a:t>
                </a:r>
              </a:p>
            </p:txBody>
          </p:sp>
        </p:grpSp>
        <p:grpSp>
          <p:nvGrpSpPr>
            <p:cNvPr id="92" name="Group 737"/>
            <p:cNvGrpSpPr/>
            <p:nvPr/>
          </p:nvGrpSpPr>
          <p:grpSpPr>
            <a:xfrm>
              <a:off x="2253127" y="3776556"/>
              <a:ext cx="522915" cy="540458"/>
              <a:chOff x="0" y="0"/>
              <a:chExt cx="522914" cy="540456"/>
            </a:xfrm>
          </p:grpSpPr>
          <p:sp>
            <p:nvSpPr>
              <p:cNvPr id="90" name="Shape 735"/>
              <p:cNvSpPr/>
              <p:nvPr/>
            </p:nvSpPr>
            <p:spPr>
              <a:xfrm>
                <a:off x="-1" y="9737"/>
                <a:ext cx="522915" cy="514779"/>
              </a:xfrm>
              <a:prstGeom prst="ellipse">
                <a:avLst/>
              </a:prstGeom>
              <a:solidFill>
                <a:srgbClr val="CCFFCC"/>
              </a:solidFill>
              <a:ln w="28575" cap="sq">
                <a:solidFill>
                  <a:srgbClr val="1F497D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91" name="Shape 736"/>
              <p:cNvSpPr txBox="1"/>
              <p:nvPr/>
            </p:nvSpPr>
            <p:spPr>
              <a:xfrm>
                <a:off x="116700" y="0"/>
                <a:ext cx="289510" cy="54045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 defTabSz="1295400">
                  <a:spcBef>
                    <a:spcPts val="1900"/>
                  </a:spcBef>
                  <a:defRPr b="1" sz="3400">
                    <a:solidFill>
                      <a:srgbClr val="1F497D"/>
                    </a:solidFill>
                    <a:uFill>
                      <a:solidFill>
                        <a:srgbClr val="1F497D"/>
                      </a:solidFill>
                    </a:uFill>
                  </a:defRPr>
                </a:lvl1pPr>
              </a:lstStyle>
              <a:p>
                <a:pPr/>
                <a:r>
                  <a:t>f</a:t>
                </a:r>
              </a:p>
            </p:txBody>
          </p:sp>
        </p:grpSp>
        <p:sp>
          <p:nvSpPr>
            <p:cNvPr id="93" name="Shape 738"/>
            <p:cNvSpPr/>
            <p:nvPr/>
          </p:nvSpPr>
          <p:spPr>
            <a:xfrm>
              <a:off x="1126564" y="553155"/>
              <a:ext cx="2251207" cy="2260"/>
            </a:xfrm>
            <a:prstGeom prst="line">
              <a:avLst/>
            </a:prstGeom>
            <a:noFill/>
            <a:ln w="28575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94" name="Shape 739"/>
            <p:cNvSpPr/>
            <p:nvPr/>
          </p:nvSpPr>
          <p:spPr>
            <a:xfrm>
              <a:off x="1051588" y="699911"/>
              <a:ext cx="972768" cy="1176304"/>
            </a:xfrm>
            <a:prstGeom prst="line">
              <a:avLst/>
            </a:prstGeom>
            <a:noFill/>
            <a:ln w="28575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95" name="Shape 740"/>
            <p:cNvSpPr/>
            <p:nvPr/>
          </p:nvSpPr>
          <p:spPr>
            <a:xfrm flipH="1">
              <a:off x="2403081" y="699911"/>
              <a:ext cx="1049667" cy="1176304"/>
            </a:xfrm>
            <a:prstGeom prst="line">
              <a:avLst/>
            </a:prstGeom>
            <a:noFill/>
            <a:ln w="28575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96" name="Shape 746"/>
            <p:cNvSpPr/>
            <p:nvPr/>
          </p:nvSpPr>
          <p:spPr>
            <a:xfrm>
              <a:off x="3679597" y="774417"/>
              <a:ext cx="149954" cy="1910083"/>
            </a:xfrm>
            <a:prstGeom prst="line">
              <a:avLst/>
            </a:prstGeom>
            <a:noFill/>
            <a:ln w="28575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97" name="Shape 747"/>
            <p:cNvSpPr/>
            <p:nvPr/>
          </p:nvSpPr>
          <p:spPr>
            <a:xfrm>
              <a:off x="449856" y="3124765"/>
              <a:ext cx="1803274" cy="808286"/>
            </a:xfrm>
            <a:prstGeom prst="line">
              <a:avLst/>
            </a:prstGeom>
            <a:noFill/>
            <a:ln w="28575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98" name="Shape 748"/>
            <p:cNvSpPr/>
            <p:nvPr/>
          </p:nvSpPr>
          <p:spPr>
            <a:xfrm flipH="1">
              <a:off x="2777961" y="3124765"/>
              <a:ext cx="903560" cy="808286"/>
            </a:xfrm>
            <a:prstGeom prst="line">
              <a:avLst/>
            </a:prstGeom>
            <a:noFill/>
            <a:ln w="28575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99" name="Shape 749"/>
            <p:cNvSpPr txBox="1"/>
            <p:nvPr/>
          </p:nvSpPr>
          <p:spPr>
            <a:xfrm>
              <a:off x="1784046" y="-1"/>
              <a:ext cx="553100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defTabSz="1295400">
                <a:spcBef>
                  <a:spcPts val="1900"/>
                </a:spcBef>
                <a:defRPr>
                  <a:solidFill>
                    <a:srgbClr val="1F497D"/>
                  </a:solidFill>
                  <a:uFill>
                    <a:solidFill>
                      <a:srgbClr val="1F497D"/>
                    </a:solidFill>
                  </a:uFill>
                </a:defRPr>
              </a:lvl1pPr>
            </a:lstStyle>
            <a:p>
              <a:pPr/>
              <a:r>
                <a:t>19</a:t>
              </a:r>
            </a:p>
          </p:txBody>
        </p:sp>
        <p:sp>
          <p:nvSpPr>
            <p:cNvPr id="100" name="Shape 750"/>
            <p:cNvSpPr txBox="1"/>
            <p:nvPr/>
          </p:nvSpPr>
          <p:spPr>
            <a:xfrm>
              <a:off x="4279405" y="293511"/>
              <a:ext cx="362600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defTabSz="1295400">
                <a:spcBef>
                  <a:spcPts val="1900"/>
                </a:spcBef>
                <a:defRPr>
                  <a:solidFill>
                    <a:srgbClr val="1F497D"/>
                  </a:solidFill>
                  <a:uFill>
                    <a:solidFill>
                      <a:srgbClr val="1F497D"/>
                    </a:solidFill>
                  </a:uFill>
                </a:defRPr>
              </a:lvl1pPr>
            </a:lstStyle>
            <a:p>
              <a:pPr/>
              <a:r>
                <a:t>5</a:t>
              </a:r>
            </a:p>
          </p:txBody>
        </p:sp>
        <p:sp>
          <p:nvSpPr>
            <p:cNvPr id="101" name="Shape 751"/>
            <p:cNvSpPr txBox="1"/>
            <p:nvPr/>
          </p:nvSpPr>
          <p:spPr>
            <a:xfrm>
              <a:off x="1424546" y="853439"/>
              <a:ext cx="553100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defTabSz="1295400">
                <a:spcBef>
                  <a:spcPts val="1900"/>
                </a:spcBef>
                <a:defRPr>
                  <a:solidFill>
                    <a:srgbClr val="1F497D"/>
                  </a:solidFill>
                  <a:uFill>
                    <a:solidFill>
                      <a:srgbClr val="1F497D"/>
                    </a:solidFill>
                  </a:uFill>
                </a:defRPr>
              </a:lvl1pPr>
            </a:lstStyle>
            <a:p>
              <a:pPr/>
              <a:r>
                <a:t>14</a:t>
              </a:r>
            </a:p>
          </p:txBody>
        </p:sp>
        <p:sp>
          <p:nvSpPr>
            <p:cNvPr id="102" name="Shape 752"/>
            <p:cNvSpPr txBox="1"/>
            <p:nvPr/>
          </p:nvSpPr>
          <p:spPr>
            <a:xfrm>
              <a:off x="-1" y="1309511"/>
              <a:ext cx="553100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defTabSz="1295400">
                <a:spcBef>
                  <a:spcPts val="1900"/>
                </a:spcBef>
                <a:defRPr>
                  <a:solidFill>
                    <a:srgbClr val="1F497D"/>
                  </a:solidFill>
                  <a:uFill>
                    <a:solidFill>
                      <a:srgbClr val="1F497D"/>
                    </a:solidFill>
                  </a:uFill>
                </a:defRPr>
              </a:lvl1pPr>
            </a:lstStyle>
            <a:p>
              <a:pPr/>
              <a:r>
                <a:t>18</a:t>
              </a:r>
            </a:p>
          </p:txBody>
        </p:sp>
        <p:sp>
          <p:nvSpPr>
            <p:cNvPr id="103" name="Shape 753"/>
            <p:cNvSpPr txBox="1"/>
            <p:nvPr/>
          </p:nvSpPr>
          <p:spPr>
            <a:xfrm>
              <a:off x="1036208" y="3489678"/>
              <a:ext cx="553100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defTabSz="1295400">
                <a:spcBef>
                  <a:spcPts val="1900"/>
                </a:spcBef>
                <a:defRPr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27</a:t>
              </a:r>
            </a:p>
          </p:txBody>
        </p:sp>
        <p:sp>
          <p:nvSpPr>
            <p:cNvPr id="104" name="Shape 754"/>
            <p:cNvSpPr txBox="1"/>
            <p:nvPr/>
          </p:nvSpPr>
          <p:spPr>
            <a:xfrm>
              <a:off x="959309" y="1973297"/>
              <a:ext cx="553100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defTabSz="1295400">
                <a:spcBef>
                  <a:spcPts val="1900"/>
                </a:spcBef>
                <a:defRPr>
                  <a:solidFill>
                    <a:srgbClr val="1F497D"/>
                  </a:solidFill>
                  <a:uFill>
                    <a:solidFill>
                      <a:srgbClr val="1F497D"/>
                    </a:solidFill>
                  </a:uFill>
                </a:defRPr>
              </a:lvl1pPr>
            </a:lstStyle>
            <a:p>
              <a:pPr/>
              <a:r>
                <a:t>16</a:t>
              </a:r>
            </a:p>
          </p:txBody>
        </p:sp>
        <p:sp>
          <p:nvSpPr>
            <p:cNvPr id="105" name="Shape 755"/>
            <p:cNvSpPr txBox="1"/>
            <p:nvPr/>
          </p:nvSpPr>
          <p:spPr>
            <a:xfrm>
              <a:off x="2795263" y="1952977"/>
              <a:ext cx="362600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defTabSz="1295400">
                <a:spcBef>
                  <a:spcPts val="1900"/>
                </a:spcBef>
                <a:defRPr>
                  <a:solidFill>
                    <a:srgbClr val="1F497D"/>
                  </a:solidFill>
                  <a:uFill>
                    <a:solidFill>
                      <a:srgbClr val="1F497D"/>
                    </a:solidFill>
                  </a:uFill>
                </a:defRPr>
              </a:lvl1pPr>
            </a:lstStyle>
            <a:p>
              <a:pPr/>
              <a:r>
                <a:t>8</a:t>
              </a:r>
            </a:p>
          </p:txBody>
        </p:sp>
        <p:sp>
          <p:nvSpPr>
            <p:cNvPr id="106" name="Shape 756"/>
            <p:cNvSpPr txBox="1"/>
            <p:nvPr/>
          </p:nvSpPr>
          <p:spPr>
            <a:xfrm>
              <a:off x="3062486" y="3440854"/>
              <a:ext cx="553100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defTabSz="1295400">
                <a:spcBef>
                  <a:spcPts val="1900"/>
                </a:spcBef>
                <a:defRPr>
                  <a:solidFill>
                    <a:srgbClr val="1F497D"/>
                  </a:solidFill>
                  <a:uFill>
                    <a:solidFill>
                      <a:srgbClr val="1F497D"/>
                    </a:solidFill>
                  </a:uFill>
                </a:defRPr>
              </a:lvl1pPr>
            </a:lstStyle>
            <a:p>
              <a:pPr/>
              <a:r>
                <a:t>21</a:t>
              </a:r>
            </a:p>
          </p:txBody>
        </p:sp>
        <p:sp>
          <p:nvSpPr>
            <p:cNvPr id="107" name="Shape 757"/>
            <p:cNvSpPr txBox="1"/>
            <p:nvPr/>
          </p:nvSpPr>
          <p:spPr>
            <a:xfrm>
              <a:off x="4579311" y="1943946"/>
              <a:ext cx="362600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defTabSz="1295400">
                <a:spcBef>
                  <a:spcPts val="1900"/>
                </a:spcBef>
                <a:defRPr>
                  <a:solidFill>
                    <a:srgbClr val="1F497D"/>
                  </a:solidFill>
                  <a:uFill>
                    <a:solidFill>
                      <a:srgbClr val="1F497D"/>
                    </a:solidFill>
                  </a:uFill>
                </a:defRPr>
              </a:lvl1pPr>
            </a:lstStyle>
            <a:p>
              <a:pPr/>
              <a:r>
                <a:t>3</a:t>
              </a:r>
            </a:p>
          </p:txBody>
        </p:sp>
        <p:sp>
          <p:nvSpPr>
            <p:cNvPr id="108" name="Shape 758"/>
            <p:cNvSpPr txBox="1"/>
            <p:nvPr/>
          </p:nvSpPr>
          <p:spPr>
            <a:xfrm>
              <a:off x="2451143" y="826346"/>
              <a:ext cx="553100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defTabSz="1295400">
                <a:spcBef>
                  <a:spcPts val="1900"/>
                </a:spcBef>
                <a:defRPr>
                  <a:solidFill>
                    <a:srgbClr val="1F497D"/>
                  </a:solidFill>
                  <a:uFill>
                    <a:solidFill>
                      <a:srgbClr val="1F497D"/>
                    </a:solidFill>
                  </a:uFill>
                </a:defRPr>
              </a:lvl1pPr>
            </a:lstStyle>
            <a:p>
              <a:pPr/>
              <a:r>
                <a:t>12</a:t>
              </a:r>
            </a:p>
          </p:txBody>
        </p:sp>
        <p:sp>
          <p:nvSpPr>
            <p:cNvPr id="109" name="Shape 759"/>
            <p:cNvSpPr txBox="1"/>
            <p:nvPr/>
          </p:nvSpPr>
          <p:spPr>
            <a:xfrm>
              <a:off x="3739193" y="1165013"/>
              <a:ext cx="362600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defTabSz="1295400">
                <a:spcBef>
                  <a:spcPts val="1900"/>
                </a:spcBef>
                <a:defRPr>
                  <a:solidFill>
                    <a:srgbClr val="1F497D"/>
                  </a:solidFill>
                  <a:uFill>
                    <a:solidFill>
                      <a:srgbClr val="1F497D"/>
                    </a:solidFill>
                  </a:uFill>
                </a:defRPr>
              </a:lvl1pPr>
            </a:lstStyle>
            <a:p>
              <a:pPr/>
              <a:r>
                <a:t>7</a:t>
              </a:r>
            </a:p>
          </p:txBody>
        </p:sp>
      </p:grpSp>
      <p:sp>
        <p:nvSpPr>
          <p:cNvPr id="111" name="Shape 761"/>
          <p:cNvSpPr/>
          <p:nvPr/>
        </p:nvSpPr>
        <p:spPr>
          <a:xfrm>
            <a:off x="6707857" y="1168964"/>
            <a:ext cx="2260" cy="7680961"/>
          </a:xfrm>
          <a:prstGeom prst="line">
            <a:avLst/>
          </a:prstGeom>
          <a:ln w="19050">
            <a:solidFill>
              <a:srgbClr val="1F497D"/>
            </a:solidFill>
          </a:ln>
        </p:spPr>
        <p:txBody>
          <a:bodyPr lIns="45718" tIns="45718" rIns="45718" bIns="45718"/>
          <a:lstStyle/>
          <a:p>
            <a:pPr marR="57798" defTabSz="1295400"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112" name="Shape 762"/>
          <p:cNvSpPr txBox="1"/>
          <p:nvPr/>
        </p:nvSpPr>
        <p:spPr>
          <a:xfrm>
            <a:off x="6911058" y="1567180"/>
            <a:ext cx="5651501" cy="14385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 marR="57798" defTabSz="1295400">
              <a:spcBef>
                <a:spcPts val="2000"/>
              </a:spcBef>
              <a:defRPr>
                <a:solidFill>
                  <a:srgbClr val="1F497D"/>
                </a:solidFill>
                <a:uFill>
                  <a:solidFill>
                    <a:srgbClr val="1F497D"/>
                  </a:solidFill>
                </a:uFill>
              </a:defRPr>
            </a:pPr>
            <a:r>
              <a:t>带权图：</a:t>
            </a:r>
            <a:r>
              <a:rPr b="1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n</a:t>
            </a:r>
            <a:r>
              <a: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个城市和城市间可能</a:t>
            </a:r>
            <a:endParaRPr>
              <a:solidFill>
                <a:srgbClr val="000000"/>
              </a:solidFill>
              <a:uFill>
                <a:solidFill>
                  <a:srgbClr val="000000"/>
                </a:solidFill>
              </a:uFill>
            </a:endParaRPr>
          </a:p>
          <a:p>
            <a:pPr marR="57798" defTabSz="1295400">
              <a:spcBef>
                <a:spcPts val="2000"/>
              </a:spcBef>
              <a:defRPr>
                <a:solidFill>
                  <a:srgbClr val="1F497D"/>
                </a:solidFill>
                <a:uFill>
                  <a:solidFill>
                    <a:srgbClr val="1F497D"/>
                  </a:solidFill>
                </a:uFill>
              </a:defRPr>
            </a:pPr>
            <a:r>
              <a: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                铺设的通讯线路</a:t>
            </a:r>
          </a:p>
        </p:txBody>
      </p:sp>
      <p:sp>
        <p:nvSpPr>
          <p:cNvPr id="113" name="Shape 763"/>
          <p:cNvSpPr txBox="1"/>
          <p:nvPr/>
        </p:nvSpPr>
        <p:spPr>
          <a:xfrm>
            <a:off x="6911058" y="3138310"/>
            <a:ext cx="5651502" cy="635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 marR="57798" defTabSz="1295400">
              <a:spcBef>
                <a:spcPts val="2000"/>
              </a:spcBef>
              <a:defRPr>
                <a:solidFill>
                  <a:srgbClr val="1F497D"/>
                </a:solidFill>
                <a:uFill>
                  <a:solidFill>
                    <a:srgbClr val="1F497D"/>
                  </a:solidFill>
                </a:uFill>
              </a:defRPr>
            </a:pPr>
            <a:r>
              <a:t>顶点：</a:t>
            </a:r>
            <a:r>
              <a: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表示城市</a:t>
            </a:r>
          </a:p>
        </p:txBody>
      </p:sp>
      <p:sp>
        <p:nvSpPr>
          <p:cNvPr id="114" name="Shape 764"/>
          <p:cNvSpPr txBox="1"/>
          <p:nvPr/>
        </p:nvSpPr>
        <p:spPr>
          <a:xfrm>
            <a:off x="6911058" y="3942925"/>
            <a:ext cx="5651502" cy="635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 marR="57798" defTabSz="1295400">
              <a:lnSpc>
                <a:spcPct val="120000"/>
              </a:lnSpc>
              <a:spcBef>
                <a:spcPts val="2000"/>
              </a:spcBef>
              <a:defRPr>
                <a:solidFill>
                  <a:srgbClr val="1F497D"/>
                </a:solidFill>
                <a:uFill>
                  <a:solidFill>
                    <a:srgbClr val="1F497D"/>
                  </a:solidFill>
                </a:uFill>
              </a:defRPr>
            </a:pPr>
            <a:r>
              <a:t>边：</a:t>
            </a:r>
            <a:r>
              <a: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表示一条通讯线路</a:t>
            </a:r>
          </a:p>
        </p:txBody>
      </p:sp>
      <p:sp>
        <p:nvSpPr>
          <p:cNvPr id="115" name="Shape 765"/>
          <p:cNvSpPr txBox="1"/>
          <p:nvPr/>
        </p:nvSpPr>
        <p:spPr>
          <a:xfrm>
            <a:off x="6911058" y="4826000"/>
            <a:ext cx="5651502" cy="635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 marR="57798" defTabSz="1295400">
              <a:lnSpc>
                <a:spcPct val="120000"/>
              </a:lnSpc>
              <a:spcBef>
                <a:spcPts val="2000"/>
              </a:spcBef>
              <a:defRPr>
                <a:solidFill>
                  <a:srgbClr val="1F497D"/>
                </a:solidFill>
                <a:uFill>
                  <a:solidFill>
                    <a:srgbClr val="1F497D"/>
                  </a:solidFill>
                </a:uFill>
              </a:defRPr>
            </a:pPr>
            <a:r>
              <a:t>权值：</a:t>
            </a:r>
            <a:r>
              <a: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经费</a:t>
            </a:r>
          </a:p>
        </p:txBody>
      </p:sp>
      <p:sp>
        <p:nvSpPr>
          <p:cNvPr id="116" name="Shape 713"/>
          <p:cNvSpPr txBox="1"/>
          <p:nvPr/>
        </p:nvSpPr>
        <p:spPr>
          <a:xfrm>
            <a:off x="3911600" y="80433"/>
            <a:ext cx="5435600" cy="9837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8" algn="ctr" defTabSz="1295400">
              <a:spcBef>
                <a:spcPts val="1900"/>
              </a:spcBef>
              <a:defRPr sz="4800">
                <a:uFill>
                  <a:solidFill>
                    <a:srgbClr val="000000"/>
                  </a:solidFill>
                </a:u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最小生成树-引例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Shape 768"/>
          <p:cNvSpPr txBox="1"/>
          <p:nvPr/>
        </p:nvSpPr>
        <p:spPr>
          <a:xfrm>
            <a:off x="1172734" y="1685148"/>
            <a:ext cx="8355164" cy="12912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 marL="120315" indent="-120315">
              <a:lnSpc>
                <a:spcPct val="120000"/>
              </a:lnSpc>
              <a:buSzPct val="60000"/>
              <a:buBlip>
                <a:blip r:embed="rId2"/>
              </a:buBlip>
            </a:pPr>
            <a:r>
              <a:t>带权无向</a:t>
            </a:r>
            <a:r>
              <a:rPr>
                <a:solidFill>
                  <a:schemeClr val="accent1"/>
                </a:solidFill>
              </a:rPr>
              <a:t>连通图</a:t>
            </a:r>
            <a:r>
              <a:t>G=(V, E)的一棵生成树</a:t>
            </a:r>
          </a:p>
          <a:p>
            <a:pPr marL="120315" indent="-120315">
              <a:lnSpc>
                <a:spcPct val="120000"/>
              </a:lnSpc>
              <a:buSzPct val="60000"/>
              <a:buBlip>
                <a:blip r:embed="rId2"/>
              </a:buBlip>
            </a:pPr>
            <a:r>
              <a:t>在所有的生成树中，边的权值之和最小。</a:t>
            </a:r>
          </a:p>
        </p:txBody>
      </p:sp>
      <p:sp>
        <p:nvSpPr>
          <p:cNvPr id="119" name="Shape 773"/>
          <p:cNvSpPr txBox="1"/>
          <p:nvPr/>
        </p:nvSpPr>
        <p:spPr>
          <a:xfrm>
            <a:off x="3797300" y="169333"/>
            <a:ext cx="5435600" cy="952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8" algn="ctr" defTabSz="1295400">
              <a:spcBef>
                <a:spcPts val="1900"/>
              </a:spcBef>
              <a:defRPr sz="4800">
                <a:uFill>
                  <a:solidFill>
                    <a:srgbClr val="000000"/>
                  </a:solidFill>
                </a:u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最小生成树</a:t>
            </a:r>
          </a:p>
        </p:txBody>
      </p:sp>
      <p:sp>
        <p:nvSpPr>
          <p:cNvPr id="120" name="最小生成树算法：克鲁斯卡尔算法、普里姆算法。…"/>
          <p:cNvSpPr txBox="1"/>
          <p:nvPr/>
        </p:nvSpPr>
        <p:spPr>
          <a:xfrm>
            <a:off x="739450" y="3539728"/>
            <a:ext cx="11221100" cy="12750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lnSpc>
                <a:spcPct val="120000"/>
              </a:lnSpc>
            </a:pPr>
            <a:r>
              <a:t>最小生成树算法：克鲁斯卡尔算法、普里姆算法。</a:t>
            </a:r>
          </a:p>
          <a:p>
            <a:pPr>
              <a:lnSpc>
                <a:spcPct val="120000"/>
              </a:lnSpc>
            </a:pPr>
            <a:r>
              <a:t>二者都采用了</a:t>
            </a:r>
            <a:r>
              <a:rPr>
                <a:solidFill>
                  <a:schemeClr val="accent1"/>
                </a:solidFill>
              </a:rPr>
              <a:t>贪心策略</a:t>
            </a:r>
            <a:r>
              <a:t>，分别使用</a:t>
            </a:r>
            <a:r>
              <a:rPr>
                <a:solidFill>
                  <a:schemeClr val="accent1"/>
                </a:solidFill>
              </a:rPr>
              <a:t>检测</a:t>
            </a:r>
            <a:r>
              <a:t>和</a:t>
            </a:r>
            <a:r>
              <a:rPr>
                <a:solidFill>
                  <a:schemeClr val="accent1"/>
                </a:solidFill>
              </a:rPr>
              <a:t>预防</a:t>
            </a:r>
            <a:r>
              <a:t>的方法防止产生</a:t>
            </a:r>
            <a:r>
              <a:rPr>
                <a:solidFill>
                  <a:schemeClr val="accent1"/>
                </a:solidFill>
              </a:rPr>
              <a:t>回路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普里姆算法的核心是预防产生回路：…"/>
          <p:cNvSpPr txBox="1"/>
          <p:nvPr/>
        </p:nvSpPr>
        <p:spPr>
          <a:xfrm>
            <a:off x="208283" y="1505146"/>
            <a:ext cx="12232634" cy="32438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>
              <a:lnSpc>
                <a:spcPct val="120000"/>
              </a:lnSpc>
            </a:pPr>
            <a:r>
              <a:t>普里姆算法的核心是预防产生回路：</a:t>
            </a:r>
          </a:p>
          <a:p>
            <a:pPr lvl="1" marL="681789" indent="-300789">
              <a:lnSpc>
                <a:spcPct val="120000"/>
              </a:lnSpc>
              <a:buSzPct val="60000"/>
              <a:buBlip>
                <a:blip r:embed="rId3"/>
              </a:buBlip>
            </a:pPr>
            <a:r>
              <a:t>将图G=(V, E)的顶点划分为不相交的两部分U，V - U，初始时U={v</a:t>
            </a:r>
            <a:r>
              <a:rPr baseline="-5999"/>
              <a:t>0</a:t>
            </a:r>
            <a:r>
              <a:t>}</a:t>
            </a:r>
          </a:p>
          <a:p>
            <a:pPr lvl="1" marL="681789" indent="-300789">
              <a:lnSpc>
                <a:spcPct val="120000"/>
              </a:lnSpc>
              <a:buSzPct val="60000"/>
              <a:buBlip>
                <a:blip r:embed="rId3"/>
              </a:buBlip>
            </a:pPr>
            <a:r>
              <a:t>通过</a:t>
            </a:r>
            <a:r>
              <a:rPr>
                <a:solidFill>
                  <a:schemeClr val="accent1"/>
                </a:solidFill>
              </a:rPr>
              <a:t>一条边</a:t>
            </a:r>
            <a:r>
              <a:t>，将V - U中</a:t>
            </a:r>
            <a:r>
              <a:rPr>
                <a:solidFill>
                  <a:schemeClr val="accent1"/>
                </a:solidFill>
              </a:rPr>
              <a:t>满足条件</a:t>
            </a:r>
            <a:r>
              <a:t>的一个顶点“</a:t>
            </a:r>
            <a:r>
              <a:rPr>
                <a:solidFill>
                  <a:schemeClr val="accent1"/>
                </a:solidFill>
              </a:rPr>
              <a:t>拉</a:t>
            </a:r>
            <a:r>
              <a:t>”到U</a:t>
            </a:r>
          </a:p>
          <a:p>
            <a:pPr lvl="1" marL="681789" indent="-300789">
              <a:lnSpc>
                <a:spcPct val="120000"/>
              </a:lnSpc>
              <a:buSzPct val="60000"/>
              <a:buBlip>
                <a:blip r:embed="rId3"/>
              </a:buBlip>
            </a:pPr>
            <a:r>
              <a:t>反复运用上面的“</a:t>
            </a:r>
            <a:r>
              <a:rPr>
                <a:solidFill>
                  <a:schemeClr val="accent1"/>
                </a:solidFill>
              </a:rPr>
              <a:t>拉</a:t>
            </a:r>
            <a:r>
              <a:t>”操作，U中的树不断长大，最终得到了原图的</a:t>
            </a:r>
          </a:p>
          <a:p>
            <a:pPr lvl="1" indent="228600">
              <a:lnSpc>
                <a:spcPct val="120000"/>
              </a:lnSpc>
            </a:pPr>
            <a:r>
              <a:t>     一棵最小生成树。</a:t>
            </a:r>
          </a:p>
        </p:txBody>
      </p:sp>
      <p:sp>
        <p:nvSpPr>
          <p:cNvPr id="123" name="Shape 1138"/>
          <p:cNvSpPr txBox="1"/>
          <p:nvPr/>
        </p:nvSpPr>
        <p:spPr>
          <a:xfrm>
            <a:off x="3848100" y="67733"/>
            <a:ext cx="5435600" cy="9837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8" algn="ctr" defTabSz="1295400">
              <a:spcBef>
                <a:spcPts val="1900"/>
              </a:spcBef>
              <a:defRPr sz="4800">
                <a:uFill>
                  <a:solidFill>
                    <a:srgbClr val="000000"/>
                  </a:solidFill>
                </a:u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普里姆(Prim)算法</a:t>
            </a:r>
          </a:p>
        </p:txBody>
      </p:sp>
      <p:grpSp>
        <p:nvGrpSpPr>
          <p:cNvPr id="134" name="成组"/>
          <p:cNvGrpSpPr/>
          <p:nvPr/>
        </p:nvGrpSpPr>
        <p:grpSpPr>
          <a:xfrm>
            <a:off x="3513281" y="5202683"/>
            <a:ext cx="5933083" cy="3124598"/>
            <a:chOff x="0" y="0"/>
            <a:chExt cx="5933082" cy="3124596"/>
          </a:xfrm>
        </p:grpSpPr>
        <p:sp>
          <p:nvSpPr>
            <p:cNvPr id="124" name="U"/>
            <p:cNvSpPr/>
            <p:nvPr/>
          </p:nvSpPr>
          <p:spPr>
            <a:xfrm>
              <a:off x="0" y="0"/>
              <a:ext cx="1945283" cy="3124597"/>
            </a:xfrm>
            <a:prstGeom prst="roundRect">
              <a:avLst>
                <a:gd name="adj" fmla="val 12793"/>
              </a:avLst>
            </a:prstGeom>
            <a:solidFill>
              <a:srgbClr val="FFFFFF"/>
            </a:solidFill>
            <a:ln w="25400" cap="flat">
              <a:solidFill>
                <a:schemeClr val="accent1"/>
              </a:solidFill>
              <a:prstDash val="solid"/>
              <a:round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marR="57798" algn="ctr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U</a:t>
              </a:r>
            </a:p>
          </p:txBody>
        </p:sp>
        <p:sp>
          <p:nvSpPr>
            <p:cNvPr id="125" name="V - U"/>
            <p:cNvSpPr/>
            <p:nvPr/>
          </p:nvSpPr>
          <p:spPr>
            <a:xfrm>
              <a:off x="3987800" y="0"/>
              <a:ext cx="1945283" cy="3124597"/>
            </a:xfrm>
            <a:prstGeom prst="roundRect">
              <a:avLst>
                <a:gd name="adj" fmla="val 12793"/>
              </a:avLst>
            </a:prstGeom>
            <a:solidFill>
              <a:srgbClr val="FFFFFF"/>
            </a:solidFill>
            <a:ln w="25400" cap="flat">
              <a:solidFill>
                <a:schemeClr val="accent1"/>
              </a:solidFill>
              <a:prstDash val="solid"/>
              <a:round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marR="57798" algn="ctr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V - U</a:t>
              </a:r>
            </a:p>
          </p:txBody>
        </p:sp>
        <p:sp>
          <p:nvSpPr>
            <p:cNvPr id="126" name="椭圆形"/>
            <p:cNvSpPr/>
            <p:nvPr/>
          </p:nvSpPr>
          <p:spPr>
            <a:xfrm>
              <a:off x="703262" y="381301"/>
              <a:ext cx="538759" cy="516030"/>
            </a:xfrm>
            <a:prstGeom prst="ellipse">
              <a:avLst/>
            </a:prstGeom>
            <a:solidFill>
              <a:srgbClr val="FFFFFF"/>
            </a:solidFill>
            <a:ln w="25400" cap="flat">
              <a:solidFill>
                <a:schemeClr val="accent5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27" name="椭圆形"/>
            <p:cNvSpPr/>
            <p:nvPr/>
          </p:nvSpPr>
          <p:spPr>
            <a:xfrm>
              <a:off x="4826000" y="2391916"/>
              <a:ext cx="538758" cy="516030"/>
            </a:xfrm>
            <a:prstGeom prst="ellipse">
              <a:avLst/>
            </a:prstGeom>
            <a:solidFill>
              <a:srgbClr val="FFFFFF"/>
            </a:solidFill>
            <a:ln w="25400" cap="flat">
              <a:solidFill>
                <a:schemeClr val="accent5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28" name="椭圆形"/>
            <p:cNvSpPr/>
            <p:nvPr/>
          </p:nvSpPr>
          <p:spPr>
            <a:xfrm>
              <a:off x="4056062" y="1071116"/>
              <a:ext cx="538759" cy="516030"/>
            </a:xfrm>
            <a:prstGeom prst="ellipse">
              <a:avLst/>
            </a:prstGeom>
            <a:solidFill>
              <a:srgbClr val="FFFFFF"/>
            </a:solidFill>
            <a:ln w="25400" cap="flat">
              <a:solidFill>
                <a:schemeClr val="accent5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29" name="椭圆形"/>
            <p:cNvSpPr/>
            <p:nvPr/>
          </p:nvSpPr>
          <p:spPr>
            <a:xfrm>
              <a:off x="4267200" y="347216"/>
              <a:ext cx="538758" cy="516030"/>
            </a:xfrm>
            <a:prstGeom prst="ellipse">
              <a:avLst/>
            </a:prstGeom>
            <a:solidFill>
              <a:srgbClr val="FFFFFF"/>
            </a:solidFill>
            <a:ln w="25400" cap="flat">
              <a:solidFill>
                <a:schemeClr val="accent5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30" name="椭圆形"/>
            <p:cNvSpPr/>
            <p:nvPr/>
          </p:nvSpPr>
          <p:spPr>
            <a:xfrm>
              <a:off x="5168900" y="499616"/>
              <a:ext cx="538758" cy="516030"/>
            </a:xfrm>
            <a:prstGeom prst="ellipse">
              <a:avLst/>
            </a:prstGeom>
            <a:solidFill>
              <a:srgbClr val="FFFFFF"/>
            </a:solidFill>
            <a:ln w="25400" cap="flat">
              <a:solidFill>
                <a:schemeClr val="accent5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31" name="椭圆形"/>
            <p:cNvSpPr/>
            <p:nvPr/>
          </p:nvSpPr>
          <p:spPr>
            <a:xfrm>
              <a:off x="5257800" y="1782316"/>
              <a:ext cx="538758" cy="516030"/>
            </a:xfrm>
            <a:prstGeom prst="ellipse">
              <a:avLst/>
            </a:prstGeom>
            <a:solidFill>
              <a:srgbClr val="FFFFFF"/>
            </a:solidFill>
            <a:ln w="25400" cap="flat">
              <a:solidFill>
                <a:schemeClr val="accent5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32" name="椭圆形"/>
            <p:cNvSpPr/>
            <p:nvPr/>
          </p:nvSpPr>
          <p:spPr>
            <a:xfrm>
              <a:off x="4241800" y="2150616"/>
              <a:ext cx="538758" cy="516030"/>
            </a:xfrm>
            <a:prstGeom prst="ellipse">
              <a:avLst/>
            </a:prstGeom>
            <a:solidFill>
              <a:srgbClr val="FFFFFF"/>
            </a:solidFill>
            <a:ln w="25400" cap="flat">
              <a:solidFill>
                <a:schemeClr val="accent5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33" name="线条"/>
            <p:cNvSpPr/>
            <p:nvPr/>
          </p:nvSpPr>
          <p:spPr>
            <a:xfrm>
              <a:off x="1224557" y="685445"/>
              <a:ext cx="3145335" cy="1474161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Shape 1138"/>
          <p:cNvSpPr txBox="1"/>
          <p:nvPr/>
        </p:nvSpPr>
        <p:spPr>
          <a:xfrm>
            <a:off x="3848100" y="67733"/>
            <a:ext cx="5435600" cy="9837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8" algn="ctr" defTabSz="1295400">
              <a:spcBef>
                <a:spcPts val="1900"/>
              </a:spcBef>
              <a:defRPr sz="4800">
                <a:uFill>
                  <a:solidFill>
                    <a:srgbClr val="000000"/>
                  </a:solidFill>
                </a:u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普里姆(Prim)算法</a:t>
            </a:r>
          </a:p>
        </p:txBody>
      </p:sp>
      <p:grpSp>
        <p:nvGrpSpPr>
          <p:cNvPr id="152" name="成组"/>
          <p:cNvGrpSpPr/>
          <p:nvPr/>
        </p:nvGrpSpPr>
        <p:grpSpPr>
          <a:xfrm>
            <a:off x="3167558" y="3297683"/>
            <a:ext cx="5933084" cy="3124598"/>
            <a:chOff x="0" y="0"/>
            <a:chExt cx="5933082" cy="3124596"/>
          </a:xfrm>
        </p:grpSpPr>
        <p:sp>
          <p:nvSpPr>
            <p:cNvPr id="137" name="U"/>
            <p:cNvSpPr/>
            <p:nvPr/>
          </p:nvSpPr>
          <p:spPr>
            <a:xfrm>
              <a:off x="0" y="0"/>
              <a:ext cx="1945283" cy="3124597"/>
            </a:xfrm>
            <a:prstGeom prst="roundRect">
              <a:avLst>
                <a:gd name="adj" fmla="val 12793"/>
              </a:avLst>
            </a:prstGeom>
            <a:solidFill>
              <a:srgbClr val="FFFFFF"/>
            </a:solidFill>
            <a:ln w="25400" cap="flat">
              <a:solidFill>
                <a:schemeClr val="accent1"/>
              </a:solidFill>
              <a:prstDash val="solid"/>
              <a:round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algn="ctr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  <a:p>
              <a:pPr marR="57798" algn="ctr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  <a:r>
                <a:t>U</a:t>
              </a:r>
            </a:p>
          </p:txBody>
        </p:sp>
        <p:sp>
          <p:nvSpPr>
            <p:cNvPr id="138" name="V - U"/>
            <p:cNvSpPr/>
            <p:nvPr/>
          </p:nvSpPr>
          <p:spPr>
            <a:xfrm>
              <a:off x="3987800" y="0"/>
              <a:ext cx="1945283" cy="3124597"/>
            </a:xfrm>
            <a:prstGeom prst="roundRect">
              <a:avLst>
                <a:gd name="adj" fmla="val 12793"/>
              </a:avLst>
            </a:prstGeom>
            <a:solidFill>
              <a:srgbClr val="FFFFFF"/>
            </a:solidFill>
            <a:ln w="25400" cap="flat">
              <a:solidFill>
                <a:schemeClr val="accent1"/>
              </a:solidFill>
              <a:prstDash val="solid"/>
              <a:round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marR="57798" algn="ctr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V - U</a:t>
              </a:r>
            </a:p>
          </p:txBody>
        </p:sp>
        <p:sp>
          <p:nvSpPr>
            <p:cNvPr id="139" name="椭圆形"/>
            <p:cNvSpPr/>
            <p:nvPr/>
          </p:nvSpPr>
          <p:spPr>
            <a:xfrm>
              <a:off x="812800" y="347216"/>
              <a:ext cx="538758" cy="516030"/>
            </a:xfrm>
            <a:prstGeom prst="ellipse">
              <a:avLst/>
            </a:prstGeom>
            <a:solidFill>
              <a:srgbClr val="FFFFFF"/>
            </a:solidFill>
            <a:ln w="25400" cap="flat">
              <a:solidFill>
                <a:schemeClr val="accent5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40" name="椭圆形"/>
            <p:cNvSpPr/>
            <p:nvPr/>
          </p:nvSpPr>
          <p:spPr>
            <a:xfrm>
              <a:off x="76200" y="1071116"/>
              <a:ext cx="538758" cy="516030"/>
            </a:xfrm>
            <a:prstGeom prst="ellipse">
              <a:avLst/>
            </a:prstGeom>
            <a:solidFill>
              <a:srgbClr val="FFFFFF"/>
            </a:solidFill>
            <a:ln w="25400" cap="flat">
              <a:solidFill>
                <a:schemeClr val="accent5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41" name="椭圆形"/>
            <p:cNvSpPr/>
            <p:nvPr/>
          </p:nvSpPr>
          <p:spPr>
            <a:xfrm>
              <a:off x="779462" y="2099816"/>
              <a:ext cx="538759" cy="516030"/>
            </a:xfrm>
            <a:prstGeom prst="ellipse">
              <a:avLst/>
            </a:prstGeom>
            <a:solidFill>
              <a:srgbClr val="FFFFFF"/>
            </a:solidFill>
            <a:ln w="25400" cap="flat">
              <a:solidFill>
                <a:schemeClr val="accent5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42" name="椭圆形"/>
            <p:cNvSpPr/>
            <p:nvPr/>
          </p:nvSpPr>
          <p:spPr>
            <a:xfrm>
              <a:off x="4267200" y="347216"/>
              <a:ext cx="538758" cy="516030"/>
            </a:xfrm>
            <a:prstGeom prst="ellipse">
              <a:avLst/>
            </a:prstGeom>
            <a:solidFill>
              <a:srgbClr val="FFFFFF"/>
            </a:solidFill>
            <a:ln w="25400" cap="flat">
              <a:solidFill>
                <a:schemeClr val="accent5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43" name="椭圆形"/>
            <p:cNvSpPr/>
            <p:nvPr/>
          </p:nvSpPr>
          <p:spPr>
            <a:xfrm>
              <a:off x="5054600" y="613916"/>
              <a:ext cx="538758" cy="516030"/>
            </a:xfrm>
            <a:prstGeom prst="ellipse">
              <a:avLst/>
            </a:prstGeom>
            <a:solidFill>
              <a:srgbClr val="FFFFFF"/>
            </a:solidFill>
            <a:ln w="25400" cap="flat">
              <a:solidFill>
                <a:schemeClr val="accent5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44" name="椭圆形"/>
            <p:cNvSpPr/>
            <p:nvPr/>
          </p:nvSpPr>
          <p:spPr>
            <a:xfrm>
              <a:off x="5054600" y="1896616"/>
              <a:ext cx="538758" cy="516030"/>
            </a:xfrm>
            <a:prstGeom prst="ellipse">
              <a:avLst/>
            </a:prstGeom>
            <a:solidFill>
              <a:srgbClr val="FFFFFF"/>
            </a:solidFill>
            <a:ln w="25400" cap="flat">
              <a:solidFill>
                <a:schemeClr val="accent5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45" name="v"/>
            <p:cNvSpPr/>
            <p:nvPr/>
          </p:nvSpPr>
          <p:spPr>
            <a:xfrm>
              <a:off x="4241800" y="2137916"/>
              <a:ext cx="538758" cy="516030"/>
            </a:xfrm>
            <a:prstGeom prst="ellipse">
              <a:avLst/>
            </a:prstGeom>
            <a:solidFill>
              <a:srgbClr val="FFFFFF"/>
            </a:solidFill>
            <a:ln w="25400" cap="flat">
              <a:solidFill>
                <a:schemeClr val="accent5"/>
              </a:solidFill>
              <a:prstDash val="solid"/>
              <a:round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marR="57798" algn="ctr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v</a:t>
              </a:r>
            </a:p>
          </p:txBody>
        </p:sp>
        <p:sp>
          <p:nvSpPr>
            <p:cNvPr id="146" name="线条"/>
            <p:cNvSpPr/>
            <p:nvPr/>
          </p:nvSpPr>
          <p:spPr>
            <a:xfrm>
              <a:off x="1347043" y="672744"/>
              <a:ext cx="2911972" cy="1639409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47" name="线条"/>
            <p:cNvSpPr/>
            <p:nvPr/>
          </p:nvSpPr>
          <p:spPr>
            <a:xfrm>
              <a:off x="614462" y="1371445"/>
              <a:ext cx="3614192" cy="959142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48" name="线条"/>
            <p:cNvSpPr/>
            <p:nvPr/>
          </p:nvSpPr>
          <p:spPr>
            <a:xfrm>
              <a:off x="1339304" y="2343286"/>
              <a:ext cx="2927450" cy="1"/>
            </a:xfrm>
            <a:prstGeom prst="line">
              <a:avLst/>
            </a:prstGeom>
            <a:noFill/>
            <a:ln w="25400" cap="flat">
              <a:solidFill>
                <a:schemeClr val="accent5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49" name="8"/>
            <p:cNvSpPr txBox="1"/>
            <p:nvPr/>
          </p:nvSpPr>
          <p:spPr>
            <a:xfrm>
              <a:off x="2689992" y="1107274"/>
              <a:ext cx="330850" cy="44371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500"/>
              </a:lvl1pPr>
            </a:lstStyle>
            <a:p>
              <a:pPr/>
              <a:r>
                <a:t>8</a:t>
              </a:r>
            </a:p>
          </p:txBody>
        </p:sp>
        <p:sp>
          <p:nvSpPr>
            <p:cNvPr id="150" name="10"/>
            <p:cNvSpPr txBox="1"/>
            <p:nvPr/>
          </p:nvSpPr>
          <p:spPr>
            <a:xfrm>
              <a:off x="2359792" y="1513674"/>
              <a:ext cx="489600" cy="44371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500"/>
              </a:lvl1pPr>
            </a:lstStyle>
            <a:p>
              <a:pPr/>
              <a:r>
                <a:t>10</a:t>
              </a:r>
            </a:p>
          </p:txBody>
        </p:sp>
        <p:sp>
          <p:nvSpPr>
            <p:cNvPr id="151" name="5"/>
            <p:cNvSpPr txBox="1"/>
            <p:nvPr/>
          </p:nvSpPr>
          <p:spPr>
            <a:xfrm>
              <a:off x="2509810" y="2324629"/>
              <a:ext cx="330850" cy="44371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500"/>
              </a:lvl1pPr>
            </a:lstStyle>
            <a:p>
              <a:pPr/>
              <a:r>
                <a:t>5</a:t>
              </a:r>
            </a:p>
          </p:txBody>
        </p:sp>
      </p:grpSp>
      <p:sp>
        <p:nvSpPr>
          <p:cNvPr id="153" name="一般地，V - U的某个顶点v可能通过多条边连接U的多个顶点。…"/>
          <p:cNvSpPr txBox="1"/>
          <p:nvPr/>
        </p:nvSpPr>
        <p:spPr>
          <a:xfrm>
            <a:off x="752150" y="1299534"/>
            <a:ext cx="11474852" cy="19475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lnSpc>
                <a:spcPct val="120000"/>
              </a:lnSpc>
            </a:pPr>
            <a:r>
              <a:t>一般地，V - U的某个顶点v可能通过多条边连接U的多个顶点。</a:t>
            </a:r>
          </a:p>
          <a:p>
            <a:pPr>
              <a:lnSpc>
                <a:spcPct val="120000"/>
              </a:lnSpc>
            </a:pPr>
            <a:r>
              <a:t>对v而言，只需记住那条最短的边(贪心)。下图中，顶点v只记住权重</a:t>
            </a:r>
          </a:p>
          <a:p>
            <a:pPr>
              <a:lnSpc>
                <a:spcPct val="120000"/>
              </a:lnSpc>
            </a:pPr>
            <a:r>
              <a:t>为5的边。</a:t>
            </a:r>
          </a:p>
        </p:txBody>
      </p:sp>
      <p:sp>
        <p:nvSpPr>
          <p:cNvPr id="154" name="数组d[]存放V - U中的顶点到U的最短边的权重：…"/>
          <p:cNvSpPr txBox="1"/>
          <p:nvPr/>
        </p:nvSpPr>
        <p:spPr>
          <a:xfrm>
            <a:off x="2168200" y="6818177"/>
            <a:ext cx="7960710" cy="10717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sz="2900"/>
            </a:pPr>
            <a:r>
              <a:t>数组d[]存放V - U中的顶点到U的最短边的权重：</a:t>
            </a:r>
          </a:p>
          <a:p>
            <a:pPr>
              <a:defRPr sz="2900"/>
            </a:pPr>
            <a:r>
              <a:t>        d[v] = min{w(v</a:t>
            </a:r>
            <a:r>
              <a:rPr baseline="-5999"/>
              <a:t>k</a:t>
            </a:r>
            <a:r>
              <a:t>, v) : v</a:t>
            </a:r>
            <a:r>
              <a:rPr baseline="-5999"/>
              <a:t>k</a:t>
            </a:r>
            <a:r>
              <a:t> ∈ U}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Shape 1138"/>
          <p:cNvSpPr txBox="1"/>
          <p:nvPr/>
        </p:nvSpPr>
        <p:spPr>
          <a:xfrm>
            <a:off x="3848100" y="67733"/>
            <a:ext cx="5435600" cy="9837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8" algn="ctr" defTabSz="1295400">
              <a:spcBef>
                <a:spcPts val="1900"/>
              </a:spcBef>
              <a:defRPr sz="4800">
                <a:uFill>
                  <a:solidFill>
                    <a:srgbClr val="000000"/>
                  </a:solidFill>
                </a:u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普里姆(Prim)算法</a:t>
            </a:r>
          </a:p>
        </p:txBody>
      </p:sp>
      <p:sp>
        <p:nvSpPr>
          <p:cNvPr id="157" name="拉V - U的某个顶点到U时，选择具有最短边的顶点(贪心)，下图中，顶点…"/>
          <p:cNvSpPr txBox="1"/>
          <p:nvPr/>
        </p:nvSpPr>
        <p:spPr>
          <a:xfrm>
            <a:off x="333050" y="1424467"/>
            <a:ext cx="12229783" cy="12912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lnSpc>
                <a:spcPct val="120000"/>
              </a:lnSpc>
            </a:pPr>
            <a:r>
              <a:t>拉V - U的某个顶点到U时，选择具有最短边的顶点(贪心)，下图中，顶点</a:t>
            </a:r>
          </a:p>
          <a:p>
            <a:pPr>
              <a:lnSpc>
                <a:spcPct val="120000"/>
              </a:lnSpc>
            </a:pPr>
            <a:r>
              <a:t>v将被“</a:t>
            </a:r>
            <a:r>
              <a:rPr>
                <a:solidFill>
                  <a:schemeClr val="accent1"/>
                </a:solidFill>
              </a:rPr>
              <a:t>拉</a:t>
            </a:r>
            <a:r>
              <a:t>”到U。</a:t>
            </a:r>
          </a:p>
        </p:txBody>
      </p:sp>
      <p:grpSp>
        <p:nvGrpSpPr>
          <p:cNvPr id="175" name="成组"/>
          <p:cNvGrpSpPr/>
          <p:nvPr/>
        </p:nvGrpSpPr>
        <p:grpSpPr>
          <a:xfrm>
            <a:off x="3002458" y="2882701"/>
            <a:ext cx="5933084" cy="3124598"/>
            <a:chOff x="0" y="0"/>
            <a:chExt cx="5933082" cy="3124596"/>
          </a:xfrm>
        </p:grpSpPr>
        <p:sp>
          <p:nvSpPr>
            <p:cNvPr id="158" name="U"/>
            <p:cNvSpPr/>
            <p:nvPr/>
          </p:nvSpPr>
          <p:spPr>
            <a:xfrm>
              <a:off x="0" y="0"/>
              <a:ext cx="1945283" cy="3124597"/>
            </a:xfrm>
            <a:prstGeom prst="roundRect">
              <a:avLst>
                <a:gd name="adj" fmla="val 12793"/>
              </a:avLst>
            </a:prstGeom>
            <a:solidFill>
              <a:srgbClr val="FFFFFF"/>
            </a:solidFill>
            <a:ln w="25400" cap="flat">
              <a:solidFill>
                <a:schemeClr val="accent1"/>
              </a:solidFill>
              <a:prstDash val="solid"/>
              <a:round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algn="ctr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  <a:p>
              <a:pPr marR="57798" algn="ctr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  <a:r>
                <a:t>U</a:t>
              </a:r>
            </a:p>
          </p:txBody>
        </p:sp>
        <p:sp>
          <p:nvSpPr>
            <p:cNvPr id="159" name="V - U"/>
            <p:cNvSpPr/>
            <p:nvPr/>
          </p:nvSpPr>
          <p:spPr>
            <a:xfrm>
              <a:off x="3987800" y="0"/>
              <a:ext cx="1945283" cy="3124597"/>
            </a:xfrm>
            <a:prstGeom prst="roundRect">
              <a:avLst>
                <a:gd name="adj" fmla="val 12793"/>
              </a:avLst>
            </a:prstGeom>
            <a:solidFill>
              <a:srgbClr val="FFFFFF"/>
            </a:solidFill>
            <a:ln w="25400" cap="flat">
              <a:solidFill>
                <a:schemeClr val="accent1"/>
              </a:solidFill>
              <a:prstDash val="solid"/>
              <a:round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marR="57798" algn="ctr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V - U</a:t>
              </a:r>
            </a:p>
          </p:txBody>
        </p:sp>
        <p:sp>
          <p:nvSpPr>
            <p:cNvPr id="160" name="椭圆形"/>
            <p:cNvSpPr/>
            <p:nvPr/>
          </p:nvSpPr>
          <p:spPr>
            <a:xfrm>
              <a:off x="812800" y="347216"/>
              <a:ext cx="538758" cy="516030"/>
            </a:xfrm>
            <a:prstGeom prst="ellipse">
              <a:avLst/>
            </a:prstGeom>
            <a:solidFill>
              <a:srgbClr val="FFFFFF"/>
            </a:solidFill>
            <a:ln w="25400" cap="flat">
              <a:solidFill>
                <a:schemeClr val="accent5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61" name="椭圆形"/>
            <p:cNvSpPr/>
            <p:nvPr/>
          </p:nvSpPr>
          <p:spPr>
            <a:xfrm>
              <a:off x="76200" y="1071116"/>
              <a:ext cx="538758" cy="516030"/>
            </a:xfrm>
            <a:prstGeom prst="ellipse">
              <a:avLst/>
            </a:prstGeom>
            <a:solidFill>
              <a:srgbClr val="FFFFFF"/>
            </a:solidFill>
            <a:ln w="25400" cap="flat">
              <a:solidFill>
                <a:schemeClr val="accent5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62" name="椭圆形"/>
            <p:cNvSpPr/>
            <p:nvPr/>
          </p:nvSpPr>
          <p:spPr>
            <a:xfrm>
              <a:off x="779462" y="2099816"/>
              <a:ext cx="538759" cy="516030"/>
            </a:xfrm>
            <a:prstGeom prst="ellipse">
              <a:avLst/>
            </a:prstGeom>
            <a:solidFill>
              <a:srgbClr val="FFFFFF"/>
            </a:solidFill>
            <a:ln w="25400" cap="flat">
              <a:solidFill>
                <a:schemeClr val="accent5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63" name="椭圆形"/>
            <p:cNvSpPr/>
            <p:nvPr/>
          </p:nvSpPr>
          <p:spPr>
            <a:xfrm>
              <a:off x="4267200" y="347216"/>
              <a:ext cx="538758" cy="516030"/>
            </a:xfrm>
            <a:prstGeom prst="ellipse">
              <a:avLst/>
            </a:prstGeom>
            <a:solidFill>
              <a:srgbClr val="FFFFFF"/>
            </a:solidFill>
            <a:ln w="25400" cap="flat">
              <a:solidFill>
                <a:schemeClr val="accent5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64" name="椭圆形"/>
            <p:cNvSpPr/>
            <p:nvPr/>
          </p:nvSpPr>
          <p:spPr>
            <a:xfrm>
              <a:off x="5016500" y="613916"/>
              <a:ext cx="538758" cy="516030"/>
            </a:xfrm>
            <a:prstGeom prst="ellipse">
              <a:avLst/>
            </a:prstGeom>
            <a:solidFill>
              <a:srgbClr val="FFFFFF"/>
            </a:solidFill>
            <a:ln w="25400" cap="flat">
              <a:solidFill>
                <a:schemeClr val="accent5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65" name="椭圆形"/>
            <p:cNvSpPr/>
            <p:nvPr/>
          </p:nvSpPr>
          <p:spPr>
            <a:xfrm>
              <a:off x="5054600" y="1896616"/>
              <a:ext cx="538758" cy="516030"/>
            </a:xfrm>
            <a:prstGeom prst="ellipse">
              <a:avLst/>
            </a:prstGeom>
            <a:solidFill>
              <a:srgbClr val="FFFFFF"/>
            </a:solidFill>
            <a:ln w="25400" cap="flat">
              <a:solidFill>
                <a:schemeClr val="accent5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66" name="v"/>
            <p:cNvSpPr/>
            <p:nvPr/>
          </p:nvSpPr>
          <p:spPr>
            <a:xfrm>
              <a:off x="4241800" y="2137916"/>
              <a:ext cx="538758" cy="516030"/>
            </a:xfrm>
            <a:prstGeom prst="ellipse">
              <a:avLst/>
            </a:prstGeom>
            <a:solidFill>
              <a:srgbClr val="FFFFFF"/>
            </a:solidFill>
            <a:ln w="25400" cap="flat">
              <a:solidFill>
                <a:schemeClr val="accent5"/>
              </a:solidFill>
              <a:prstDash val="solid"/>
              <a:round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marR="57798" algn="ctr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v</a:t>
              </a:r>
            </a:p>
          </p:txBody>
        </p:sp>
        <p:sp>
          <p:nvSpPr>
            <p:cNvPr id="167" name="线条"/>
            <p:cNvSpPr/>
            <p:nvPr/>
          </p:nvSpPr>
          <p:spPr>
            <a:xfrm>
              <a:off x="1347043" y="672744"/>
              <a:ext cx="2911971" cy="1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68" name="线条"/>
            <p:cNvSpPr/>
            <p:nvPr/>
          </p:nvSpPr>
          <p:spPr>
            <a:xfrm flipV="1">
              <a:off x="614461" y="893374"/>
              <a:ext cx="4377135" cy="418438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69" name="线条"/>
            <p:cNvSpPr/>
            <p:nvPr/>
          </p:nvSpPr>
          <p:spPr>
            <a:xfrm>
              <a:off x="1339304" y="2343286"/>
              <a:ext cx="2927450" cy="1"/>
            </a:xfrm>
            <a:prstGeom prst="line">
              <a:avLst/>
            </a:prstGeom>
            <a:noFill/>
            <a:ln w="25400" cap="flat">
              <a:solidFill>
                <a:schemeClr val="accent5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70" name="7"/>
            <p:cNvSpPr txBox="1"/>
            <p:nvPr/>
          </p:nvSpPr>
          <p:spPr>
            <a:xfrm>
              <a:off x="2637604" y="334516"/>
              <a:ext cx="330850" cy="44371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500"/>
              </a:lvl1pPr>
            </a:lstStyle>
            <a:p>
              <a:pPr/>
              <a:r>
                <a:t>7</a:t>
              </a:r>
            </a:p>
          </p:txBody>
        </p:sp>
        <p:sp>
          <p:nvSpPr>
            <p:cNvPr id="171" name="15"/>
            <p:cNvSpPr txBox="1"/>
            <p:nvPr/>
          </p:nvSpPr>
          <p:spPr>
            <a:xfrm>
              <a:off x="2121183" y="797095"/>
              <a:ext cx="489600" cy="44371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500"/>
              </a:lvl1pPr>
            </a:lstStyle>
            <a:p>
              <a:pPr/>
              <a:r>
                <a:t>15</a:t>
              </a:r>
            </a:p>
          </p:txBody>
        </p:sp>
        <p:sp>
          <p:nvSpPr>
            <p:cNvPr id="172" name="5"/>
            <p:cNvSpPr txBox="1"/>
            <p:nvPr/>
          </p:nvSpPr>
          <p:spPr>
            <a:xfrm>
              <a:off x="2509810" y="2324629"/>
              <a:ext cx="330850" cy="44371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500"/>
              </a:lvl1pPr>
            </a:lstStyle>
            <a:p>
              <a:pPr/>
              <a:r>
                <a:t>5</a:t>
              </a:r>
            </a:p>
          </p:txBody>
        </p:sp>
        <p:sp>
          <p:nvSpPr>
            <p:cNvPr id="173" name="线条"/>
            <p:cNvSpPr/>
            <p:nvPr/>
          </p:nvSpPr>
          <p:spPr>
            <a:xfrm>
              <a:off x="597247" y="1360903"/>
              <a:ext cx="4500463" cy="689764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74" name="18"/>
            <p:cNvSpPr txBox="1"/>
            <p:nvPr/>
          </p:nvSpPr>
          <p:spPr>
            <a:xfrm>
              <a:off x="2430435" y="1268359"/>
              <a:ext cx="489600" cy="44371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500"/>
              </a:lvl1pPr>
            </a:lstStyle>
            <a:p>
              <a:pPr/>
              <a:r>
                <a:t>18</a:t>
              </a:r>
            </a:p>
          </p:txBody>
        </p:sp>
      </p:grpSp>
      <p:sp>
        <p:nvSpPr>
          <p:cNvPr id="176" name="满足条件的顶点v:  d[v] = min{d[vi] : vi ∈ V - U}"/>
          <p:cNvSpPr txBox="1"/>
          <p:nvPr/>
        </p:nvSpPr>
        <p:spPr>
          <a:xfrm>
            <a:off x="2028500" y="6785048"/>
            <a:ext cx="7645580" cy="622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sz="2900"/>
            </a:pPr>
            <a:r>
              <a:t>满足条件的顶点v:  d[v] = min{d[v</a:t>
            </a:r>
            <a:r>
              <a:rPr baseline="-5999"/>
              <a:t>i</a:t>
            </a:r>
            <a:r>
              <a:t>] : v</a:t>
            </a:r>
            <a:r>
              <a:rPr baseline="-5999"/>
              <a:t>i</a:t>
            </a:r>
            <a:r>
              <a:t> ∈ V - U}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Shape 1138"/>
          <p:cNvSpPr txBox="1"/>
          <p:nvPr/>
        </p:nvSpPr>
        <p:spPr>
          <a:xfrm>
            <a:off x="3848100" y="67733"/>
            <a:ext cx="5435600" cy="9837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8" algn="ctr" defTabSz="1295400">
              <a:spcBef>
                <a:spcPts val="1900"/>
              </a:spcBef>
              <a:defRPr sz="4800">
                <a:uFill>
                  <a:solidFill>
                    <a:srgbClr val="000000"/>
                  </a:solidFill>
                </a:u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普里姆(Prim)算法</a:t>
            </a:r>
          </a:p>
        </p:txBody>
      </p:sp>
      <p:grpSp>
        <p:nvGrpSpPr>
          <p:cNvPr id="192" name="成组"/>
          <p:cNvGrpSpPr/>
          <p:nvPr/>
        </p:nvGrpSpPr>
        <p:grpSpPr>
          <a:xfrm>
            <a:off x="2926258" y="2903983"/>
            <a:ext cx="5933084" cy="3124598"/>
            <a:chOff x="0" y="0"/>
            <a:chExt cx="5933082" cy="3124596"/>
          </a:xfrm>
        </p:grpSpPr>
        <p:sp>
          <p:nvSpPr>
            <p:cNvPr id="179" name="U"/>
            <p:cNvSpPr/>
            <p:nvPr/>
          </p:nvSpPr>
          <p:spPr>
            <a:xfrm>
              <a:off x="0" y="0"/>
              <a:ext cx="1945283" cy="3124597"/>
            </a:xfrm>
            <a:prstGeom prst="roundRect">
              <a:avLst>
                <a:gd name="adj" fmla="val 12793"/>
              </a:avLst>
            </a:prstGeom>
            <a:solidFill>
              <a:srgbClr val="FFFFFF"/>
            </a:solidFill>
            <a:ln w="25400" cap="flat">
              <a:solidFill>
                <a:schemeClr val="accent1"/>
              </a:solidFill>
              <a:prstDash val="solid"/>
              <a:round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marR="57798" algn="ctr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U</a:t>
              </a:r>
            </a:p>
          </p:txBody>
        </p:sp>
        <p:sp>
          <p:nvSpPr>
            <p:cNvPr id="180" name="V - U"/>
            <p:cNvSpPr/>
            <p:nvPr/>
          </p:nvSpPr>
          <p:spPr>
            <a:xfrm>
              <a:off x="3987800" y="0"/>
              <a:ext cx="1945283" cy="3124597"/>
            </a:xfrm>
            <a:prstGeom prst="roundRect">
              <a:avLst>
                <a:gd name="adj" fmla="val 12793"/>
              </a:avLst>
            </a:prstGeom>
            <a:solidFill>
              <a:srgbClr val="FFFFFF"/>
            </a:solidFill>
            <a:ln w="25400" cap="flat">
              <a:solidFill>
                <a:schemeClr val="accent1"/>
              </a:solidFill>
              <a:prstDash val="solid"/>
              <a:round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marR="57798" algn="ctr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V - U</a:t>
              </a:r>
            </a:p>
          </p:txBody>
        </p:sp>
        <p:sp>
          <p:nvSpPr>
            <p:cNvPr id="181" name="椭圆形"/>
            <p:cNvSpPr/>
            <p:nvPr/>
          </p:nvSpPr>
          <p:spPr>
            <a:xfrm>
              <a:off x="812800" y="347216"/>
              <a:ext cx="538758" cy="516030"/>
            </a:xfrm>
            <a:prstGeom prst="ellipse">
              <a:avLst/>
            </a:prstGeom>
            <a:solidFill>
              <a:srgbClr val="FFFFFF"/>
            </a:solidFill>
            <a:ln w="25400" cap="flat">
              <a:solidFill>
                <a:schemeClr val="accent5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82" name="椭圆形"/>
            <p:cNvSpPr/>
            <p:nvPr/>
          </p:nvSpPr>
          <p:spPr>
            <a:xfrm>
              <a:off x="76200" y="1071116"/>
              <a:ext cx="538758" cy="516030"/>
            </a:xfrm>
            <a:prstGeom prst="ellipse">
              <a:avLst/>
            </a:prstGeom>
            <a:solidFill>
              <a:srgbClr val="FFFFFF"/>
            </a:solidFill>
            <a:ln w="25400" cap="flat">
              <a:solidFill>
                <a:schemeClr val="accent5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83" name="u"/>
            <p:cNvSpPr/>
            <p:nvPr/>
          </p:nvSpPr>
          <p:spPr>
            <a:xfrm>
              <a:off x="703262" y="2112516"/>
              <a:ext cx="538759" cy="516030"/>
            </a:xfrm>
            <a:prstGeom prst="ellipse">
              <a:avLst/>
            </a:prstGeom>
            <a:solidFill>
              <a:srgbClr val="FFFFFF"/>
            </a:solidFill>
            <a:ln w="25400" cap="flat">
              <a:solidFill>
                <a:schemeClr val="accent1"/>
              </a:solidFill>
              <a:prstDash val="solid"/>
              <a:round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marR="57798" algn="ctr" defTabSz="1295400">
                <a:spcBef>
                  <a:spcPts val="1900"/>
                </a:spcBef>
                <a:defRPr sz="20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u</a:t>
              </a:r>
            </a:p>
          </p:txBody>
        </p:sp>
        <p:sp>
          <p:nvSpPr>
            <p:cNvPr id="184" name="椭圆形"/>
            <p:cNvSpPr/>
            <p:nvPr/>
          </p:nvSpPr>
          <p:spPr>
            <a:xfrm>
              <a:off x="4267200" y="347216"/>
              <a:ext cx="538758" cy="516030"/>
            </a:xfrm>
            <a:prstGeom prst="ellipse">
              <a:avLst/>
            </a:prstGeom>
            <a:solidFill>
              <a:srgbClr val="FFFFFF"/>
            </a:solidFill>
            <a:ln w="25400" cap="flat">
              <a:solidFill>
                <a:schemeClr val="accent5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85" name="椭圆形"/>
            <p:cNvSpPr/>
            <p:nvPr/>
          </p:nvSpPr>
          <p:spPr>
            <a:xfrm>
              <a:off x="5054600" y="613916"/>
              <a:ext cx="538758" cy="516030"/>
            </a:xfrm>
            <a:prstGeom prst="ellipse">
              <a:avLst/>
            </a:prstGeom>
            <a:solidFill>
              <a:srgbClr val="FFFFFF"/>
            </a:solidFill>
            <a:ln w="25400" cap="flat">
              <a:solidFill>
                <a:schemeClr val="accent5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86" name="椭圆形"/>
            <p:cNvSpPr/>
            <p:nvPr/>
          </p:nvSpPr>
          <p:spPr>
            <a:xfrm>
              <a:off x="5054600" y="1896616"/>
              <a:ext cx="538758" cy="516030"/>
            </a:xfrm>
            <a:prstGeom prst="ellipse">
              <a:avLst/>
            </a:prstGeom>
            <a:solidFill>
              <a:srgbClr val="FFFFFF"/>
            </a:solidFill>
            <a:ln w="25400" cap="flat">
              <a:solidFill>
                <a:schemeClr val="accent5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87" name="v"/>
            <p:cNvSpPr/>
            <p:nvPr/>
          </p:nvSpPr>
          <p:spPr>
            <a:xfrm>
              <a:off x="4241800" y="2137916"/>
              <a:ext cx="538758" cy="516030"/>
            </a:xfrm>
            <a:prstGeom prst="ellipse">
              <a:avLst/>
            </a:prstGeom>
            <a:solidFill>
              <a:srgbClr val="FFFFFF"/>
            </a:solidFill>
            <a:ln w="25400" cap="flat">
              <a:solidFill>
                <a:schemeClr val="accent5"/>
              </a:solidFill>
              <a:prstDash val="solid"/>
              <a:round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marR="57798" algn="ctr" defTabSz="1295400">
                <a:spcBef>
                  <a:spcPts val="1900"/>
                </a:spcBef>
                <a:defRPr sz="20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v</a:t>
              </a:r>
            </a:p>
          </p:txBody>
        </p:sp>
        <p:sp>
          <p:nvSpPr>
            <p:cNvPr id="188" name="线条"/>
            <p:cNvSpPr/>
            <p:nvPr/>
          </p:nvSpPr>
          <p:spPr>
            <a:xfrm>
              <a:off x="1313457" y="685445"/>
              <a:ext cx="2929831" cy="1626707"/>
            </a:xfrm>
            <a:prstGeom prst="line">
              <a:avLst/>
            </a:prstGeom>
            <a:noFill/>
            <a:ln w="25400" cap="flat">
              <a:solidFill>
                <a:schemeClr val="accent5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89" name="线条"/>
            <p:cNvSpPr/>
            <p:nvPr/>
          </p:nvSpPr>
          <p:spPr>
            <a:xfrm flipV="1">
              <a:off x="1227782" y="2324851"/>
              <a:ext cx="3002806" cy="104059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prstDash val="solid"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90" name="10"/>
            <p:cNvSpPr txBox="1"/>
            <p:nvPr/>
          </p:nvSpPr>
          <p:spPr>
            <a:xfrm>
              <a:off x="2829692" y="1142708"/>
              <a:ext cx="553100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/>
              <a:r>
                <a:t>10</a:t>
              </a:r>
            </a:p>
          </p:txBody>
        </p:sp>
        <p:sp>
          <p:nvSpPr>
            <p:cNvPr id="191" name="6"/>
            <p:cNvSpPr txBox="1"/>
            <p:nvPr/>
          </p:nvSpPr>
          <p:spPr>
            <a:xfrm>
              <a:off x="2465360" y="1892534"/>
              <a:ext cx="362600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/>
              <a:r>
                <a:t>6</a:t>
              </a:r>
            </a:p>
          </p:txBody>
        </p:sp>
      </p:grpSp>
      <p:sp>
        <p:nvSpPr>
          <p:cNvPr id="193" name="新的顶点被“拉”入U以后，V - U中的顶点到U的最短边可能发生变化。…"/>
          <p:cNvSpPr txBox="1"/>
          <p:nvPr/>
        </p:nvSpPr>
        <p:spPr>
          <a:xfrm>
            <a:off x="457954" y="1437167"/>
            <a:ext cx="12342892" cy="12912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lnSpc>
                <a:spcPct val="120000"/>
              </a:lnSpc>
            </a:pPr>
            <a:r>
              <a:t>新的顶点被“</a:t>
            </a:r>
            <a:r>
              <a:rPr>
                <a:solidFill>
                  <a:schemeClr val="accent1"/>
                </a:solidFill>
              </a:rPr>
              <a:t>拉</a:t>
            </a:r>
            <a:r>
              <a:t>”入U以后，V - U中的顶点到U的最短边可能发生变化。</a:t>
            </a:r>
          </a:p>
          <a:p>
            <a:pPr>
              <a:lnSpc>
                <a:spcPct val="120000"/>
              </a:lnSpc>
            </a:pPr>
            <a:r>
              <a:t>下图中，u加入U后，顶点v连接到U的最短边就需要变更为权重为6的边。</a:t>
            </a:r>
          </a:p>
        </p:txBody>
      </p:sp>
      <p:sp>
        <p:nvSpPr>
          <p:cNvPr id="194" name="d[v] = min{d[v], w(u, v)}"/>
          <p:cNvSpPr txBox="1"/>
          <p:nvPr/>
        </p:nvSpPr>
        <p:spPr>
          <a:xfrm>
            <a:off x="3095300" y="6784636"/>
            <a:ext cx="4610043" cy="5050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900"/>
            </a:lvl1pPr>
          </a:lstStyle>
          <a:p>
            <a:pPr/>
            <a:r>
              <a:t>       d[v] = min{d[v], w(u, v)}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Shape 1138"/>
          <p:cNvSpPr txBox="1"/>
          <p:nvPr/>
        </p:nvSpPr>
        <p:spPr>
          <a:xfrm>
            <a:off x="3848100" y="67733"/>
            <a:ext cx="5435600" cy="9837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8" algn="ctr" defTabSz="1295400">
              <a:spcBef>
                <a:spcPts val="1900"/>
              </a:spcBef>
              <a:defRPr sz="4800">
                <a:uFill>
                  <a:solidFill>
                    <a:srgbClr val="000000"/>
                  </a:solidFill>
                </a:u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普里姆(Prim)算法</a:t>
            </a:r>
          </a:p>
        </p:txBody>
      </p:sp>
      <p:sp>
        <p:nvSpPr>
          <p:cNvPr id="197" name="Shape 1065"/>
          <p:cNvSpPr txBox="1"/>
          <p:nvPr/>
        </p:nvSpPr>
        <p:spPr>
          <a:xfrm>
            <a:off x="1633273" y="1253348"/>
            <a:ext cx="9693099" cy="62694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>
              <a:lnSpc>
                <a:spcPct val="120000"/>
              </a:lnSpc>
              <a:defRPr sz="2900"/>
            </a:pPr>
            <a:r>
              <a:t>d[]: 进入U的最短边的权重</a:t>
            </a:r>
          </a:p>
          <a:p>
            <a:pPr>
              <a:lnSpc>
                <a:spcPct val="120000"/>
              </a:lnSpc>
              <a:defRPr sz="2900"/>
            </a:pPr>
            <a:r>
              <a:t>p[]：p[v</a:t>
            </a:r>
            <a:r>
              <a:rPr baseline="-5999"/>
              <a:t>j</a:t>
            </a:r>
            <a:r>
              <a:t>] = v</a:t>
            </a:r>
            <a:r>
              <a:rPr baseline="-5999"/>
              <a:t>i</a:t>
            </a:r>
            <a:r>
              <a:t>，如果v</a:t>
            </a:r>
            <a:r>
              <a:rPr baseline="-5999"/>
              <a:t>j</a:t>
            </a:r>
            <a:r>
              <a:t>通过与v</a:t>
            </a:r>
            <a:r>
              <a:rPr baseline="-5999"/>
              <a:t>i</a:t>
            </a:r>
            <a:r>
              <a:t>相邻的边进入U</a:t>
            </a:r>
          </a:p>
          <a:p>
            <a:pPr>
              <a:lnSpc>
                <a:spcPct val="120000"/>
              </a:lnSpc>
              <a:defRPr sz="2900"/>
            </a:pPr>
            <a:r>
              <a:t>Q: 存放顶点的</a:t>
            </a:r>
            <a:r>
              <a:rPr>
                <a:solidFill>
                  <a:schemeClr val="accent1">
                    <a:satOff val="-36923"/>
                    <a:lumOff val="15441"/>
                  </a:schemeClr>
                </a:solidFill>
              </a:rPr>
              <a:t>最小优先队列</a:t>
            </a:r>
            <a:r>
              <a:t>，按照d[]比较大小</a:t>
            </a:r>
          </a:p>
          <a:p>
            <a:pPr lvl="4">
              <a:lnSpc>
                <a:spcPct val="120000"/>
              </a:lnSpc>
              <a:defRPr sz="2900"/>
            </a:pPr>
            <a:r>
              <a:t>   1、初始化: d[v</a:t>
            </a:r>
            <a:r>
              <a:rPr baseline="-5999"/>
              <a:t>0</a:t>
            </a:r>
            <a:r>
              <a:t>]=0，d[v</a:t>
            </a:r>
            <a:r>
              <a:rPr baseline="-5999"/>
              <a:t>i</a:t>
            </a:r>
            <a:r>
              <a:t>]=∞; p[v</a:t>
            </a:r>
            <a:r>
              <a:rPr baseline="-5999"/>
              <a:t>i</a:t>
            </a:r>
            <a:r>
              <a:t>]=-1; U=∅；Q=V</a:t>
            </a:r>
          </a:p>
          <a:p>
            <a:pPr lvl="4">
              <a:lnSpc>
                <a:spcPct val="120000"/>
              </a:lnSpc>
              <a:defRPr sz="2900"/>
            </a:pPr>
            <a:r>
              <a:t>   2、while Q ≠ ∅{</a:t>
            </a:r>
          </a:p>
          <a:p>
            <a:pPr lvl="4">
              <a:lnSpc>
                <a:spcPct val="120000"/>
              </a:lnSpc>
              <a:defRPr sz="2900"/>
            </a:pPr>
            <a:r>
              <a:t>   3、     从Q中取出顶点u，u的d[u]最小</a:t>
            </a:r>
          </a:p>
          <a:p>
            <a:pPr lvl="4">
              <a:lnSpc>
                <a:spcPct val="120000"/>
              </a:lnSpc>
              <a:defRPr sz="2900"/>
            </a:pPr>
            <a:r>
              <a:t>   4、     U = U ∪ {u}</a:t>
            </a:r>
          </a:p>
          <a:p>
            <a:pPr lvl="4">
              <a:lnSpc>
                <a:spcPct val="120000"/>
              </a:lnSpc>
              <a:defRPr sz="2900"/>
            </a:pPr>
            <a:r>
              <a:t>   5、     for u 的邻接点v，v ∉ U</a:t>
            </a:r>
          </a:p>
          <a:p>
            <a:pPr lvl="4">
              <a:lnSpc>
                <a:spcPct val="120000"/>
              </a:lnSpc>
              <a:defRPr sz="2900"/>
            </a:pPr>
            <a:r>
              <a:t>   6、              </a:t>
            </a:r>
            <a:r>
              <a:rPr>
                <a:solidFill>
                  <a:schemeClr val="accent1"/>
                </a:solidFill>
              </a:rPr>
              <a:t>if </a:t>
            </a:r>
            <a:r>
              <a:rPr i="1">
                <a:solidFill>
                  <a:schemeClr val="accent1"/>
                </a:solidFill>
              </a:rPr>
              <a:t>w</a:t>
            </a:r>
            <a:r>
              <a:rPr>
                <a:solidFill>
                  <a:schemeClr val="accent1"/>
                </a:solidFill>
              </a:rPr>
              <a:t>(u, v) &lt; d[v] then  d[v] = </a:t>
            </a:r>
            <a:r>
              <a:rPr i="1">
                <a:solidFill>
                  <a:schemeClr val="accent1"/>
                </a:solidFill>
              </a:rPr>
              <a:t>w</a:t>
            </a:r>
            <a:r>
              <a:rPr>
                <a:solidFill>
                  <a:schemeClr val="accent1"/>
                </a:solidFill>
              </a:rPr>
              <a:t>(u, v)，p[v] = u</a:t>
            </a:r>
          </a:p>
          <a:p>
            <a:pPr lvl="4">
              <a:lnSpc>
                <a:spcPct val="120000"/>
              </a:lnSpc>
              <a:defRPr sz="2900"/>
            </a:pPr>
            <a:r>
              <a:t>   }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2" name="Group 1070"/>
          <p:cNvGrpSpPr/>
          <p:nvPr/>
        </p:nvGrpSpPr>
        <p:grpSpPr>
          <a:xfrm>
            <a:off x="1060922" y="1063483"/>
            <a:ext cx="6632507" cy="4317015"/>
            <a:chOff x="0" y="0"/>
            <a:chExt cx="6632505" cy="4317013"/>
          </a:xfrm>
        </p:grpSpPr>
        <p:grpSp>
          <p:nvGrpSpPr>
            <p:cNvPr id="201" name="Group 1029"/>
            <p:cNvGrpSpPr/>
            <p:nvPr/>
          </p:nvGrpSpPr>
          <p:grpSpPr>
            <a:xfrm>
              <a:off x="600568" y="167498"/>
              <a:ext cx="526067" cy="549916"/>
              <a:chOff x="0" y="-25400"/>
              <a:chExt cx="526065" cy="549915"/>
            </a:xfrm>
          </p:grpSpPr>
          <p:sp>
            <p:nvSpPr>
              <p:cNvPr id="199" name="Shape 1027"/>
              <p:cNvSpPr/>
              <p:nvPr/>
            </p:nvSpPr>
            <p:spPr>
              <a:xfrm>
                <a:off x="0" y="9737"/>
                <a:ext cx="526067" cy="514779"/>
              </a:xfrm>
              <a:prstGeom prst="ellipse">
                <a:avLst/>
              </a:prstGeom>
              <a:solidFill>
                <a:schemeClr val="accent5"/>
              </a:solidFill>
              <a:ln w="28575" cap="sq">
                <a:solidFill>
                  <a:srgbClr val="1F497D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00" name="Shape 1028"/>
              <p:cNvSpPr txBox="1"/>
              <p:nvPr/>
            </p:nvSpPr>
            <p:spPr>
              <a:xfrm>
                <a:off x="44122" y="-25400"/>
                <a:ext cx="361617" cy="54045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 defTabSz="1295400">
                  <a:spcBef>
                    <a:spcPts val="1900"/>
                  </a:spcBef>
                  <a:defRPr b="1" sz="3400">
                    <a:solidFill>
                      <a:srgbClr val="1F497D"/>
                    </a:solidFill>
                    <a:uFill>
                      <a:solidFill>
                        <a:srgbClr val="1F497D"/>
                      </a:solidFill>
                    </a:uFill>
                  </a:defRPr>
                </a:lvl1pPr>
              </a:lstStyle>
              <a:p>
                <a:pPr/>
                <a:r>
                  <a:t>a</a:t>
                </a:r>
              </a:p>
            </p:txBody>
          </p:sp>
        </p:grpSp>
        <p:grpSp>
          <p:nvGrpSpPr>
            <p:cNvPr id="204" name="Group 1032"/>
            <p:cNvGrpSpPr/>
            <p:nvPr/>
          </p:nvGrpSpPr>
          <p:grpSpPr>
            <a:xfrm>
              <a:off x="3377635" y="249907"/>
              <a:ext cx="526065" cy="540458"/>
              <a:chOff x="0" y="0"/>
              <a:chExt cx="526064" cy="540456"/>
            </a:xfrm>
          </p:grpSpPr>
          <p:sp>
            <p:nvSpPr>
              <p:cNvPr id="202" name="Shape 1030"/>
              <p:cNvSpPr/>
              <p:nvPr/>
            </p:nvSpPr>
            <p:spPr>
              <a:xfrm>
                <a:off x="0" y="13971"/>
                <a:ext cx="526065" cy="514777"/>
              </a:xfrm>
              <a:prstGeom prst="ellipse">
                <a:avLst/>
              </a:prstGeom>
              <a:solidFill>
                <a:srgbClr val="CCFFCC"/>
              </a:solidFill>
              <a:ln w="28575" cap="sq">
                <a:solidFill>
                  <a:srgbClr val="1F497D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03" name="Shape 1031"/>
              <p:cNvSpPr txBox="1"/>
              <p:nvPr/>
            </p:nvSpPr>
            <p:spPr>
              <a:xfrm>
                <a:off x="70099" y="0"/>
                <a:ext cx="385863" cy="54045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 defTabSz="1295400">
                  <a:spcBef>
                    <a:spcPts val="1900"/>
                  </a:spcBef>
                  <a:defRPr b="1" sz="3400">
                    <a:solidFill>
                      <a:srgbClr val="1F497D"/>
                    </a:solidFill>
                    <a:uFill>
                      <a:solidFill>
                        <a:srgbClr val="1F497D"/>
                      </a:solidFill>
                    </a:uFill>
                  </a:defRPr>
                </a:lvl1pPr>
              </a:lstStyle>
              <a:p>
                <a:pPr/>
                <a:r>
                  <a:t>b</a:t>
                </a:r>
              </a:p>
            </p:txBody>
          </p:sp>
        </p:grpSp>
        <p:grpSp>
          <p:nvGrpSpPr>
            <p:cNvPr id="207" name="Group 1035"/>
            <p:cNvGrpSpPr/>
            <p:nvPr/>
          </p:nvGrpSpPr>
          <p:grpSpPr>
            <a:xfrm>
              <a:off x="5138702" y="1083733"/>
              <a:ext cx="1493804" cy="1479693"/>
              <a:chOff x="0" y="60538"/>
              <a:chExt cx="1493802" cy="1479691"/>
            </a:xfrm>
          </p:grpSpPr>
          <p:sp>
            <p:nvSpPr>
              <p:cNvPr id="205" name="Shape 1033"/>
              <p:cNvSpPr/>
              <p:nvPr/>
            </p:nvSpPr>
            <p:spPr>
              <a:xfrm>
                <a:off x="0" y="60538"/>
                <a:ext cx="520702" cy="514777"/>
              </a:xfrm>
              <a:prstGeom prst="ellipse">
                <a:avLst/>
              </a:prstGeom>
              <a:solidFill>
                <a:srgbClr val="CCFFCC"/>
              </a:solidFill>
              <a:ln w="28575" cap="sq">
                <a:solidFill>
                  <a:srgbClr val="1F497D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06" name="Shape 1034"/>
              <p:cNvSpPr/>
              <p:nvPr/>
            </p:nvSpPr>
            <p:spPr>
              <a:xfrm>
                <a:off x="223802" y="270229"/>
                <a:ext cx="1270001" cy="1270001"/>
              </a:xfrm>
              <a:prstGeom prst="line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 defTabSz="1295400">
                  <a:spcBef>
                    <a:spcPts val="1900"/>
                  </a:spcBef>
                  <a:defRPr b="1" sz="3400">
                    <a:solidFill>
                      <a:srgbClr val="1F497D"/>
                    </a:solidFill>
                    <a:uFill>
                      <a:solidFill>
                        <a:srgbClr val="1F497D"/>
                      </a:solidFill>
                    </a:uFill>
                  </a:defRPr>
                </a:lvl1pPr>
              </a:lstStyle>
              <a:p>
                <a:pPr/>
                <a:r>
                  <a:t>c</a:t>
                </a:r>
              </a:p>
            </p:txBody>
          </p:sp>
        </p:grpSp>
        <p:grpSp>
          <p:nvGrpSpPr>
            <p:cNvPr id="210" name="Group 1038"/>
            <p:cNvGrpSpPr/>
            <p:nvPr/>
          </p:nvGrpSpPr>
          <p:grpSpPr>
            <a:xfrm>
              <a:off x="3637279" y="2728383"/>
              <a:ext cx="520703" cy="549916"/>
              <a:chOff x="0" y="-25400"/>
              <a:chExt cx="520701" cy="549915"/>
            </a:xfrm>
          </p:grpSpPr>
          <p:sp>
            <p:nvSpPr>
              <p:cNvPr id="208" name="Shape 1036"/>
              <p:cNvSpPr/>
              <p:nvPr/>
            </p:nvSpPr>
            <p:spPr>
              <a:xfrm>
                <a:off x="0" y="9737"/>
                <a:ext cx="520702" cy="514779"/>
              </a:xfrm>
              <a:prstGeom prst="ellipse">
                <a:avLst/>
              </a:prstGeom>
              <a:solidFill>
                <a:srgbClr val="CCFFCC"/>
              </a:solidFill>
              <a:ln w="28575" cap="sq">
                <a:solidFill>
                  <a:srgbClr val="1F497D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09" name="Shape 1037"/>
              <p:cNvSpPr txBox="1"/>
              <p:nvPr/>
            </p:nvSpPr>
            <p:spPr>
              <a:xfrm>
                <a:off x="8513" y="-25400"/>
                <a:ext cx="385863" cy="54045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 defTabSz="1295400">
                  <a:spcBef>
                    <a:spcPts val="1900"/>
                  </a:spcBef>
                  <a:defRPr b="1" sz="3400">
                    <a:solidFill>
                      <a:srgbClr val="1F497D"/>
                    </a:solidFill>
                    <a:uFill>
                      <a:solidFill>
                        <a:srgbClr val="1F497D"/>
                      </a:solidFill>
                    </a:uFill>
                  </a:defRPr>
                </a:lvl1pPr>
              </a:lstStyle>
              <a:p>
                <a:pPr/>
                <a:r>
                  <a:t>d</a:t>
                </a:r>
              </a:p>
            </p:txBody>
          </p:sp>
        </p:grpSp>
        <p:grpSp>
          <p:nvGrpSpPr>
            <p:cNvPr id="213" name="Group 1041"/>
            <p:cNvGrpSpPr/>
            <p:nvPr/>
          </p:nvGrpSpPr>
          <p:grpSpPr>
            <a:xfrm>
              <a:off x="1950720" y="1801706"/>
              <a:ext cx="1496060" cy="1492394"/>
              <a:chOff x="0" y="47837"/>
              <a:chExt cx="1496059" cy="1492392"/>
            </a:xfrm>
          </p:grpSpPr>
          <p:sp>
            <p:nvSpPr>
              <p:cNvPr id="211" name="Shape 1039"/>
              <p:cNvSpPr/>
              <p:nvPr/>
            </p:nvSpPr>
            <p:spPr>
              <a:xfrm>
                <a:off x="0" y="47837"/>
                <a:ext cx="528323" cy="514779"/>
              </a:xfrm>
              <a:prstGeom prst="ellipse">
                <a:avLst/>
              </a:prstGeom>
              <a:solidFill>
                <a:srgbClr val="CCFFCC"/>
              </a:solidFill>
              <a:ln w="28575" cap="sq">
                <a:solidFill>
                  <a:srgbClr val="1F497D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12" name="Shape 1040"/>
              <p:cNvSpPr/>
              <p:nvPr/>
            </p:nvSpPr>
            <p:spPr>
              <a:xfrm>
                <a:off x="226059" y="270229"/>
                <a:ext cx="1270001" cy="1270001"/>
              </a:xfrm>
              <a:prstGeom prst="line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 defTabSz="1295400">
                  <a:spcBef>
                    <a:spcPts val="1900"/>
                  </a:spcBef>
                  <a:defRPr b="1" sz="3400">
                    <a:solidFill>
                      <a:srgbClr val="1F497D"/>
                    </a:solidFill>
                    <a:uFill>
                      <a:solidFill>
                        <a:srgbClr val="1F497D"/>
                      </a:solidFill>
                    </a:uFill>
                  </a:defRPr>
                </a:lvl1pPr>
              </a:lstStyle>
              <a:p>
                <a:pPr/>
                <a:r>
                  <a:t>e</a:t>
                </a:r>
              </a:p>
            </p:txBody>
          </p:sp>
        </p:grpSp>
        <p:grpSp>
          <p:nvGrpSpPr>
            <p:cNvPr id="216" name="Group 1044"/>
            <p:cNvGrpSpPr/>
            <p:nvPr/>
          </p:nvGrpSpPr>
          <p:grpSpPr>
            <a:xfrm>
              <a:off x="-1" y="2684498"/>
              <a:ext cx="1493803" cy="1454294"/>
              <a:chOff x="0" y="85937"/>
              <a:chExt cx="1493802" cy="1454292"/>
            </a:xfrm>
          </p:grpSpPr>
          <p:sp>
            <p:nvSpPr>
              <p:cNvPr id="214" name="Shape 1042"/>
              <p:cNvSpPr/>
              <p:nvPr/>
            </p:nvSpPr>
            <p:spPr>
              <a:xfrm>
                <a:off x="0" y="85937"/>
                <a:ext cx="520700" cy="514779"/>
              </a:xfrm>
              <a:prstGeom prst="ellipse">
                <a:avLst/>
              </a:prstGeom>
              <a:solidFill>
                <a:srgbClr val="CCFFCC"/>
              </a:solidFill>
              <a:ln w="28575" cap="sq">
                <a:solidFill>
                  <a:srgbClr val="1F497D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15" name="Shape 1043"/>
              <p:cNvSpPr/>
              <p:nvPr/>
            </p:nvSpPr>
            <p:spPr>
              <a:xfrm>
                <a:off x="223802" y="270229"/>
                <a:ext cx="1270001" cy="1270001"/>
              </a:xfrm>
              <a:prstGeom prst="line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 defTabSz="1295400">
                  <a:spcBef>
                    <a:spcPts val="1900"/>
                  </a:spcBef>
                  <a:defRPr b="1" sz="3400">
                    <a:solidFill>
                      <a:srgbClr val="1F497D"/>
                    </a:solidFill>
                    <a:uFill>
                      <a:solidFill>
                        <a:srgbClr val="1F497D"/>
                      </a:solidFill>
                    </a:uFill>
                  </a:defRPr>
                </a:lvl1pPr>
              </a:lstStyle>
              <a:p>
                <a:pPr/>
                <a:r>
                  <a:t>g</a:t>
                </a:r>
              </a:p>
            </p:txBody>
          </p:sp>
        </p:grpSp>
        <p:grpSp>
          <p:nvGrpSpPr>
            <p:cNvPr id="219" name="Group 1047"/>
            <p:cNvGrpSpPr/>
            <p:nvPr/>
          </p:nvGrpSpPr>
          <p:grpSpPr>
            <a:xfrm>
              <a:off x="2253262" y="3776556"/>
              <a:ext cx="520703" cy="540458"/>
              <a:chOff x="0" y="0"/>
              <a:chExt cx="520701" cy="540456"/>
            </a:xfrm>
          </p:grpSpPr>
          <p:sp>
            <p:nvSpPr>
              <p:cNvPr id="217" name="Shape 1045"/>
              <p:cNvSpPr/>
              <p:nvPr/>
            </p:nvSpPr>
            <p:spPr>
              <a:xfrm>
                <a:off x="0" y="9737"/>
                <a:ext cx="520702" cy="514779"/>
              </a:xfrm>
              <a:prstGeom prst="ellipse">
                <a:avLst/>
              </a:prstGeom>
              <a:solidFill>
                <a:srgbClr val="CCFFCC"/>
              </a:solidFill>
              <a:ln w="28575" cap="sq">
                <a:solidFill>
                  <a:srgbClr val="1F497D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218" name="Shape 1046"/>
              <p:cNvSpPr txBox="1"/>
              <p:nvPr/>
            </p:nvSpPr>
            <p:spPr>
              <a:xfrm>
                <a:off x="79047" y="0"/>
                <a:ext cx="289510" cy="54045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 defTabSz="1295400">
                  <a:spcBef>
                    <a:spcPts val="1900"/>
                  </a:spcBef>
                  <a:defRPr b="1" sz="3400">
                    <a:solidFill>
                      <a:srgbClr val="1F497D"/>
                    </a:solidFill>
                    <a:uFill>
                      <a:solidFill>
                        <a:srgbClr val="1F497D"/>
                      </a:solidFill>
                    </a:uFill>
                  </a:defRPr>
                </a:lvl1pPr>
              </a:lstStyle>
              <a:p>
                <a:pPr/>
                <a:r>
                  <a:t>f</a:t>
                </a:r>
              </a:p>
            </p:txBody>
          </p:sp>
        </p:grpSp>
        <p:sp>
          <p:nvSpPr>
            <p:cNvPr id="220" name="Shape 1048"/>
            <p:cNvSpPr/>
            <p:nvPr/>
          </p:nvSpPr>
          <p:spPr>
            <a:xfrm>
              <a:off x="1126631" y="553155"/>
              <a:ext cx="2251006" cy="2260"/>
            </a:xfrm>
            <a:prstGeom prst="line">
              <a:avLst/>
            </a:prstGeom>
            <a:noFill/>
            <a:ln w="28575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21" name="Shape 1049"/>
            <p:cNvSpPr/>
            <p:nvPr/>
          </p:nvSpPr>
          <p:spPr>
            <a:xfrm>
              <a:off x="1052124" y="699911"/>
              <a:ext cx="973104" cy="1176304"/>
            </a:xfrm>
            <a:prstGeom prst="line">
              <a:avLst/>
            </a:prstGeom>
            <a:noFill/>
            <a:ln w="28575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22" name="Shape 1050"/>
            <p:cNvSpPr/>
            <p:nvPr/>
          </p:nvSpPr>
          <p:spPr>
            <a:xfrm flipH="1">
              <a:off x="2402275" y="699911"/>
              <a:ext cx="1049869" cy="1176304"/>
            </a:xfrm>
            <a:prstGeom prst="line">
              <a:avLst/>
            </a:prstGeom>
            <a:noFill/>
            <a:ln w="28575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23" name="Shape 1051"/>
            <p:cNvSpPr/>
            <p:nvPr/>
          </p:nvSpPr>
          <p:spPr>
            <a:xfrm flipH="1">
              <a:off x="300284" y="699911"/>
              <a:ext cx="457202" cy="1984589"/>
            </a:xfrm>
            <a:prstGeom prst="line">
              <a:avLst/>
            </a:prstGeom>
            <a:noFill/>
            <a:ln w="28575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24" name="Shape 1052"/>
            <p:cNvSpPr/>
            <p:nvPr/>
          </p:nvSpPr>
          <p:spPr>
            <a:xfrm flipV="1">
              <a:off x="492195" y="2169725"/>
              <a:ext cx="1501424" cy="736038"/>
            </a:xfrm>
            <a:prstGeom prst="line">
              <a:avLst/>
            </a:prstGeom>
            <a:noFill/>
            <a:ln w="28575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25" name="Shape 1053"/>
            <p:cNvSpPr/>
            <p:nvPr/>
          </p:nvSpPr>
          <p:spPr>
            <a:xfrm>
              <a:off x="2479040" y="2169724"/>
              <a:ext cx="1201139" cy="661532"/>
            </a:xfrm>
            <a:prstGeom prst="line">
              <a:avLst/>
            </a:prstGeom>
            <a:noFill/>
            <a:ln w="28575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26" name="Shape 1054"/>
            <p:cNvSpPr/>
            <p:nvPr/>
          </p:nvSpPr>
          <p:spPr>
            <a:xfrm>
              <a:off x="3905955" y="553155"/>
              <a:ext cx="1277904" cy="661531"/>
            </a:xfrm>
            <a:prstGeom prst="line">
              <a:avLst/>
            </a:prstGeom>
            <a:noFill/>
            <a:ln w="28575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27" name="Shape 1055"/>
            <p:cNvSpPr/>
            <p:nvPr/>
          </p:nvSpPr>
          <p:spPr>
            <a:xfrm flipH="1">
              <a:off x="4054969" y="1508195"/>
              <a:ext cx="1126633" cy="1323060"/>
            </a:xfrm>
            <a:prstGeom prst="line">
              <a:avLst/>
            </a:prstGeom>
            <a:noFill/>
            <a:ln w="28575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28" name="Shape 1056"/>
            <p:cNvSpPr/>
            <p:nvPr/>
          </p:nvSpPr>
          <p:spPr>
            <a:xfrm>
              <a:off x="3680177" y="774417"/>
              <a:ext cx="114302" cy="1991363"/>
            </a:xfrm>
            <a:prstGeom prst="line">
              <a:avLst/>
            </a:prstGeom>
            <a:noFill/>
            <a:ln w="28575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29" name="Shape 1057"/>
            <p:cNvSpPr/>
            <p:nvPr/>
          </p:nvSpPr>
          <p:spPr>
            <a:xfrm>
              <a:off x="449297" y="3124765"/>
              <a:ext cx="1803966" cy="808286"/>
            </a:xfrm>
            <a:prstGeom prst="line">
              <a:avLst/>
            </a:prstGeom>
            <a:noFill/>
            <a:ln w="28575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30" name="Shape 1058"/>
            <p:cNvSpPr/>
            <p:nvPr/>
          </p:nvSpPr>
          <p:spPr>
            <a:xfrm flipH="1">
              <a:off x="2777066" y="3124765"/>
              <a:ext cx="901702" cy="808286"/>
            </a:xfrm>
            <a:prstGeom prst="line">
              <a:avLst/>
            </a:prstGeom>
            <a:noFill/>
            <a:ln w="28575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31" name="Shape 1059"/>
            <p:cNvSpPr txBox="1"/>
            <p:nvPr/>
          </p:nvSpPr>
          <p:spPr>
            <a:xfrm>
              <a:off x="1783644" y="-1"/>
              <a:ext cx="553100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defTabSz="1295400">
                <a:spcBef>
                  <a:spcPts val="1900"/>
                </a:spcBef>
                <a:defRPr>
                  <a:solidFill>
                    <a:srgbClr val="1F497D"/>
                  </a:solidFill>
                  <a:uFill>
                    <a:solidFill>
                      <a:srgbClr val="1F497D"/>
                    </a:solidFill>
                  </a:uFill>
                </a:defRPr>
              </a:lvl1pPr>
            </a:lstStyle>
            <a:p>
              <a:pPr/>
              <a:r>
                <a:t>19</a:t>
              </a:r>
            </a:p>
          </p:txBody>
        </p:sp>
        <p:sp>
          <p:nvSpPr>
            <p:cNvPr id="232" name="Shape 1060"/>
            <p:cNvSpPr txBox="1"/>
            <p:nvPr/>
          </p:nvSpPr>
          <p:spPr>
            <a:xfrm>
              <a:off x="4278488" y="293511"/>
              <a:ext cx="362600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defTabSz="1295400">
                <a:spcBef>
                  <a:spcPts val="1900"/>
                </a:spcBef>
                <a:defRPr>
                  <a:solidFill>
                    <a:srgbClr val="1F497D"/>
                  </a:solidFill>
                  <a:uFill>
                    <a:solidFill>
                      <a:srgbClr val="1F497D"/>
                    </a:solidFill>
                  </a:uFill>
                </a:defRPr>
              </a:lvl1pPr>
            </a:lstStyle>
            <a:p>
              <a:pPr/>
              <a:r>
                <a:t>5</a:t>
              </a:r>
            </a:p>
          </p:txBody>
        </p:sp>
        <p:sp>
          <p:nvSpPr>
            <p:cNvPr id="233" name="Shape 1061"/>
            <p:cNvSpPr txBox="1"/>
            <p:nvPr/>
          </p:nvSpPr>
          <p:spPr>
            <a:xfrm>
              <a:off x="1424657" y="853439"/>
              <a:ext cx="553100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defTabSz="1295400">
                <a:spcBef>
                  <a:spcPts val="1900"/>
                </a:spcBef>
                <a:defRPr>
                  <a:solidFill>
                    <a:srgbClr val="1F497D"/>
                  </a:solidFill>
                  <a:uFill>
                    <a:solidFill>
                      <a:srgbClr val="1F497D"/>
                    </a:solidFill>
                  </a:uFill>
                </a:defRPr>
              </a:lvl1pPr>
            </a:lstStyle>
            <a:p>
              <a:pPr/>
              <a:r>
                <a:t>14</a:t>
              </a:r>
            </a:p>
          </p:txBody>
        </p:sp>
        <p:sp>
          <p:nvSpPr>
            <p:cNvPr id="234" name="Shape 1062"/>
            <p:cNvSpPr txBox="1"/>
            <p:nvPr/>
          </p:nvSpPr>
          <p:spPr>
            <a:xfrm>
              <a:off x="-1" y="1309511"/>
              <a:ext cx="553100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defTabSz="1295400">
                <a:spcBef>
                  <a:spcPts val="1900"/>
                </a:spcBef>
                <a:defRPr>
                  <a:solidFill>
                    <a:srgbClr val="1F497D"/>
                  </a:solidFill>
                  <a:uFill>
                    <a:solidFill>
                      <a:srgbClr val="1F497D"/>
                    </a:solidFill>
                  </a:uFill>
                </a:defRPr>
              </a:lvl1pPr>
            </a:lstStyle>
            <a:p>
              <a:pPr/>
              <a:r>
                <a:t>18</a:t>
              </a:r>
            </a:p>
          </p:txBody>
        </p:sp>
        <p:sp>
          <p:nvSpPr>
            <p:cNvPr id="235" name="Shape 1063"/>
            <p:cNvSpPr txBox="1"/>
            <p:nvPr/>
          </p:nvSpPr>
          <p:spPr>
            <a:xfrm>
              <a:off x="1036320" y="3488267"/>
              <a:ext cx="553100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defTabSz="1295400">
                <a:spcBef>
                  <a:spcPts val="1900"/>
                </a:spcBef>
                <a:defRPr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27</a:t>
              </a:r>
            </a:p>
          </p:txBody>
        </p:sp>
        <p:sp>
          <p:nvSpPr>
            <p:cNvPr id="236" name="Shape 1064"/>
            <p:cNvSpPr txBox="1"/>
            <p:nvPr/>
          </p:nvSpPr>
          <p:spPr>
            <a:xfrm>
              <a:off x="959555" y="1973297"/>
              <a:ext cx="553100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defTabSz="1295400">
                <a:spcBef>
                  <a:spcPts val="1900"/>
                </a:spcBef>
                <a:defRPr>
                  <a:solidFill>
                    <a:srgbClr val="1F497D"/>
                  </a:solidFill>
                  <a:uFill>
                    <a:solidFill>
                      <a:srgbClr val="1F497D"/>
                    </a:solidFill>
                  </a:uFill>
                </a:defRPr>
              </a:lvl1pPr>
            </a:lstStyle>
            <a:p>
              <a:pPr/>
              <a:r>
                <a:t>16</a:t>
              </a:r>
            </a:p>
          </p:txBody>
        </p:sp>
        <p:sp>
          <p:nvSpPr>
            <p:cNvPr id="237" name="Shape 1065"/>
            <p:cNvSpPr txBox="1"/>
            <p:nvPr/>
          </p:nvSpPr>
          <p:spPr>
            <a:xfrm>
              <a:off x="2795128" y="1952977"/>
              <a:ext cx="362600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defTabSz="1295400">
                <a:spcBef>
                  <a:spcPts val="1900"/>
                </a:spcBef>
                <a:defRPr>
                  <a:solidFill>
                    <a:srgbClr val="1F497D"/>
                  </a:solidFill>
                  <a:uFill>
                    <a:solidFill>
                      <a:srgbClr val="1F497D"/>
                    </a:solidFill>
                  </a:uFill>
                </a:defRPr>
              </a:lvl1pPr>
            </a:lstStyle>
            <a:p>
              <a:pPr/>
              <a:r>
                <a:t>8</a:t>
              </a:r>
            </a:p>
          </p:txBody>
        </p:sp>
        <p:sp>
          <p:nvSpPr>
            <p:cNvPr id="238" name="Shape 1066"/>
            <p:cNvSpPr txBox="1"/>
            <p:nvPr/>
          </p:nvSpPr>
          <p:spPr>
            <a:xfrm>
              <a:off x="3061546" y="3440854"/>
              <a:ext cx="553100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defTabSz="1295400">
                <a:spcBef>
                  <a:spcPts val="1900"/>
                </a:spcBef>
                <a:defRPr>
                  <a:solidFill>
                    <a:srgbClr val="1F497D"/>
                  </a:solidFill>
                  <a:uFill>
                    <a:solidFill>
                      <a:srgbClr val="1F497D"/>
                    </a:solidFill>
                  </a:uFill>
                </a:defRPr>
              </a:lvl1pPr>
            </a:lstStyle>
            <a:p>
              <a:pPr/>
              <a:r>
                <a:t>21</a:t>
              </a:r>
            </a:p>
          </p:txBody>
        </p:sp>
        <p:sp>
          <p:nvSpPr>
            <p:cNvPr id="239" name="Shape 1067"/>
            <p:cNvSpPr txBox="1"/>
            <p:nvPr/>
          </p:nvSpPr>
          <p:spPr>
            <a:xfrm>
              <a:off x="4578774" y="1943946"/>
              <a:ext cx="362600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defTabSz="1295400">
                <a:spcBef>
                  <a:spcPts val="1900"/>
                </a:spcBef>
                <a:defRPr>
                  <a:solidFill>
                    <a:srgbClr val="1F497D"/>
                  </a:solidFill>
                  <a:uFill>
                    <a:solidFill>
                      <a:srgbClr val="1F497D"/>
                    </a:solidFill>
                  </a:uFill>
                </a:defRPr>
              </a:lvl1pPr>
            </a:lstStyle>
            <a:p>
              <a:pPr/>
              <a:r>
                <a:t>3</a:t>
              </a:r>
            </a:p>
          </p:txBody>
        </p:sp>
        <p:sp>
          <p:nvSpPr>
            <p:cNvPr id="240" name="Shape 1068"/>
            <p:cNvSpPr txBox="1"/>
            <p:nvPr/>
          </p:nvSpPr>
          <p:spPr>
            <a:xfrm>
              <a:off x="2451946" y="826346"/>
              <a:ext cx="553100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defTabSz="1295400">
                <a:spcBef>
                  <a:spcPts val="1900"/>
                </a:spcBef>
                <a:defRPr>
                  <a:solidFill>
                    <a:srgbClr val="1F497D"/>
                  </a:solidFill>
                  <a:uFill>
                    <a:solidFill>
                      <a:srgbClr val="1F497D"/>
                    </a:solidFill>
                  </a:uFill>
                </a:defRPr>
              </a:lvl1pPr>
            </a:lstStyle>
            <a:p>
              <a:pPr/>
              <a:r>
                <a:t>12</a:t>
              </a:r>
            </a:p>
          </p:txBody>
        </p:sp>
        <p:sp>
          <p:nvSpPr>
            <p:cNvPr id="241" name="Shape 1069"/>
            <p:cNvSpPr txBox="1"/>
            <p:nvPr/>
          </p:nvSpPr>
          <p:spPr>
            <a:xfrm>
              <a:off x="3738879" y="1165013"/>
              <a:ext cx="362600" cy="517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defTabSz="1295400">
                <a:spcBef>
                  <a:spcPts val="1900"/>
                </a:spcBef>
                <a:defRPr>
                  <a:solidFill>
                    <a:srgbClr val="1F497D"/>
                  </a:solidFill>
                  <a:uFill>
                    <a:solidFill>
                      <a:srgbClr val="1F497D"/>
                    </a:solidFill>
                  </a:uFill>
                </a:defRPr>
              </a:lvl1pPr>
            </a:lstStyle>
            <a:p>
              <a:pPr/>
              <a:r>
                <a:t>7</a:t>
              </a:r>
            </a:p>
          </p:txBody>
        </p:sp>
      </p:grpSp>
      <p:grpSp>
        <p:nvGrpSpPr>
          <p:cNvPr id="245" name="Group 1073"/>
          <p:cNvGrpSpPr/>
          <p:nvPr/>
        </p:nvGrpSpPr>
        <p:grpSpPr>
          <a:xfrm>
            <a:off x="7540131" y="1275785"/>
            <a:ext cx="1507632" cy="1479694"/>
            <a:chOff x="0" y="60537"/>
            <a:chExt cx="1507631" cy="1479692"/>
          </a:xfrm>
        </p:grpSpPr>
        <p:sp>
          <p:nvSpPr>
            <p:cNvPr id="243" name="Shape 1071"/>
            <p:cNvSpPr/>
            <p:nvPr/>
          </p:nvSpPr>
          <p:spPr>
            <a:xfrm>
              <a:off x="0" y="60537"/>
              <a:ext cx="526065" cy="514777"/>
            </a:xfrm>
            <a:prstGeom prst="ellipse">
              <a:avLst/>
            </a:prstGeom>
            <a:solidFill>
              <a:srgbClr val="FFFF99"/>
            </a:solidFill>
            <a:ln w="28575" cap="sq">
              <a:solidFill>
                <a:srgbClr val="1F497D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44" name="Shape 1072"/>
            <p:cNvSpPr/>
            <p:nvPr/>
          </p:nvSpPr>
          <p:spPr>
            <a:xfrm>
              <a:off x="237631" y="270229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38100" tIns="38100" rIns="38100" bIns="38100" numCol="1" anchor="ctr">
              <a:spAutoFit/>
            </a:bodyPr>
            <a:lstStyle>
              <a:lvl1pPr marR="56816" indent="56816" algn="ctr" defTabSz="1295400">
                <a:spcBef>
                  <a:spcPts val="1900"/>
                </a:spcBef>
                <a:defRPr b="1" sz="3400">
                  <a:solidFill>
                    <a:srgbClr val="1F497D"/>
                  </a:solidFill>
                  <a:uFill>
                    <a:solidFill>
                      <a:srgbClr val="1F497D"/>
                    </a:solidFill>
                  </a:uFill>
                </a:defRPr>
              </a:lvl1pPr>
            </a:lstStyle>
            <a:p>
              <a:pPr/>
              <a:r>
                <a:t>a</a:t>
              </a:r>
            </a:p>
          </p:txBody>
        </p:sp>
      </p:grpSp>
      <p:grpSp>
        <p:nvGrpSpPr>
          <p:cNvPr id="248" name="Group 1076"/>
          <p:cNvGrpSpPr/>
          <p:nvPr/>
        </p:nvGrpSpPr>
        <p:grpSpPr>
          <a:xfrm>
            <a:off x="10303650" y="1164448"/>
            <a:ext cx="526067" cy="540457"/>
            <a:chOff x="0" y="0"/>
            <a:chExt cx="526065" cy="540456"/>
          </a:xfrm>
        </p:grpSpPr>
        <p:sp>
          <p:nvSpPr>
            <p:cNvPr id="246" name="Shape 1074"/>
            <p:cNvSpPr/>
            <p:nvPr/>
          </p:nvSpPr>
          <p:spPr>
            <a:xfrm>
              <a:off x="0" y="9737"/>
              <a:ext cx="526066" cy="514777"/>
            </a:xfrm>
            <a:prstGeom prst="ellipse">
              <a:avLst/>
            </a:prstGeom>
            <a:solidFill>
              <a:srgbClr val="FFFF99"/>
            </a:solidFill>
            <a:ln w="28575" cap="sq">
              <a:solidFill>
                <a:srgbClr val="1F497D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47" name="Shape 1075"/>
            <p:cNvSpPr txBox="1"/>
            <p:nvPr/>
          </p:nvSpPr>
          <p:spPr>
            <a:xfrm>
              <a:off x="70098" y="0"/>
              <a:ext cx="385863" cy="54045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38100" tIns="38100" rIns="38100" bIns="38100" numCol="1" anchor="ctr">
              <a:spAutoFit/>
            </a:bodyPr>
            <a:lstStyle>
              <a:lvl1pPr marR="56816" indent="56816" algn="ctr" defTabSz="1295400">
                <a:spcBef>
                  <a:spcPts val="1900"/>
                </a:spcBef>
                <a:defRPr b="1" sz="3400">
                  <a:solidFill>
                    <a:srgbClr val="1F497D"/>
                  </a:solidFill>
                  <a:uFill>
                    <a:solidFill>
                      <a:srgbClr val="1F497D"/>
                    </a:solidFill>
                  </a:uFill>
                </a:defRPr>
              </a:lvl1pPr>
            </a:lstStyle>
            <a:p>
              <a:pPr/>
              <a:r>
                <a:t>b</a:t>
              </a:r>
            </a:p>
          </p:txBody>
        </p:sp>
      </p:grpSp>
      <p:grpSp>
        <p:nvGrpSpPr>
          <p:cNvPr id="251" name="Group 1079"/>
          <p:cNvGrpSpPr/>
          <p:nvPr/>
        </p:nvGrpSpPr>
        <p:grpSpPr>
          <a:xfrm>
            <a:off x="8973819" y="2392678"/>
            <a:ext cx="528323" cy="540458"/>
            <a:chOff x="0" y="0"/>
            <a:chExt cx="528322" cy="540456"/>
          </a:xfrm>
        </p:grpSpPr>
        <p:sp>
          <p:nvSpPr>
            <p:cNvPr id="249" name="Shape 1077"/>
            <p:cNvSpPr/>
            <p:nvPr/>
          </p:nvSpPr>
          <p:spPr>
            <a:xfrm>
              <a:off x="0" y="9737"/>
              <a:ext cx="528323" cy="514777"/>
            </a:xfrm>
            <a:prstGeom prst="ellipse">
              <a:avLst/>
            </a:prstGeom>
            <a:solidFill>
              <a:srgbClr val="FFFF99"/>
            </a:solidFill>
            <a:ln w="28575" cap="sq">
              <a:solidFill>
                <a:srgbClr val="1F497D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50" name="Shape 1078"/>
            <p:cNvSpPr txBox="1"/>
            <p:nvPr/>
          </p:nvSpPr>
          <p:spPr>
            <a:xfrm>
              <a:off x="95475" y="0"/>
              <a:ext cx="337370" cy="54045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38100" tIns="38100" rIns="38100" bIns="38100" numCol="1" anchor="ctr">
              <a:spAutoFit/>
            </a:bodyPr>
            <a:lstStyle>
              <a:lvl1pPr marR="56816" indent="56816" algn="ctr" defTabSz="1295400">
                <a:spcBef>
                  <a:spcPts val="1900"/>
                </a:spcBef>
                <a:defRPr b="1" sz="3400">
                  <a:solidFill>
                    <a:srgbClr val="1F497D"/>
                  </a:solidFill>
                  <a:uFill>
                    <a:solidFill>
                      <a:srgbClr val="1F497D"/>
                    </a:solidFill>
                  </a:uFill>
                </a:defRPr>
              </a:lvl1pPr>
            </a:lstStyle>
            <a:p>
              <a:pPr/>
              <a:r>
                <a:t>e</a:t>
              </a:r>
            </a:p>
          </p:txBody>
        </p:sp>
      </p:grpSp>
      <p:grpSp>
        <p:nvGrpSpPr>
          <p:cNvPr id="254" name="Group 1082"/>
          <p:cNvGrpSpPr/>
          <p:nvPr/>
        </p:nvGrpSpPr>
        <p:grpSpPr>
          <a:xfrm>
            <a:off x="7948789" y="3734506"/>
            <a:ext cx="1506503" cy="1466994"/>
            <a:chOff x="0" y="73237"/>
            <a:chExt cx="1506502" cy="1466992"/>
          </a:xfrm>
        </p:grpSpPr>
        <p:sp>
          <p:nvSpPr>
            <p:cNvPr id="252" name="Shape 1080"/>
            <p:cNvSpPr/>
            <p:nvPr/>
          </p:nvSpPr>
          <p:spPr>
            <a:xfrm>
              <a:off x="0" y="73237"/>
              <a:ext cx="520702" cy="514777"/>
            </a:xfrm>
            <a:prstGeom prst="ellipse">
              <a:avLst/>
            </a:prstGeom>
            <a:solidFill>
              <a:srgbClr val="FFFF99"/>
            </a:solidFill>
            <a:ln w="28575" cap="sq">
              <a:solidFill>
                <a:srgbClr val="1F497D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53" name="Shape 1081"/>
            <p:cNvSpPr/>
            <p:nvPr/>
          </p:nvSpPr>
          <p:spPr>
            <a:xfrm>
              <a:off x="236502" y="270229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38100" tIns="38100" rIns="38100" bIns="38100" numCol="1" anchor="ctr">
              <a:spAutoFit/>
            </a:bodyPr>
            <a:lstStyle>
              <a:lvl1pPr marR="56816" indent="56816" algn="ctr" defTabSz="1295400">
                <a:spcBef>
                  <a:spcPts val="1900"/>
                </a:spcBef>
                <a:defRPr b="1" sz="3400">
                  <a:solidFill>
                    <a:srgbClr val="1F497D"/>
                  </a:solidFill>
                  <a:uFill>
                    <a:solidFill>
                      <a:srgbClr val="1F497D"/>
                    </a:solidFill>
                  </a:uFill>
                </a:defRPr>
              </a:lvl1pPr>
            </a:lstStyle>
            <a:p>
              <a:pPr/>
              <a:r>
                <a:t>g</a:t>
              </a:r>
            </a:p>
          </p:txBody>
        </p:sp>
      </p:grpSp>
      <p:grpSp>
        <p:nvGrpSpPr>
          <p:cNvPr id="257" name="Group 1085"/>
          <p:cNvGrpSpPr/>
          <p:nvPr/>
        </p:nvGrpSpPr>
        <p:grpSpPr>
          <a:xfrm>
            <a:off x="9382476" y="5054599"/>
            <a:ext cx="520703" cy="540458"/>
            <a:chOff x="0" y="0"/>
            <a:chExt cx="520701" cy="540456"/>
          </a:xfrm>
        </p:grpSpPr>
        <p:sp>
          <p:nvSpPr>
            <p:cNvPr id="255" name="Shape 1083"/>
            <p:cNvSpPr/>
            <p:nvPr/>
          </p:nvSpPr>
          <p:spPr>
            <a:xfrm>
              <a:off x="0" y="9737"/>
              <a:ext cx="520702" cy="514777"/>
            </a:xfrm>
            <a:prstGeom prst="ellipse">
              <a:avLst/>
            </a:prstGeom>
            <a:solidFill>
              <a:srgbClr val="FFFF99"/>
            </a:solidFill>
            <a:ln w="28575" cap="sq">
              <a:solidFill>
                <a:srgbClr val="1F497D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56" name="Shape 1084"/>
            <p:cNvSpPr txBox="1"/>
            <p:nvPr/>
          </p:nvSpPr>
          <p:spPr>
            <a:xfrm>
              <a:off x="79047" y="-1"/>
              <a:ext cx="289510" cy="54045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38100" tIns="38100" rIns="38100" bIns="38100" numCol="1" anchor="ctr">
              <a:spAutoFit/>
            </a:bodyPr>
            <a:lstStyle>
              <a:lvl1pPr marR="56816" indent="56816" algn="ctr" defTabSz="1295400">
                <a:spcBef>
                  <a:spcPts val="1900"/>
                </a:spcBef>
                <a:defRPr b="1" sz="3400">
                  <a:solidFill>
                    <a:srgbClr val="1F497D"/>
                  </a:solidFill>
                  <a:uFill>
                    <a:solidFill>
                      <a:srgbClr val="1F497D"/>
                    </a:solidFill>
                  </a:uFill>
                </a:defRPr>
              </a:lvl1pPr>
            </a:lstStyle>
            <a:p>
              <a:pPr/>
              <a:r>
                <a:t>f</a:t>
              </a:r>
            </a:p>
          </p:txBody>
        </p:sp>
      </p:grpSp>
      <p:sp>
        <p:nvSpPr>
          <p:cNvPr id="258" name="Shape 1086"/>
          <p:cNvSpPr/>
          <p:nvPr/>
        </p:nvSpPr>
        <p:spPr>
          <a:xfrm>
            <a:off x="8026399" y="1674000"/>
            <a:ext cx="1025033" cy="817318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98" defTabSz="1295400"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259" name="Shape 1087"/>
          <p:cNvSpPr txBox="1"/>
          <p:nvPr/>
        </p:nvSpPr>
        <p:spPr>
          <a:xfrm>
            <a:off x="7948789" y="2095358"/>
            <a:ext cx="825502" cy="4315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8" defTabSz="1295400">
              <a:spcBef>
                <a:spcPts val="1600"/>
              </a:spcBef>
              <a:defRPr sz="24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14</a:t>
            </a:r>
          </a:p>
        </p:txBody>
      </p:sp>
      <p:grpSp>
        <p:nvGrpSpPr>
          <p:cNvPr id="262" name="Group 1090"/>
          <p:cNvGrpSpPr/>
          <p:nvPr/>
        </p:nvGrpSpPr>
        <p:grpSpPr>
          <a:xfrm>
            <a:off x="10303650" y="3595511"/>
            <a:ext cx="526067" cy="549914"/>
            <a:chOff x="0" y="-25399"/>
            <a:chExt cx="526065" cy="549913"/>
          </a:xfrm>
        </p:grpSpPr>
        <p:sp>
          <p:nvSpPr>
            <p:cNvPr id="260" name="Shape 1088"/>
            <p:cNvSpPr/>
            <p:nvPr/>
          </p:nvSpPr>
          <p:spPr>
            <a:xfrm>
              <a:off x="0" y="9737"/>
              <a:ext cx="526066" cy="514777"/>
            </a:xfrm>
            <a:prstGeom prst="ellipse">
              <a:avLst/>
            </a:prstGeom>
            <a:solidFill>
              <a:srgbClr val="FFFF99"/>
            </a:solidFill>
            <a:ln w="28575" cap="sq">
              <a:solidFill>
                <a:srgbClr val="1F497D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61" name="Shape 1089"/>
            <p:cNvSpPr txBox="1"/>
            <p:nvPr/>
          </p:nvSpPr>
          <p:spPr>
            <a:xfrm>
              <a:off x="31998" y="-25400"/>
              <a:ext cx="385863" cy="54045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38100" tIns="38100" rIns="38100" bIns="38100" numCol="1" anchor="ctr">
              <a:spAutoFit/>
            </a:bodyPr>
            <a:lstStyle>
              <a:lvl1pPr marR="56816" indent="56816" algn="ctr" defTabSz="1295400">
                <a:spcBef>
                  <a:spcPts val="1900"/>
                </a:spcBef>
                <a:defRPr b="1" sz="3400">
                  <a:solidFill>
                    <a:srgbClr val="1F497D"/>
                  </a:solidFill>
                  <a:uFill>
                    <a:solidFill>
                      <a:srgbClr val="1F497D"/>
                    </a:solidFill>
                  </a:uFill>
                </a:defRPr>
              </a:lvl1pPr>
            </a:lstStyle>
            <a:p>
              <a:pPr/>
              <a:r>
                <a:t>d</a:t>
              </a:r>
            </a:p>
          </p:txBody>
        </p:sp>
      </p:grpSp>
      <p:sp>
        <p:nvSpPr>
          <p:cNvPr id="263" name="Shape 1091"/>
          <p:cNvSpPr/>
          <p:nvPr/>
        </p:nvSpPr>
        <p:spPr>
          <a:xfrm>
            <a:off x="9420576" y="2851431"/>
            <a:ext cx="1025033" cy="817318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98" defTabSz="1295400"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264" name="Shape 1092"/>
          <p:cNvSpPr txBox="1"/>
          <p:nvPr/>
        </p:nvSpPr>
        <p:spPr>
          <a:xfrm>
            <a:off x="9382476" y="3120389"/>
            <a:ext cx="520702" cy="4315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8" defTabSz="1295400">
              <a:spcBef>
                <a:spcPts val="1600"/>
              </a:spcBef>
              <a:defRPr sz="24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8</a:t>
            </a:r>
          </a:p>
        </p:txBody>
      </p:sp>
      <p:grpSp>
        <p:nvGrpSpPr>
          <p:cNvPr id="267" name="Group 1095"/>
          <p:cNvGrpSpPr/>
          <p:nvPr/>
        </p:nvGrpSpPr>
        <p:grpSpPr>
          <a:xfrm>
            <a:off x="11430282" y="2300815"/>
            <a:ext cx="1482232" cy="1492394"/>
            <a:chOff x="0" y="47837"/>
            <a:chExt cx="1482231" cy="1492392"/>
          </a:xfrm>
        </p:grpSpPr>
        <p:sp>
          <p:nvSpPr>
            <p:cNvPr id="265" name="Shape 1093"/>
            <p:cNvSpPr/>
            <p:nvPr/>
          </p:nvSpPr>
          <p:spPr>
            <a:xfrm>
              <a:off x="0" y="47837"/>
              <a:ext cx="526065" cy="514777"/>
            </a:xfrm>
            <a:prstGeom prst="ellipse">
              <a:avLst/>
            </a:prstGeom>
            <a:solidFill>
              <a:srgbClr val="FFFF99"/>
            </a:solidFill>
            <a:ln w="28575" cap="sq">
              <a:solidFill>
                <a:srgbClr val="1F497D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66" name="Shape 1094"/>
            <p:cNvSpPr/>
            <p:nvPr/>
          </p:nvSpPr>
          <p:spPr>
            <a:xfrm>
              <a:off x="212231" y="270229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38100" tIns="38100" rIns="38100" bIns="38100" numCol="1" anchor="ctr">
              <a:spAutoFit/>
            </a:bodyPr>
            <a:lstStyle>
              <a:lvl1pPr marR="56816" indent="56816" algn="ctr" defTabSz="1295400">
                <a:spcBef>
                  <a:spcPts val="1900"/>
                </a:spcBef>
                <a:defRPr b="1" sz="3400">
                  <a:solidFill>
                    <a:srgbClr val="1F497D"/>
                  </a:solidFill>
                  <a:uFill>
                    <a:solidFill>
                      <a:srgbClr val="1F497D"/>
                    </a:solidFill>
                  </a:uFill>
                </a:defRPr>
              </a:lvl1pPr>
            </a:lstStyle>
            <a:p>
              <a:pPr/>
              <a:r>
                <a:t>c</a:t>
              </a:r>
            </a:p>
          </p:txBody>
        </p:sp>
      </p:grpSp>
      <p:sp>
        <p:nvSpPr>
          <p:cNvPr id="268" name="Shape 1096"/>
          <p:cNvSpPr/>
          <p:nvPr/>
        </p:nvSpPr>
        <p:spPr>
          <a:xfrm flipV="1">
            <a:off x="10714565" y="2734874"/>
            <a:ext cx="819576" cy="948833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98" defTabSz="1295400"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269" name="Shape 1097"/>
          <p:cNvSpPr txBox="1"/>
          <p:nvPr/>
        </p:nvSpPr>
        <p:spPr>
          <a:xfrm>
            <a:off x="11123224" y="3120389"/>
            <a:ext cx="520702" cy="4315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8" defTabSz="1295400">
              <a:spcBef>
                <a:spcPts val="1600"/>
              </a:spcBef>
              <a:defRPr sz="24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270" name="Shape 1098"/>
          <p:cNvSpPr/>
          <p:nvPr/>
        </p:nvSpPr>
        <p:spPr>
          <a:xfrm>
            <a:off x="10790766" y="1582843"/>
            <a:ext cx="743375" cy="756076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98" defTabSz="1295400"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271" name="Shape 1099"/>
          <p:cNvSpPr txBox="1"/>
          <p:nvPr/>
        </p:nvSpPr>
        <p:spPr>
          <a:xfrm>
            <a:off x="11123224" y="1582843"/>
            <a:ext cx="520702" cy="4315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8" defTabSz="1295400">
              <a:spcBef>
                <a:spcPts val="1600"/>
              </a:spcBef>
              <a:defRPr sz="24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272" name="Shape 1100"/>
          <p:cNvSpPr/>
          <p:nvPr/>
        </p:nvSpPr>
        <p:spPr>
          <a:xfrm flipV="1">
            <a:off x="8356599" y="2851432"/>
            <a:ext cx="717976" cy="927102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98" defTabSz="1295400"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273" name="Shape 1101"/>
          <p:cNvSpPr txBox="1"/>
          <p:nvPr/>
        </p:nvSpPr>
        <p:spPr>
          <a:xfrm>
            <a:off x="8562903" y="3323590"/>
            <a:ext cx="825502" cy="4315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8" defTabSz="1295400">
              <a:spcBef>
                <a:spcPts val="1600"/>
              </a:spcBef>
              <a:defRPr sz="24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16</a:t>
            </a:r>
          </a:p>
        </p:txBody>
      </p:sp>
      <p:sp>
        <p:nvSpPr>
          <p:cNvPr id="274" name="Shape 1102"/>
          <p:cNvSpPr/>
          <p:nvPr/>
        </p:nvSpPr>
        <p:spPr>
          <a:xfrm flipH="1">
            <a:off x="9793393" y="4143164"/>
            <a:ext cx="715718" cy="1025033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98" defTabSz="1295400"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275" name="Shape 1103"/>
          <p:cNvSpPr txBox="1"/>
          <p:nvPr/>
        </p:nvSpPr>
        <p:spPr>
          <a:xfrm>
            <a:off x="10202050" y="4554079"/>
            <a:ext cx="736602" cy="4315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8" defTabSz="1295400">
              <a:spcBef>
                <a:spcPts val="1600"/>
              </a:spcBef>
              <a:defRPr sz="24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21</a:t>
            </a:r>
          </a:p>
        </p:txBody>
      </p:sp>
      <p:grpSp>
        <p:nvGrpSpPr>
          <p:cNvPr id="278" name="Group 1106"/>
          <p:cNvGrpSpPr/>
          <p:nvPr/>
        </p:nvGrpSpPr>
        <p:grpSpPr>
          <a:xfrm>
            <a:off x="3053643" y="7186550"/>
            <a:ext cx="1481103" cy="1467841"/>
            <a:chOff x="0" y="72390"/>
            <a:chExt cx="1481102" cy="1467839"/>
          </a:xfrm>
        </p:grpSpPr>
        <p:sp>
          <p:nvSpPr>
            <p:cNvPr id="276" name="Shape 1104"/>
            <p:cNvSpPr/>
            <p:nvPr/>
          </p:nvSpPr>
          <p:spPr>
            <a:xfrm>
              <a:off x="0" y="72390"/>
              <a:ext cx="520702" cy="514777"/>
            </a:xfrm>
            <a:prstGeom prst="ellipse">
              <a:avLst/>
            </a:prstGeom>
            <a:solidFill>
              <a:srgbClr val="FFFF99"/>
            </a:solidFill>
            <a:ln w="28575" cap="sq">
              <a:solidFill>
                <a:srgbClr val="1F497D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77" name="Shape 1105"/>
            <p:cNvSpPr/>
            <p:nvPr/>
          </p:nvSpPr>
          <p:spPr>
            <a:xfrm>
              <a:off x="211102" y="270229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38100" tIns="38100" rIns="38100" bIns="38100" numCol="1" anchor="ctr">
              <a:spAutoFit/>
            </a:bodyPr>
            <a:lstStyle>
              <a:lvl1pPr marR="56816" indent="56816" algn="ctr" defTabSz="1295400">
                <a:spcBef>
                  <a:spcPts val="1900"/>
                </a:spcBef>
                <a:defRPr b="1" sz="3400">
                  <a:solidFill>
                    <a:srgbClr val="1F497D"/>
                  </a:solidFill>
                  <a:uFill>
                    <a:solidFill>
                      <a:srgbClr val="1F497D"/>
                    </a:solidFill>
                  </a:uFill>
                </a:defRPr>
              </a:lvl1pPr>
            </a:lstStyle>
            <a:p>
              <a:pPr/>
              <a:r>
                <a:t>g</a:t>
              </a:r>
            </a:p>
          </p:txBody>
        </p:sp>
      </p:grpSp>
      <p:sp>
        <p:nvSpPr>
          <p:cNvPr id="279" name="Shape 1107"/>
          <p:cNvSpPr txBox="1"/>
          <p:nvPr/>
        </p:nvSpPr>
        <p:spPr>
          <a:xfrm>
            <a:off x="3771615" y="7114160"/>
            <a:ext cx="2032796" cy="5172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/>
            <a:r>
              <a:t>&lt;g, a, 18&gt;</a:t>
            </a:r>
          </a:p>
        </p:txBody>
      </p:sp>
      <p:grpSp>
        <p:nvGrpSpPr>
          <p:cNvPr id="282" name="Group 1110"/>
          <p:cNvGrpSpPr/>
          <p:nvPr/>
        </p:nvGrpSpPr>
        <p:grpSpPr>
          <a:xfrm>
            <a:off x="3053643" y="5766617"/>
            <a:ext cx="526065" cy="540458"/>
            <a:chOff x="0" y="0"/>
            <a:chExt cx="526064" cy="540456"/>
          </a:xfrm>
        </p:grpSpPr>
        <p:sp>
          <p:nvSpPr>
            <p:cNvPr id="280" name="Shape 1108"/>
            <p:cNvSpPr/>
            <p:nvPr/>
          </p:nvSpPr>
          <p:spPr>
            <a:xfrm>
              <a:off x="0" y="13406"/>
              <a:ext cx="526065" cy="514777"/>
            </a:xfrm>
            <a:prstGeom prst="ellipse">
              <a:avLst/>
            </a:prstGeom>
            <a:solidFill>
              <a:srgbClr val="FFFF99"/>
            </a:solidFill>
            <a:ln w="28575" cap="sq">
              <a:solidFill>
                <a:srgbClr val="1F497D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81" name="Shape 1109"/>
            <p:cNvSpPr txBox="1"/>
            <p:nvPr/>
          </p:nvSpPr>
          <p:spPr>
            <a:xfrm>
              <a:off x="70099" y="0"/>
              <a:ext cx="385863" cy="54045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38100" tIns="38100" rIns="38100" bIns="38100" numCol="1" anchor="ctr">
              <a:spAutoFit/>
            </a:bodyPr>
            <a:lstStyle>
              <a:lvl1pPr marR="56816" indent="56816" algn="ctr" defTabSz="1295400">
                <a:spcBef>
                  <a:spcPts val="1900"/>
                </a:spcBef>
                <a:defRPr b="1" sz="3400">
                  <a:solidFill>
                    <a:srgbClr val="1F497D"/>
                  </a:solidFill>
                  <a:uFill>
                    <a:solidFill>
                      <a:srgbClr val="1F497D"/>
                    </a:solidFill>
                  </a:uFill>
                </a:defRPr>
              </a:lvl1pPr>
            </a:lstStyle>
            <a:p>
              <a:pPr/>
              <a:r>
                <a:t>b</a:t>
              </a:r>
            </a:p>
          </p:txBody>
        </p:sp>
      </p:grpSp>
      <p:sp>
        <p:nvSpPr>
          <p:cNvPr id="283" name="Shape 1111"/>
          <p:cNvSpPr txBox="1"/>
          <p:nvPr/>
        </p:nvSpPr>
        <p:spPr>
          <a:xfrm>
            <a:off x="3771615" y="5789859"/>
            <a:ext cx="2215855" cy="5172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/>
            <a:r>
              <a:t>&lt;b, a, 19&gt;</a:t>
            </a:r>
          </a:p>
        </p:txBody>
      </p:sp>
      <p:grpSp>
        <p:nvGrpSpPr>
          <p:cNvPr id="286" name="Group 1114"/>
          <p:cNvGrpSpPr/>
          <p:nvPr/>
        </p:nvGrpSpPr>
        <p:grpSpPr>
          <a:xfrm>
            <a:off x="3053643" y="6442726"/>
            <a:ext cx="526065" cy="547655"/>
            <a:chOff x="0" y="-25398"/>
            <a:chExt cx="526064" cy="547654"/>
          </a:xfrm>
        </p:grpSpPr>
        <p:sp>
          <p:nvSpPr>
            <p:cNvPr id="284" name="Shape 1112"/>
            <p:cNvSpPr/>
            <p:nvPr/>
          </p:nvSpPr>
          <p:spPr>
            <a:xfrm>
              <a:off x="0" y="7480"/>
              <a:ext cx="526065" cy="514777"/>
            </a:xfrm>
            <a:prstGeom prst="ellipse">
              <a:avLst/>
            </a:prstGeom>
            <a:solidFill>
              <a:srgbClr val="FFFF99"/>
            </a:solidFill>
            <a:ln w="28575" cap="sq">
              <a:solidFill>
                <a:srgbClr val="1F497D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85" name="Shape 1113"/>
            <p:cNvSpPr txBox="1"/>
            <p:nvPr/>
          </p:nvSpPr>
          <p:spPr>
            <a:xfrm>
              <a:off x="56246" y="-25399"/>
              <a:ext cx="337370" cy="54045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38100" tIns="38100" rIns="38100" bIns="38100" numCol="1" anchor="ctr">
              <a:spAutoFit/>
            </a:bodyPr>
            <a:lstStyle>
              <a:lvl1pPr marR="56816" indent="56816" algn="ctr" defTabSz="1295400">
                <a:spcBef>
                  <a:spcPts val="1900"/>
                </a:spcBef>
                <a:defRPr b="1" sz="3400">
                  <a:solidFill>
                    <a:srgbClr val="1F497D"/>
                  </a:solidFill>
                  <a:uFill>
                    <a:solidFill>
                      <a:srgbClr val="1F497D"/>
                    </a:solidFill>
                  </a:uFill>
                </a:defRPr>
              </a:lvl1pPr>
            </a:lstStyle>
            <a:p>
              <a:pPr/>
              <a:r>
                <a:t>e</a:t>
              </a:r>
            </a:p>
          </p:txBody>
        </p:sp>
      </p:grpSp>
      <p:sp>
        <p:nvSpPr>
          <p:cNvPr id="287" name="Shape 1115"/>
          <p:cNvSpPr txBox="1"/>
          <p:nvPr/>
        </p:nvSpPr>
        <p:spPr>
          <a:xfrm>
            <a:off x="3771615" y="6442726"/>
            <a:ext cx="2032796" cy="5172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/>
            <a:r>
              <a:t>&lt;e, a, 14&gt;</a:t>
            </a:r>
          </a:p>
        </p:txBody>
      </p:sp>
      <p:sp>
        <p:nvSpPr>
          <p:cNvPr id="288" name="Shape 1124"/>
          <p:cNvSpPr txBox="1"/>
          <p:nvPr/>
        </p:nvSpPr>
        <p:spPr>
          <a:xfrm>
            <a:off x="7734016" y="6442726"/>
            <a:ext cx="2476502" cy="5172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/>
            <a:r>
              <a:t>&lt;c, d, 3&gt;</a:t>
            </a:r>
          </a:p>
        </p:txBody>
      </p:sp>
      <p:grpSp>
        <p:nvGrpSpPr>
          <p:cNvPr id="291" name="Group 1127"/>
          <p:cNvGrpSpPr/>
          <p:nvPr/>
        </p:nvGrpSpPr>
        <p:grpSpPr>
          <a:xfrm>
            <a:off x="6951837" y="7114160"/>
            <a:ext cx="520703" cy="540458"/>
            <a:chOff x="0" y="0"/>
            <a:chExt cx="520701" cy="540456"/>
          </a:xfrm>
        </p:grpSpPr>
        <p:sp>
          <p:nvSpPr>
            <p:cNvPr id="289" name="Shape 1125"/>
            <p:cNvSpPr/>
            <p:nvPr/>
          </p:nvSpPr>
          <p:spPr>
            <a:xfrm>
              <a:off x="0" y="9737"/>
              <a:ext cx="520702" cy="514777"/>
            </a:xfrm>
            <a:prstGeom prst="ellipse">
              <a:avLst/>
            </a:prstGeom>
            <a:solidFill>
              <a:srgbClr val="FFFF99"/>
            </a:solidFill>
            <a:ln w="28575" cap="sq">
              <a:solidFill>
                <a:srgbClr val="1F497D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90" name="Shape 1126"/>
            <p:cNvSpPr txBox="1"/>
            <p:nvPr/>
          </p:nvSpPr>
          <p:spPr>
            <a:xfrm>
              <a:off x="117147" y="0"/>
              <a:ext cx="289510" cy="54045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38100" tIns="38100" rIns="38100" bIns="38100" numCol="1" anchor="ctr">
              <a:spAutoFit/>
            </a:bodyPr>
            <a:lstStyle>
              <a:lvl1pPr marR="56816" indent="56816" algn="ctr" defTabSz="1295400">
                <a:spcBef>
                  <a:spcPts val="1900"/>
                </a:spcBef>
                <a:defRPr b="1" sz="3400">
                  <a:solidFill>
                    <a:srgbClr val="1F497D"/>
                  </a:solidFill>
                  <a:uFill>
                    <a:solidFill>
                      <a:srgbClr val="1F497D"/>
                    </a:solidFill>
                  </a:uFill>
                </a:defRPr>
              </a:lvl1pPr>
            </a:lstStyle>
            <a:p>
              <a:pPr/>
              <a:r>
                <a:t>f</a:t>
              </a:r>
            </a:p>
          </p:txBody>
        </p:sp>
      </p:grpSp>
      <p:sp>
        <p:nvSpPr>
          <p:cNvPr id="292" name="Shape 1128"/>
          <p:cNvSpPr txBox="1"/>
          <p:nvPr/>
        </p:nvSpPr>
        <p:spPr>
          <a:xfrm>
            <a:off x="7734016" y="7114160"/>
            <a:ext cx="2476502" cy="5172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/>
            <a:r>
              <a:t>&lt;f, d, 21&gt;</a:t>
            </a:r>
          </a:p>
        </p:txBody>
      </p:sp>
      <p:grpSp>
        <p:nvGrpSpPr>
          <p:cNvPr id="295" name="Group 1131"/>
          <p:cNvGrpSpPr/>
          <p:nvPr/>
        </p:nvGrpSpPr>
        <p:grpSpPr>
          <a:xfrm>
            <a:off x="6951837" y="6442726"/>
            <a:ext cx="526067" cy="549914"/>
            <a:chOff x="0" y="-25399"/>
            <a:chExt cx="526065" cy="549913"/>
          </a:xfrm>
        </p:grpSpPr>
        <p:sp>
          <p:nvSpPr>
            <p:cNvPr id="293" name="Shape 1129"/>
            <p:cNvSpPr/>
            <p:nvPr/>
          </p:nvSpPr>
          <p:spPr>
            <a:xfrm>
              <a:off x="0" y="9737"/>
              <a:ext cx="526066" cy="514777"/>
            </a:xfrm>
            <a:prstGeom prst="ellipse">
              <a:avLst/>
            </a:prstGeom>
            <a:solidFill>
              <a:srgbClr val="FFFF99"/>
            </a:solidFill>
            <a:ln w="28575" cap="sq">
              <a:solidFill>
                <a:srgbClr val="1F497D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94" name="Shape 1130"/>
            <p:cNvSpPr txBox="1"/>
            <p:nvPr/>
          </p:nvSpPr>
          <p:spPr>
            <a:xfrm>
              <a:off x="56246" y="-25400"/>
              <a:ext cx="337370" cy="54045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38100" tIns="38100" rIns="38100" bIns="38100" numCol="1" anchor="ctr">
              <a:spAutoFit/>
            </a:bodyPr>
            <a:lstStyle>
              <a:lvl1pPr marR="56816" indent="56816" algn="ctr" defTabSz="1295400">
                <a:spcBef>
                  <a:spcPts val="1900"/>
                </a:spcBef>
                <a:defRPr b="1" sz="3400">
                  <a:solidFill>
                    <a:srgbClr val="1F497D"/>
                  </a:solidFill>
                  <a:uFill>
                    <a:solidFill>
                      <a:srgbClr val="1F497D"/>
                    </a:solidFill>
                  </a:uFill>
                </a:defRPr>
              </a:lvl1pPr>
            </a:lstStyle>
            <a:p>
              <a:pPr/>
              <a:r>
                <a:t>c</a:t>
              </a:r>
            </a:p>
          </p:txBody>
        </p:sp>
      </p:grpSp>
      <p:sp>
        <p:nvSpPr>
          <p:cNvPr id="296" name="Shape 1133"/>
          <p:cNvSpPr txBox="1"/>
          <p:nvPr/>
        </p:nvSpPr>
        <p:spPr>
          <a:xfrm>
            <a:off x="4140200" y="169333"/>
            <a:ext cx="5435600" cy="952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8" algn="ctr" defTabSz="1295400">
              <a:spcBef>
                <a:spcPts val="1900"/>
              </a:spcBef>
              <a:defRPr sz="4800">
                <a:uFill>
                  <a:solidFill>
                    <a:srgbClr val="000000"/>
                  </a:solidFill>
                </a:u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普里姆算法</a:t>
            </a:r>
          </a:p>
        </p:txBody>
      </p:sp>
      <p:grpSp>
        <p:nvGrpSpPr>
          <p:cNvPr id="299" name="Group 1114"/>
          <p:cNvGrpSpPr/>
          <p:nvPr/>
        </p:nvGrpSpPr>
        <p:grpSpPr>
          <a:xfrm>
            <a:off x="6951837" y="5759418"/>
            <a:ext cx="526065" cy="547657"/>
            <a:chOff x="0" y="-25399"/>
            <a:chExt cx="526064" cy="547655"/>
          </a:xfrm>
        </p:grpSpPr>
        <p:sp>
          <p:nvSpPr>
            <p:cNvPr id="297" name="Shape 1112"/>
            <p:cNvSpPr/>
            <p:nvPr/>
          </p:nvSpPr>
          <p:spPr>
            <a:xfrm>
              <a:off x="0" y="7480"/>
              <a:ext cx="526065" cy="514777"/>
            </a:xfrm>
            <a:prstGeom prst="ellipse">
              <a:avLst/>
            </a:prstGeom>
            <a:solidFill>
              <a:srgbClr val="FFFF99"/>
            </a:solidFill>
            <a:ln w="28575" cap="sq">
              <a:solidFill>
                <a:srgbClr val="1F497D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298" name="Shape 1113"/>
            <p:cNvSpPr txBox="1"/>
            <p:nvPr/>
          </p:nvSpPr>
          <p:spPr>
            <a:xfrm>
              <a:off x="31999" y="-25400"/>
              <a:ext cx="385863" cy="54045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38100" tIns="38100" rIns="38100" bIns="38100" numCol="1" anchor="ctr">
              <a:spAutoFit/>
            </a:bodyPr>
            <a:lstStyle>
              <a:lvl1pPr marR="56816" indent="56816" algn="ctr" defTabSz="1295400">
                <a:spcBef>
                  <a:spcPts val="1900"/>
                </a:spcBef>
                <a:defRPr b="1" sz="3400">
                  <a:solidFill>
                    <a:srgbClr val="1F497D"/>
                  </a:solidFill>
                  <a:uFill>
                    <a:solidFill>
                      <a:srgbClr val="1F497D"/>
                    </a:solidFill>
                  </a:uFill>
                </a:defRPr>
              </a:lvl1pPr>
            </a:lstStyle>
            <a:p>
              <a:pPr/>
              <a:r>
                <a:t>d</a:t>
              </a:r>
            </a:p>
          </p:txBody>
        </p:sp>
      </p:grpSp>
      <p:sp>
        <p:nvSpPr>
          <p:cNvPr id="300" name="Shape 1115"/>
          <p:cNvSpPr txBox="1"/>
          <p:nvPr/>
        </p:nvSpPr>
        <p:spPr>
          <a:xfrm>
            <a:off x="7734016" y="5789859"/>
            <a:ext cx="2476502" cy="5172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/>
            <a:r>
              <a:t>&lt;d, e, 8&gt;</a:t>
            </a:r>
          </a:p>
        </p:txBody>
      </p:sp>
      <p:sp>
        <p:nvSpPr>
          <p:cNvPr id="301" name="&lt;b, e, 12&gt;"/>
          <p:cNvSpPr txBox="1"/>
          <p:nvPr/>
        </p:nvSpPr>
        <p:spPr>
          <a:xfrm>
            <a:off x="3789219" y="5790938"/>
            <a:ext cx="1723448" cy="5172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&lt;b, e, 12&gt;</a:t>
            </a:r>
          </a:p>
        </p:txBody>
      </p:sp>
      <p:sp>
        <p:nvSpPr>
          <p:cNvPr id="302" name="&lt;g, e, 16&gt;"/>
          <p:cNvSpPr txBox="1"/>
          <p:nvPr/>
        </p:nvSpPr>
        <p:spPr>
          <a:xfrm>
            <a:off x="3773874" y="7111035"/>
            <a:ext cx="1723447" cy="5172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&lt;g, e, 16&gt;</a:t>
            </a:r>
          </a:p>
        </p:txBody>
      </p:sp>
      <p:sp>
        <p:nvSpPr>
          <p:cNvPr id="303" name="&lt;b, d, 7&gt;"/>
          <p:cNvSpPr txBox="1"/>
          <p:nvPr/>
        </p:nvSpPr>
        <p:spPr>
          <a:xfrm>
            <a:off x="3787450" y="5790691"/>
            <a:ext cx="1554341" cy="5172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&lt;b, d, 7&gt;</a:t>
            </a:r>
          </a:p>
        </p:txBody>
      </p:sp>
      <p:sp>
        <p:nvSpPr>
          <p:cNvPr id="304" name="&lt;b, c, 5&gt;"/>
          <p:cNvSpPr txBox="1"/>
          <p:nvPr/>
        </p:nvSpPr>
        <p:spPr>
          <a:xfrm>
            <a:off x="3762050" y="5794518"/>
            <a:ext cx="1532947" cy="5172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&lt;b, c, 5&gt;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Class="entr" nodeType="click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Class="entr" nodeType="afterEffect" presetSubtype="0" presetID="1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3" fill="hold"/>
                                        <p:tgtEl>
                                          <p:spTgt spid="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Class="entr" nodeType="clickEffect" presetSubtype="0" presetID="1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7" fill="hold"/>
                                        <p:tgtEl>
                                          <p:spTgt spid="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Class="entr" nodeType="afterEffect" presetSubtype="0" presetID="1" grpId="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Class="entr" nodeType="clickEffect" presetSubtype="0" presetID="1" grpId="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fill="hold"/>
                                        <p:tgtEl>
                                          <p:spTgt spid="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Class="entr" nodeType="afterEffect" presetSubtype="0" presetID="1" grpId="7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7" fill="hold"/>
                                        <p:tgtEl>
                                          <p:spTgt spid="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Class="entr" nodeType="clickEffect" presetSubtype="0" presetID="1" grpId="8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1" fill="hold"/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Class="entr" nodeType="clickEffect" presetSubtype="0" presetID="1" grpId="9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5" fill="hold"/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Class="entr" nodeType="afterEffect" presetSubtype="0" presetID="1" grpId="10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8" fill="hold"/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Class="exit" nodeType="clickEffect" presetSubtype="0" presetID="1" grpId="1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2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Class="entr" nodeType="clickEffect" presetSubtype="0" presetID="1" grpId="1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6" fill="hold"/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Class="exit" nodeType="clickEffect" presetSubtype="0" presetID="1" grpId="1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Class="entr" nodeType="clickEffect" presetSubtype="0" presetID="1" grpId="1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4" fill="hold"/>
                                        <p:tgtEl>
                                          <p:spTgt spid="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Class="entr" nodeType="clickEffect" presetSubtype="0" presetID="1" grpId="1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8" fill="hold"/>
                                        <p:tgtEl>
                                          <p:spTgt spid="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Class="entr" nodeType="afterEffect" presetSubtype="0" presetID="1" grpId="1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1" fill="hold"/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Class="entr" nodeType="clickEffect" presetSubtype="0" presetID="1" grpId="17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5" fill="hold"/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Class="entr" nodeType="clickEffect" presetSubtype="0" presetID="1" grpId="18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9" fill="hold"/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Class="entr" nodeType="afterEffect" presetSubtype="0" presetID="1" grpId="19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2" fill="hold"/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Class="exit" nodeType="clickEffect" presetSubtype="0" presetID="1" grpId="20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6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Class="entr" nodeType="clickEffect" presetSubtype="0" presetID="1" grpId="2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0" fill="hold"/>
                                        <p:tgtEl>
                                          <p:spTgt spid="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Class="entr" nodeType="clickEffect" presetSubtype="0" presetID="1" grpId="2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4" fill="hold"/>
                                        <p:tgtEl>
                                          <p:spTgt spid="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Class="entr" nodeType="afterEffect" presetSubtype="0" presetID="1" grpId="2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7" fill="hold"/>
                                        <p:tgtEl>
                                          <p:spTgt spid="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Class="entr" nodeType="clickEffect" presetSubtype="0" presetID="1" grpId="2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1" fill="hold"/>
                                        <p:tgtEl>
                                          <p:spTgt spid="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Class="entr" nodeType="afterEffect" presetSubtype="0" presetID="1" grpId="2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4" fill="hold"/>
                                        <p:tgtEl>
                                          <p:spTgt spid="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Class="entr" nodeType="clickEffect" presetSubtype="0" presetID="1" grpId="2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8" fill="hold"/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Class="entr" nodeType="clickEffect" presetSubtype="0" presetID="1" grpId="27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2" fill="hold"/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Class="entr" nodeType="afterEffect" presetSubtype="0" presetID="1" grpId="28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5" fill="hold"/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Class="exit" nodeType="clickEffect" presetSubtype="0" presetID="1" grpId="29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9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Class="entr" nodeType="clickEffect" presetSubtype="0" presetID="1" grpId="30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3" fill="hold"/>
                                        <p:tgtEl>
                                          <p:spTgt spid="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Class="entr" nodeType="clickEffect" presetSubtype="0" presetID="1" grpId="3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7" fill="hold"/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Class="entr" nodeType="clickEffect" presetSubtype="0" presetID="1" grpId="3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1" fill="hold"/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Class="entr" nodeType="afterEffect" presetSubtype="0" presetID="1" grpId="3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4" fill="hold"/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Class="entr" nodeType="clickEffect" presetSubtype="0" presetID="1" grpId="3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8" fill="hold"/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Class="entr" nodeType="clickEffect" presetSubtype="0" presetID="1" grpId="3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32" fill="hold"/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Class="entr" nodeType="afterEffect" presetSubtype="0" presetID="1" grpId="3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35" fill="hold"/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Class="entr" nodeType="clickEffect" presetSubtype="0" presetID="1" grpId="37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39" fill="hold"/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Class="entr" nodeType="clickEffect" presetSubtype="0" presetID="1" grpId="38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3" fill="hold"/>
                                        <p:tgtEl>
                                          <p:spTgt spid="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Class="entr" nodeType="clickEffect" presetSubtype="0" presetID="1" grpId="39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7" fill="hold"/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301" grpId="20"/>
      <p:bldP build="whole" bldLvl="1" animBg="1" rev="0" advAuto="0" spid="274" grpId="38"/>
      <p:bldP build="whole" bldLvl="1" animBg="1" rev="0" advAuto="0" spid="267" grpId="26"/>
      <p:bldP build="whole" bldLvl="1" animBg="1" rev="0" advAuto="0" spid="258" grpId="9"/>
      <p:bldP build="whole" bldLvl="1" animBg="1" rev="0" advAuto="0" spid="303" grpId="29"/>
      <p:bldP build="whole" bldLvl="1" animBg="1" rev="0" advAuto="0" spid="269" grpId="28"/>
      <p:bldP build="whole" bldLvl="1" animBg="1" rev="0" advAuto="0" spid="264" grpId="19"/>
      <p:bldP build="whole" bldLvl="1" animBg="1" rev="0" advAuto="0" spid="300" grpId="16"/>
      <p:bldP build="whole" bldLvl="1" animBg="1" rev="0" advAuto="0" spid="272" grpId="35"/>
      <p:bldP build="whole" bldLvl="1" animBg="1" rev="0" advAuto="0" spid="299" grpId="15"/>
      <p:bldP build="whole" bldLvl="1" animBg="1" rev="0" advAuto="0" spid="304" grpId="30"/>
      <p:bldP build="whole" bldLvl="1" animBg="1" rev="0" advAuto="0" spid="283" grpId="3"/>
      <p:bldP build="whole" bldLvl="1" animBg="1" rev="0" advAuto="0" spid="262" grpId="17"/>
      <p:bldP build="whole" bldLvl="1" animBg="1" rev="0" advAuto="0" spid="302" grpId="14"/>
      <p:bldP build="whole" bldLvl="1" animBg="1" rev="0" advAuto="0" spid="287" grpId="5"/>
      <p:bldP build="whole" bldLvl="1" animBg="1" rev="0" advAuto="0" spid="270" grpId="32"/>
      <p:bldP build="whole" bldLvl="1" animBg="1" rev="0" advAuto="0" spid="292" grpId="25"/>
      <p:bldP build="whole" bldLvl="1" animBg="1" rev="0" advAuto="0" spid="278" grpId="6"/>
      <p:bldP build="whole" bldLvl="1" animBg="1" rev="0" advAuto="0" spid="283" grpId="11"/>
      <p:bldP build="whole" bldLvl="1" animBg="1" rev="0" advAuto="0" spid="254" grpId="34"/>
      <p:bldP build="whole" bldLvl="1" animBg="1" rev="0" advAuto="0" spid="291" grpId="24"/>
      <p:bldP build="whole" bldLvl="1" animBg="1" rev="0" advAuto="0" spid="288" grpId="23"/>
      <p:bldP build="whole" bldLvl="1" animBg="1" rev="0" advAuto="0" spid="268" grpId="27"/>
      <p:bldP build="whole" bldLvl="1" animBg="1" rev="0" advAuto="0" spid="286" grpId="4"/>
      <p:bldP build="whole" bldLvl="1" animBg="1" rev="0" advAuto="0" spid="273" grpId="36"/>
      <p:bldP build="whole" bldLvl="1" animBg="1" rev="0" advAuto="0" spid="259" grpId="10"/>
      <p:bldP build="whole" bldLvl="1" animBg="1" rev="0" advAuto="0" spid="282" grpId="2"/>
      <p:bldP build="whole" bldLvl="1" animBg="1" rev="0" advAuto="0" spid="248" grpId="31"/>
      <p:bldP build="whole" bldLvl="1" animBg="1" rev="0" advAuto="0" spid="271" grpId="33"/>
      <p:bldP build="whole" bldLvl="1" animBg="1" rev="0" advAuto="0" spid="279" grpId="7"/>
      <p:bldP build="whole" bldLvl="1" animBg="1" rev="0" advAuto="0" spid="295" grpId="22"/>
      <p:bldP build="whole" bldLvl="1" animBg="1" rev="0" advAuto="0" spid="251" grpId="8"/>
      <p:bldP build="whole" bldLvl="1" animBg="1" rev="0" advAuto="0" spid="279" grpId="13"/>
      <p:bldP build="whole" bldLvl="1" animBg="1" rev="0" advAuto="0" spid="257" grpId="37"/>
      <p:bldP build="whole" bldLvl="1" animBg="1" rev="0" advAuto="0" spid="245" grpId="1"/>
      <p:bldP build="whole" bldLvl="1" animBg="1" rev="0" advAuto="0" spid="301" grpId="12"/>
      <p:bldP build="whole" bldLvl="1" animBg="1" rev="0" advAuto="0" spid="275" grpId="39"/>
      <p:bldP build="whole" bldLvl="1" animBg="1" rev="0" advAuto="0" spid="263" grpId="18"/>
      <p:bldP build="whole" bldLvl="1" animBg="1" rev="0" advAuto="0" spid="303" grpId="2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Shape 989"/>
          <p:cNvSpPr txBox="1"/>
          <p:nvPr/>
        </p:nvSpPr>
        <p:spPr>
          <a:xfrm>
            <a:off x="2634827" y="180875"/>
            <a:ext cx="7735146" cy="952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8" algn="ctr" defTabSz="1295400">
              <a:spcBef>
                <a:spcPts val="1900"/>
              </a:spcBef>
              <a:defRPr sz="4800">
                <a:uFill>
                  <a:solidFill>
                    <a:srgbClr val="000000"/>
                  </a:solidFill>
                </a:u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普里姆算法－课堂练习</a:t>
            </a:r>
          </a:p>
        </p:txBody>
      </p:sp>
      <p:grpSp>
        <p:nvGrpSpPr>
          <p:cNvPr id="341" name="成组"/>
          <p:cNvGrpSpPr/>
          <p:nvPr/>
        </p:nvGrpSpPr>
        <p:grpSpPr>
          <a:xfrm>
            <a:off x="3612000" y="2600394"/>
            <a:ext cx="4569746" cy="2919751"/>
            <a:chOff x="0" y="0"/>
            <a:chExt cx="4569745" cy="2919750"/>
          </a:xfrm>
        </p:grpSpPr>
        <p:grpSp>
          <p:nvGrpSpPr>
            <p:cNvPr id="309" name="Group 950"/>
            <p:cNvGrpSpPr/>
            <p:nvPr/>
          </p:nvGrpSpPr>
          <p:grpSpPr>
            <a:xfrm>
              <a:off x="2095217" y="1540244"/>
              <a:ext cx="666049" cy="571221"/>
              <a:chOff x="0" y="0"/>
              <a:chExt cx="666048" cy="571219"/>
            </a:xfrm>
          </p:grpSpPr>
          <p:sp>
            <p:nvSpPr>
              <p:cNvPr id="307" name="Shape 948"/>
              <p:cNvSpPr/>
              <p:nvPr/>
            </p:nvSpPr>
            <p:spPr>
              <a:xfrm>
                <a:off x="0" y="0"/>
                <a:ext cx="666049" cy="571221"/>
              </a:xfrm>
              <a:prstGeom prst="ellipse">
                <a:avLst/>
              </a:prstGeom>
              <a:solidFill>
                <a:srgbClr val="FFFF99">
                  <a:alpha val="50195"/>
                </a:srgbClr>
              </a:solidFill>
              <a:ln w="28575" cap="sq">
                <a:solidFill>
                  <a:srgbClr val="9933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308" name="Shape 949"/>
              <p:cNvSpPr txBox="1"/>
              <p:nvPr/>
            </p:nvSpPr>
            <p:spPr>
              <a:xfrm>
                <a:off x="183964" y="82674"/>
                <a:ext cx="298117" cy="40615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 defTabSz="1295400">
                  <a:spcBef>
                    <a:spcPts val="1900"/>
                  </a:spcBef>
                  <a:defRPr b="1" sz="2400">
                    <a:solidFill>
                      <a:srgbClr val="800000"/>
                    </a:solidFill>
                    <a:uFill>
                      <a:solidFill>
                        <a:srgbClr val="800000"/>
                      </a:solidFill>
                    </a:uFill>
                  </a:defRPr>
                </a:lvl1pPr>
              </a:lstStyle>
              <a:p>
                <a:pPr/>
                <a:r>
                  <a:t>a</a:t>
                </a:r>
              </a:p>
            </p:txBody>
          </p:sp>
        </p:grpSp>
        <p:grpSp>
          <p:nvGrpSpPr>
            <p:cNvPr id="312" name="Group 953"/>
            <p:cNvGrpSpPr/>
            <p:nvPr/>
          </p:nvGrpSpPr>
          <p:grpSpPr>
            <a:xfrm>
              <a:off x="413172" y="871942"/>
              <a:ext cx="666049" cy="571221"/>
              <a:chOff x="0" y="0"/>
              <a:chExt cx="666048" cy="571219"/>
            </a:xfrm>
          </p:grpSpPr>
          <p:sp>
            <p:nvSpPr>
              <p:cNvPr id="310" name="Shape 951"/>
              <p:cNvSpPr/>
              <p:nvPr/>
            </p:nvSpPr>
            <p:spPr>
              <a:xfrm>
                <a:off x="0" y="0"/>
                <a:ext cx="666049" cy="571221"/>
              </a:xfrm>
              <a:prstGeom prst="ellipse">
                <a:avLst/>
              </a:prstGeom>
              <a:solidFill>
                <a:srgbClr val="FFFF99">
                  <a:alpha val="50195"/>
                </a:srgbClr>
              </a:solidFill>
              <a:ln w="28575" cap="sq">
                <a:solidFill>
                  <a:srgbClr val="9933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311" name="Shape 952"/>
              <p:cNvSpPr txBox="1"/>
              <p:nvPr/>
            </p:nvSpPr>
            <p:spPr>
              <a:xfrm>
                <a:off x="175406" y="82674"/>
                <a:ext cx="315232" cy="40615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 defTabSz="1295400">
                  <a:spcBef>
                    <a:spcPts val="1900"/>
                  </a:spcBef>
                  <a:defRPr b="1" sz="2400">
                    <a:solidFill>
                      <a:srgbClr val="800000"/>
                    </a:solidFill>
                    <a:uFill>
                      <a:solidFill>
                        <a:srgbClr val="800000"/>
                      </a:solidFill>
                    </a:uFill>
                  </a:defRPr>
                </a:lvl1pPr>
              </a:lstStyle>
              <a:p>
                <a:pPr/>
                <a:r>
                  <a:t>b</a:t>
                </a:r>
              </a:p>
            </p:txBody>
          </p:sp>
        </p:grpSp>
        <p:grpSp>
          <p:nvGrpSpPr>
            <p:cNvPr id="315" name="Group 956"/>
            <p:cNvGrpSpPr/>
            <p:nvPr/>
          </p:nvGrpSpPr>
          <p:grpSpPr>
            <a:xfrm>
              <a:off x="0" y="2206289"/>
              <a:ext cx="666047" cy="571220"/>
              <a:chOff x="0" y="0"/>
              <a:chExt cx="666046" cy="571219"/>
            </a:xfrm>
          </p:grpSpPr>
          <p:sp>
            <p:nvSpPr>
              <p:cNvPr id="313" name="Shape 954"/>
              <p:cNvSpPr/>
              <p:nvPr/>
            </p:nvSpPr>
            <p:spPr>
              <a:xfrm>
                <a:off x="-1" y="0"/>
                <a:ext cx="666048" cy="571221"/>
              </a:xfrm>
              <a:prstGeom prst="ellipse">
                <a:avLst/>
              </a:prstGeom>
              <a:solidFill>
                <a:srgbClr val="FFFF99">
                  <a:alpha val="50195"/>
                </a:srgbClr>
              </a:solidFill>
              <a:ln w="28575" cap="sq">
                <a:solidFill>
                  <a:srgbClr val="9933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314" name="Shape 955"/>
              <p:cNvSpPr txBox="1"/>
              <p:nvPr/>
            </p:nvSpPr>
            <p:spPr>
              <a:xfrm>
                <a:off x="195997" y="82674"/>
                <a:ext cx="281002" cy="40615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 defTabSz="1295400">
                  <a:spcBef>
                    <a:spcPts val="1900"/>
                  </a:spcBef>
                  <a:defRPr b="1" sz="2400">
                    <a:solidFill>
                      <a:srgbClr val="800000"/>
                    </a:solidFill>
                    <a:uFill>
                      <a:solidFill>
                        <a:srgbClr val="800000"/>
                      </a:solidFill>
                    </a:uFill>
                  </a:defRPr>
                </a:lvl1pPr>
              </a:lstStyle>
              <a:p>
                <a:pPr/>
                <a:r>
                  <a:t>c</a:t>
                </a:r>
              </a:p>
            </p:txBody>
          </p:sp>
        </p:grpSp>
        <p:grpSp>
          <p:nvGrpSpPr>
            <p:cNvPr id="318" name="Group 965"/>
            <p:cNvGrpSpPr/>
            <p:nvPr/>
          </p:nvGrpSpPr>
          <p:grpSpPr>
            <a:xfrm>
              <a:off x="3347720" y="2348530"/>
              <a:ext cx="666047" cy="571221"/>
              <a:chOff x="0" y="0"/>
              <a:chExt cx="666046" cy="571220"/>
            </a:xfrm>
          </p:grpSpPr>
          <p:sp>
            <p:nvSpPr>
              <p:cNvPr id="316" name="Shape 963"/>
              <p:cNvSpPr/>
              <p:nvPr/>
            </p:nvSpPr>
            <p:spPr>
              <a:xfrm>
                <a:off x="-1" y="0"/>
                <a:ext cx="666048" cy="571221"/>
              </a:xfrm>
              <a:prstGeom prst="ellipse">
                <a:avLst/>
              </a:prstGeom>
              <a:solidFill>
                <a:srgbClr val="FFFF99">
                  <a:alpha val="50195"/>
                </a:srgbClr>
              </a:solidFill>
              <a:ln w="28575" cap="sq">
                <a:solidFill>
                  <a:srgbClr val="9933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317" name="Shape 964"/>
              <p:cNvSpPr txBox="1"/>
              <p:nvPr/>
            </p:nvSpPr>
            <p:spPr>
              <a:xfrm>
                <a:off x="193085" y="82674"/>
                <a:ext cx="281002" cy="40615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 defTabSz="1295400">
                  <a:spcBef>
                    <a:spcPts val="1900"/>
                  </a:spcBef>
                  <a:defRPr b="1" sz="2400">
                    <a:solidFill>
                      <a:srgbClr val="800000"/>
                    </a:solidFill>
                    <a:uFill>
                      <a:solidFill>
                        <a:srgbClr val="800000"/>
                      </a:solidFill>
                    </a:uFill>
                  </a:defRPr>
                </a:lvl1pPr>
              </a:lstStyle>
              <a:p>
                <a:pPr/>
                <a:r>
                  <a:t>e</a:t>
                </a:r>
              </a:p>
            </p:txBody>
          </p:sp>
        </p:grpSp>
        <p:grpSp>
          <p:nvGrpSpPr>
            <p:cNvPr id="321" name="Group 971"/>
            <p:cNvGrpSpPr/>
            <p:nvPr/>
          </p:nvGrpSpPr>
          <p:grpSpPr>
            <a:xfrm>
              <a:off x="3903697" y="492635"/>
              <a:ext cx="666049" cy="571221"/>
              <a:chOff x="0" y="0"/>
              <a:chExt cx="666048" cy="571219"/>
            </a:xfrm>
          </p:grpSpPr>
          <p:sp>
            <p:nvSpPr>
              <p:cNvPr id="319" name="Shape 969"/>
              <p:cNvSpPr/>
              <p:nvPr/>
            </p:nvSpPr>
            <p:spPr>
              <a:xfrm>
                <a:off x="0" y="0"/>
                <a:ext cx="666049" cy="571221"/>
              </a:xfrm>
              <a:prstGeom prst="ellipse">
                <a:avLst/>
              </a:prstGeom>
              <a:solidFill>
                <a:srgbClr val="FFFF99">
                  <a:alpha val="50195"/>
                </a:srgbClr>
              </a:solidFill>
              <a:ln w="28575" cap="sq">
                <a:solidFill>
                  <a:srgbClr val="9933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320" name="Shape 970"/>
              <p:cNvSpPr txBox="1"/>
              <p:nvPr/>
            </p:nvSpPr>
            <p:spPr>
              <a:xfrm>
                <a:off x="209414" y="82674"/>
                <a:ext cx="247218" cy="40615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 defTabSz="1295400">
                  <a:spcBef>
                    <a:spcPts val="1900"/>
                  </a:spcBef>
                  <a:defRPr b="1" sz="2400">
                    <a:solidFill>
                      <a:srgbClr val="800000"/>
                    </a:solidFill>
                    <a:uFill>
                      <a:solidFill>
                        <a:srgbClr val="800000"/>
                      </a:solidFill>
                    </a:uFill>
                  </a:defRPr>
                </a:lvl1pPr>
              </a:lstStyle>
              <a:p>
                <a:pPr/>
                <a:r>
                  <a:t>f</a:t>
                </a:r>
              </a:p>
            </p:txBody>
          </p:sp>
        </p:grpSp>
        <p:sp>
          <p:nvSpPr>
            <p:cNvPr id="322" name="Shape 972"/>
            <p:cNvSpPr/>
            <p:nvPr/>
          </p:nvSpPr>
          <p:spPr>
            <a:xfrm flipH="1">
              <a:off x="666044" y="1919552"/>
              <a:ext cx="1429175" cy="476393"/>
            </a:xfrm>
            <a:prstGeom prst="line">
              <a:avLst/>
            </a:prstGeom>
            <a:noFill/>
            <a:ln w="12700" cap="sq">
              <a:solidFill>
                <a:srgbClr val="8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23" name="Shape 974"/>
            <p:cNvSpPr/>
            <p:nvPr/>
          </p:nvSpPr>
          <p:spPr>
            <a:xfrm>
              <a:off x="2856088" y="397808"/>
              <a:ext cx="1041402" cy="284482"/>
            </a:xfrm>
            <a:prstGeom prst="line">
              <a:avLst/>
            </a:prstGeom>
            <a:noFill/>
            <a:ln w="12700" cap="sq">
              <a:solidFill>
                <a:srgbClr val="8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24" name="Shape 978"/>
            <p:cNvSpPr/>
            <p:nvPr/>
          </p:nvSpPr>
          <p:spPr>
            <a:xfrm>
              <a:off x="2697762" y="1983052"/>
              <a:ext cx="760873" cy="476393"/>
            </a:xfrm>
            <a:prstGeom prst="line">
              <a:avLst/>
            </a:prstGeom>
            <a:noFill/>
            <a:ln w="12700" cap="sq">
              <a:solidFill>
                <a:srgbClr val="8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25" name="Shape 980"/>
            <p:cNvSpPr/>
            <p:nvPr/>
          </p:nvSpPr>
          <p:spPr>
            <a:xfrm flipH="1">
              <a:off x="3903697" y="1063853"/>
              <a:ext cx="381567" cy="1332091"/>
            </a:xfrm>
            <a:prstGeom prst="line">
              <a:avLst/>
            </a:prstGeom>
            <a:noFill/>
            <a:ln w="12700" cap="sq">
              <a:solidFill>
                <a:srgbClr val="8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grpSp>
          <p:nvGrpSpPr>
            <p:cNvPr id="328" name="Group 983"/>
            <p:cNvGrpSpPr/>
            <p:nvPr/>
          </p:nvGrpSpPr>
          <p:grpSpPr>
            <a:xfrm>
              <a:off x="2190044" y="111070"/>
              <a:ext cx="666049" cy="571221"/>
              <a:chOff x="0" y="0"/>
              <a:chExt cx="666048" cy="571220"/>
            </a:xfrm>
          </p:grpSpPr>
          <p:sp>
            <p:nvSpPr>
              <p:cNvPr id="326" name="Shape 981"/>
              <p:cNvSpPr/>
              <p:nvPr/>
            </p:nvSpPr>
            <p:spPr>
              <a:xfrm>
                <a:off x="0" y="0"/>
                <a:ext cx="666049" cy="571221"/>
              </a:xfrm>
              <a:prstGeom prst="ellipse">
                <a:avLst/>
              </a:prstGeom>
              <a:solidFill>
                <a:srgbClr val="FFFF99">
                  <a:alpha val="50195"/>
                </a:srgbClr>
              </a:solidFill>
              <a:ln w="28575" cap="sq">
                <a:solidFill>
                  <a:srgbClr val="9933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327" name="Shape 982"/>
              <p:cNvSpPr txBox="1"/>
              <p:nvPr/>
            </p:nvSpPr>
            <p:spPr>
              <a:xfrm>
                <a:off x="175407" y="82674"/>
                <a:ext cx="315232" cy="40615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 defTabSz="1295400">
                  <a:spcBef>
                    <a:spcPts val="1900"/>
                  </a:spcBef>
                  <a:defRPr b="1" sz="2400">
                    <a:solidFill>
                      <a:srgbClr val="800000"/>
                    </a:solidFill>
                    <a:uFill>
                      <a:solidFill>
                        <a:srgbClr val="800000"/>
                      </a:solidFill>
                    </a:uFill>
                  </a:defRPr>
                </a:lvl1pPr>
              </a:lstStyle>
              <a:p>
                <a:pPr/>
                <a:r>
                  <a:t>d</a:t>
                </a:r>
              </a:p>
            </p:txBody>
          </p:sp>
        </p:grpSp>
        <p:sp>
          <p:nvSpPr>
            <p:cNvPr id="329" name="Shape 984"/>
            <p:cNvSpPr/>
            <p:nvPr/>
          </p:nvSpPr>
          <p:spPr>
            <a:xfrm flipV="1">
              <a:off x="1031803" y="429417"/>
              <a:ext cx="1142439" cy="571220"/>
            </a:xfrm>
            <a:prstGeom prst="line">
              <a:avLst/>
            </a:prstGeom>
            <a:noFill/>
            <a:ln w="12700" cap="sq">
              <a:solidFill>
                <a:srgbClr val="8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30" name="Shape 985"/>
            <p:cNvSpPr/>
            <p:nvPr/>
          </p:nvSpPr>
          <p:spPr>
            <a:xfrm>
              <a:off x="1047608" y="1257175"/>
              <a:ext cx="1142438" cy="381566"/>
            </a:xfrm>
            <a:prstGeom prst="line">
              <a:avLst/>
            </a:prstGeom>
            <a:noFill/>
            <a:ln w="12700" cap="sq">
              <a:solidFill>
                <a:srgbClr val="8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31" name="Shape 986"/>
            <p:cNvSpPr/>
            <p:nvPr/>
          </p:nvSpPr>
          <p:spPr>
            <a:xfrm flipH="1">
              <a:off x="2666436" y="930644"/>
              <a:ext cx="1225975" cy="698502"/>
            </a:xfrm>
            <a:prstGeom prst="line">
              <a:avLst/>
            </a:prstGeom>
            <a:noFill/>
            <a:ln w="12700" cap="sq">
              <a:solidFill>
                <a:srgbClr val="8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32" name="Shape 987"/>
            <p:cNvSpPr/>
            <p:nvPr/>
          </p:nvSpPr>
          <p:spPr>
            <a:xfrm flipH="1">
              <a:off x="381564" y="1443159"/>
              <a:ext cx="232553" cy="763131"/>
            </a:xfrm>
            <a:prstGeom prst="line">
              <a:avLst/>
            </a:prstGeom>
            <a:noFill/>
            <a:ln w="12700" cap="sq">
              <a:solidFill>
                <a:srgbClr val="8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33" name="Shape 990"/>
            <p:cNvSpPr txBox="1"/>
            <p:nvPr/>
          </p:nvSpPr>
          <p:spPr>
            <a:xfrm>
              <a:off x="1331149" y="253999"/>
              <a:ext cx="476900" cy="4315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marR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10</a:t>
              </a:r>
            </a:p>
          </p:txBody>
        </p:sp>
        <p:sp>
          <p:nvSpPr>
            <p:cNvPr id="334" name="Shape 991"/>
            <p:cNvSpPr txBox="1"/>
            <p:nvPr/>
          </p:nvSpPr>
          <p:spPr>
            <a:xfrm>
              <a:off x="3172650" y="0"/>
              <a:ext cx="476900" cy="43155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marR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18</a:t>
              </a:r>
            </a:p>
          </p:txBody>
        </p:sp>
        <p:sp>
          <p:nvSpPr>
            <p:cNvPr id="335" name="Shape 992"/>
            <p:cNvSpPr txBox="1"/>
            <p:nvPr/>
          </p:nvSpPr>
          <p:spPr>
            <a:xfrm>
              <a:off x="2829749" y="2184399"/>
              <a:ext cx="324500" cy="4315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marR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3</a:t>
              </a:r>
            </a:p>
          </p:txBody>
        </p:sp>
        <p:sp>
          <p:nvSpPr>
            <p:cNvPr id="336" name="Shape 993"/>
            <p:cNvSpPr txBox="1"/>
            <p:nvPr/>
          </p:nvSpPr>
          <p:spPr>
            <a:xfrm>
              <a:off x="111949" y="1587499"/>
              <a:ext cx="324500" cy="4315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marR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5</a:t>
              </a:r>
            </a:p>
          </p:txBody>
        </p:sp>
        <p:sp>
          <p:nvSpPr>
            <p:cNvPr id="337" name="Shape 994"/>
            <p:cNvSpPr txBox="1"/>
            <p:nvPr/>
          </p:nvSpPr>
          <p:spPr>
            <a:xfrm>
              <a:off x="1077149" y="2275557"/>
              <a:ext cx="324500" cy="4315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marR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9</a:t>
              </a:r>
            </a:p>
          </p:txBody>
        </p:sp>
        <p:sp>
          <p:nvSpPr>
            <p:cNvPr id="338" name="Shape 1000"/>
            <p:cNvSpPr txBox="1"/>
            <p:nvPr/>
          </p:nvSpPr>
          <p:spPr>
            <a:xfrm>
              <a:off x="3159950" y="1168399"/>
              <a:ext cx="324500" cy="4315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marR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5</a:t>
              </a:r>
            </a:p>
          </p:txBody>
        </p:sp>
        <p:sp>
          <p:nvSpPr>
            <p:cNvPr id="339" name="Shape 994"/>
            <p:cNvSpPr txBox="1"/>
            <p:nvPr/>
          </p:nvSpPr>
          <p:spPr>
            <a:xfrm>
              <a:off x="1331149" y="1373857"/>
              <a:ext cx="324500" cy="4315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marR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6</a:t>
              </a:r>
            </a:p>
          </p:txBody>
        </p:sp>
        <p:sp>
          <p:nvSpPr>
            <p:cNvPr id="340" name="Shape 1000"/>
            <p:cNvSpPr txBox="1"/>
            <p:nvPr/>
          </p:nvSpPr>
          <p:spPr>
            <a:xfrm>
              <a:off x="4074350" y="1587499"/>
              <a:ext cx="324500" cy="4315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marR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7</a:t>
              </a:r>
            </a:p>
          </p:txBody>
        </p:sp>
      </p:grpSp>
      <p:sp>
        <p:nvSpPr>
          <p:cNvPr id="342" name="参照Dijsktra算法画出Prim算法的数组p[]和d[]的变化过程。"/>
          <p:cNvSpPr txBox="1"/>
          <p:nvPr/>
        </p:nvSpPr>
        <p:spPr>
          <a:xfrm>
            <a:off x="326700" y="1663700"/>
            <a:ext cx="9887042" cy="635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参照Dijsktra算法画出Prim算法的数组p[]和d[]的变化过程。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Shape 989"/>
          <p:cNvSpPr txBox="1"/>
          <p:nvPr/>
        </p:nvSpPr>
        <p:spPr>
          <a:xfrm>
            <a:off x="2634827" y="180875"/>
            <a:ext cx="7735146" cy="952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8" algn="ctr" defTabSz="1295400">
              <a:spcBef>
                <a:spcPts val="1900"/>
              </a:spcBef>
              <a:defRPr sz="4800">
                <a:uFill>
                  <a:solidFill>
                    <a:srgbClr val="000000"/>
                  </a:solidFill>
                </a:u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算法分析</a:t>
            </a:r>
          </a:p>
        </p:txBody>
      </p:sp>
      <p:sp>
        <p:nvSpPr>
          <p:cNvPr id="345" name="使用二叉堆实现的时间复杂度…"/>
          <p:cNvSpPr txBox="1"/>
          <p:nvPr/>
        </p:nvSpPr>
        <p:spPr>
          <a:xfrm>
            <a:off x="236950" y="4344994"/>
            <a:ext cx="8043462" cy="25876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indent="0">
              <a:lnSpc>
                <a:spcPct val="120000"/>
              </a:lnSpc>
            </a:pPr>
            <a:r>
              <a:t>使用二叉堆实现的时间复杂度</a:t>
            </a:r>
          </a:p>
          <a:p>
            <a:pPr lvl="1" marL="681789" indent="-300789">
              <a:lnSpc>
                <a:spcPct val="120000"/>
              </a:lnSpc>
              <a:buSzPct val="60000"/>
              <a:buBlip>
                <a:blip r:embed="rId2"/>
              </a:buBlip>
            </a:pPr>
            <a:r>
              <a:t>找加入的结点及修改权重，log(|V|)，|V|-1次</a:t>
            </a:r>
          </a:p>
          <a:p>
            <a:pPr lvl="1" marL="681789" indent="-300789">
              <a:lnSpc>
                <a:spcPct val="120000"/>
              </a:lnSpc>
              <a:buSzPct val="60000"/>
              <a:buBlip>
                <a:blip r:embed="rId2"/>
              </a:buBlip>
            </a:pPr>
            <a:r>
              <a:t>找邻接点，总计|E|</a:t>
            </a:r>
          </a:p>
          <a:p>
            <a:pPr lvl="1" marL="681789" indent="-300789">
              <a:lnSpc>
                <a:spcPct val="120000"/>
              </a:lnSpc>
              <a:buSzPct val="60000"/>
              <a:buBlip>
                <a:blip r:embed="rId2"/>
              </a:buBlip>
            </a:pPr>
            <a:r>
              <a:t>结论|V|log|V| + |E|log|V|</a:t>
            </a:r>
          </a:p>
        </p:txBody>
      </p:sp>
      <p:sp>
        <p:nvSpPr>
          <p:cNvPr id="346" name="Prim算法从只有一个顶点的树开始，贪心的选择权重最小的边，向树中…"/>
          <p:cNvSpPr txBox="1"/>
          <p:nvPr/>
        </p:nvSpPr>
        <p:spPr>
          <a:xfrm>
            <a:off x="236950" y="1614051"/>
            <a:ext cx="11904279" cy="24624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indent="0">
              <a:lnSpc>
                <a:spcPct val="120000"/>
              </a:lnSpc>
            </a:pPr>
            <a:r>
              <a:t>Prim算法从只有一个顶点的树开始，贪心的选择权重最小的边，向树中</a:t>
            </a:r>
          </a:p>
          <a:p>
            <a:pPr indent="0">
              <a:lnSpc>
                <a:spcPct val="120000"/>
              </a:lnSpc>
            </a:pPr>
            <a:r>
              <a:t>“嫁接”边和点，让树逐步长大，最终形成原图的最小生成树。</a:t>
            </a:r>
          </a:p>
          <a:p>
            <a:pPr indent="0">
              <a:lnSpc>
                <a:spcPct val="120000"/>
              </a:lnSpc>
            </a:pPr>
          </a:p>
          <a:p>
            <a:pPr indent="0">
              <a:lnSpc>
                <a:spcPct val="120000"/>
              </a:lnSpc>
            </a:pPr>
            <a:r>
              <a:t>Prim算法的时间复杂度与使用的</a:t>
            </a:r>
            <a:r>
              <a:rPr>
                <a:solidFill>
                  <a:schemeClr val="accent1"/>
                </a:solidFill>
              </a:rPr>
              <a:t>数据结构</a:t>
            </a:r>
            <a:r>
              <a:t>有关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Shape 882"/>
          <p:cNvSpPr txBox="1"/>
          <p:nvPr/>
        </p:nvSpPr>
        <p:spPr>
          <a:xfrm>
            <a:off x="2716653" y="166266"/>
            <a:ext cx="7988053" cy="9837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8" algn="ctr" defTabSz="1295400">
              <a:spcBef>
                <a:spcPts val="1900"/>
              </a:spcBef>
              <a:defRPr sz="4800">
                <a:uFill>
                  <a:solidFill>
                    <a:srgbClr val="000000"/>
                  </a:solidFill>
                </a:u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克鲁斯卡尔(Kruskal)算法</a:t>
            </a:r>
          </a:p>
        </p:txBody>
      </p:sp>
      <p:pic>
        <p:nvPicPr>
          <p:cNvPr id="349" name="image.pdf" descr="image.pdf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2718061" y="9706185"/>
            <a:ext cx="647702" cy="519291"/>
          </a:xfrm>
          <a:prstGeom prst="rect">
            <a:avLst/>
          </a:prstGeom>
          <a:ln w="12700">
            <a:miter lim="400000"/>
          </a:ln>
        </p:spPr>
      </p:pic>
      <p:sp>
        <p:nvSpPr>
          <p:cNvPr id="350" name="Shape 884"/>
          <p:cNvSpPr txBox="1"/>
          <p:nvPr/>
        </p:nvSpPr>
        <p:spPr>
          <a:xfrm>
            <a:off x="794172" y="1658708"/>
            <a:ext cx="11366503" cy="52288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>
              <a:lnSpc>
                <a:spcPct val="120000"/>
              </a:lnSpc>
            </a:pPr>
            <a:r>
              <a:t>1、用|V|个集合表示|V|个不同的连通分量。初始时，每个顶点属于</a:t>
            </a:r>
          </a:p>
          <a:p>
            <a:pPr>
              <a:lnSpc>
                <a:spcPct val="120000"/>
              </a:lnSpc>
            </a:pPr>
            <a:r>
              <a:t>      一个连通分量</a:t>
            </a:r>
          </a:p>
          <a:p>
            <a:pPr>
              <a:lnSpc>
                <a:spcPct val="120000"/>
              </a:lnSpc>
            </a:pPr>
            <a:r>
              <a:t>2、∅ ⇒ A,  A是构成最小生成树边的集合</a:t>
            </a:r>
          </a:p>
          <a:p>
            <a:pPr>
              <a:lnSpc>
                <a:spcPct val="120000"/>
              </a:lnSpc>
            </a:pPr>
            <a:r>
              <a:t>3、重复以下的操作直至A包含了n-1条边：</a:t>
            </a:r>
          </a:p>
          <a:p>
            <a:pPr>
              <a:lnSpc>
                <a:spcPct val="120000"/>
              </a:lnSpc>
            </a:pPr>
            <a:r>
              <a:t>      3.1、取下一条权值最小的边&lt;u, v&gt;(</a:t>
            </a:r>
            <a:r>
              <a:rPr>
                <a:solidFill>
                  <a:schemeClr val="accent1"/>
                </a:solidFill>
              </a:rPr>
              <a:t>贪心</a:t>
            </a:r>
            <a:r>
              <a:t>)</a:t>
            </a:r>
          </a:p>
          <a:p>
            <a:pPr>
              <a:lnSpc>
                <a:spcPct val="120000"/>
              </a:lnSpc>
            </a:pPr>
            <a:r>
              <a:t>      3.2、若</a:t>
            </a:r>
            <a:r>
              <a:rPr>
                <a:solidFill>
                  <a:schemeClr val="accent1"/>
                </a:solidFill>
              </a:rPr>
              <a:t>u、v属于不同的集合</a:t>
            </a:r>
            <a:r>
              <a:t>，则A = A ∪ {&lt;u, v&gt;}，</a:t>
            </a:r>
          </a:p>
          <a:p>
            <a:pPr>
              <a:lnSpc>
                <a:spcPct val="120000"/>
              </a:lnSpc>
            </a:pPr>
            <a:r>
              <a:t>                           并且</a:t>
            </a:r>
            <a:r>
              <a:rPr>
                <a:solidFill>
                  <a:schemeClr val="accent1"/>
                </a:solidFill>
              </a:rPr>
              <a:t>合并</a:t>
            </a:r>
            <a:r>
              <a:t>u、v所属的集合</a:t>
            </a:r>
          </a:p>
          <a:p>
            <a:pPr>
              <a:lnSpc>
                <a:spcPct val="120000"/>
              </a:lnSpc>
            </a:pPr>
            <a:r>
              <a:t>               否则，不做任何操作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Shape 945"/>
          <p:cNvSpPr/>
          <p:nvPr/>
        </p:nvSpPr>
        <p:spPr>
          <a:xfrm flipH="1">
            <a:off x="6684574" y="6311332"/>
            <a:ext cx="1022775" cy="715718"/>
          </a:xfrm>
          <a:prstGeom prst="line">
            <a:avLst/>
          </a:prstGeom>
          <a:ln w="63500">
            <a:solidFill>
              <a:srgbClr val="800000"/>
            </a:solidFill>
          </a:ln>
        </p:spPr>
        <p:txBody>
          <a:bodyPr lIns="45718" tIns="45718" rIns="45718" bIns="45718"/>
          <a:lstStyle/>
          <a:p>
            <a:pPr marR="57798" defTabSz="1295400"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pic>
        <p:nvPicPr>
          <p:cNvPr id="353" name="image.pdf" descr="image.pdf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2718061" y="9706185"/>
            <a:ext cx="647702" cy="519291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356" name="Group 890"/>
          <p:cNvGrpSpPr/>
          <p:nvPr/>
        </p:nvGrpSpPr>
        <p:grpSpPr>
          <a:xfrm>
            <a:off x="4541942" y="3355195"/>
            <a:ext cx="526067" cy="540458"/>
            <a:chOff x="0" y="0"/>
            <a:chExt cx="526065" cy="540456"/>
          </a:xfrm>
        </p:grpSpPr>
        <p:sp>
          <p:nvSpPr>
            <p:cNvPr id="354" name="Shape 888"/>
            <p:cNvSpPr/>
            <p:nvPr/>
          </p:nvSpPr>
          <p:spPr>
            <a:xfrm>
              <a:off x="0" y="4375"/>
              <a:ext cx="526066" cy="514777"/>
            </a:xfrm>
            <a:prstGeom prst="ellipse">
              <a:avLst/>
            </a:prstGeom>
            <a:solidFill>
              <a:srgbClr val="CCFFCC"/>
            </a:solidFill>
            <a:ln w="28575" cap="sq">
              <a:solidFill>
                <a:srgbClr val="1F497D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55" name="Shape 889"/>
            <p:cNvSpPr txBox="1"/>
            <p:nvPr/>
          </p:nvSpPr>
          <p:spPr>
            <a:xfrm>
              <a:off x="82222" y="0"/>
              <a:ext cx="361617" cy="54045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38100" tIns="38100" rIns="38100" bIns="38100" numCol="1" anchor="ctr">
              <a:spAutoFit/>
            </a:bodyPr>
            <a:lstStyle>
              <a:lvl1pPr marR="56816" indent="56816" algn="ctr" defTabSz="1295400">
                <a:spcBef>
                  <a:spcPts val="1900"/>
                </a:spcBef>
                <a:defRPr b="1" sz="3400">
                  <a:solidFill>
                    <a:srgbClr val="1F497D"/>
                  </a:solidFill>
                  <a:uFill>
                    <a:solidFill>
                      <a:srgbClr val="1F497D"/>
                    </a:solidFill>
                  </a:uFill>
                </a:defRPr>
              </a:lvl1pPr>
            </a:lstStyle>
            <a:p>
              <a:pPr/>
              <a:r>
                <a:t>a</a:t>
              </a:r>
            </a:p>
          </p:txBody>
        </p:sp>
      </p:grpSp>
      <p:grpSp>
        <p:nvGrpSpPr>
          <p:cNvPr id="359" name="Group 893"/>
          <p:cNvGrpSpPr/>
          <p:nvPr/>
        </p:nvGrpSpPr>
        <p:grpSpPr>
          <a:xfrm>
            <a:off x="7319009" y="3381441"/>
            <a:ext cx="526067" cy="540458"/>
            <a:chOff x="0" y="0"/>
            <a:chExt cx="526065" cy="540456"/>
          </a:xfrm>
        </p:grpSpPr>
        <p:sp>
          <p:nvSpPr>
            <p:cNvPr id="357" name="Shape 891"/>
            <p:cNvSpPr/>
            <p:nvPr/>
          </p:nvSpPr>
          <p:spPr>
            <a:xfrm>
              <a:off x="0" y="15100"/>
              <a:ext cx="526066" cy="514777"/>
            </a:xfrm>
            <a:prstGeom prst="ellipse">
              <a:avLst/>
            </a:prstGeom>
            <a:solidFill>
              <a:srgbClr val="CCFFCC"/>
            </a:solidFill>
            <a:ln w="28575" cap="sq">
              <a:solidFill>
                <a:srgbClr val="1F497D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58" name="Shape 892"/>
            <p:cNvSpPr txBox="1"/>
            <p:nvPr/>
          </p:nvSpPr>
          <p:spPr>
            <a:xfrm>
              <a:off x="70098" y="0"/>
              <a:ext cx="385863" cy="54045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38100" tIns="38100" rIns="38100" bIns="38100" numCol="1" anchor="ctr">
              <a:spAutoFit/>
            </a:bodyPr>
            <a:lstStyle>
              <a:lvl1pPr marR="56816" indent="56816" algn="ctr" defTabSz="1295400">
                <a:spcBef>
                  <a:spcPts val="1900"/>
                </a:spcBef>
                <a:defRPr b="1" sz="3400">
                  <a:solidFill>
                    <a:srgbClr val="1F497D"/>
                  </a:solidFill>
                  <a:uFill>
                    <a:solidFill>
                      <a:srgbClr val="1F497D"/>
                    </a:solidFill>
                  </a:uFill>
                </a:defRPr>
              </a:lvl1pPr>
            </a:lstStyle>
            <a:p>
              <a:pPr/>
              <a:r>
                <a:t>b</a:t>
              </a:r>
            </a:p>
          </p:txBody>
        </p:sp>
      </p:grpSp>
      <p:grpSp>
        <p:nvGrpSpPr>
          <p:cNvPr id="362" name="Group 896"/>
          <p:cNvGrpSpPr/>
          <p:nvPr/>
        </p:nvGrpSpPr>
        <p:grpSpPr>
          <a:xfrm>
            <a:off x="9080076" y="4210892"/>
            <a:ext cx="520702" cy="540458"/>
            <a:chOff x="0" y="0"/>
            <a:chExt cx="520701" cy="540456"/>
          </a:xfrm>
        </p:grpSpPr>
        <p:sp>
          <p:nvSpPr>
            <p:cNvPr id="360" name="Shape 894"/>
            <p:cNvSpPr/>
            <p:nvPr/>
          </p:nvSpPr>
          <p:spPr>
            <a:xfrm>
              <a:off x="0" y="9737"/>
              <a:ext cx="520702" cy="514777"/>
            </a:xfrm>
            <a:prstGeom prst="ellipse">
              <a:avLst/>
            </a:prstGeom>
            <a:solidFill>
              <a:srgbClr val="CCFFCC"/>
            </a:solidFill>
            <a:ln w="28575" cap="sq">
              <a:solidFill>
                <a:srgbClr val="1F497D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61" name="Shape 895"/>
            <p:cNvSpPr txBox="1"/>
            <p:nvPr/>
          </p:nvSpPr>
          <p:spPr>
            <a:xfrm>
              <a:off x="93216" y="0"/>
              <a:ext cx="337370" cy="54045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38100" tIns="38100" rIns="38100" bIns="38100" numCol="1" anchor="ctr">
              <a:spAutoFit/>
            </a:bodyPr>
            <a:lstStyle>
              <a:lvl1pPr marR="56816" indent="56816" algn="ctr" defTabSz="1295400">
                <a:spcBef>
                  <a:spcPts val="1900"/>
                </a:spcBef>
                <a:defRPr b="1" sz="3400">
                  <a:solidFill>
                    <a:srgbClr val="1F497D"/>
                  </a:solidFill>
                  <a:uFill>
                    <a:solidFill>
                      <a:srgbClr val="1F497D"/>
                    </a:solidFill>
                  </a:uFill>
                </a:defRPr>
              </a:lvl1pPr>
            </a:lstStyle>
            <a:p>
              <a:pPr/>
              <a:r>
                <a:t>c</a:t>
              </a:r>
            </a:p>
          </p:txBody>
        </p:sp>
      </p:grpSp>
      <p:grpSp>
        <p:nvGrpSpPr>
          <p:cNvPr id="365" name="Group 899"/>
          <p:cNvGrpSpPr/>
          <p:nvPr/>
        </p:nvGrpSpPr>
        <p:grpSpPr>
          <a:xfrm>
            <a:off x="7578653" y="5890679"/>
            <a:ext cx="520703" cy="540458"/>
            <a:chOff x="0" y="0"/>
            <a:chExt cx="520701" cy="540456"/>
          </a:xfrm>
        </p:grpSpPr>
        <p:sp>
          <p:nvSpPr>
            <p:cNvPr id="363" name="Shape 897"/>
            <p:cNvSpPr/>
            <p:nvPr/>
          </p:nvSpPr>
          <p:spPr>
            <a:xfrm>
              <a:off x="0" y="9737"/>
              <a:ext cx="520702" cy="514777"/>
            </a:xfrm>
            <a:prstGeom prst="ellipse">
              <a:avLst/>
            </a:prstGeom>
            <a:solidFill>
              <a:srgbClr val="CCFFCC"/>
            </a:solidFill>
            <a:ln w="28575" cap="sq">
              <a:solidFill>
                <a:srgbClr val="1F497D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64" name="Shape 898"/>
            <p:cNvSpPr txBox="1"/>
            <p:nvPr/>
          </p:nvSpPr>
          <p:spPr>
            <a:xfrm>
              <a:off x="68970" y="0"/>
              <a:ext cx="385863" cy="54045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38100" tIns="38100" rIns="38100" bIns="38100" numCol="1" anchor="ctr">
              <a:spAutoFit/>
            </a:bodyPr>
            <a:lstStyle>
              <a:lvl1pPr marR="56816" indent="56816" algn="ctr" defTabSz="1295400">
                <a:spcBef>
                  <a:spcPts val="1900"/>
                </a:spcBef>
                <a:defRPr b="1" sz="3400">
                  <a:solidFill>
                    <a:srgbClr val="1F497D"/>
                  </a:solidFill>
                  <a:uFill>
                    <a:solidFill>
                      <a:srgbClr val="1F497D"/>
                    </a:solidFill>
                  </a:uFill>
                </a:defRPr>
              </a:lvl1pPr>
            </a:lstStyle>
            <a:p>
              <a:pPr/>
              <a:r>
                <a:t>d</a:t>
              </a:r>
            </a:p>
          </p:txBody>
        </p:sp>
      </p:grpSp>
      <p:grpSp>
        <p:nvGrpSpPr>
          <p:cNvPr id="368" name="Group 902"/>
          <p:cNvGrpSpPr/>
          <p:nvPr/>
        </p:nvGrpSpPr>
        <p:grpSpPr>
          <a:xfrm>
            <a:off x="5892093" y="4928866"/>
            <a:ext cx="528323" cy="540458"/>
            <a:chOff x="0" y="0"/>
            <a:chExt cx="528322" cy="540456"/>
          </a:xfrm>
        </p:grpSpPr>
        <p:sp>
          <p:nvSpPr>
            <p:cNvPr id="366" name="Shape 900"/>
            <p:cNvSpPr/>
            <p:nvPr/>
          </p:nvSpPr>
          <p:spPr>
            <a:xfrm>
              <a:off x="0" y="9737"/>
              <a:ext cx="528323" cy="514777"/>
            </a:xfrm>
            <a:prstGeom prst="ellipse">
              <a:avLst/>
            </a:prstGeom>
            <a:solidFill>
              <a:srgbClr val="CCFFCC"/>
            </a:solidFill>
            <a:ln w="28575" cap="sq">
              <a:solidFill>
                <a:srgbClr val="1F497D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67" name="Shape 901"/>
            <p:cNvSpPr txBox="1"/>
            <p:nvPr/>
          </p:nvSpPr>
          <p:spPr>
            <a:xfrm>
              <a:off x="95475" y="0"/>
              <a:ext cx="337370" cy="54045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38100" tIns="38100" rIns="38100" bIns="38100" numCol="1" anchor="ctr">
              <a:spAutoFit/>
            </a:bodyPr>
            <a:lstStyle>
              <a:lvl1pPr marR="56816" indent="56816" algn="ctr" defTabSz="1295400">
                <a:spcBef>
                  <a:spcPts val="1900"/>
                </a:spcBef>
                <a:defRPr b="1" sz="3400">
                  <a:solidFill>
                    <a:srgbClr val="1F497D"/>
                  </a:solidFill>
                  <a:uFill>
                    <a:solidFill>
                      <a:srgbClr val="1F497D"/>
                    </a:solidFill>
                  </a:uFill>
                </a:defRPr>
              </a:lvl1pPr>
            </a:lstStyle>
            <a:p>
              <a:pPr/>
              <a:r>
                <a:t>e</a:t>
              </a:r>
            </a:p>
          </p:txBody>
        </p:sp>
      </p:grpSp>
      <p:grpSp>
        <p:nvGrpSpPr>
          <p:cNvPr id="371" name="Group 905"/>
          <p:cNvGrpSpPr/>
          <p:nvPr/>
        </p:nvGrpSpPr>
        <p:grpSpPr>
          <a:xfrm>
            <a:off x="3941374" y="5811657"/>
            <a:ext cx="520703" cy="540458"/>
            <a:chOff x="0" y="0"/>
            <a:chExt cx="520701" cy="540456"/>
          </a:xfrm>
        </p:grpSpPr>
        <p:sp>
          <p:nvSpPr>
            <p:cNvPr id="369" name="Shape 903"/>
            <p:cNvSpPr/>
            <p:nvPr/>
          </p:nvSpPr>
          <p:spPr>
            <a:xfrm>
              <a:off x="0" y="11712"/>
              <a:ext cx="520702" cy="514777"/>
            </a:xfrm>
            <a:prstGeom prst="ellipse">
              <a:avLst/>
            </a:prstGeom>
            <a:solidFill>
              <a:srgbClr val="CCFFCC"/>
            </a:solidFill>
            <a:ln w="28575" cap="sq">
              <a:solidFill>
                <a:srgbClr val="1F497D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70" name="Shape 904"/>
            <p:cNvSpPr txBox="1"/>
            <p:nvPr/>
          </p:nvSpPr>
          <p:spPr>
            <a:xfrm>
              <a:off x="81094" y="0"/>
              <a:ext cx="361617" cy="54045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38100" tIns="38100" rIns="38100" bIns="38100" numCol="1" anchor="ctr">
              <a:spAutoFit/>
            </a:bodyPr>
            <a:lstStyle>
              <a:lvl1pPr marR="56816" indent="56816" algn="ctr" defTabSz="1295400">
                <a:spcBef>
                  <a:spcPts val="1900"/>
                </a:spcBef>
                <a:defRPr b="1" sz="3400">
                  <a:solidFill>
                    <a:srgbClr val="1F497D"/>
                  </a:solidFill>
                  <a:uFill>
                    <a:solidFill>
                      <a:srgbClr val="1F497D"/>
                    </a:solidFill>
                  </a:uFill>
                </a:defRPr>
              </a:lvl1pPr>
            </a:lstStyle>
            <a:p>
              <a:pPr/>
              <a:r>
                <a:t>g</a:t>
              </a:r>
            </a:p>
          </p:txBody>
        </p:sp>
      </p:grpSp>
      <p:grpSp>
        <p:nvGrpSpPr>
          <p:cNvPr id="374" name="Group 908"/>
          <p:cNvGrpSpPr/>
          <p:nvPr/>
        </p:nvGrpSpPr>
        <p:grpSpPr>
          <a:xfrm>
            <a:off x="6189837" y="6913453"/>
            <a:ext cx="520703" cy="540458"/>
            <a:chOff x="0" y="0"/>
            <a:chExt cx="520701" cy="540456"/>
          </a:xfrm>
        </p:grpSpPr>
        <p:sp>
          <p:nvSpPr>
            <p:cNvPr id="372" name="Shape 906"/>
            <p:cNvSpPr/>
            <p:nvPr/>
          </p:nvSpPr>
          <p:spPr>
            <a:xfrm>
              <a:off x="0" y="14817"/>
              <a:ext cx="520702" cy="514777"/>
            </a:xfrm>
            <a:prstGeom prst="ellipse">
              <a:avLst/>
            </a:prstGeom>
            <a:solidFill>
              <a:srgbClr val="CCFFCC"/>
            </a:solidFill>
            <a:ln w="28575" cap="sq">
              <a:solidFill>
                <a:srgbClr val="1F497D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73" name="Shape 907"/>
            <p:cNvSpPr txBox="1"/>
            <p:nvPr/>
          </p:nvSpPr>
          <p:spPr>
            <a:xfrm>
              <a:off x="121945" y="0"/>
              <a:ext cx="289510" cy="54045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38100" tIns="38100" rIns="38100" bIns="38100" numCol="1" anchor="ctr">
              <a:spAutoFit/>
            </a:bodyPr>
            <a:lstStyle>
              <a:lvl1pPr marR="56816" indent="56816" algn="ctr" defTabSz="1295400">
                <a:spcBef>
                  <a:spcPts val="1900"/>
                </a:spcBef>
                <a:defRPr b="1" sz="3400">
                  <a:solidFill>
                    <a:srgbClr val="1F497D"/>
                  </a:solidFill>
                  <a:uFill>
                    <a:solidFill>
                      <a:srgbClr val="1F497D"/>
                    </a:solidFill>
                  </a:uFill>
                </a:defRPr>
              </a:lvl1pPr>
            </a:lstStyle>
            <a:p>
              <a:pPr/>
              <a:r>
                <a:t>f</a:t>
              </a:r>
            </a:p>
          </p:txBody>
        </p:sp>
      </p:grpSp>
      <p:sp>
        <p:nvSpPr>
          <p:cNvPr id="375" name="Shape 909"/>
          <p:cNvSpPr txBox="1"/>
          <p:nvPr/>
        </p:nvSpPr>
        <p:spPr>
          <a:xfrm>
            <a:off x="8937835" y="5491758"/>
            <a:ext cx="362600" cy="5172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>
            <a:lvl1pPr marR="57798" defTabSz="1295400">
              <a:spcBef>
                <a:spcPts val="1900"/>
              </a:spcBef>
              <a:defRPr>
                <a:solidFill>
                  <a:srgbClr val="1F497D"/>
                </a:solidFill>
                <a:uFill>
                  <a:solidFill>
                    <a:srgbClr val="1F497D"/>
                  </a:solidFill>
                </a:uFill>
              </a:defRPr>
            </a:lvl1pPr>
          </a:lstStyle>
          <a:p>
            <a:pPr/>
            <a:r>
              <a:t>3</a:t>
            </a:r>
          </a:p>
        </p:txBody>
      </p:sp>
      <p:grpSp>
        <p:nvGrpSpPr>
          <p:cNvPr id="378" name="Group 912"/>
          <p:cNvGrpSpPr/>
          <p:nvPr/>
        </p:nvGrpSpPr>
        <p:grpSpPr>
          <a:xfrm>
            <a:off x="4539684" y="3348421"/>
            <a:ext cx="526067" cy="540458"/>
            <a:chOff x="0" y="0"/>
            <a:chExt cx="526065" cy="540456"/>
          </a:xfrm>
        </p:grpSpPr>
        <p:sp>
          <p:nvSpPr>
            <p:cNvPr id="376" name="Shape 910"/>
            <p:cNvSpPr/>
            <p:nvPr/>
          </p:nvSpPr>
          <p:spPr>
            <a:xfrm>
              <a:off x="0" y="9737"/>
              <a:ext cx="526066" cy="514777"/>
            </a:xfrm>
            <a:prstGeom prst="ellipse">
              <a:avLst/>
            </a:prstGeom>
            <a:solidFill>
              <a:srgbClr val="FFFF99"/>
            </a:solidFill>
            <a:ln w="28575" cap="sq">
              <a:solidFill>
                <a:srgbClr val="1F497D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77" name="Shape 911"/>
            <p:cNvSpPr txBox="1"/>
            <p:nvPr/>
          </p:nvSpPr>
          <p:spPr>
            <a:xfrm>
              <a:off x="82223" y="0"/>
              <a:ext cx="361617" cy="54045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38100" tIns="38100" rIns="38100" bIns="38100" numCol="1" anchor="ctr">
              <a:spAutoFit/>
            </a:bodyPr>
            <a:lstStyle>
              <a:lvl1pPr marR="56816" indent="56816" algn="ctr" defTabSz="1295400">
                <a:spcBef>
                  <a:spcPts val="1900"/>
                </a:spcBef>
                <a:defRPr b="1" sz="3400">
                  <a:solidFill>
                    <a:srgbClr val="1F497D"/>
                  </a:solidFill>
                  <a:uFill>
                    <a:solidFill>
                      <a:srgbClr val="1F497D"/>
                    </a:solidFill>
                  </a:uFill>
                </a:defRPr>
              </a:lvl1pPr>
            </a:lstStyle>
            <a:p>
              <a:pPr/>
              <a:r>
                <a:t>a</a:t>
              </a:r>
            </a:p>
          </p:txBody>
        </p:sp>
      </p:grpSp>
      <p:grpSp>
        <p:nvGrpSpPr>
          <p:cNvPr id="381" name="Group 915"/>
          <p:cNvGrpSpPr/>
          <p:nvPr/>
        </p:nvGrpSpPr>
        <p:grpSpPr>
          <a:xfrm>
            <a:off x="7316751" y="3380030"/>
            <a:ext cx="526067" cy="540458"/>
            <a:chOff x="0" y="0"/>
            <a:chExt cx="526065" cy="540456"/>
          </a:xfrm>
        </p:grpSpPr>
        <p:sp>
          <p:nvSpPr>
            <p:cNvPr id="379" name="Shape 913"/>
            <p:cNvSpPr/>
            <p:nvPr/>
          </p:nvSpPr>
          <p:spPr>
            <a:xfrm>
              <a:off x="0" y="9737"/>
              <a:ext cx="526066" cy="514777"/>
            </a:xfrm>
            <a:prstGeom prst="ellipse">
              <a:avLst/>
            </a:prstGeom>
            <a:solidFill>
              <a:srgbClr val="FFFF99"/>
            </a:solidFill>
            <a:ln w="28575" cap="sq">
              <a:solidFill>
                <a:srgbClr val="1F497D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80" name="Shape 914"/>
            <p:cNvSpPr txBox="1"/>
            <p:nvPr/>
          </p:nvSpPr>
          <p:spPr>
            <a:xfrm>
              <a:off x="70098" y="0"/>
              <a:ext cx="385863" cy="54045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38100" tIns="38100" rIns="38100" bIns="38100" numCol="1" anchor="ctr">
              <a:spAutoFit/>
            </a:bodyPr>
            <a:lstStyle>
              <a:lvl1pPr marR="56816" indent="56816" algn="ctr" defTabSz="1295400">
                <a:spcBef>
                  <a:spcPts val="1900"/>
                </a:spcBef>
                <a:defRPr b="1" sz="3400">
                  <a:solidFill>
                    <a:srgbClr val="1F497D"/>
                  </a:solidFill>
                  <a:uFill>
                    <a:solidFill>
                      <a:srgbClr val="1F497D"/>
                    </a:solidFill>
                  </a:uFill>
                </a:defRPr>
              </a:lvl1pPr>
            </a:lstStyle>
            <a:p>
              <a:pPr/>
              <a:r>
                <a:t>b</a:t>
              </a:r>
            </a:p>
          </p:txBody>
        </p:sp>
      </p:grpSp>
      <p:grpSp>
        <p:nvGrpSpPr>
          <p:cNvPr id="384" name="Group 918"/>
          <p:cNvGrpSpPr/>
          <p:nvPr/>
        </p:nvGrpSpPr>
        <p:grpSpPr>
          <a:xfrm>
            <a:off x="9077818" y="4188315"/>
            <a:ext cx="520702" cy="540458"/>
            <a:chOff x="0" y="0"/>
            <a:chExt cx="520701" cy="540456"/>
          </a:xfrm>
        </p:grpSpPr>
        <p:sp>
          <p:nvSpPr>
            <p:cNvPr id="382" name="Shape 916"/>
            <p:cNvSpPr/>
            <p:nvPr/>
          </p:nvSpPr>
          <p:spPr>
            <a:xfrm>
              <a:off x="0" y="9737"/>
              <a:ext cx="520702" cy="514777"/>
            </a:xfrm>
            <a:prstGeom prst="ellipse">
              <a:avLst/>
            </a:prstGeom>
            <a:solidFill>
              <a:srgbClr val="FFFF99"/>
            </a:solidFill>
            <a:ln w="28575" cap="sq">
              <a:solidFill>
                <a:srgbClr val="1F497D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83" name="Shape 917"/>
            <p:cNvSpPr txBox="1"/>
            <p:nvPr/>
          </p:nvSpPr>
          <p:spPr>
            <a:xfrm>
              <a:off x="93217" y="0"/>
              <a:ext cx="337370" cy="54045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38100" tIns="38100" rIns="38100" bIns="38100" numCol="1" anchor="ctr">
              <a:spAutoFit/>
            </a:bodyPr>
            <a:lstStyle>
              <a:lvl1pPr marR="56816" indent="56816" algn="ctr" defTabSz="1295400">
                <a:spcBef>
                  <a:spcPts val="1900"/>
                </a:spcBef>
                <a:defRPr b="1" sz="3400">
                  <a:solidFill>
                    <a:srgbClr val="1F497D"/>
                  </a:solidFill>
                  <a:uFill>
                    <a:solidFill>
                      <a:srgbClr val="1F497D"/>
                    </a:solidFill>
                  </a:uFill>
                </a:defRPr>
              </a:lvl1pPr>
            </a:lstStyle>
            <a:p>
              <a:pPr/>
              <a:r>
                <a:t>c</a:t>
              </a:r>
            </a:p>
          </p:txBody>
        </p:sp>
      </p:grpSp>
      <p:grpSp>
        <p:nvGrpSpPr>
          <p:cNvPr id="387" name="Group 921"/>
          <p:cNvGrpSpPr/>
          <p:nvPr/>
        </p:nvGrpSpPr>
        <p:grpSpPr>
          <a:xfrm>
            <a:off x="5889835" y="4918141"/>
            <a:ext cx="528323" cy="540458"/>
            <a:chOff x="0" y="0"/>
            <a:chExt cx="528322" cy="540456"/>
          </a:xfrm>
        </p:grpSpPr>
        <p:sp>
          <p:nvSpPr>
            <p:cNvPr id="385" name="Shape 919"/>
            <p:cNvSpPr/>
            <p:nvPr/>
          </p:nvSpPr>
          <p:spPr>
            <a:xfrm>
              <a:off x="0" y="13689"/>
              <a:ext cx="528323" cy="514777"/>
            </a:xfrm>
            <a:prstGeom prst="ellipse">
              <a:avLst/>
            </a:prstGeom>
            <a:solidFill>
              <a:srgbClr val="FFFF99"/>
            </a:solidFill>
            <a:ln w="28575" cap="sq">
              <a:solidFill>
                <a:srgbClr val="1F497D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86" name="Shape 920"/>
            <p:cNvSpPr txBox="1"/>
            <p:nvPr/>
          </p:nvSpPr>
          <p:spPr>
            <a:xfrm>
              <a:off x="95475" y="0"/>
              <a:ext cx="337370" cy="54045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38100" tIns="38100" rIns="38100" bIns="38100" numCol="1" anchor="ctr">
              <a:spAutoFit/>
            </a:bodyPr>
            <a:lstStyle>
              <a:lvl1pPr marR="56816" indent="56816" algn="ctr" defTabSz="1295400">
                <a:spcBef>
                  <a:spcPts val="1900"/>
                </a:spcBef>
                <a:defRPr b="1" sz="3400">
                  <a:solidFill>
                    <a:srgbClr val="1F497D"/>
                  </a:solidFill>
                  <a:uFill>
                    <a:solidFill>
                      <a:srgbClr val="1F497D"/>
                    </a:solidFill>
                  </a:uFill>
                </a:defRPr>
              </a:lvl1pPr>
            </a:lstStyle>
            <a:p>
              <a:pPr/>
              <a:r>
                <a:t>e</a:t>
              </a:r>
            </a:p>
          </p:txBody>
        </p:sp>
      </p:grpSp>
      <p:grpSp>
        <p:nvGrpSpPr>
          <p:cNvPr id="390" name="Group 924"/>
          <p:cNvGrpSpPr/>
          <p:nvPr/>
        </p:nvGrpSpPr>
        <p:grpSpPr>
          <a:xfrm>
            <a:off x="3939116" y="5804884"/>
            <a:ext cx="520703" cy="540458"/>
            <a:chOff x="0" y="0"/>
            <a:chExt cx="520701" cy="540456"/>
          </a:xfrm>
        </p:grpSpPr>
        <p:sp>
          <p:nvSpPr>
            <p:cNvPr id="388" name="Shape 922"/>
            <p:cNvSpPr/>
            <p:nvPr/>
          </p:nvSpPr>
          <p:spPr>
            <a:xfrm>
              <a:off x="0" y="9737"/>
              <a:ext cx="520702" cy="514777"/>
            </a:xfrm>
            <a:prstGeom prst="ellipse">
              <a:avLst/>
            </a:prstGeom>
            <a:solidFill>
              <a:srgbClr val="FFFF99"/>
            </a:solidFill>
            <a:ln w="28575" cap="sq">
              <a:solidFill>
                <a:srgbClr val="1F497D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89" name="Shape 923"/>
            <p:cNvSpPr txBox="1"/>
            <p:nvPr/>
          </p:nvSpPr>
          <p:spPr>
            <a:xfrm>
              <a:off x="81094" y="0"/>
              <a:ext cx="361617" cy="54045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38100" tIns="38100" rIns="38100" bIns="38100" numCol="1" anchor="ctr">
              <a:spAutoFit/>
            </a:bodyPr>
            <a:lstStyle>
              <a:lvl1pPr marR="56816" indent="56816" algn="ctr" defTabSz="1295400">
                <a:spcBef>
                  <a:spcPts val="1900"/>
                </a:spcBef>
                <a:defRPr b="1" sz="3400">
                  <a:solidFill>
                    <a:srgbClr val="1F497D"/>
                  </a:solidFill>
                  <a:uFill>
                    <a:solidFill>
                      <a:srgbClr val="1F497D"/>
                    </a:solidFill>
                  </a:uFill>
                </a:defRPr>
              </a:lvl1pPr>
            </a:lstStyle>
            <a:p>
              <a:pPr/>
              <a:r>
                <a:t>g</a:t>
              </a:r>
            </a:p>
          </p:txBody>
        </p:sp>
      </p:grpSp>
      <p:grpSp>
        <p:nvGrpSpPr>
          <p:cNvPr id="393" name="Group 927"/>
          <p:cNvGrpSpPr/>
          <p:nvPr/>
        </p:nvGrpSpPr>
        <p:grpSpPr>
          <a:xfrm>
            <a:off x="6192377" y="6886641"/>
            <a:ext cx="520703" cy="540458"/>
            <a:chOff x="0" y="0"/>
            <a:chExt cx="520701" cy="540456"/>
          </a:xfrm>
        </p:grpSpPr>
        <p:sp>
          <p:nvSpPr>
            <p:cNvPr id="391" name="Shape 925"/>
            <p:cNvSpPr/>
            <p:nvPr/>
          </p:nvSpPr>
          <p:spPr>
            <a:xfrm>
              <a:off x="0" y="13971"/>
              <a:ext cx="520702" cy="514777"/>
            </a:xfrm>
            <a:prstGeom prst="ellipse">
              <a:avLst/>
            </a:prstGeom>
            <a:solidFill>
              <a:srgbClr val="FFFF99"/>
            </a:solidFill>
            <a:ln w="28575" cap="sq">
              <a:solidFill>
                <a:srgbClr val="1F497D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92" name="Shape 926"/>
            <p:cNvSpPr txBox="1"/>
            <p:nvPr/>
          </p:nvSpPr>
          <p:spPr>
            <a:xfrm>
              <a:off x="117147" y="0"/>
              <a:ext cx="289510" cy="54045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38100" tIns="38100" rIns="38100" bIns="38100" numCol="1" anchor="ctr">
              <a:spAutoFit/>
            </a:bodyPr>
            <a:lstStyle>
              <a:lvl1pPr marR="56816" indent="56816" algn="ctr" defTabSz="1295400">
                <a:spcBef>
                  <a:spcPts val="1900"/>
                </a:spcBef>
                <a:defRPr b="1" sz="3400">
                  <a:solidFill>
                    <a:srgbClr val="1F497D"/>
                  </a:solidFill>
                  <a:uFill>
                    <a:solidFill>
                      <a:srgbClr val="1F497D"/>
                    </a:solidFill>
                  </a:uFill>
                </a:defRPr>
              </a:lvl1pPr>
            </a:lstStyle>
            <a:p>
              <a:pPr/>
              <a:r>
                <a:t>f</a:t>
              </a:r>
            </a:p>
          </p:txBody>
        </p:sp>
      </p:grpSp>
      <p:grpSp>
        <p:nvGrpSpPr>
          <p:cNvPr id="396" name="Group 930"/>
          <p:cNvGrpSpPr/>
          <p:nvPr/>
        </p:nvGrpSpPr>
        <p:grpSpPr>
          <a:xfrm>
            <a:off x="7576395" y="5868101"/>
            <a:ext cx="520703" cy="540458"/>
            <a:chOff x="0" y="0"/>
            <a:chExt cx="520701" cy="540456"/>
          </a:xfrm>
        </p:grpSpPr>
        <p:sp>
          <p:nvSpPr>
            <p:cNvPr id="394" name="Shape 928"/>
            <p:cNvSpPr/>
            <p:nvPr/>
          </p:nvSpPr>
          <p:spPr>
            <a:xfrm>
              <a:off x="0" y="9737"/>
              <a:ext cx="520702" cy="514777"/>
            </a:xfrm>
            <a:prstGeom prst="ellipse">
              <a:avLst/>
            </a:prstGeom>
            <a:solidFill>
              <a:srgbClr val="FFFF99"/>
            </a:solidFill>
            <a:ln w="28575" cap="sq">
              <a:solidFill>
                <a:srgbClr val="1F497D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395" name="Shape 929"/>
            <p:cNvSpPr txBox="1"/>
            <p:nvPr/>
          </p:nvSpPr>
          <p:spPr>
            <a:xfrm>
              <a:off x="68970" y="0"/>
              <a:ext cx="385863" cy="54045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38100" tIns="38100" rIns="38100" bIns="38100" numCol="1" anchor="ctr">
              <a:spAutoFit/>
            </a:bodyPr>
            <a:lstStyle>
              <a:lvl1pPr marR="56816" indent="56816" algn="ctr" defTabSz="1295400">
                <a:spcBef>
                  <a:spcPts val="1900"/>
                </a:spcBef>
                <a:defRPr b="1" sz="3400">
                  <a:solidFill>
                    <a:srgbClr val="1F497D"/>
                  </a:solidFill>
                  <a:uFill>
                    <a:solidFill>
                      <a:srgbClr val="1F497D"/>
                    </a:solidFill>
                  </a:uFill>
                </a:defRPr>
              </a:lvl1pPr>
            </a:lstStyle>
            <a:p>
              <a:pPr/>
              <a:r>
                <a:t>d</a:t>
              </a:r>
            </a:p>
          </p:txBody>
        </p:sp>
      </p:grpSp>
      <p:sp>
        <p:nvSpPr>
          <p:cNvPr id="397" name="Shape 934"/>
          <p:cNvSpPr txBox="1"/>
          <p:nvPr/>
        </p:nvSpPr>
        <p:spPr>
          <a:xfrm>
            <a:off x="203059" y="1454291"/>
            <a:ext cx="12553527" cy="1032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>
              <a:lnSpc>
                <a:spcPct val="120000"/>
              </a:lnSpc>
            </a:pPr>
            <a:r>
              <a:t> &lt;c, d, 3&gt;  &lt;b, c, 5&gt; &lt;d, b,7&gt;&lt;e, d,8&gt; &lt;b, e,12&gt; &lt;a, e,14&gt; &lt;g, e,16&gt; &lt;a, g,18&gt;</a:t>
            </a:r>
          </a:p>
          <a:p>
            <a:pPr>
              <a:lnSpc>
                <a:spcPct val="120000"/>
              </a:lnSpc>
            </a:pPr>
            <a:r>
              <a:t> &lt;a, b,19&gt; &lt;f, d,21&gt; &lt;g, f, 27&gt;</a:t>
            </a:r>
          </a:p>
        </p:txBody>
      </p:sp>
      <p:sp>
        <p:nvSpPr>
          <p:cNvPr id="398" name="Shape 935"/>
          <p:cNvSpPr txBox="1"/>
          <p:nvPr/>
        </p:nvSpPr>
        <p:spPr>
          <a:xfrm>
            <a:off x="7093232" y="6821590"/>
            <a:ext cx="736602" cy="5172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8" defTabSz="1295400">
              <a:spcBef>
                <a:spcPts val="1900"/>
              </a:spcBef>
              <a:defRPr>
                <a:solidFill>
                  <a:srgbClr val="1F497D"/>
                </a:solidFill>
                <a:uFill>
                  <a:solidFill>
                    <a:srgbClr val="1F497D"/>
                  </a:solidFill>
                </a:uFill>
              </a:defRPr>
            </a:lvl1pPr>
          </a:lstStyle>
          <a:p>
            <a:pPr/>
            <a:r>
              <a:t>21</a:t>
            </a:r>
          </a:p>
        </p:txBody>
      </p:sp>
      <p:sp>
        <p:nvSpPr>
          <p:cNvPr id="399" name="Shape 936"/>
          <p:cNvSpPr/>
          <p:nvPr/>
        </p:nvSpPr>
        <p:spPr>
          <a:xfrm flipV="1">
            <a:off x="8001705" y="4697585"/>
            <a:ext cx="1230491" cy="1231902"/>
          </a:xfrm>
          <a:prstGeom prst="line">
            <a:avLst/>
          </a:prstGeom>
          <a:ln w="63500">
            <a:solidFill>
              <a:srgbClr val="800000"/>
            </a:solidFill>
          </a:ln>
        </p:spPr>
        <p:txBody>
          <a:bodyPr lIns="45718" tIns="45718" rIns="45718" bIns="45718"/>
          <a:lstStyle/>
          <a:p>
            <a:pPr marR="57798" defTabSz="1295400"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400" name="Shape 937"/>
          <p:cNvSpPr/>
          <p:nvPr/>
        </p:nvSpPr>
        <p:spPr>
          <a:xfrm>
            <a:off x="7827973" y="3775565"/>
            <a:ext cx="1265934" cy="549207"/>
          </a:xfrm>
          <a:prstGeom prst="line">
            <a:avLst/>
          </a:prstGeom>
          <a:ln w="63500">
            <a:solidFill>
              <a:srgbClr val="800000"/>
            </a:solidFill>
          </a:ln>
        </p:spPr>
        <p:txBody>
          <a:bodyPr lIns="45718" tIns="45718" rIns="45718" bIns="45718"/>
          <a:lstStyle/>
          <a:p>
            <a:pPr marR="57798" defTabSz="1295400"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401" name="Shape 938"/>
          <p:cNvSpPr txBox="1"/>
          <p:nvPr/>
        </p:nvSpPr>
        <p:spPr>
          <a:xfrm>
            <a:off x="8526919" y="3134639"/>
            <a:ext cx="362600" cy="5172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>
            <a:lvl1pPr marR="57798" defTabSz="1295400">
              <a:spcBef>
                <a:spcPts val="1900"/>
              </a:spcBef>
              <a:defRPr>
                <a:solidFill>
                  <a:srgbClr val="1F497D"/>
                </a:solidFill>
                <a:uFill>
                  <a:solidFill>
                    <a:srgbClr val="1F497D"/>
                  </a:solidFill>
                </a:uFill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402" name="Shape 939"/>
          <p:cNvSpPr/>
          <p:nvPr/>
        </p:nvSpPr>
        <p:spPr>
          <a:xfrm>
            <a:off x="6377516" y="5366170"/>
            <a:ext cx="1231902" cy="609601"/>
          </a:xfrm>
          <a:prstGeom prst="line">
            <a:avLst/>
          </a:prstGeom>
          <a:ln w="63500">
            <a:solidFill>
              <a:srgbClr val="800000"/>
            </a:solidFill>
          </a:ln>
        </p:spPr>
        <p:txBody>
          <a:bodyPr lIns="45718" tIns="45718" rIns="45718" bIns="45718"/>
          <a:lstStyle/>
          <a:p>
            <a:pPr marR="57798" defTabSz="1295400"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403" name="Shape 940"/>
          <p:cNvSpPr txBox="1"/>
          <p:nvPr/>
        </p:nvSpPr>
        <p:spPr>
          <a:xfrm>
            <a:off x="6479116" y="5798816"/>
            <a:ext cx="362600" cy="5172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>
            <a:lvl1pPr marR="57798" defTabSz="1295400">
              <a:spcBef>
                <a:spcPts val="1900"/>
              </a:spcBef>
              <a:defRPr>
                <a:solidFill>
                  <a:srgbClr val="1F497D"/>
                </a:solidFill>
                <a:uFill>
                  <a:solidFill>
                    <a:srgbClr val="1F497D"/>
                  </a:solidFill>
                </a:uFill>
              </a:defRPr>
            </a:lvl1pPr>
          </a:lstStyle>
          <a:p>
            <a:pPr/>
            <a:r>
              <a:t>8</a:t>
            </a:r>
          </a:p>
        </p:txBody>
      </p:sp>
      <p:sp>
        <p:nvSpPr>
          <p:cNvPr id="404" name="Shape 941"/>
          <p:cNvSpPr txBox="1"/>
          <p:nvPr/>
        </p:nvSpPr>
        <p:spPr>
          <a:xfrm>
            <a:off x="4738368" y="4568328"/>
            <a:ext cx="553100" cy="5172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>
            <a:lvl1pPr marR="57798" defTabSz="1295400">
              <a:spcBef>
                <a:spcPts val="1900"/>
              </a:spcBef>
              <a:defRPr>
                <a:solidFill>
                  <a:srgbClr val="1F497D"/>
                </a:solidFill>
                <a:uFill>
                  <a:solidFill>
                    <a:srgbClr val="1F497D"/>
                  </a:solidFill>
                </a:uFill>
              </a:defRPr>
            </a:lvl1pPr>
          </a:lstStyle>
          <a:p>
            <a:pPr/>
            <a:r>
              <a:t>14</a:t>
            </a:r>
          </a:p>
        </p:txBody>
      </p:sp>
      <p:sp>
        <p:nvSpPr>
          <p:cNvPr id="405" name="Shape 942"/>
          <p:cNvSpPr/>
          <p:nvPr/>
        </p:nvSpPr>
        <p:spPr>
          <a:xfrm flipH="1" flipV="1">
            <a:off x="4969226" y="3854870"/>
            <a:ext cx="939803" cy="1210280"/>
          </a:xfrm>
          <a:prstGeom prst="line">
            <a:avLst/>
          </a:prstGeom>
          <a:ln w="63500">
            <a:solidFill>
              <a:srgbClr val="800000"/>
            </a:solidFill>
          </a:ln>
        </p:spPr>
        <p:txBody>
          <a:bodyPr lIns="45718" tIns="45718" rIns="45718" bIns="45718"/>
          <a:lstStyle/>
          <a:p>
            <a:pPr marR="57798" defTabSz="1295400"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406" name="Shape 943"/>
          <p:cNvSpPr txBox="1"/>
          <p:nvPr/>
        </p:nvSpPr>
        <p:spPr>
          <a:xfrm>
            <a:off x="5045426" y="5798816"/>
            <a:ext cx="736602" cy="5172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8" defTabSz="1295400">
              <a:spcBef>
                <a:spcPts val="1900"/>
              </a:spcBef>
              <a:defRPr>
                <a:solidFill>
                  <a:srgbClr val="1F497D"/>
                </a:solidFill>
                <a:uFill>
                  <a:solidFill>
                    <a:srgbClr val="1F497D"/>
                  </a:solidFill>
                </a:uFill>
              </a:defRPr>
            </a:lvl1pPr>
          </a:lstStyle>
          <a:p>
            <a:pPr/>
            <a:r>
              <a:t>16</a:t>
            </a:r>
          </a:p>
        </p:txBody>
      </p:sp>
      <p:sp>
        <p:nvSpPr>
          <p:cNvPr id="407" name="Shape 944"/>
          <p:cNvSpPr/>
          <p:nvPr/>
        </p:nvSpPr>
        <p:spPr>
          <a:xfrm flipV="1">
            <a:off x="4456710" y="5286301"/>
            <a:ext cx="1433691" cy="715717"/>
          </a:xfrm>
          <a:prstGeom prst="line">
            <a:avLst/>
          </a:prstGeom>
          <a:ln w="63500">
            <a:solidFill>
              <a:srgbClr val="800000"/>
            </a:solidFill>
          </a:ln>
        </p:spPr>
        <p:txBody>
          <a:bodyPr lIns="45718" tIns="45718" rIns="45718" bIns="45718"/>
          <a:lstStyle/>
          <a:p>
            <a:pPr marR="57798" defTabSz="1295400"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408" name="Shape 946"/>
          <p:cNvSpPr txBox="1"/>
          <p:nvPr/>
        </p:nvSpPr>
        <p:spPr>
          <a:xfrm>
            <a:off x="3434079" y="156633"/>
            <a:ext cx="6553202" cy="952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8" algn="ctr" defTabSz="1295400">
              <a:spcBef>
                <a:spcPts val="1900"/>
              </a:spcBef>
              <a:defRPr sz="4800">
                <a:uFill>
                  <a:solidFill>
                    <a:srgbClr val="000000"/>
                  </a:solidFill>
                </a:u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克鲁斯卡尔算法</a:t>
            </a:r>
          </a:p>
        </p:txBody>
      </p:sp>
      <p:sp>
        <p:nvSpPr>
          <p:cNvPr id="409" name="1"/>
          <p:cNvSpPr txBox="1"/>
          <p:nvPr/>
        </p:nvSpPr>
        <p:spPr>
          <a:xfrm>
            <a:off x="4524050" y="2821602"/>
            <a:ext cx="353075" cy="460128"/>
          </a:xfrm>
          <a:prstGeom prst="rect">
            <a:avLst/>
          </a:prstGeom>
          <a:ln w="28575" cap="sq">
            <a:solidFill>
              <a:srgbClr val="000000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marR="57798" defTabSz="1295400"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410" name="2"/>
          <p:cNvSpPr txBox="1"/>
          <p:nvPr/>
        </p:nvSpPr>
        <p:spPr>
          <a:xfrm>
            <a:off x="7284995" y="2821602"/>
            <a:ext cx="353075" cy="460128"/>
          </a:xfrm>
          <a:prstGeom prst="rect">
            <a:avLst/>
          </a:prstGeom>
          <a:ln w="28575" cap="sq">
            <a:solidFill>
              <a:srgbClr val="000000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marR="57798" defTabSz="1295400"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411" name="3"/>
          <p:cNvSpPr txBox="1"/>
          <p:nvPr/>
        </p:nvSpPr>
        <p:spPr>
          <a:xfrm>
            <a:off x="9650089" y="4228480"/>
            <a:ext cx="353075" cy="460128"/>
          </a:xfrm>
          <a:prstGeom prst="rect">
            <a:avLst/>
          </a:prstGeom>
          <a:ln w="28575" cap="sq">
            <a:solidFill>
              <a:srgbClr val="000000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marR="57798" defTabSz="1295400"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412" name="4"/>
          <p:cNvSpPr txBox="1"/>
          <p:nvPr/>
        </p:nvSpPr>
        <p:spPr>
          <a:xfrm>
            <a:off x="7745089" y="6439653"/>
            <a:ext cx="353075" cy="460128"/>
          </a:xfrm>
          <a:prstGeom prst="rect">
            <a:avLst/>
          </a:prstGeom>
          <a:ln w="28575" cap="sq">
            <a:solidFill>
              <a:srgbClr val="000000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marR="57798" defTabSz="1295400"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413" name="5"/>
          <p:cNvSpPr txBox="1"/>
          <p:nvPr/>
        </p:nvSpPr>
        <p:spPr>
          <a:xfrm>
            <a:off x="5944771" y="5580607"/>
            <a:ext cx="353075" cy="460127"/>
          </a:xfrm>
          <a:prstGeom prst="rect">
            <a:avLst/>
          </a:prstGeom>
          <a:ln w="28575" cap="sq">
            <a:solidFill>
              <a:srgbClr val="000000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marR="57798" defTabSz="1295400"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414" name="6"/>
          <p:cNvSpPr txBox="1"/>
          <p:nvPr/>
        </p:nvSpPr>
        <p:spPr>
          <a:xfrm>
            <a:off x="6273651" y="7587206"/>
            <a:ext cx="353075" cy="460128"/>
          </a:xfrm>
          <a:prstGeom prst="rect">
            <a:avLst/>
          </a:prstGeom>
          <a:ln w="28575" cap="sq">
            <a:solidFill>
              <a:srgbClr val="000000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marR="57798" defTabSz="1295400"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6</a:t>
            </a:r>
          </a:p>
        </p:txBody>
      </p:sp>
      <p:sp>
        <p:nvSpPr>
          <p:cNvPr id="415" name="7"/>
          <p:cNvSpPr txBox="1"/>
          <p:nvPr/>
        </p:nvSpPr>
        <p:spPr>
          <a:xfrm>
            <a:off x="4025188" y="6439127"/>
            <a:ext cx="353075" cy="460128"/>
          </a:xfrm>
          <a:prstGeom prst="rect">
            <a:avLst/>
          </a:prstGeom>
          <a:ln w="28575" cap="sq">
            <a:solidFill>
              <a:srgbClr val="000000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marR="57798" defTabSz="1295400"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7</a:t>
            </a:r>
          </a:p>
        </p:txBody>
      </p:sp>
      <p:sp>
        <p:nvSpPr>
          <p:cNvPr id="416" name="4"/>
          <p:cNvSpPr txBox="1"/>
          <p:nvPr/>
        </p:nvSpPr>
        <p:spPr>
          <a:xfrm>
            <a:off x="9650089" y="4234406"/>
            <a:ext cx="353075" cy="460128"/>
          </a:xfrm>
          <a:prstGeom prst="rect">
            <a:avLst/>
          </a:prstGeom>
          <a:ln w="28575" cap="sq">
            <a:solidFill>
              <a:srgbClr val="000000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marR="57798" defTabSz="1295400"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417" name="4"/>
          <p:cNvSpPr txBox="1"/>
          <p:nvPr/>
        </p:nvSpPr>
        <p:spPr>
          <a:xfrm>
            <a:off x="7278101" y="2831251"/>
            <a:ext cx="353075" cy="460128"/>
          </a:xfrm>
          <a:prstGeom prst="rect">
            <a:avLst/>
          </a:prstGeom>
          <a:ln w="28575" cap="sq">
            <a:solidFill>
              <a:srgbClr val="000000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marR="57798" defTabSz="1295400"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418" name="4"/>
          <p:cNvSpPr txBox="1"/>
          <p:nvPr/>
        </p:nvSpPr>
        <p:spPr>
          <a:xfrm>
            <a:off x="5948871" y="5583430"/>
            <a:ext cx="353075" cy="460128"/>
          </a:xfrm>
          <a:prstGeom prst="rect">
            <a:avLst/>
          </a:prstGeom>
          <a:ln w="28575" cap="sq">
            <a:solidFill>
              <a:srgbClr val="000000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marR="57798" defTabSz="1295400"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419" name="4"/>
          <p:cNvSpPr txBox="1"/>
          <p:nvPr/>
        </p:nvSpPr>
        <p:spPr>
          <a:xfrm>
            <a:off x="4520488" y="2831251"/>
            <a:ext cx="353075" cy="460128"/>
          </a:xfrm>
          <a:prstGeom prst="rect">
            <a:avLst/>
          </a:prstGeom>
          <a:ln w="28575" cap="sq">
            <a:solidFill>
              <a:srgbClr val="000000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marR="57798" defTabSz="1295400"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420" name="4"/>
          <p:cNvSpPr txBox="1"/>
          <p:nvPr/>
        </p:nvSpPr>
        <p:spPr>
          <a:xfrm>
            <a:off x="4031538" y="6439127"/>
            <a:ext cx="353075" cy="460128"/>
          </a:xfrm>
          <a:prstGeom prst="rect">
            <a:avLst/>
          </a:prstGeom>
          <a:ln w="28575" cap="sq">
            <a:solidFill>
              <a:srgbClr val="000000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marR="57798" defTabSz="1295400"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421" name="4"/>
          <p:cNvSpPr txBox="1"/>
          <p:nvPr/>
        </p:nvSpPr>
        <p:spPr>
          <a:xfrm>
            <a:off x="6270829" y="7587206"/>
            <a:ext cx="353075" cy="460128"/>
          </a:xfrm>
          <a:prstGeom prst="rect">
            <a:avLst/>
          </a:prstGeom>
          <a:ln w="28575" cap="sq">
            <a:solidFill>
              <a:srgbClr val="000000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marR="57798" defTabSz="1295400"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4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Class="entr" nodeType="after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" fill="hold"/>
                                        <p:tgtEl>
                                          <p:spTgt spid="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Class="exit" nodeType="clickEffect" presetSubtype="0" presetID="1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3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Class="entr" nodeType="afterEffect" presetSubtype="0" presetID="1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Class="entr" nodeType="clickEffect" presetSubtype="0" presetID="1" grpId="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Class="entr" nodeType="afterEffect" presetSubtype="0" presetID="1" grpId="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3" fill="hold"/>
                                        <p:tgtEl>
                                          <p:spTgt spid="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Class="exit" nodeType="clickEffect" presetSubtype="0" presetID="1" grpId="7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7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Class="entr" nodeType="afterEffect" presetSubtype="0" presetID="1" grpId="8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" fill="hold"/>
                                        <p:tgtEl>
                                          <p:spTgt spid="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Class="entr" nodeType="clickEffect" presetSubtype="0" presetID="1" grpId="9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4" fill="hold"/>
                                        <p:tgtEl>
                                          <p:spTgt spid="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Class="entr" nodeType="afterEffect" presetSubtype="0" presetID="1" grpId="10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7" fill="hold"/>
                                        <p:tgtEl>
                                          <p:spTgt spid="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Class="exit" nodeType="clickEffect" presetSubtype="0" presetID="1" grpId="1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Class="entr" nodeType="afterEffect" presetSubtype="0" presetID="1" grpId="1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4" fill="hold"/>
                                        <p:tgtEl>
                                          <p:spTgt spid="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Class="entr" nodeType="clickEffect" presetSubtype="0" presetID="1" grpId="1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8" fill="hold"/>
                                        <p:tgtEl>
                                          <p:spTgt spid="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Class="entr" nodeType="afterEffect" presetSubtype="0" presetID="1" grpId="1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1" fill="hold"/>
                                        <p:tgtEl>
                                          <p:spTgt spid="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Class="exit" nodeType="clickEffect" presetSubtype="0" presetID="1" grpId="1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Class="entr" nodeType="afterEffect" presetSubtype="0" presetID="1" grpId="1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8" fill="hold"/>
                                        <p:tgtEl>
                                          <p:spTgt spid="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Class="entr" nodeType="clickEffect" presetSubtype="0" presetID="1" grpId="17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2" fill="hold"/>
                                        <p:tgtEl>
                                          <p:spTgt spid="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Class="entr" nodeType="afterEffect" presetSubtype="0" presetID="1" grpId="18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5" fill="hold"/>
                                        <p:tgtEl>
                                          <p:spTgt spid="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Class="entr" nodeType="clickEffect" presetSubtype="0" presetID="1" grpId="19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9" fill="hold"/>
                                        <p:tgtEl>
                                          <p:spTgt spid="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Class="exit" nodeType="afterEffect" presetSubtype="0" presetID="1" grpId="20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2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Class="entr" nodeType="clickEffect" presetSubtype="0" presetID="1" grpId="2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6" fill="hold"/>
                                        <p:tgtEl>
                                          <p:spTgt spid="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Class="entr" nodeType="afterEffect" presetSubtype="0" presetID="1" grpId="2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9" fill="hold"/>
                                        <p:tgtEl>
                                          <p:spTgt spid="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Class="entr" nodeType="clickEffect" presetSubtype="0" presetID="1" grpId="2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3" fill="hold"/>
                                        <p:tgtEl>
                                          <p:spTgt spid="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Class="exit" nodeType="afterEffect" presetSubtype="0" presetID="1" grpId="2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6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416" grpId="4"/>
      <p:bldP build="whole" bldLvl="1" animBg="1" rev="0" advAuto="0" spid="417" grpId="8"/>
      <p:bldP build="whole" bldLvl="1" animBg="1" rev="0" advAuto="0" spid="402" grpId="9"/>
      <p:bldP build="whole" bldLvl="1" animBg="1" rev="0" advAuto="0" spid="375" grpId="2"/>
      <p:bldP build="whole" bldLvl="1" animBg="1" rev="0" advAuto="0" spid="407" grpId="17"/>
      <p:bldP build="whole" bldLvl="1" animBg="1" rev="0" advAuto="0" spid="413" grpId="11"/>
      <p:bldP build="whole" bldLvl="1" animBg="1" rev="0" advAuto="0" spid="399" grpId="1"/>
      <p:bldP build="whole" bldLvl="1" animBg="1" rev="0" advAuto="0" spid="415" grpId="20"/>
      <p:bldP build="whole" bldLvl="1" animBg="1" rev="0" advAuto="0" spid="400" grpId="5"/>
      <p:bldP build="whole" bldLvl="1" animBg="1" rev="0" advAuto="0" spid="405" grpId="13"/>
      <p:bldP build="whole" bldLvl="1" animBg="1" rev="0" advAuto="0" spid="401" grpId="6"/>
      <p:bldP build="whole" bldLvl="1" animBg="1" rev="0" advAuto="0" spid="352" grpId="21"/>
      <p:bldP build="whole" bldLvl="1" animBg="1" rev="0" advAuto="0" spid="419" grpId="16"/>
      <p:bldP build="whole" bldLvl="1" animBg="1" rev="0" advAuto="0" spid="404" grpId="14"/>
      <p:bldP build="whole" bldLvl="1" animBg="1" rev="0" advAuto="0" spid="420" grpId="19"/>
      <p:bldP build="whole" bldLvl="1" animBg="1" rev="0" advAuto="0" spid="411" grpId="3"/>
      <p:bldP build="whole" bldLvl="1" animBg="1" rev="0" advAuto="0" spid="403" grpId="10"/>
      <p:bldP build="whole" bldLvl="1" animBg="1" rev="0" advAuto="0" spid="409" grpId="15"/>
      <p:bldP build="whole" bldLvl="1" animBg="1" rev="0" advAuto="0" spid="410" grpId="7"/>
      <p:bldP build="whole" bldLvl="1" animBg="1" rev="0" advAuto="0" spid="414" grpId="24"/>
      <p:bldP build="whole" bldLvl="1" animBg="1" rev="0" advAuto="0" spid="421" grpId="23"/>
      <p:bldP build="whole" bldLvl="1" animBg="1" rev="0" advAuto="0" spid="418" grpId="12"/>
      <p:bldP build="whole" bldLvl="1" animBg="1" rev="0" advAuto="0" spid="406" grpId="18"/>
      <p:bldP build="whole" bldLvl="1" animBg="1" rev="0" advAuto="0" spid="398" grpId="22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Shape 989"/>
          <p:cNvSpPr txBox="1"/>
          <p:nvPr/>
        </p:nvSpPr>
        <p:spPr>
          <a:xfrm>
            <a:off x="2634827" y="180875"/>
            <a:ext cx="7735146" cy="952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8" algn="ctr" defTabSz="1295400">
              <a:spcBef>
                <a:spcPts val="1900"/>
              </a:spcBef>
              <a:defRPr sz="4800">
                <a:uFill>
                  <a:solidFill>
                    <a:srgbClr val="000000"/>
                  </a:solidFill>
                </a:u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克鲁斯卡尔算法－课堂练习</a:t>
            </a:r>
          </a:p>
        </p:txBody>
      </p:sp>
      <p:grpSp>
        <p:nvGrpSpPr>
          <p:cNvPr id="458" name="成组"/>
          <p:cNvGrpSpPr/>
          <p:nvPr/>
        </p:nvGrpSpPr>
        <p:grpSpPr>
          <a:xfrm>
            <a:off x="3713600" y="1638424"/>
            <a:ext cx="4569746" cy="2919751"/>
            <a:chOff x="0" y="0"/>
            <a:chExt cx="4569745" cy="2919750"/>
          </a:xfrm>
        </p:grpSpPr>
        <p:grpSp>
          <p:nvGrpSpPr>
            <p:cNvPr id="426" name="Group 950"/>
            <p:cNvGrpSpPr/>
            <p:nvPr/>
          </p:nvGrpSpPr>
          <p:grpSpPr>
            <a:xfrm>
              <a:off x="2095217" y="1540244"/>
              <a:ext cx="666049" cy="571221"/>
              <a:chOff x="0" y="0"/>
              <a:chExt cx="666048" cy="571219"/>
            </a:xfrm>
          </p:grpSpPr>
          <p:sp>
            <p:nvSpPr>
              <p:cNvPr id="424" name="Shape 948"/>
              <p:cNvSpPr/>
              <p:nvPr/>
            </p:nvSpPr>
            <p:spPr>
              <a:xfrm>
                <a:off x="0" y="0"/>
                <a:ext cx="666049" cy="571221"/>
              </a:xfrm>
              <a:prstGeom prst="ellipse">
                <a:avLst/>
              </a:prstGeom>
              <a:solidFill>
                <a:srgbClr val="FFFF99">
                  <a:alpha val="50195"/>
                </a:srgbClr>
              </a:solidFill>
              <a:ln w="28575" cap="sq">
                <a:solidFill>
                  <a:srgbClr val="9933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425" name="Shape 949"/>
              <p:cNvSpPr txBox="1"/>
              <p:nvPr/>
            </p:nvSpPr>
            <p:spPr>
              <a:xfrm>
                <a:off x="183964" y="82674"/>
                <a:ext cx="298117" cy="40615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 defTabSz="1295400">
                  <a:spcBef>
                    <a:spcPts val="1900"/>
                  </a:spcBef>
                  <a:defRPr b="1" sz="2400">
                    <a:solidFill>
                      <a:srgbClr val="800000"/>
                    </a:solidFill>
                    <a:uFill>
                      <a:solidFill>
                        <a:srgbClr val="800000"/>
                      </a:solidFill>
                    </a:uFill>
                  </a:defRPr>
                </a:lvl1pPr>
              </a:lstStyle>
              <a:p>
                <a:pPr/>
                <a:r>
                  <a:t>a</a:t>
                </a:r>
              </a:p>
            </p:txBody>
          </p:sp>
        </p:grpSp>
        <p:grpSp>
          <p:nvGrpSpPr>
            <p:cNvPr id="429" name="Group 953"/>
            <p:cNvGrpSpPr/>
            <p:nvPr/>
          </p:nvGrpSpPr>
          <p:grpSpPr>
            <a:xfrm>
              <a:off x="413172" y="871942"/>
              <a:ext cx="666049" cy="571221"/>
              <a:chOff x="0" y="0"/>
              <a:chExt cx="666048" cy="571219"/>
            </a:xfrm>
          </p:grpSpPr>
          <p:sp>
            <p:nvSpPr>
              <p:cNvPr id="427" name="Shape 951"/>
              <p:cNvSpPr/>
              <p:nvPr/>
            </p:nvSpPr>
            <p:spPr>
              <a:xfrm>
                <a:off x="0" y="0"/>
                <a:ext cx="666049" cy="571221"/>
              </a:xfrm>
              <a:prstGeom prst="ellipse">
                <a:avLst/>
              </a:prstGeom>
              <a:solidFill>
                <a:srgbClr val="FFFF99">
                  <a:alpha val="50195"/>
                </a:srgbClr>
              </a:solidFill>
              <a:ln w="28575" cap="sq">
                <a:solidFill>
                  <a:srgbClr val="9933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428" name="Shape 952"/>
              <p:cNvSpPr txBox="1"/>
              <p:nvPr/>
            </p:nvSpPr>
            <p:spPr>
              <a:xfrm>
                <a:off x="175406" y="82674"/>
                <a:ext cx="315232" cy="40615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 defTabSz="1295400">
                  <a:spcBef>
                    <a:spcPts val="1900"/>
                  </a:spcBef>
                  <a:defRPr b="1" sz="2400">
                    <a:solidFill>
                      <a:srgbClr val="800000"/>
                    </a:solidFill>
                    <a:uFill>
                      <a:solidFill>
                        <a:srgbClr val="800000"/>
                      </a:solidFill>
                    </a:uFill>
                  </a:defRPr>
                </a:lvl1pPr>
              </a:lstStyle>
              <a:p>
                <a:pPr/>
                <a:r>
                  <a:t>b</a:t>
                </a:r>
              </a:p>
            </p:txBody>
          </p:sp>
        </p:grpSp>
        <p:grpSp>
          <p:nvGrpSpPr>
            <p:cNvPr id="432" name="Group 956"/>
            <p:cNvGrpSpPr/>
            <p:nvPr/>
          </p:nvGrpSpPr>
          <p:grpSpPr>
            <a:xfrm>
              <a:off x="0" y="2206289"/>
              <a:ext cx="666047" cy="571220"/>
              <a:chOff x="0" y="0"/>
              <a:chExt cx="666046" cy="571219"/>
            </a:xfrm>
          </p:grpSpPr>
          <p:sp>
            <p:nvSpPr>
              <p:cNvPr id="430" name="Shape 954"/>
              <p:cNvSpPr/>
              <p:nvPr/>
            </p:nvSpPr>
            <p:spPr>
              <a:xfrm>
                <a:off x="-1" y="0"/>
                <a:ext cx="666048" cy="571221"/>
              </a:xfrm>
              <a:prstGeom prst="ellipse">
                <a:avLst/>
              </a:prstGeom>
              <a:solidFill>
                <a:srgbClr val="FFFF99">
                  <a:alpha val="50195"/>
                </a:srgbClr>
              </a:solidFill>
              <a:ln w="28575" cap="sq">
                <a:solidFill>
                  <a:srgbClr val="9933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431" name="Shape 955"/>
              <p:cNvSpPr txBox="1"/>
              <p:nvPr/>
            </p:nvSpPr>
            <p:spPr>
              <a:xfrm>
                <a:off x="195997" y="82674"/>
                <a:ext cx="281002" cy="40615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 defTabSz="1295400">
                  <a:spcBef>
                    <a:spcPts val="1900"/>
                  </a:spcBef>
                  <a:defRPr b="1" sz="2400">
                    <a:solidFill>
                      <a:srgbClr val="800000"/>
                    </a:solidFill>
                    <a:uFill>
                      <a:solidFill>
                        <a:srgbClr val="800000"/>
                      </a:solidFill>
                    </a:uFill>
                  </a:defRPr>
                </a:lvl1pPr>
              </a:lstStyle>
              <a:p>
                <a:pPr/>
                <a:r>
                  <a:t>c</a:t>
                </a:r>
              </a:p>
            </p:txBody>
          </p:sp>
        </p:grpSp>
        <p:grpSp>
          <p:nvGrpSpPr>
            <p:cNvPr id="435" name="Group 965"/>
            <p:cNvGrpSpPr/>
            <p:nvPr/>
          </p:nvGrpSpPr>
          <p:grpSpPr>
            <a:xfrm>
              <a:off x="3347720" y="2348530"/>
              <a:ext cx="666047" cy="571221"/>
              <a:chOff x="0" y="0"/>
              <a:chExt cx="666046" cy="571220"/>
            </a:xfrm>
          </p:grpSpPr>
          <p:sp>
            <p:nvSpPr>
              <p:cNvPr id="433" name="Shape 963"/>
              <p:cNvSpPr/>
              <p:nvPr/>
            </p:nvSpPr>
            <p:spPr>
              <a:xfrm>
                <a:off x="-1" y="0"/>
                <a:ext cx="666048" cy="571221"/>
              </a:xfrm>
              <a:prstGeom prst="ellipse">
                <a:avLst/>
              </a:prstGeom>
              <a:solidFill>
                <a:srgbClr val="FFFF99">
                  <a:alpha val="50195"/>
                </a:srgbClr>
              </a:solidFill>
              <a:ln w="28575" cap="sq">
                <a:solidFill>
                  <a:srgbClr val="9933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434" name="Shape 964"/>
              <p:cNvSpPr txBox="1"/>
              <p:nvPr/>
            </p:nvSpPr>
            <p:spPr>
              <a:xfrm>
                <a:off x="193085" y="82674"/>
                <a:ext cx="281002" cy="40615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 defTabSz="1295400">
                  <a:spcBef>
                    <a:spcPts val="1900"/>
                  </a:spcBef>
                  <a:defRPr b="1" sz="2400">
                    <a:solidFill>
                      <a:srgbClr val="800000"/>
                    </a:solidFill>
                    <a:uFill>
                      <a:solidFill>
                        <a:srgbClr val="800000"/>
                      </a:solidFill>
                    </a:uFill>
                  </a:defRPr>
                </a:lvl1pPr>
              </a:lstStyle>
              <a:p>
                <a:pPr/>
                <a:r>
                  <a:t>e</a:t>
                </a:r>
              </a:p>
            </p:txBody>
          </p:sp>
        </p:grpSp>
        <p:grpSp>
          <p:nvGrpSpPr>
            <p:cNvPr id="438" name="Group 971"/>
            <p:cNvGrpSpPr/>
            <p:nvPr/>
          </p:nvGrpSpPr>
          <p:grpSpPr>
            <a:xfrm>
              <a:off x="3903697" y="492635"/>
              <a:ext cx="666049" cy="571221"/>
              <a:chOff x="0" y="0"/>
              <a:chExt cx="666048" cy="571219"/>
            </a:xfrm>
          </p:grpSpPr>
          <p:sp>
            <p:nvSpPr>
              <p:cNvPr id="436" name="Shape 969"/>
              <p:cNvSpPr/>
              <p:nvPr/>
            </p:nvSpPr>
            <p:spPr>
              <a:xfrm>
                <a:off x="0" y="0"/>
                <a:ext cx="666049" cy="571221"/>
              </a:xfrm>
              <a:prstGeom prst="ellipse">
                <a:avLst/>
              </a:prstGeom>
              <a:solidFill>
                <a:srgbClr val="FFFF99">
                  <a:alpha val="50195"/>
                </a:srgbClr>
              </a:solidFill>
              <a:ln w="28575" cap="sq">
                <a:solidFill>
                  <a:srgbClr val="9933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437" name="Shape 970"/>
              <p:cNvSpPr txBox="1"/>
              <p:nvPr/>
            </p:nvSpPr>
            <p:spPr>
              <a:xfrm>
                <a:off x="209414" y="82674"/>
                <a:ext cx="247218" cy="40615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 defTabSz="1295400">
                  <a:spcBef>
                    <a:spcPts val="1900"/>
                  </a:spcBef>
                  <a:defRPr b="1" sz="2400">
                    <a:solidFill>
                      <a:srgbClr val="800000"/>
                    </a:solidFill>
                    <a:uFill>
                      <a:solidFill>
                        <a:srgbClr val="800000"/>
                      </a:solidFill>
                    </a:uFill>
                  </a:defRPr>
                </a:lvl1pPr>
              </a:lstStyle>
              <a:p>
                <a:pPr/>
                <a:r>
                  <a:t>f</a:t>
                </a:r>
              </a:p>
            </p:txBody>
          </p:sp>
        </p:grpSp>
        <p:sp>
          <p:nvSpPr>
            <p:cNvPr id="439" name="Shape 972"/>
            <p:cNvSpPr/>
            <p:nvPr/>
          </p:nvSpPr>
          <p:spPr>
            <a:xfrm flipH="1">
              <a:off x="666044" y="1919552"/>
              <a:ext cx="1429175" cy="476393"/>
            </a:xfrm>
            <a:prstGeom prst="line">
              <a:avLst/>
            </a:prstGeom>
            <a:noFill/>
            <a:ln w="12700" cap="sq">
              <a:solidFill>
                <a:srgbClr val="8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440" name="Shape 974"/>
            <p:cNvSpPr/>
            <p:nvPr/>
          </p:nvSpPr>
          <p:spPr>
            <a:xfrm>
              <a:off x="2856088" y="397808"/>
              <a:ext cx="1041402" cy="284482"/>
            </a:xfrm>
            <a:prstGeom prst="line">
              <a:avLst/>
            </a:prstGeom>
            <a:noFill/>
            <a:ln w="12700" cap="sq">
              <a:solidFill>
                <a:srgbClr val="8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441" name="Shape 978"/>
            <p:cNvSpPr/>
            <p:nvPr/>
          </p:nvSpPr>
          <p:spPr>
            <a:xfrm>
              <a:off x="2697762" y="1983052"/>
              <a:ext cx="760873" cy="476393"/>
            </a:xfrm>
            <a:prstGeom prst="line">
              <a:avLst/>
            </a:prstGeom>
            <a:noFill/>
            <a:ln w="12700" cap="sq">
              <a:solidFill>
                <a:srgbClr val="8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442" name="Shape 980"/>
            <p:cNvSpPr/>
            <p:nvPr/>
          </p:nvSpPr>
          <p:spPr>
            <a:xfrm flipH="1">
              <a:off x="3903697" y="1063853"/>
              <a:ext cx="381567" cy="1332091"/>
            </a:xfrm>
            <a:prstGeom prst="line">
              <a:avLst/>
            </a:prstGeom>
            <a:noFill/>
            <a:ln w="12700" cap="sq">
              <a:solidFill>
                <a:srgbClr val="8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grpSp>
          <p:nvGrpSpPr>
            <p:cNvPr id="445" name="Group 983"/>
            <p:cNvGrpSpPr/>
            <p:nvPr/>
          </p:nvGrpSpPr>
          <p:grpSpPr>
            <a:xfrm>
              <a:off x="2190044" y="111070"/>
              <a:ext cx="666049" cy="571221"/>
              <a:chOff x="0" y="0"/>
              <a:chExt cx="666048" cy="571220"/>
            </a:xfrm>
          </p:grpSpPr>
          <p:sp>
            <p:nvSpPr>
              <p:cNvPr id="443" name="Shape 981"/>
              <p:cNvSpPr/>
              <p:nvPr/>
            </p:nvSpPr>
            <p:spPr>
              <a:xfrm>
                <a:off x="0" y="0"/>
                <a:ext cx="666049" cy="571221"/>
              </a:xfrm>
              <a:prstGeom prst="ellipse">
                <a:avLst/>
              </a:prstGeom>
              <a:solidFill>
                <a:srgbClr val="FFFF99">
                  <a:alpha val="50195"/>
                </a:srgbClr>
              </a:solidFill>
              <a:ln w="28575" cap="sq">
                <a:solidFill>
                  <a:srgbClr val="9933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444" name="Shape 982"/>
              <p:cNvSpPr txBox="1"/>
              <p:nvPr/>
            </p:nvSpPr>
            <p:spPr>
              <a:xfrm>
                <a:off x="175407" y="82674"/>
                <a:ext cx="315232" cy="40615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 defTabSz="1295400">
                  <a:spcBef>
                    <a:spcPts val="1900"/>
                  </a:spcBef>
                  <a:defRPr b="1" sz="2400">
                    <a:solidFill>
                      <a:srgbClr val="800000"/>
                    </a:solidFill>
                    <a:uFill>
                      <a:solidFill>
                        <a:srgbClr val="800000"/>
                      </a:solidFill>
                    </a:uFill>
                  </a:defRPr>
                </a:lvl1pPr>
              </a:lstStyle>
              <a:p>
                <a:pPr/>
                <a:r>
                  <a:t>d</a:t>
                </a:r>
              </a:p>
            </p:txBody>
          </p:sp>
        </p:grpSp>
        <p:sp>
          <p:nvSpPr>
            <p:cNvPr id="446" name="Shape 984"/>
            <p:cNvSpPr/>
            <p:nvPr/>
          </p:nvSpPr>
          <p:spPr>
            <a:xfrm flipV="1">
              <a:off x="1031803" y="429417"/>
              <a:ext cx="1142439" cy="571220"/>
            </a:xfrm>
            <a:prstGeom prst="line">
              <a:avLst/>
            </a:prstGeom>
            <a:noFill/>
            <a:ln w="12700" cap="sq">
              <a:solidFill>
                <a:srgbClr val="8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447" name="Shape 985"/>
            <p:cNvSpPr/>
            <p:nvPr/>
          </p:nvSpPr>
          <p:spPr>
            <a:xfrm>
              <a:off x="1047608" y="1257175"/>
              <a:ext cx="1142438" cy="381566"/>
            </a:xfrm>
            <a:prstGeom prst="line">
              <a:avLst/>
            </a:prstGeom>
            <a:noFill/>
            <a:ln w="12700" cap="sq">
              <a:solidFill>
                <a:srgbClr val="8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448" name="Shape 986"/>
            <p:cNvSpPr/>
            <p:nvPr/>
          </p:nvSpPr>
          <p:spPr>
            <a:xfrm flipH="1">
              <a:off x="2666436" y="930644"/>
              <a:ext cx="1225975" cy="698502"/>
            </a:xfrm>
            <a:prstGeom prst="line">
              <a:avLst/>
            </a:prstGeom>
            <a:noFill/>
            <a:ln w="12700" cap="sq">
              <a:solidFill>
                <a:srgbClr val="8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449" name="Shape 987"/>
            <p:cNvSpPr/>
            <p:nvPr/>
          </p:nvSpPr>
          <p:spPr>
            <a:xfrm flipH="1">
              <a:off x="381564" y="1443159"/>
              <a:ext cx="232553" cy="763131"/>
            </a:xfrm>
            <a:prstGeom prst="line">
              <a:avLst/>
            </a:prstGeom>
            <a:noFill/>
            <a:ln w="12700" cap="sq">
              <a:solidFill>
                <a:srgbClr val="8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450" name="Shape 990"/>
            <p:cNvSpPr txBox="1"/>
            <p:nvPr/>
          </p:nvSpPr>
          <p:spPr>
            <a:xfrm>
              <a:off x="1331149" y="253999"/>
              <a:ext cx="476900" cy="4315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marR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10</a:t>
              </a:r>
            </a:p>
          </p:txBody>
        </p:sp>
        <p:sp>
          <p:nvSpPr>
            <p:cNvPr id="451" name="Shape 991"/>
            <p:cNvSpPr txBox="1"/>
            <p:nvPr/>
          </p:nvSpPr>
          <p:spPr>
            <a:xfrm>
              <a:off x="3172650" y="0"/>
              <a:ext cx="476900" cy="43155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marR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18</a:t>
              </a:r>
            </a:p>
          </p:txBody>
        </p:sp>
        <p:sp>
          <p:nvSpPr>
            <p:cNvPr id="452" name="Shape 992"/>
            <p:cNvSpPr txBox="1"/>
            <p:nvPr/>
          </p:nvSpPr>
          <p:spPr>
            <a:xfrm>
              <a:off x="2829749" y="2184399"/>
              <a:ext cx="324500" cy="4315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marR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3</a:t>
              </a:r>
            </a:p>
          </p:txBody>
        </p:sp>
        <p:sp>
          <p:nvSpPr>
            <p:cNvPr id="453" name="Shape 993"/>
            <p:cNvSpPr txBox="1"/>
            <p:nvPr/>
          </p:nvSpPr>
          <p:spPr>
            <a:xfrm>
              <a:off x="111949" y="1587499"/>
              <a:ext cx="324500" cy="4315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marR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5</a:t>
              </a:r>
            </a:p>
          </p:txBody>
        </p:sp>
        <p:sp>
          <p:nvSpPr>
            <p:cNvPr id="454" name="Shape 994"/>
            <p:cNvSpPr txBox="1"/>
            <p:nvPr/>
          </p:nvSpPr>
          <p:spPr>
            <a:xfrm>
              <a:off x="1077149" y="2275557"/>
              <a:ext cx="324500" cy="4315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marR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9</a:t>
              </a:r>
            </a:p>
          </p:txBody>
        </p:sp>
        <p:sp>
          <p:nvSpPr>
            <p:cNvPr id="455" name="Shape 1000"/>
            <p:cNvSpPr txBox="1"/>
            <p:nvPr/>
          </p:nvSpPr>
          <p:spPr>
            <a:xfrm>
              <a:off x="3159950" y="1168399"/>
              <a:ext cx="324500" cy="4315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marR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5</a:t>
              </a:r>
            </a:p>
          </p:txBody>
        </p:sp>
        <p:sp>
          <p:nvSpPr>
            <p:cNvPr id="456" name="Shape 994"/>
            <p:cNvSpPr txBox="1"/>
            <p:nvPr/>
          </p:nvSpPr>
          <p:spPr>
            <a:xfrm>
              <a:off x="1331149" y="1373857"/>
              <a:ext cx="324500" cy="4315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marR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6</a:t>
              </a:r>
            </a:p>
          </p:txBody>
        </p:sp>
        <p:sp>
          <p:nvSpPr>
            <p:cNvPr id="457" name="Shape 1000"/>
            <p:cNvSpPr txBox="1"/>
            <p:nvPr/>
          </p:nvSpPr>
          <p:spPr>
            <a:xfrm>
              <a:off x="4074350" y="1587499"/>
              <a:ext cx="324500" cy="4315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marR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7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Shape 989"/>
          <p:cNvSpPr txBox="1"/>
          <p:nvPr/>
        </p:nvSpPr>
        <p:spPr>
          <a:xfrm>
            <a:off x="2634827" y="180875"/>
            <a:ext cx="7735146" cy="952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8" algn="ctr" defTabSz="1295400">
              <a:spcBef>
                <a:spcPts val="1900"/>
              </a:spcBef>
              <a:defRPr sz="4800">
                <a:uFill>
                  <a:solidFill>
                    <a:srgbClr val="000000"/>
                  </a:solidFill>
                </a:u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算法分析</a:t>
            </a:r>
          </a:p>
        </p:txBody>
      </p:sp>
      <p:sp>
        <p:nvSpPr>
          <p:cNvPr id="461" name="kruskal算法的时间复杂度与使用的数据结构有关…"/>
          <p:cNvSpPr txBox="1"/>
          <p:nvPr/>
        </p:nvSpPr>
        <p:spPr>
          <a:xfrm>
            <a:off x="128068" y="3561286"/>
            <a:ext cx="11070440" cy="37749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indent="0">
              <a:lnSpc>
                <a:spcPct val="120000"/>
              </a:lnSpc>
            </a:pPr>
            <a:r>
              <a:t>kruskal算法的时间复杂度与使用的</a:t>
            </a:r>
            <a:r>
              <a:rPr>
                <a:solidFill>
                  <a:schemeClr val="accent1"/>
                </a:solidFill>
              </a:rPr>
              <a:t>数据结构</a:t>
            </a:r>
            <a:r>
              <a:t>有关</a:t>
            </a:r>
          </a:p>
          <a:p>
            <a:pPr indent="0">
              <a:lnSpc>
                <a:spcPct val="120000"/>
              </a:lnSpc>
            </a:pPr>
            <a:r>
              <a:t>如果使用二叉堆和并查集，时间复杂度(最坏)：</a:t>
            </a:r>
          </a:p>
          <a:p>
            <a:pPr marL="300789" indent="-300789">
              <a:lnSpc>
                <a:spcPct val="120000"/>
              </a:lnSpc>
              <a:buSzPct val="60000"/>
              <a:buBlip>
                <a:blip r:embed="rId2"/>
              </a:buBlip>
            </a:pPr>
            <a:r>
              <a:t>取边(|E|次)，O(|E|log|E|)</a:t>
            </a:r>
          </a:p>
          <a:p>
            <a:pPr marL="300789" indent="-300789">
              <a:lnSpc>
                <a:spcPct val="120000"/>
              </a:lnSpc>
              <a:buSzPct val="60000"/>
              <a:buBlip>
                <a:blip r:embed="rId2"/>
              </a:buBlip>
            </a:pPr>
            <a:r>
              <a:t>并查集的操作：最多2|E|次查找、最多|V| - 1次合并操作，均摊为</a:t>
            </a:r>
          </a:p>
          <a:p>
            <a:pPr indent="0">
              <a:lnSpc>
                <a:spcPct val="120000"/>
              </a:lnSpc>
            </a:pPr>
            <a:r>
              <a:t>   O(|E| + |V|) </a:t>
            </a:r>
          </a:p>
          <a:p>
            <a:pPr marL="300789" indent="-300789">
              <a:lnSpc>
                <a:spcPct val="120000"/>
              </a:lnSpc>
              <a:buSzPct val="60000"/>
              <a:buBlip>
                <a:blip r:embed="rId2"/>
              </a:buBlip>
            </a:pPr>
            <a:r>
              <a:t>结论: O(|E|log|E| + |V|)</a:t>
            </a:r>
          </a:p>
        </p:txBody>
      </p:sp>
      <p:sp>
        <p:nvSpPr>
          <p:cNvPr id="462" name="Kruskal算法从具有n个连通分量的非连通图开始，贪心的选择权重最小的边…"/>
          <p:cNvSpPr txBox="1"/>
          <p:nvPr/>
        </p:nvSpPr>
        <p:spPr>
          <a:xfrm>
            <a:off x="128068" y="1384305"/>
            <a:ext cx="12560053" cy="19313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indent="0">
              <a:lnSpc>
                <a:spcPct val="120000"/>
              </a:lnSpc>
            </a:pPr>
            <a:r>
              <a:t>Kruskal算法从具有n个连通分量的非连通图开始，贪心的选择权重最小的边</a:t>
            </a:r>
          </a:p>
          <a:p>
            <a:pPr indent="0">
              <a:lnSpc>
                <a:spcPct val="120000"/>
              </a:lnSpc>
            </a:pPr>
            <a:r>
              <a:t>加入图，用检测边的两个端点是否属于同一个连通分量，防止在图中形成</a:t>
            </a:r>
          </a:p>
          <a:p>
            <a:pPr indent="0">
              <a:lnSpc>
                <a:spcPct val="120000"/>
              </a:lnSpc>
            </a:pPr>
            <a:r>
              <a:t>回路。随着边的不断加入，得到了原图的一棵最小生成树。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Shape 234"/>
          <p:cNvSpPr txBox="1"/>
          <p:nvPr/>
        </p:nvSpPr>
        <p:spPr>
          <a:xfrm>
            <a:off x="907907" y="25400"/>
            <a:ext cx="11201403" cy="952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8" algn="ctr" defTabSz="1295400">
              <a:lnSpc>
                <a:spcPct val="125000"/>
              </a:lnSpc>
              <a:defRPr sz="48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并查集</a:t>
            </a:r>
          </a:p>
        </p:txBody>
      </p:sp>
      <p:sp>
        <p:nvSpPr>
          <p:cNvPr id="465" name="只支持集合的合并操作和成员查找(判定)操作的集合。"/>
          <p:cNvSpPr txBox="1"/>
          <p:nvPr/>
        </p:nvSpPr>
        <p:spPr>
          <a:xfrm>
            <a:off x="668330" y="1131803"/>
            <a:ext cx="8587735" cy="609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marR="57798" defTabSz="1295400"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</a:defRPr>
            </a:pPr>
            <a:r>
              <a:t>只支持集合的</a:t>
            </a:r>
            <a:r>
              <a:rPr>
                <a:solidFill>
                  <a:schemeClr val="accent1"/>
                </a:solidFill>
              </a:rPr>
              <a:t>合并</a:t>
            </a:r>
            <a:r>
              <a:t>操作和成员</a:t>
            </a:r>
            <a:r>
              <a:rPr>
                <a:solidFill>
                  <a:schemeClr val="accent1"/>
                </a:solidFill>
              </a:rPr>
              <a:t>查找</a:t>
            </a:r>
            <a:r>
              <a:t>(判定)操作的集合。</a:t>
            </a:r>
          </a:p>
        </p:txBody>
      </p:sp>
      <p:sp>
        <p:nvSpPr>
          <p:cNvPr id="466" name="集合：{2, 4, 6, 8}                   集合: {1, 3, 5, 7, 9}"/>
          <p:cNvSpPr txBox="1"/>
          <p:nvPr/>
        </p:nvSpPr>
        <p:spPr>
          <a:xfrm>
            <a:off x="668330" y="1919203"/>
            <a:ext cx="7354421" cy="609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marR="57798" defTabSz="1295400"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集合：{2, 4, 6, 8}                   集合: {1, 3, 5, 7, 9}</a:t>
            </a:r>
          </a:p>
        </p:txBody>
      </p:sp>
      <p:sp>
        <p:nvSpPr>
          <p:cNvPr id="467" name="集合：{2, 4, 6, 8, 1, 3, 5, 7, 9}"/>
          <p:cNvSpPr txBox="1"/>
          <p:nvPr/>
        </p:nvSpPr>
        <p:spPr>
          <a:xfrm>
            <a:off x="1942510" y="3793683"/>
            <a:ext cx="4602862" cy="609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marR="57798" defTabSz="1295400"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集合：{2, 4, 6, 8, 1, 3, 5, 7, 9}</a:t>
            </a:r>
          </a:p>
        </p:txBody>
      </p:sp>
      <p:sp>
        <p:nvSpPr>
          <p:cNvPr id="468" name="箭头"/>
          <p:cNvSpPr/>
          <p:nvPr/>
        </p:nvSpPr>
        <p:spPr>
          <a:xfrm rot="5400000">
            <a:off x="3826836" y="2777163"/>
            <a:ext cx="1270001" cy="719474"/>
          </a:xfrm>
          <a:prstGeom prst="rightArrow">
            <a:avLst>
              <a:gd name="adj1" fmla="val 44020"/>
              <a:gd name="adj2" fmla="val 97160"/>
            </a:avLst>
          </a:prstGeom>
          <a:solidFill>
            <a:srgbClr val="FFFFFF"/>
          </a:solidFill>
          <a:ln w="25400">
            <a:solidFill>
              <a:srgbClr val="000000"/>
            </a:solidFill>
          </a:ln>
        </p:spPr>
        <p:txBody>
          <a:bodyPr lIns="50800" tIns="50800" rIns="50800" bIns="50800" anchor="ctr"/>
          <a:lstStyle/>
          <a:p>
            <a:pPr marR="57798" defTabSz="1295400"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469" name="集合名：以某个元素作为集合名，例如: 集合2: {2,  4, 6, 8}"/>
          <p:cNvSpPr txBox="1"/>
          <p:nvPr/>
        </p:nvSpPr>
        <p:spPr>
          <a:xfrm>
            <a:off x="668330" y="5045031"/>
            <a:ext cx="9156556" cy="609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marR="57798" defTabSz="1295400"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</a:defRPr>
            </a:pPr>
            <a:r>
              <a:rPr>
                <a:solidFill>
                  <a:schemeClr val="accent1"/>
                </a:solidFill>
              </a:rPr>
              <a:t>集合名</a:t>
            </a:r>
            <a:r>
              <a:t>：以</a:t>
            </a:r>
            <a:r>
              <a:rPr>
                <a:solidFill>
                  <a:schemeClr val="accent1"/>
                </a:solidFill>
              </a:rPr>
              <a:t>某个元素</a:t>
            </a:r>
            <a:r>
              <a:t>作为集合名，例如: 集合2: {2,  4, 6, 8}</a:t>
            </a:r>
          </a:p>
        </p:txBody>
      </p:sp>
      <p:grpSp>
        <p:nvGrpSpPr>
          <p:cNvPr id="485" name="成组"/>
          <p:cNvGrpSpPr/>
          <p:nvPr/>
        </p:nvGrpSpPr>
        <p:grpSpPr>
          <a:xfrm>
            <a:off x="4743512" y="6087264"/>
            <a:ext cx="2399456" cy="1726922"/>
            <a:chOff x="0" y="0"/>
            <a:chExt cx="2399455" cy="1726920"/>
          </a:xfrm>
        </p:grpSpPr>
        <p:sp>
          <p:nvSpPr>
            <p:cNvPr id="470" name="Shape 451"/>
            <p:cNvSpPr/>
            <p:nvPr/>
          </p:nvSpPr>
          <p:spPr>
            <a:xfrm flipH="1">
              <a:off x="268958" y="556260"/>
              <a:ext cx="715717" cy="679593"/>
            </a:xfrm>
            <a:prstGeom prst="line">
              <a:avLst/>
            </a:prstGeom>
            <a:noFill/>
            <a:ln w="38100" cap="sq">
              <a:solidFill>
                <a:srgbClr val="000000"/>
              </a:solidFill>
              <a:prstDash val="solid"/>
              <a:round/>
              <a:head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471" name="Shape 452"/>
            <p:cNvSpPr/>
            <p:nvPr/>
          </p:nvSpPr>
          <p:spPr>
            <a:xfrm>
              <a:off x="1350434" y="510258"/>
              <a:ext cx="715717" cy="715718"/>
            </a:xfrm>
            <a:prstGeom prst="line">
              <a:avLst/>
            </a:prstGeom>
            <a:noFill/>
            <a:ln w="38100" cap="sq">
              <a:solidFill>
                <a:srgbClr val="000000"/>
              </a:solidFill>
              <a:prstDash val="solid"/>
              <a:round/>
              <a:head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472" name="Shape 459"/>
            <p:cNvSpPr/>
            <p:nvPr/>
          </p:nvSpPr>
          <p:spPr>
            <a:xfrm>
              <a:off x="1190131" y="581660"/>
              <a:ext cx="2260" cy="548360"/>
            </a:xfrm>
            <a:prstGeom prst="line">
              <a:avLst/>
            </a:prstGeom>
            <a:noFill/>
            <a:ln w="38100" cap="sq">
              <a:solidFill>
                <a:srgbClr val="000000"/>
              </a:solidFill>
              <a:prstDash val="solid"/>
              <a:round/>
              <a:head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grpSp>
          <p:nvGrpSpPr>
            <p:cNvPr id="475" name="Group 463"/>
            <p:cNvGrpSpPr/>
            <p:nvPr/>
          </p:nvGrpSpPr>
          <p:grpSpPr>
            <a:xfrm>
              <a:off x="840740" y="-1"/>
              <a:ext cx="760592" cy="609603"/>
              <a:chOff x="0" y="0"/>
              <a:chExt cx="760591" cy="609601"/>
            </a:xfrm>
          </p:grpSpPr>
          <p:sp>
            <p:nvSpPr>
              <p:cNvPr id="473" name="Shape 461"/>
              <p:cNvSpPr/>
              <p:nvPr/>
            </p:nvSpPr>
            <p:spPr>
              <a:xfrm>
                <a:off x="0" y="-1"/>
                <a:ext cx="609602" cy="609603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474" name="Shape 462"/>
              <p:cNvSpPr/>
              <p:nvPr/>
            </p:nvSpPr>
            <p:spPr>
              <a:xfrm>
                <a:off x="125589" y="29634"/>
                <a:ext cx="635003" cy="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0" fill="norm" stroke="1" extrusionOk="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spAutoFit/>
              </a:bodyPr>
              <a:lstStyle>
                <a:lvl1pPr marR="57798" defTabSz="1295400">
                  <a:spcBef>
                    <a:spcPts val="1900"/>
                  </a:spcBef>
                  <a:defRPr sz="2800"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2</a:t>
                </a:r>
              </a:p>
            </p:txBody>
          </p:sp>
        </p:grpSp>
        <p:grpSp>
          <p:nvGrpSpPr>
            <p:cNvPr id="478" name="Group 466"/>
            <p:cNvGrpSpPr/>
            <p:nvPr/>
          </p:nvGrpSpPr>
          <p:grpSpPr>
            <a:xfrm>
              <a:off x="0" y="1117318"/>
              <a:ext cx="729546" cy="609603"/>
              <a:chOff x="0" y="0"/>
              <a:chExt cx="729545" cy="609601"/>
            </a:xfrm>
          </p:grpSpPr>
          <p:sp>
            <p:nvSpPr>
              <p:cNvPr id="476" name="Shape 464"/>
              <p:cNvSpPr/>
              <p:nvPr/>
            </p:nvSpPr>
            <p:spPr>
              <a:xfrm>
                <a:off x="0" y="-1"/>
                <a:ext cx="609602" cy="609603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477" name="Shape 465"/>
              <p:cNvSpPr/>
              <p:nvPr/>
            </p:nvSpPr>
            <p:spPr>
              <a:xfrm>
                <a:off x="94543" y="42334"/>
                <a:ext cx="635003" cy="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0" fill="norm" stroke="1" extrusionOk="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spAutoFit/>
              </a:bodyPr>
              <a:lstStyle>
                <a:lvl1pPr marR="57798" defTabSz="1295400">
                  <a:spcBef>
                    <a:spcPts val="1900"/>
                  </a:spcBef>
                  <a:defRPr sz="2800"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4</a:t>
                </a:r>
              </a:p>
            </p:txBody>
          </p:sp>
        </p:grpSp>
        <p:grpSp>
          <p:nvGrpSpPr>
            <p:cNvPr id="481" name="Group 469"/>
            <p:cNvGrpSpPr/>
            <p:nvPr/>
          </p:nvGrpSpPr>
          <p:grpSpPr>
            <a:xfrm>
              <a:off x="862753" y="1117318"/>
              <a:ext cx="729547" cy="609603"/>
              <a:chOff x="0" y="0"/>
              <a:chExt cx="729546" cy="609601"/>
            </a:xfrm>
          </p:grpSpPr>
          <p:sp>
            <p:nvSpPr>
              <p:cNvPr id="479" name="Shape 467"/>
              <p:cNvSpPr/>
              <p:nvPr/>
            </p:nvSpPr>
            <p:spPr>
              <a:xfrm>
                <a:off x="-1" y="-1"/>
                <a:ext cx="609603" cy="609603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480" name="Shape 468"/>
              <p:cNvSpPr/>
              <p:nvPr/>
            </p:nvSpPr>
            <p:spPr>
              <a:xfrm>
                <a:off x="94544" y="43180"/>
                <a:ext cx="635003" cy="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0" fill="norm" stroke="1" extrusionOk="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spAutoFit/>
              </a:bodyPr>
              <a:lstStyle>
                <a:lvl1pPr marR="57798" defTabSz="1295400">
                  <a:spcBef>
                    <a:spcPts val="1900"/>
                  </a:spcBef>
                  <a:defRPr sz="2800"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6</a:t>
                </a:r>
              </a:p>
            </p:txBody>
          </p:sp>
        </p:grpSp>
        <p:grpSp>
          <p:nvGrpSpPr>
            <p:cNvPr id="484" name="Group 472"/>
            <p:cNvGrpSpPr/>
            <p:nvPr/>
          </p:nvGrpSpPr>
          <p:grpSpPr>
            <a:xfrm>
              <a:off x="1666805" y="1117318"/>
              <a:ext cx="732651" cy="609603"/>
              <a:chOff x="0" y="0"/>
              <a:chExt cx="732650" cy="609601"/>
            </a:xfrm>
          </p:grpSpPr>
          <p:sp>
            <p:nvSpPr>
              <p:cNvPr id="482" name="Shape 470"/>
              <p:cNvSpPr/>
              <p:nvPr/>
            </p:nvSpPr>
            <p:spPr>
              <a:xfrm>
                <a:off x="0" y="-1"/>
                <a:ext cx="609602" cy="609603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483" name="Shape 471"/>
              <p:cNvSpPr/>
              <p:nvPr/>
            </p:nvSpPr>
            <p:spPr>
              <a:xfrm>
                <a:off x="97648" y="42334"/>
                <a:ext cx="635003" cy="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0" fill="norm" stroke="1" extrusionOk="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spAutoFit/>
              </a:bodyPr>
              <a:lstStyle>
                <a:lvl1pPr marR="57798" defTabSz="1295400">
                  <a:spcBef>
                    <a:spcPts val="1900"/>
                  </a:spcBef>
                  <a:defRPr sz="2800"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8</a:t>
                </a:r>
              </a:p>
            </p:txBody>
          </p:sp>
        </p:grpSp>
      </p:grpSp>
    </p:spTree>
  </p:cSld>
  <p:clrMapOvr>
    <a:masterClrMapping/>
  </p:clrMapOvr>
  <p:transition xmlns:p14="http://schemas.microsoft.com/office/powerpoint/2010/main" spd="med" advClick="1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Shape 234"/>
          <p:cNvSpPr txBox="1"/>
          <p:nvPr/>
        </p:nvSpPr>
        <p:spPr>
          <a:xfrm>
            <a:off x="907907" y="25400"/>
            <a:ext cx="11201403" cy="952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8" algn="ctr" defTabSz="1295400">
              <a:lnSpc>
                <a:spcPct val="125000"/>
              </a:lnSpc>
              <a:defRPr sz="48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并查集的查找</a:t>
            </a:r>
          </a:p>
        </p:txBody>
      </p:sp>
      <p:sp>
        <p:nvSpPr>
          <p:cNvPr id="488" name="查找某个元素属于哪个结合。"/>
          <p:cNvSpPr txBox="1"/>
          <p:nvPr/>
        </p:nvSpPr>
        <p:spPr>
          <a:xfrm>
            <a:off x="668330" y="1131803"/>
            <a:ext cx="4794900" cy="609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marR="57798" defTabSz="1295400"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查找某个元素属于哪个结合。</a:t>
            </a:r>
          </a:p>
        </p:txBody>
      </p:sp>
      <p:grpSp>
        <p:nvGrpSpPr>
          <p:cNvPr id="510" name="成组"/>
          <p:cNvGrpSpPr/>
          <p:nvPr/>
        </p:nvGrpSpPr>
        <p:grpSpPr>
          <a:xfrm>
            <a:off x="4344534" y="2286142"/>
            <a:ext cx="2938134" cy="3519898"/>
            <a:chOff x="0" y="0"/>
            <a:chExt cx="2938132" cy="3519897"/>
          </a:xfrm>
        </p:grpSpPr>
        <p:sp>
          <p:nvSpPr>
            <p:cNvPr id="489" name="{2,  4,  6,  8 }"/>
            <p:cNvSpPr txBox="1"/>
            <p:nvPr/>
          </p:nvSpPr>
          <p:spPr>
            <a:xfrm>
              <a:off x="387795" y="3027003"/>
              <a:ext cx="2113662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marR="57798" defTabSz="1295400"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{2,  4,  6,  8 }</a:t>
              </a:r>
            </a:p>
          </p:txBody>
        </p:sp>
        <p:grpSp>
          <p:nvGrpSpPr>
            <p:cNvPr id="505" name="成组"/>
            <p:cNvGrpSpPr/>
            <p:nvPr/>
          </p:nvGrpSpPr>
          <p:grpSpPr>
            <a:xfrm>
              <a:off x="538677" y="3822"/>
              <a:ext cx="2399456" cy="1726922"/>
              <a:chOff x="0" y="0"/>
              <a:chExt cx="2399455" cy="1726920"/>
            </a:xfrm>
          </p:grpSpPr>
          <p:sp>
            <p:nvSpPr>
              <p:cNvPr id="490" name="Shape 451"/>
              <p:cNvSpPr/>
              <p:nvPr/>
            </p:nvSpPr>
            <p:spPr>
              <a:xfrm flipH="1">
                <a:off x="268958" y="556260"/>
                <a:ext cx="715717" cy="679593"/>
              </a:xfrm>
              <a:prstGeom prst="line">
                <a:avLst/>
              </a:prstGeom>
              <a:noFill/>
              <a:ln w="38100" cap="sq">
                <a:solidFill>
                  <a:srgbClr val="000000"/>
                </a:solidFill>
                <a:prstDash val="solid"/>
                <a:round/>
                <a:headEnd type="triangle" w="med" len="med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491" name="Shape 452"/>
              <p:cNvSpPr/>
              <p:nvPr/>
            </p:nvSpPr>
            <p:spPr>
              <a:xfrm>
                <a:off x="1350434" y="510258"/>
                <a:ext cx="715717" cy="715718"/>
              </a:xfrm>
              <a:prstGeom prst="line">
                <a:avLst/>
              </a:prstGeom>
              <a:noFill/>
              <a:ln w="38100" cap="sq">
                <a:solidFill>
                  <a:srgbClr val="000000"/>
                </a:solidFill>
                <a:prstDash val="solid"/>
                <a:round/>
                <a:headEnd type="triangle" w="med" len="med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492" name="Shape 459"/>
              <p:cNvSpPr/>
              <p:nvPr/>
            </p:nvSpPr>
            <p:spPr>
              <a:xfrm>
                <a:off x="1190131" y="581660"/>
                <a:ext cx="2260" cy="548360"/>
              </a:xfrm>
              <a:prstGeom prst="line">
                <a:avLst/>
              </a:prstGeom>
              <a:noFill/>
              <a:ln w="38100" cap="sq">
                <a:solidFill>
                  <a:srgbClr val="000000"/>
                </a:solidFill>
                <a:prstDash val="solid"/>
                <a:round/>
                <a:headEnd type="triangle" w="med" len="med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grpSp>
            <p:nvGrpSpPr>
              <p:cNvPr id="495" name="Group 463"/>
              <p:cNvGrpSpPr/>
              <p:nvPr/>
            </p:nvGrpSpPr>
            <p:grpSpPr>
              <a:xfrm>
                <a:off x="840740" y="-1"/>
                <a:ext cx="760592" cy="609603"/>
                <a:chOff x="0" y="0"/>
                <a:chExt cx="760591" cy="609601"/>
              </a:xfrm>
            </p:grpSpPr>
            <p:sp>
              <p:nvSpPr>
                <p:cNvPr id="493" name="Shape 461"/>
                <p:cNvSpPr/>
                <p:nvPr/>
              </p:nvSpPr>
              <p:spPr>
                <a:xfrm>
                  <a:off x="0" y="-1"/>
                  <a:ext cx="609602" cy="609603"/>
                </a:xfrm>
                <a:prstGeom prst="ellipse">
                  <a:avLst/>
                </a:prstGeom>
                <a:solidFill>
                  <a:srgbClr val="990000"/>
                </a:solidFill>
                <a:ln w="12700" cap="sq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R="57798" defTabSz="1295400">
                    <a:spcBef>
                      <a:spcPts val="1900"/>
                    </a:spcBef>
                    <a:defRPr b="1" sz="2800"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494" name="Shape 462"/>
                <p:cNvSpPr/>
                <p:nvPr/>
              </p:nvSpPr>
              <p:spPr>
                <a:xfrm>
                  <a:off x="125589" y="29634"/>
                  <a:ext cx="635003" cy="1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0" fill="norm" stroke="1" extrusionOk="0">
                      <a:moveTo>
                        <a:pt x="0" y="0"/>
                      </a:moveTo>
                      <a:lnTo>
                        <a:pt x="21600" y="0"/>
                      </a:lnTo>
                      <a:lnTo>
                        <a:pt x="2160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50800" tIns="50800" rIns="50800" bIns="50800" numCol="1" anchor="t">
                  <a:spAutoFit/>
                </a:bodyPr>
                <a:lstStyle>
                  <a:lvl1pPr marR="57798" defTabSz="1295400">
                    <a:spcBef>
                      <a:spcPts val="1900"/>
                    </a:spcBef>
                    <a:defRPr sz="2800">
                      <a:solidFill>
                        <a:srgbClr val="FEE8F7"/>
                      </a:solidFill>
                      <a:uFill>
                        <a:solidFill>
                          <a:srgbClr val="FEE8F7"/>
                        </a:solidFill>
                      </a:uFill>
                    </a:defRPr>
                  </a:lvl1pPr>
                </a:lstStyle>
                <a:p>
                  <a:pPr/>
                  <a:r>
                    <a:t>2</a:t>
                  </a:r>
                </a:p>
              </p:txBody>
            </p:sp>
          </p:grpSp>
          <p:grpSp>
            <p:nvGrpSpPr>
              <p:cNvPr id="498" name="Group 466"/>
              <p:cNvGrpSpPr/>
              <p:nvPr/>
            </p:nvGrpSpPr>
            <p:grpSpPr>
              <a:xfrm>
                <a:off x="0" y="1117318"/>
                <a:ext cx="729546" cy="609603"/>
                <a:chOff x="0" y="0"/>
                <a:chExt cx="729545" cy="609601"/>
              </a:xfrm>
            </p:grpSpPr>
            <p:sp>
              <p:nvSpPr>
                <p:cNvPr id="496" name="Shape 464"/>
                <p:cNvSpPr/>
                <p:nvPr/>
              </p:nvSpPr>
              <p:spPr>
                <a:xfrm>
                  <a:off x="0" y="-1"/>
                  <a:ext cx="609602" cy="609603"/>
                </a:xfrm>
                <a:prstGeom prst="ellipse">
                  <a:avLst/>
                </a:prstGeom>
                <a:solidFill>
                  <a:srgbClr val="990000"/>
                </a:solidFill>
                <a:ln w="12700" cap="sq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R="57798" defTabSz="1295400">
                    <a:spcBef>
                      <a:spcPts val="1900"/>
                    </a:spcBef>
                    <a:defRPr b="1" sz="2800"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497" name="Shape 465"/>
                <p:cNvSpPr/>
                <p:nvPr/>
              </p:nvSpPr>
              <p:spPr>
                <a:xfrm>
                  <a:off x="94543" y="42334"/>
                  <a:ext cx="635003" cy="1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0" fill="norm" stroke="1" extrusionOk="0">
                      <a:moveTo>
                        <a:pt x="0" y="0"/>
                      </a:moveTo>
                      <a:lnTo>
                        <a:pt x="21600" y="0"/>
                      </a:lnTo>
                      <a:lnTo>
                        <a:pt x="2160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50800" tIns="50800" rIns="50800" bIns="50800" numCol="1" anchor="t">
                  <a:spAutoFit/>
                </a:bodyPr>
                <a:lstStyle>
                  <a:lvl1pPr marR="57798" defTabSz="1295400">
                    <a:spcBef>
                      <a:spcPts val="1900"/>
                    </a:spcBef>
                    <a:defRPr sz="2800">
                      <a:solidFill>
                        <a:srgbClr val="FEE8F7"/>
                      </a:solidFill>
                      <a:uFill>
                        <a:solidFill>
                          <a:srgbClr val="FEE8F7"/>
                        </a:solidFill>
                      </a:uFill>
                    </a:defRPr>
                  </a:lvl1pPr>
                </a:lstStyle>
                <a:p>
                  <a:pPr/>
                  <a:r>
                    <a:t>4</a:t>
                  </a:r>
                </a:p>
              </p:txBody>
            </p:sp>
          </p:grpSp>
          <p:grpSp>
            <p:nvGrpSpPr>
              <p:cNvPr id="501" name="Group 469"/>
              <p:cNvGrpSpPr/>
              <p:nvPr/>
            </p:nvGrpSpPr>
            <p:grpSpPr>
              <a:xfrm>
                <a:off x="862753" y="1117318"/>
                <a:ext cx="729547" cy="609603"/>
                <a:chOff x="0" y="0"/>
                <a:chExt cx="729546" cy="609601"/>
              </a:xfrm>
            </p:grpSpPr>
            <p:sp>
              <p:nvSpPr>
                <p:cNvPr id="499" name="Shape 467"/>
                <p:cNvSpPr/>
                <p:nvPr/>
              </p:nvSpPr>
              <p:spPr>
                <a:xfrm>
                  <a:off x="-1" y="-1"/>
                  <a:ext cx="609603" cy="609603"/>
                </a:xfrm>
                <a:prstGeom prst="ellipse">
                  <a:avLst/>
                </a:prstGeom>
                <a:solidFill>
                  <a:srgbClr val="990000"/>
                </a:solidFill>
                <a:ln w="12700" cap="sq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R="57798" defTabSz="1295400">
                    <a:spcBef>
                      <a:spcPts val="1900"/>
                    </a:spcBef>
                    <a:defRPr b="1" sz="2800"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500" name="Shape 468"/>
                <p:cNvSpPr/>
                <p:nvPr/>
              </p:nvSpPr>
              <p:spPr>
                <a:xfrm>
                  <a:off x="94544" y="43180"/>
                  <a:ext cx="635003" cy="1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0" fill="norm" stroke="1" extrusionOk="0">
                      <a:moveTo>
                        <a:pt x="0" y="0"/>
                      </a:moveTo>
                      <a:lnTo>
                        <a:pt x="21600" y="0"/>
                      </a:lnTo>
                      <a:lnTo>
                        <a:pt x="2160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50800" tIns="50800" rIns="50800" bIns="50800" numCol="1" anchor="t">
                  <a:spAutoFit/>
                </a:bodyPr>
                <a:lstStyle>
                  <a:lvl1pPr marR="57798" defTabSz="1295400">
                    <a:spcBef>
                      <a:spcPts val="1900"/>
                    </a:spcBef>
                    <a:defRPr sz="2800">
                      <a:solidFill>
                        <a:srgbClr val="FEE8F7"/>
                      </a:solidFill>
                      <a:uFill>
                        <a:solidFill>
                          <a:srgbClr val="FEE8F7"/>
                        </a:solidFill>
                      </a:uFill>
                    </a:defRPr>
                  </a:lvl1pPr>
                </a:lstStyle>
                <a:p>
                  <a:pPr/>
                  <a:r>
                    <a:t>6</a:t>
                  </a:r>
                </a:p>
              </p:txBody>
            </p:sp>
          </p:grpSp>
          <p:grpSp>
            <p:nvGrpSpPr>
              <p:cNvPr id="504" name="Group 472"/>
              <p:cNvGrpSpPr/>
              <p:nvPr/>
            </p:nvGrpSpPr>
            <p:grpSpPr>
              <a:xfrm>
                <a:off x="1666805" y="1117318"/>
                <a:ext cx="732651" cy="609603"/>
                <a:chOff x="0" y="0"/>
                <a:chExt cx="732650" cy="609601"/>
              </a:xfrm>
            </p:grpSpPr>
            <p:sp>
              <p:nvSpPr>
                <p:cNvPr id="502" name="Shape 470"/>
                <p:cNvSpPr/>
                <p:nvPr/>
              </p:nvSpPr>
              <p:spPr>
                <a:xfrm>
                  <a:off x="0" y="-1"/>
                  <a:ext cx="609602" cy="609603"/>
                </a:xfrm>
                <a:prstGeom prst="ellipse">
                  <a:avLst/>
                </a:prstGeom>
                <a:solidFill>
                  <a:srgbClr val="990000"/>
                </a:solidFill>
                <a:ln w="12700" cap="sq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R="57798" defTabSz="1295400">
                    <a:spcBef>
                      <a:spcPts val="1900"/>
                    </a:spcBef>
                    <a:defRPr b="1" sz="2800"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503" name="Shape 471"/>
                <p:cNvSpPr/>
                <p:nvPr/>
              </p:nvSpPr>
              <p:spPr>
                <a:xfrm>
                  <a:off x="97648" y="42334"/>
                  <a:ext cx="635003" cy="1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0" fill="norm" stroke="1" extrusionOk="0">
                      <a:moveTo>
                        <a:pt x="0" y="0"/>
                      </a:moveTo>
                      <a:lnTo>
                        <a:pt x="21600" y="0"/>
                      </a:lnTo>
                      <a:lnTo>
                        <a:pt x="2160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50800" tIns="50800" rIns="50800" bIns="50800" numCol="1" anchor="t">
                  <a:spAutoFit/>
                </a:bodyPr>
                <a:lstStyle>
                  <a:lvl1pPr marR="57798" defTabSz="1295400">
                    <a:spcBef>
                      <a:spcPts val="1900"/>
                    </a:spcBef>
                    <a:defRPr sz="2800">
                      <a:solidFill>
                        <a:srgbClr val="FEE8F7"/>
                      </a:solidFill>
                      <a:uFill>
                        <a:solidFill>
                          <a:srgbClr val="FEE8F7"/>
                        </a:solidFill>
                      </a:uFill>
                    </a:defRPr>
                  </a:lvl1pPr>
                </a:lstStyle>
                <a:p>
                  <a:pPr/>
                  <a:r>
                    <a:t>8</a:t>
                  </a:r>
                </a:p>
              </p:txBody>
            </p:sp>
          </p:grpSp>
        </p:grpSp>
        <p:sp>
          <p:nvSpPr>
            <p:cNvPr id="506" name="线条"/>
            <p:cNvSpPr/>
            <p:nvPr/>
          </p:nvSpPr>
          <p:spPr>
            <a:xfrm flipV="1">
              <a:off x="2118227" y="1731522"/>
              <a:ext cx="432571" cy="1384273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custDash>
                <a:ds d="200000" sp="200000"/>
              </a:custDash>
              <a:miter lim="400000"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507" name="线条"/>
            <p:cNvSpPr/>
            <p:nvPr/>
          </p:nvSpPr>
          <p:spPr>
            <a:xfrm flipH="1" flipV="1">
              <a:off x="866360" y="1733133"/>
              <a:ext cx="306611" cy="1382186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custDash>
                <a:ds d="200000" sp="200000"/>
              </a:custDash>
              <a:miter lim="400000"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508" name="线条"/>
            <p:cNvSpPr/>
            <p:nvPr/>
          </p:nvSpPr>
          <p:spPr>
            <a:xfrm flipV="1">
              <a:off x="1673727" y="1735310"/>
              <a:ext cx="1" cy="1380486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custDash>
                <a:ds d="200000" sp="200000"/>
              </a:custDash>
              <a:miter lim="400000"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511" name="连接线"/>
            <p:cNvSpPr/>
            <p:nvPr/>
          </p:nvSpPr>
          <p:spPr>
            <a:xfrm>
              <a:off x="0" y="0"/>
              <a:ext cx="1446352" cy="318592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6479" h="19642" fill="norm" stroke="1" extrusionOk="0">
                  <a:moveTo>
                    <a:pt x="9019" y="19642"/>
                  </a:moveTo>
                  <a:cubicBezTo>
                    <a:pt x="-5121" y="4416"/>
                    <a:pt x="-2634" y="-1958"/>
                    <a:pt x="16479" y="520"/>
                  </a:cubicBezTo>
                </a:path>
              </a:pathLst>
            </a:custGeom>
            <a:noFill/>
            <a:ln w="25400" cap="flat">
              <a:solidFill>
                <a:schemeClr val="accent1"/>
              </a:solidFill>
              <a:custDash>
                <a:ds d="200000" sp="200000"/>
              </a:custDash>
              <a:miter lim="400000"/>
              <a:tailEnd type="triangle" w="med" len="med"/>
            </a:ln>
            <a:effectLst/>
          </p:spPr>
          <p:txBody>
            <a:bodyPr/>
            <a:lstStyle/>
            <a:p>
              <a:pPr/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Shape 234"/>
          <p:cNvSpPr txBox="1"/>
          <p:nvPr/>
        </p:nvSpPr>
        <p:spPr>
          <a:xfrm>
            <a:off x="907907" y="25400"/>
            <a:ext cx="11201403" cy="952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8" algn="ctr" defTabSz="1295400">
              <a:lnSpc>
                <a:spcPct val="125000"/>
              </a:lnSpc>
              <a:defRPr sz="48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并查集的合并-重量规则</a:t>
            </a:r>
          </a:p>
        </p:txBody>
      </p:sp>
      <p:grpSp>
        <p:nvGrpSpPr>
          <p:cNvPr id="529" name="成组"/>
          <p:cNvGrpSpPr/>
          <p:nvPr/>
        </p:nvGrpSpPr>
        <p:grpSpPr>
          <a:xfrm>
            <a:off x="2673412" y="1855078"/>
            <a:ext cx="2399456" cy="1726921"/>
            <a:chOff x="0" y="0"/>
            <a:chExt cx="2399455" cy="1726920"/>
          </a:xfrm>
        </p:grpSpPr>
        <p:sp>
          <p:nvSpPr>
            <p:cNvPr id="514" name="Shape 451"/>
            <p:cNvSpPr/>
            <p:nvPr/>
          </p:nvSpPr>
          <p:spPr>
            <a:xfrm flipH="1">
              <a:off x="268958" y="556260"/>
              <a:ext cx="715717" cy="679593"/>
            </a:xfrm>
            <a:prstGeom prst="line">
              <a:avLst/>
            </a:prstGeom>
            <a:noFill/>
            <a:ln w="38100" cap="sq">
              <a:solidFill>
                <a:srgbClr val="000000"/>
              </a:solidFill>
              <a:prstDash val="solid"/>
              <a:round/>
              <a:head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515" name="Shape 452"/>
            <p:cNvSpPr/>
            <p:nvPr/>
          </p:nvSpPr>
          <p:spPr>
            <a:xfrm>
              <a:off x="1350434" y="510258"/>
              <a:ext cx="715717" cy="715718"/>
            </a:xfrm>
            <a:prstGeom prst="line">
              <a:avLst/>
            </a:prstGeom>
            <a:noFill/>
            <a:ln w="38100" cap="sq">
              <a:solidFill>
                <a:srgbClr val="000000"/>
              </a:solidFill>
              <a:prstDash val="solid"/>
              <a:round/>
              <a:head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516" name="Shape 459"/>
            <p:cNvSpPr/>
            <p:nvPr/>
          </p:nvSpPr>
          <p:spPr>
            <a:xfrm>
              <a:off x="1190131" y="581660"/>
              <a:ext cx="2260" cy="548360"/>
            </a:xfrm>
            <a:prstGeom prst="line">
              <a:avLst/>
            </a:prstGeom>
            <a:noFill/>
            <a:ln w="38100" cap="sq">
              <a:solidFill>
                <a:srgbClr val="000000"/>
              </a:solidFill>
              <a:prstDash val="solid"/>
              <a:round/>
              <a:head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grpSp>
          <p:nvGrpSpPr>
            <p:cNvPr id="519" name="Group 463"/>
            <p:cNvGrpSpPr/>
            <p:nvPr/>
          </p:nvGrpSpPr>
          <p:grpSpPr>
            <a:xfrm>
              <a:off x="840740" y="-1"/>
              <a:ext cx="760592" cy="609603"/>
              <a:chOff x="0" y="0"/>
              <a:chExt cx="760591" cy="609601"/>
            </a:xfrm>
          </p:grpSpPr>
          <p:sp>
            <p:nvSpPr>
              <p:cNvPr id="517" name="Shape 461"/>
              <p:cNvSpPr/>
              <p:nvPr/>
            </p:nvSpPr>
            <p:spPr>
              <a:xfrm>
                <a:off x="0" y="-1"/>
                <a:ext cx="609602" cy="609603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518" name="Shape 462"/>
              <p:cNvSpPr/>
              <p:nvPr/>
            </p:nvSpPr>
            <p:spPr>
              <a:xfrm>
                <a:off x="125589" y="29634"/>
                <a:ext cx="635003" cy="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0" fill="norm" stroke="1" extrusionOk="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spAutoFit/>
              </a:bodyPr>
              <a:lstStyle>
                <a:lvl1pPr marR="57798" defTabSz="1295400">
                  <a:spcBef>
                    <a:spcPts val="1900"/>
                  </a:spcBef>
                  <a:defRPr sz="2800"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2</a:t>
                </a:r>
              </a:p>
            </p:txBody>
          </p:sp>
        </p:grpSp>
        <p:grpSp>
          <p:nvGrpSpPr>
            <p:cNvPr id="522" name="Group 466"/>
            <p:cNvGrpSpPr/>
            <p:nvPr/>
          </p:nvGrpSpPr>
          <p:grpSpPr>
            <a:xfrm>
              <a:off x="0" y="1117318"/>
              <a:ext cx="729546" cy="609603"/>
              <a:chOff x="0" y="0"/>
              <a:chExt cx="729545" cy="609601"/>
            </a:xfrm>
          </p:grpSpPr>
          <p:sp>
            <p:nvSpPr>
              <p:cNvPr id="520" name="Shape 464"/>
              <p:cNvSpPr/>
              <p:nvPr/>
            </p:nvSpPr>
            <p:spPr>
              <a:xfrm>
                <a:off x="0" y="-1"/>
                <a:ext cx="609602" cy="609603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521" name="Shape 465"/>
              <p:cNvSpPr/>
              <p:nvPr/>
            </p:nvSpPr>
            <p:spPr>
              <a:xfrm>
                <a:off x="94543" y="42334"/>
                <a:ext cx="635003" cy="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0" fill="norm" stroke="1" extrusionOk="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spAutoFit/>
              </a:bodyPr>
              <a:lstStyle>
                <a:lvl1pPr marR="57798" defTabSz="1295400">
                  <a:spcBef>
                    <a:spcPts val="1900"/>
                  </a:spcBef>
                  <a:defRPr sz="2800"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4</a:t>
                </a:r>
              </a:p>
            </p:txBody>
          </p:sp>
        </p:grpSp>
        <p:grpSp>
          <p:nvGrpSpPr>
            <p:cNvPr id="525" name="Group 469"/>
            <p:cNvGrpSpPr/>
            <p:nvPr/>
          </p:nvGrpSpPr>
          <p:grpSpPr>
            <a:xfrm>
              <a:off x="862753" y="1117318"/>
              <a:ext cx="729547" cy="609603"/>
              <a:chOff x="0" y="0"/>
              <a:chExt cx="729546" cy="609601"/>
            </a:xfrm>
          </p:grpSpPr>
          <p:sp>
            <p:nvSpPr>
              <p:cNvPr id="523" name="Shape 467"/>
              <p:cNvSpPr/>
              <p:nvPr/>
            </p:nvSpPr>
            <p:spPr>
              <a:xfrm>
                <a:off x="-1" y="-1"/>
                <a:ext cx="609603" cy="609603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524" name="Shape 468"/>
              <p:cNvSpPr/>
              <p:nvPr/>
            </p:nvSpPr>
            <p:spPr>
              <a:xfrm>
                <a:off x="94544" y="43180"/>
                <a:ext cx="635003" cy="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0" fill="norm" stroke="1" extrusionOk="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spAutoFit/>
              </a:bodyPr>
              <a:lstStyle>
                <a:lvl1pPr marR="57798" defTabSz="1295400">
                  <a:spcBef>
                    <a:spcPts val="1900"/>
                  </a:spcBef>
                  <a:defRPr sz="2800"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6</a:t>
                </a:r>
              </a:p>
            </p:txBody>
          </p:sp>
        </p:grpSp>
        <p:grpSp>
          <p:nvGrpSpPr>
            <p:cNvPr id="528" name="Group 472"/>
            <p:cNvGrpSpPr/>
            <p:nvPr/>
          </p:nvGrpSpPr>
          <p:grpSpPr>
            <a:xfrm>
              <a:off x="1666805" y="1117318"/>
              <a:ext cx="732651" cy="609603"/>
              <a:chOff x="0" y="0"/>
              <a:chExt cx="732650" cy="609601"/>
            </a:xfrm>
          </p:grpSpPr>
          <p:sp>
            <p:nvSpPr>
              <p:cNvPr id="526" name="Shape 470"/>
              <p:cNvSpPr/>
              <p:nvPr/>
            </p:nvSpPr>
            <p:spPr>
              <a:xfrm>
                <a:off x="0" y="-1"/>
                <a:ext cx="609602" cy="609603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527" name="Shape 471"/>
              <p:cNvSpPr/>
              <p:nvPr/>
            </p:nvSpPr>
            <p:spPr>
              <a:xfrm>
                <a:off x="97648" y="42334"/>
                <a:ext cx="635003" cy="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0" fill="norm" stroke="1" extrusionOk="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spAutoFit/>
              </a:bodyPr>
              <a:lstStyle>
                <a:lvl1pPr marR="57798" defTabSz="1295400">
                  <a:spcBef>
                    <a:spcPts val="1900"/>
                  </a:spcBef>
                  <a:defRPr sz="2800"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8</a:t>
                </a:r>
              </a:p>
            </p:txBody>
          </p:sp>
        </p:grpSp>
      </p:grpSp>
      <p:grpSp>
        <p:nvGrpSpPr>
          <p:cNvPr id="549" name="成组"/>
          <p:cNvGrpSpPr/>
          <p:nvPr/>
        </p:nvGrpSpPr>
        <p:grpSpPr>
          <a:xfrm>
            <a:off x="7361887" y="1855078"/>
            <a:ext cx="3199556" cy="1739621"/>
            <a:chOff x="0" y="0"/>
            <a:chExt cx="3199555" cy="1739620"/>
          </a:xfrm>
        </p:grpSpPr>
        <p:sp>
          <p:nvSpPr>
            <p:cNvPr id="530" name="Shape 459"/>
            <p:cNvSpPr/>
            <p:nvPr/>
          </p:nvSpPr>
          <p:spPr>
            <a:xfrm>
              <a:off x="1606573" y="559652"/>
              <a:ext cx="347613" cy="617505"/>
            </a:xfrm>
            <a:prstGeom prst="line">
              <a:avLst/>
            </a:prstGeom>
            <a:noFill/>
            <a:ln w="38100" cap="sq">
              <a:solidFill>
                <a:srgbClr val="000000"/>
              </a:solidFill>
              <a:prstDash val="solid"/>
              <a:round/>
              <a:head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531" name="Shape 451"/>
            <p:cNvSpPr/>
            <p:nvPr/>
          </p:nvSpPr>
          <p:spPr>
            <a:xfrm flipH="1">
              <a:off x="243558" y="438933"/>
              <a:ext cx="1006090" cy="771520"/>
            </a:xfrm>
            <a:prstGeom prst="line">
              <a:avLst/>
            </a:prstGeom>
            <a:noFill/>
            <a:ln w="38100" cap="sq">
              <a:solidFill>
                <a:srgbClr val="000000"/>
              </a:solidFill>
              <a:prstDash val="solid"/>
              <a:round/>
              <a:head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532" name="Shape 452"/>
            <p:cNvSpPr/>
            <p:nvPr/>
          </p:nvSpPr>
          <p:spPr>
            <a:xfrm>
              <a:off x="1744134" y="446758"/>
              <a:ext cx="944441" cy="944441"/>
            </a:xfrm>
            <a:prstGeom prst="line">
              <a:avLst/>
            </a:prstGeom>
            <a:noFill/>
            <a:ln w="38100" cap="sq">
              <a:solidFill>
                <a:srgbClr val="000000"/>
              </a:solidFill>
              <a:prstDash val="solid"/>
              <a:round/>
              <a:head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533" name="Shape 459"/>
            <p:cNvSpPr/>
            <p:nvPr/>
          </p:nvSpPr>
          <p:spPr>
            <a:xfrm flipH="1">
              <a:off x="1134407" y="555217"/>
              <a:ext cx="331514" cy="538738"/>
            </a:xfrm>
            <a:prstGeom prst="line">
              <a:avLst/>
            </a:prstGeom>
            <a:noFill/>
            <a:ln w="38100" cap="sq">
              <a:solidFill>
                <a:srgbClr val="000000"/>
              </a:solidFill>
              <a:prstDash val="solid"/>
              <a:round/>
              <a:head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grpSp>
          <p:nvGrpSpPr>
            <p:cNvPr id="536" name="Group 463"/>
            <p:cNvGrpSpPr/>
            <p:nvPr/>
          </p:nvGrpSpPr>
          <p:grpSpPr>
            <a:xfrm>
              <a:off x="1196340" y="-1"/>
              <a:ext cx="760592" cy="609603"/>
              <a:chOff x="0" y="0"/>
              <a:chExt cx="760591" cy="609601"/>
            </a:xfrm>
          </p:grpSpPr>
          <p:sp>
            <p:nvSpPr>
              <p:cNvPr id="534" name="Shape 461"/>
              <p:cNvSpPr/>
              <p:nvPr/>
            </p:nvSpPr>
            <p:spPr>
              <a:xfrm>
                <a:off x="0" y="-1"/>
                <a:ext cx="609602" cy="609603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535" name="Shape 462"/>
              <p:cNvSpPr/>
              <p:nvPr/>
            </p:nvSpPr>
            <p:spPr>
              <a:xfrm>
                <a:off x="125589" y="29634"/>
                <a:ext cx="635003" cy="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0" fill="norm" stroke="1" extrusionOk="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spAutoFit/>
              </a:bodyPr>
              <a:lstStyle>
                <a:lvl1pPr marR="57798" defTabSz="1295400">
                  <a:spcBef>
                    <a:spcPts val="1900"/>
                  </a:spcBef>
                  <a:defRPr sz="2800"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1</a:t>
                </a:r>
              </a:p>
            </p:txBody>
          </p:sp>
        </p:grpSp>
        <p:grpSp>
          <p:nvGrpSpPr>
            <p:cNvPr id="539" name="Group 466"/>
            <p:cNvGrpSpPr/>
            <p:nvPr/>
          </p:nvGrpSpPr>
          <p:grpSpPr>
            <a:xfrm>
              <a:off x="0" y="1117318"/>
              <a:ext cx="729546" cy="609603"/>
              <a:chOff x="0" y="0"/>
              <a:chExt cx="729545" cy="609601"/>
            </a:xfrm>
          </p:grpSpPr>
          <p:sp>
            <p:nvSpPr>
              <p:cNvPr id="537" name="Shape 464"/>
              <p:cNvSpPr/>
              <p:nvPr/>
            </p:nvSpPr>
            <p:spPr>
              <a:xfrm>
                <a:off x="0" y="-1"/>
                <a:ext cx="609602" cy="609603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538" name="Shape 465"/>
              <p:cNvSpPr/>
              <p:nvPr/>
            </p:nvSpPr>
            <p:spPr>
              <a:xfrm>
                <a:off x="94543" y="42334"/>
                <a:ext cx="635003" cy="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0" fill="norm" stroke="1" extrusionOk="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spAutoFit/>
              </a:bodyPr>
              <a:lstStyle>
                <a:lvl1pPr marR="57798" defTabSz="1295400">
                  <a:spcBef>
                    <a:spcPts val="1900"/>
                  </a:spcBef>
                  <a:defRPr sz="2800"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3</a:t>
                </a:r>
              </a:p>
            </p:txBody>
          </p:sp>
        </p:grpSp>
        <p:grpSp>
          <p:nvGrpSpPr>
            <p:cNvPr id="542" name="Group 469"/>
            <p:cNvGrpSpPr/>
            <p:nvPr/>
          </p:nvGrpSpPr>
          <p:grpSpPr>
            <a:xfrm>
              <a:off x="786553" y="1117318"/>
              <a:ext cx="729547" cy="609603"/>
              <a:chOff x="0" y="0"/>
              <a:chExt cx="729546" cy="609601"/>
            </a:xfrm>
          </p:grpSpPr>
          <p:sp>
            <p:nvSpPr>
              <p:cNvPr id="540" name="Shape 467"/>
              <p:cNvSpPr/>
              <p:nvPr/>
            </p:nvSpPr>
            <p:spPr>
              <a:xfrm>
                <a:off x="-1" y="-1"/>
                <a:ext cx="609603" cy="609603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541" name="Shape 468"/>
              <p:cNvSpPr/>
              <p:nvPr/>
            </p:nvSpPr>
            <p:spPr>
              <a:xfrm>
                <a:off x="94544" y="43180"/>
                <a:ext cx="635003" cy="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0" fill="norm" stroke="1" extrusionOk="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spAutoFit/>
              </a:bodyPr>
              <a:lstStyle>
                <a:lvl1pPr marR="57798" defTabSz="1295400">
                  <a:spcBef>
                    <a:spcPts val="1900"/>
                  </a:spcBef>
                  <a:defRPr sz="2800"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5</a:t>
                </a:r>
              </a:p>
            </p:txBody>
          </p:sp>
        </p:grpSp>
        <p:grpSp>
          <p:nvGrpSpPr>
            <p:cNvPr id="545" name="Group 472"/>
            <p:cNvGrpSpPr/>
            <p:nvPr/>
          </p:nvGrpSpPr>
          <p:grpSpPr>
            <a:xfrm>
              <a:off x="1666805" y="1117318"/>
              <a:ext cx="732651" cy="609603"/>
              <a:chOff x="0" y="0"/>
              <a:chExt cx="732650" cy="609601"/>
            </a:xfrm>
          </p:grpSpPr>
          <p:sp>
            <p:nvSpPr>
              <p:cNvPr id="543" name="Shape 470"/>
              <p:cNvSpPr/>
              <p:nvPr/>
            </p:nvSpPr>
            <p:spPr>
              <a:xfrm>
                <a:off x="0" y="-1"/>
                <a:ext cx="609602" cy="609603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544" name="Shape 471"/>
              <p:cNvSpPr/>
              <p:nvPr/>
            </p:nvSpPr>
            <p:spPr>
              <a:xfrm>
                <a:off x="97648" y="42334"/>
                <a:ext cx="635003" cy="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0" fill="norm" stroke="1" extrusionOk="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spAutoFit/>
              </a:bodyPr>
              <a:lstStyle>
                <a:lvl1pPr marR="57798" defTabSz="1295400">
                  <a:spcBef>
                    <a:spcPts val="1900"/>
                  </a:spcBef>
                  <a:defRPr sz="2800"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7</a:t>
                </a:r>
              </a:p>
            </p:txBody>
          </p:sp>
        </p:grpSp>
        <p:grpSp>
          <p:nvGrpSpPr>
            <p:cNvPr id="548" name="Group 472"/>
            <p:cNvGrpSpPr/>
            <p:nvPr/>
          </p:nvGrpSpPr>
          <p:grpSpPr>
            <a:xfrm>
              <a:off x="2466905" y="1130018"/>
              <a:ext cx="732651" cy="609603"/>
              <a:chOff x="0" y="0"/>
              <a:chExt cx="732650" cy="609601"/>
            </a:xfrm>
          </p:grpSpPr>
          <p:sp>
            <p:nvSpPr>
              <p:cNvPr id="546" name="Shape 470"/>
              <p:cNvSpPr/>
              <p:nvPr/>
            </p:nvSpPr>
            <p:spPr>
              <a:xfrm>
                <a:off x="0" y="-1"/>
                <a:ext cx="609602" cy="609603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547" name="Shape 471"/>
              <p:cNvSpPr/>
              <p:nvPr/>
            </p:nvSpPr>
            <p:spPr>
              <a:xfrm>
                <a:off x="97648" y="42334"/>
                <a:ext cx="635003" cy="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0" fill="norm" stroke="1" extrusionOk="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spAutoFit/>
              </a:bodyPr>
              <a:lstStyle>
                <a:lvl1pPr marR="57798" defTabSz="1295400">
                  <a:spcBef>
                    <a:spcPts val="1900"/>
                  </a:spcBef>
                  <a:defRPr sz="2800"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9</a:t>
                </a:r>
              </a:p>
            </p:txBody>
          </p:sp>
        </p:grpSp>
      </p:grpSp>
      <p:sp>
        <p:nvSpPr>
          <p:cNvPr id="550" name="箭头"/>
          <p:cNvSpPr/>
          <p:nvPr/>
        </p:nvSpPr>
        <p:spPr>
          <a:xfrm rot="5400000">
            <a:off x="5558759" y="3849628"/>
            <a:ext cx="1270001" cy="719474"/>
          </a:xfrm>
          <a:prstGeom prst="rightArrow">
            <a:avLst>
              <a:gd name="adj1" fmla="val 44020"/>
              <a:gd name="adj2" fmla="val 97160"/>
            </a:avLst>
          </a:prstGeom>
          <a:solidFill>
            <a:srgbClr val="FFFFFF"/>
          </a:solidFill>
          <a:ln w="25400">
            <a:solidFill>
              <a:srgbClr val="000000"/>
            </a:solidFill>
          </a:ln>
        </p:spPr>
        <p:txBody>
          <a:bodyPr lIns="50800" tIns="50800" rIns="50800" bIns="50800" anchor="ctr"/>
          <a:lstStyle/>
          <a:p>
            <a:pPr marR="57798" defTabSz="1295400"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</a:defRPr>
            </a:pPr>
          </a:p>
        </p:txBody>
      </p:sp>
      <p:grpSp>
        <p:nvGrpSpPr>
          <p:cNvPr id="590" name="成组"/>
          <p:cNvGrpSpPr/>
          <p:nvPr/>
        </p:nvGrpSpPr>
        <p:grpSpPr>
          <a:xfrm>
            <a:off x="4174880" y="5084009"/>
            <a:ext cx="4985460" cy="2848410"/>
            <a:chOff x="0" y="0"/>
            <a:chExt cx="4985458" cy="2848409"/>
          </a:xfrm>
        </p:grpSpPr>
        <p:sp>
          <p:nvSpPr>
            <p:cNvPr id="551" name="Shape 459"/>
            <p:cNvSpPr/>
            <p:nvPr/>
          </p:nvSpPr>
          <p:spPr>
            <a:xfrm>
              <a:off x="2190773" y="559653"/>
              <a:ext cx="613852" cy="613852"/>
            </a:xfrm>
            <a:prstGeom prst="line">
              <a:avLst/>
            </a:prstGeom>
            <a:noFill/>
            <a:ln w="38100" cap="sq">
              <a:solidFill>
                <a:srgbClr val="000000"/>
              </a:solidFill>
              <a:prstDash val="solid"/>
              <a:round/>
              <a:head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552" name="Shape 451"/>
            <p:cNvSpPr/>
            <p:nvPr/>
          </p:nvSpPr>
          <p:spPr>
            <a:xfrm flipH="1">
              <a:off x="535658" y="438509"/>
              <a:ext cx="1222363" cy="771944"/>
            </a:xfrm>
            <a:prstGeom prst="line">
              <a:avLst/>
            </a:prstGeom>
            <a:noFill/>
            <a:ln w="38100" cap="sq">
              <a:solidFill>
                <a:srgbClr val="000000"/>
              </a:solidFill>
              <a:prstDash val="solid"/>
              <a:round/>
              <a:head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553" name="Shape 452"/>
            <p:cNvSpPr/>
            <p:nvPr/>
          </p:nvSpPr>
          <p:spPr>
            <a:xfrm>
              <a:off x="2229838" y="455343"/>
              <a:ext cx="1357907" cy="691889"/>
            </a:xfrm>
            <a:prstGeom prst="line">
              <a:avLst/>
            </a:prstGeom>
            <a:noFill/>
            <a:ln w="38100" cap="sq">
              <a:solidFill>
                <a:srgbClr val="000000"/>
              </a:solidFill>
              <a:prstDash val="solid"/>
              <a:round/>
              <a:head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554" name="Shape 459"/>
            <p:cNvSpPr/>
            <p:nvPr/>
          </p:nvSpPr>
          <p:spPr>
            <a:xfrm flipH="1">
              <a:off x="1290839" y="516152"/>
              <a:ext cx="607847" cy="645947"/>
            </a:xfrm>
            <a:prstGeom prst="line">
              <a:avLst/>
            </a:prstGeom>
            <a:noFill/>
            <a:ln w="38100" cap="sq">
              <a:solidFill>
                <a:srgbClr val="000000"/>
              </a:solidFill>
              <a:prstDash val="solid"/>
              <a:round/>
              <a:head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grpSp>
          <p:nvGrpSpPr>
            <p:cNvPr id="557" name="Group 463"/>
            <p:cNvGrpSpPr/>
            <p:nvPr/>
          </p:nvGrpSpPr>
          <p:grpSpPr>
            <a:xfrm>
              <a:off x="1717040" y="-1"/>
              <a:ext cx="760592" cy="609603"/>
              <a:chOff x="0" y="0"/>
              <a:chExt cx="760591" cy="609601"/>
            </a:xfrm>
          </p:grpSpPr>
          <p:sp>
            <p:nvSpPr>
              <p:cNvPr id="555" name="Shape 461"/>
              <p:cNvSpPr/>
              <p:nvPr/>
            </p:nvSpPr>
            <p:spPr>
              <a:xfrm>
                <a:off x="0" y="-1"/>
                <a:ext cx="609602" cy="609603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556" name="Shape 462"/>
              <p:cNvSpPr/>
              <p:nvPr/>
            </p:nvSpPr>
            <p:spPr>
              <a:xfrm>
                <a:off x="125589" y="29634"/>
                <a:ext cx="635003" cy="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0" fill="norm" stroke="1" extrusionOk="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spAutoFit/>
              </a:bodyPr>
              <a:lstStyle>
                <a:lvl1pPr marR="57798" defTabSz="1295400">
                  <a:spcBef>
                    <a:spcPts val="1900"/>
                  </a:spcBef>
                  <a:defRPr sz="2800"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1</a:t>
                </a:r>
              </a:p>
            </p:txBody>
          </p:sp>
        </p:grpSp>
        <p:grpSp>
          <p:nvGrpSpPr>
            <p:cNvPr id="560" name="Group 466"/>
            <p:cNvGrpSpPr/>
            <p:nvPr/>
          </p:nvGrpSpPr>
          <p:grpSpPr>
            <a:xfrm>
              <a:off x="0" y="1117317"/>
              <a:ext cx="729546" cy="609603"/>
              <a:chOff x="0" y="0"/>
              <a:chExt cx="729545" cy="609601"/>
            </a:xfrm>
          </p:grpSpPr>
          <p:sp>
            <p:nvSpPr>
              <p:cNvPr id="558" name="Shape 464"/>
              <p:cNvSpPr/>
              <p:nvPr/>
            </p:nvSpPr>
            <p:spPr>
              <a:xfrm>
                <a:off x="0" y="-1"/>
                <a:ext cx="609602" cy="609603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559" name="Shape 465"/>
              <p:cNvSpPr/>
              <p:nvPr/>
            </p:nvSpPr>
            <p:spPr>
              <a:xfrm>
                <a:off x="94543" y="42334"/>
                <a:ext cx="635003" cy="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0" fill="norm" stroke="1" extrusionOk="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spAutoFit/>
              </a:bodyPr>
              <a:lstStyle>
                <a:lvl1pPr marR="57798" defTabSz="1295400">
                  <a:spcBef>
                    <a:spcPts val="1900"/>
                  </a:spcBef>
                  <a:defRPr sz="2800"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3</a:t>
                </a:r>
              </a:p>
            </p:txBody>
          </p:sp>
        </p:grpSp>
        <p:grpSp>
          <p:nvGrpSpPr>
            <p:cNvPr id="563" name="Group 469"/>
            <p:cNvGrpSpPr/>
            <p:nvPr/>
          </p:nvGrpSpPr>
          <p:grpSpPr>
            <a:xfrm>
              <a:off x="862753" y="1117317"/>
              <a:ext cx="729547" cy="609603"/>
              <a:chOff x="0" y="0"/>
              <a:chExt cx="729546" cy="609601"/>
            </a:xfrm>
          </p:grpSpPr>
          <p:sp>
            <p:nvSpPr>
              <p:cNvPr id="561" name="Shape 467"/>
              <p:cNvSpPr/>
              <p:nvPr/>
            </p:nvSpPr>
            <p:spPr>
              <a:xfrm>
                <a:off x="-1" y="-1"/>
                <a:ext cx="609603" cy="609603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562" name="Shape 468"/>
              <p:cNvSpPr/>
              <p:nvPr/>
            </p:nvSpPr>
            <p:spPr>
              <a:xfrm>
                <a:off x="94544" y="43180"/>
                <a:ext cx="635003" cy="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0" fill="norm" stroke="1" extrusionOk="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spAutoFit/>
              </a:bodyPr>
              <a:lstStyle>
                <a:lvl1pPr marR="57798" defTabSz="1295400">
                  <a:spcBef>
                    <a:spcPts val="1900"/>
                  </a:spcBef>
                  <a:defRPr sz="2800"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5</a:t>
                </a:r>
              </a:p>
            </p:txBody>
          </p:sp>
        </p:grpSp>
        <p:grpSp>
          <p:nvGrpSpPr>
            <p:cNvPr id="566" name="Group 472"/>
            <p:cNvGrpSpPr/>
            <p:nvPr/>
          </p:nvGrpSpPr>
          <p:grpSpPr>
            <a:xfrm>
              <a:off x="1717605" y="1117317"/>
              <a:ext cx="732651" cy="609603"/>
              <a:chOff x="0" y="0"/>
              <a:chExt cx="732650" cy="609601"/>
            </a:xfrm>
          </p:grpSpPr>
          <p:sp>
            <p:nvSpPr>
              <p:cNvPr id="564" name="Shape 470"/>
              <p:cNvSpPr/>
              <p:nvPr/>
            </p:nvSpPr>
            <p:spPr>
              <a:xfrm>
                <a:off x="0" y="-1"/>
                <a:ext cx="609602" cy="609603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565" name="Shape 471"/>
              <p:cNvSpPr/>
              <p:nvPr/>
            </p:nvSpPr>
            <p:spPr>
              <a:xfrm>
                <a:off x="97648" y="42334"/>
                <a:ext cx="635003" cy="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0" fill="norm" stroke="1" extrusionOk="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spAutoFit/>
              </a:bodyPr>
              <a:lstStyle>
                <a:lvl1pPr marR="57798" defTabSz="1295400">
                  <a:spcBef>
                    <a:spcPts val="1900"/>
                  </a:spcBef>
                  <a:defRPr sz="2800"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7</a:t>
                </a:r>
              </a:p>
            </p:txBody>
          </p:sp>
        </p:grpSp>
        <p:grpSp>
          <p:nvGrpSpPr>
            <p:cNvPr id="569" name="Group 472"/>
            <p:cNvGrpSpPr/>
            <p:nvPr/>
          </p:nvGrpSpPr>
          <p:grpSpPr>
            <a:xfrm>
              <a:off x="2581206" y="1117317"/>
              <a:ext cx="732651" cy="609603"/>
              <a:chOff x="0" y="0"/>
              <a:chExt cx="732650" cy="609601"/>
            </a:xfrm>
          </p:grpSpPr>
          <p:sp>
            <p:nvSpPr>
              <p:cNvPr id="567" name="Shape 470"/>
              <p:cNvSpPr/>
              <p:nvPr/>
            </p:nvSpPr>
            <p:spPr>
              <a:xfrm>
                <a:off x="0" y="-1"/>
                <a:ext cx="609602" cy="609603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568" name="Shape 471"/>
              <p:cNvSpPr/>
              <p:nvPr/>
            </p:nvSpPr>
            <p:spPr>
              <a:xfrm>
                <a:off x="97648" y="42334"/>
                <a:ext cx="635003" cy="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0" fill="norm" stroke="1" extrusionOk="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spAutoFit/>
              </a:bodyPr>
              <a:lstStyle>
                <a:lvl1pPr marR="57798" defTabSz="1295400">
                  <a:spcBef>
                    <a:spcPts val="1900"/>
                  </a:spcBef>
                  <a:defRPr sz="2800"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9</a:t>
                </a:r>
              </a:p>
            </p:txBody>
          </p:sp>
        </p:grpSp>
        <p:grpSp>
          <p:nvGrpSpPr>
            <p:cNvPr id="572" name="Group 472"/>
            <p:cNvGrpSpPr/>
            <p:nvPr/>
          </p:nvGrpSpPr>
          <p:grpSpPr>
            <a:xfrm>
              <a:off x="3419406" y="1117317"/>
              <a:ext cx="732651" cy="609603"/>
              <a:chOff x="0" y="0"/>
              <a:chExt cx="732650" cy="609601"/>
            </a:xfrm>
          </p:grpSpPr>
          <p:sp>
            <p:nvSpPr>
              <p:cNvPr id="570" name="Shape 470"/>
              <p:cNvSpPr/>
              <p:nvPr/>
            </p:nvSpPr>
            <p:spPr>
              <a:xfrm>
                <a:off x="0" y="-1"/>
                <a:ext cx="609602" cy="609603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571" name="Shape 471"/>
              <p:cNvSpPr/>
              <p:nvPr/>
            </p:nvSpPr>
            <p:spPr>
              <a:xfrm>
                <a:off x="97648" y="42334"/>
                <a:ext cx="635003" cy="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0" fill="norm" stroke="1" extrusionOk="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spAutoFit/>
              </a:bodyPr>
              <a:lstStyle>
                <a:lvl1pPr marR="57798" defTabSz="1295400">
                  <a:spcBef>
                    <a:spcPts val="1900"/>
                  </a:spcBef>
                  <a:defRPr sz="2800"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9</a:t>
                </a:r>
              </a:p>
            </p:txBody>
          </p:sp>
        </p:grpSp>
        <p:sp>
          <p:nvSpPr>
            <p:cNvPr id="573" name="Shape 459"/>
            <p:cNvSpPr/>
            <p:nvPr/>
          </p:nvSpPr>
          <p:spPr>
            <a:xfrm>
              <a:off x="2026562" y="522638"/>
              <a:ext cx="1" cy="620275"/>
            </a:xfrm>
            <a:prstGeom prst="line">
              <a:avLst/>
            </a:prstGeom>
            <a:noFill/>
            <a:ln w="38100" cap="sq">
              <a:solidFill>
                <a:srgbClr val="000000"/>
              </a:solidFill>
              <a:prstDash val="solid"/>
              <a:round/>
              <a:head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grpSp>
          <p:nvGrpSpPr>
            <p:cNvPr id="589" name="成组"/>
            <p:cNvGrpSpPr/>
            <p:nvPr/>
          </p:nvGrpSpPr>
          <p:grpSpPr>
            <a:xfrm>
              <a:off x="2586003" y="1121488"/>
              <a:ext cx="2399456" cy="1726922"/>
              <a:chOff x="0" y="0"/>
              <a:chExt cx="2399455" cy="1726920"/>
            </a:xfrm>
          </p:grpSpPr>
          <p:sp>
            <p:nvSpPr>
              <p:cNvPr id="574" name="Shape 451"/>
              <p:cNvSpPr/>
              <p:nvPr/>
            </p:nvSpPr>
            <p:spPr>
              <a:xfrm flipH="1">
                <a:off x="268958" y="556260"/>
                <a:ext cx="715717" cy="679593"/>
              </a:xfrm>
              <a:prstGeom prst="line">
                <a:avLst/>
              </a:prstGeom>
              <a:noFill/>
              <a:ln w="38100" cap="sq">
                <a:solidFill>
                  <a:srgbClr val="000000"/>
                </a:solidFill>
                <a:prstDash val="solid"/>
                <a:round/>
                <a:headEnd type="triangle" w="med" len="med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575" name="Shape 452"/>
              <p:cNvSpPr/>
              <p:nvPr/>
            </p:nvSpPr>
            <p:spPr>
              <a:xfrm>
                <a:off x="1350434" y="510258"/>
                <a:ext cx="715717" cy="715718"/>
              </a:xfrm>
              <a:prstGeom prst="line">
                <a:avLst/>
              </a:prstGeom>
              <a:noFill/>
              <a:ln w="38100" cap="sq">
                <a:solidFill>
                  <a:srgbClr val="000000"/>
                </a:solidFill>
                <a:prstDash val="solid"/>
                <a:round/>
                <a:headEnd type="triangle" w="med" len="med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576" name="Shape 459"/>
              <p:cNvSpPr/>
              <p:nvPr/>
            </p:nvSpPr>
            <p:spPr>
              <a:xfrm>
                <a:off x="1190131" y="581660"/>
                <a:ext cx="2260" cy="548360"/>
              </a:xfrm>
              <a:prstGeom prst="line">
                <a:avLst/>
              </a:prstGeom>
              <a:noFill/>
              <a:ln w="38100" cap="sq">
                <a:solidFill>
                  <a:srgbClr val="000000"/>
                </a:solidFill>
                <a:prstDash val="solid"/>
                <a:round/>
                <a:headEnd type="triangle" w="med" len="med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grpSp>
            <p:nvGrpSpPr>
              <p:cNvPr id="579" name="Group 463"/>
              <p:cNvGrpSpPr/>
              <p:nvPr/>
            </p:nvGrpSpPr>
            <p:grpSpPr>
              <a:xfrm>
                <a:off x="840740" y="-1"/>
                <a:ext cx="760592" cy="609603"/>
                <a:chOff x="0" y="0"/>
                <a:chExt cx="760591" cy="609601"/>
              </a:xfrm>
            </p:grpSpPr>
            <p:sp>
              <p:nvSpPr>
                <p:cNvPr id="577" name="Shape 461"/>
                <p:cNvSpPr/>
                <p:nvPr/>
              </p:nvSpPr>
              <p:spPr>
                <a:xfrm>
                  <a:off x="0" y="-1"/>
                  <a:ext cx="609602" cy="609603"/>
                </a:xfrm>
                <a:prstGeom prst="ellipse">
                  <a:avLst/>
                </a:prstGeom>
                <a:solidFill>
                  <a:srgbClr val="990000"/>
                </a:solidFill>
                <a:ln w="12700" cap="sq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R="57798" defTabSz="1295400">
                    <a:spcBef>
                      <a:spcPts val="1900"/>
                    </a:spcBef>
                    <a:defRPr b="1" sz="2800"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578" name="Shape 462"/>
                <p:cNvSpPr/>
                <p:nvPr/>
              </p:nvSpPr>
              <p:spPr>
                <a:xfrm>
                  <a:off x="125589" y="29634"/>
                  <a:ext cx="635003" cy="1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0" fill="norm" stroke="1" extrusionOk="0">
                      <a:moveTo>
                        <a:pt x="0" y="0"/>
                      </a:moveTo>
                      <a:lnTo>
                        <a:pt x="21600" y="0"/>
                      </a:lnTo>
                      <a:lnTo>
                        <a:pt x="2160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50800" tIns="50800" rIns="50800" bIns="50800" numCol="1" anchor="t">
                  <a:spAutoFit/>
                </a:bodyPr>
                <a:lstStyle>
                  <a:lvl1pPr marR="57798" defTabSz="1295400">
                    <a:spcBef>
                      <a:spcPts val="1900"/>
                    </a:spcBef>
                    <a:defRPr sz="2800">
                      <a:solidFill>
                        <a:srgbClr val="FEE8F7"/>
                      </a:solidFill>
                      <a:uFill>
                        <a:solidFill>
                          <a:srgbClr val="FEE8F7"/>
                        </a:solidFill>
                      </a:uFill>
                    </a:defRPr>
                  </a:lvl1pPr>
                </a:lstStyle>
                <a:p>
                  <a:pPr/>
                  <a:r>
                    <a:t>2</a:t>
                  </a:r>
                </a:p>
              </p:txBody>
            </p:sp>
          </p:grpSp>
          <p:grpSp>
            <p:nvGrpSpPr>
              <p:cNvPr id="582" name="Group 466"/>
              <p:cNvGrpSpPr/>
              <p:nvPr/>
            </p:nvGrpSpPr>
            <p:grpSpPr>
              <a:xfrm>
                <a:off x="0" y="1117318"/>
                <a:ext cx="729546" cy="609603"/>
                <a:chOff x="0" y="0"/>
                <a:chExt cx="729545" cy="609601"/>
              </a:xfrm>
            </p:grpSpPr>
            <p:sp>
              <p:nvSpPr>
                <p:cNvPr id="580" name="Shape 464"/>
                <p:cNvSpPr/>
                <p:nvPr/>
              </p:nvSpPr>
              <p:spPr>
                <a:xfrm>
                  <a:off x="0" y="-1"/>
                  <a:ext cx="609602" cy="609603"/>
                </a:xfrm>
                <a:prstGeom prst="ellipse">
                  <a:avLst/>
                </a:prstGeom>
                <a:solidFill>
                  <a:srgbClr val="990000"/>
                </a:solidFill>
                <a:ln w="12700" cap="sq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R="57798" defTabSz="1295400">
                    <a:spcBef>
                      <a:spcPts val="1900"/>
                    </a:spcBef>
                    <a:defRPr b="1" sz="2800"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581" name="Shape 465"/>
                <p:cNvSpPr/>
                <p:nvPr/>
              </p:nvSpPr>
              <p:spPr>
                <a:xfrm>
                  <a:off x="94543" y="42334"/>
                  <a:ext cx="635003" cy="1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0" fill="norm" stroke="1" extrusionOk="0">
                      <a:moveTo>
                        <a:pt x="0" y="0"/>
                      </a:moveTo>
                      <a:lnTo>
                        <a:pt x="21600" y="0"/>
                      </a:lnTo>
                      <a:lnTo>
                        <a:pt x="2160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50800" tIns="50800" rIns="50800" bIns="50800" numCol="1" anchor="t">
                  <a:spAutoFit/>
                </a:bodyPr>
                <a:lstStyle>
                  <a:lvl1pPr marR="57798" defTabSz="1295400">
                    <a:spcBef>
                      <a:spcPts val="1900"/>
                    </a:spcBef>
                    <a:defRPr sz="2800">
                      <a:solidFill>
                        <a:srgbClr val="FEE8F7"/>
                      </a:solidFill>
                      <a:uFill>
                        <a:solidFill>
                          <a:srgbClr val="FEE8F7"/>
                        </a:solidFill>
                      </a:uFill>
                    </a:defRPr>
                  </a:lvl1pPr>
                </a:lstStyle>
                <a:p>
                  <a:pPr/>
                  <a:r>
                    <a:t>4</a:t>
                  </a:r>
                </a:p>
              </p:txBody>
            </p:sp>
          </p:grpSp>
          <p:grpSp>
            <p:nvGrpSpPr>
              <p:cNvPr id="585" name="Group 469"/>
              <p:cNvGrpSpPr/>
              <p:nvPr/>
            </p:nvGrpSpPr>
            <p:grpSpPr>
              <a:xfrm>
                <a:off x="862753" y="1117318"/>
                <a:ext cx="729547" cy="609603"/>
                <a:chOff x="0" y="0"/>
                <a:chExt cx="729546" cy="609601"/>
              </a:xfrm>
            </p:grpSpPr>
            <p:sp>
              <p:nvSpPr>
                <p:cNvPr id="583" name="Shape 467"/>
                <p:cNvSpPr/>
                <p:nvPr/>
              </p:nvSpPr>
              <p:spPr>
                <a:xfrm>
                  <a:off x="-1" y="-1"/>
                  <a:ext cx="609603" cy="609603"/>
                </a:xfrm>
                <a:prstGeom prst="ellipse">
                  <a:avLst/>
                </a:prstGeom>
                <a:solidFill>
                  <a:srgbClr val="990000"/>
                </a:solidFill>
                <a:ln w="12700" cap="sq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R="57798" defTabSz="1295400">
                    <a:spcBef>
                      <a:spcPts val="1900"/>
                    </a:spcBef>
                    <a:defRPr b="1" sz="2800"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584" name="Shape 468"/>
                <p:cNvSpPr/>
                <p:nvPr/>
              </p:nvSpPr>
              <p:spPr>
                <a:xfrm>
                  <a:off x="94544" y="43180"/>
                  <a:ext cx="635003" cy="1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0" fill="norm" stroke="1" extrusionOk="0">
                      <a:moveTo>
                        <a:pt x="0" y="0"/>
                      </a:moveTo>
                      <a:lnTo>
                        <a:pt x="21600" y="0"/>
                      </a:lnTo>
                      <a:lnTo>
                        <a:pt x="2160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50800" tIns="50800" rIns="50800" bIns="50800" numCol="1" anchor="t">
                  <a:spAutoFit/>
                </a:bodyPr>
                <a:lstStyle>
                  <a:lvl1pPr marR="57798" defTabSz="1295400">
                    <a:spcBef>
                      <a:spcPts val="1900"/>
                    </a:spcBef>
                    <a:defRPr sz="2800">
                      <a:solidFill>
                        <a:srgbClr val="FEE8F7"/>
                      </a:solidFill>
                      <a:uFill>
                        <a:solidFill>
                          <a:srgbClr val="FEE8F7"/>
                        </a:solidFill>
                      </a:uFill>
                    </a:defRPr>
                  </a:lvl1pPr>
                </a:lstStyle>
                <a:p>
                  <a:pPr/>
                  <a:r>
                    <a:t>6</a:t>
                  </a:r>
                </a:p>
              </p:txBody>
            </p:sp>
          </p:grpSp>
          <p:grpSp>
            <p:nvGrpSpPr>
              <p:cNvPr id="588" name="Group 472"/>
              <p:cNvGrpSpPr/>
              <p:nvPr/>
            </p:nvGrpSpPr>
            <p:grpSpPr>
              <a:xfrm>
                <a:off x="1666805" y="1117318"/>
                <a:ext cx="732651" cy="609603"/>
                <a:chOff x="0" y="0"/>
                <a:chExt cx="732650" cy="609601"/>
              </a:xfrm>
            </p:grpSpPr>
            <p:sp>
              <p:nvSpPr>
                <p:cNvPr id="586" name="Shape 470"/>
                <p:cNvSpPr/>
                <p:nvPr/>
              </p:nvSpPr>
              <p:spPr>
                <a:xfrm>
                  <a:off x="0" y="-1"/>
                  <a:ext cx="609602" cy="609603"/>
                </a:xfrm>
                <a:prstGeom prst="ellipse">
                  <a:avLst/>
                </a:prstGeom>
                <a:solidFill>
                  <a:srgbClr val="990000"/>
                </a:solidFill>
                <a:ln w="12700" cap="sq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R="57798" defTabSz="1295400">
                    <a:spcBef>
                      <a:spcPts val="1900"/>
                    </a:spcBef>
                    <a:defRPr b="1" sz="2800"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587" name="Shape 471"/>
                <p:cNvSpPr/>
                <p:nvPr/>
              </p:nvSpPr>
              <p:spPr>
                <a:xfrm>
                  <a:off x="97648" y="42334"/>
                  <a:ext cx="635003" cy="1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0" fill="norm" stroke="1" extrusionOk="0">
                      <a:moveTo>
                        <a:pt x="0" y="0"/>
                      </a:moveTo>
                      <a:lnTo>
                        <a:pt x="21600" y="0"/>
                      </a:lnTo>
                      <a:lnTo>
                        <a:pt x="2160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50800" tIns="50800" rIns="50800" bIns="50800" numCol="1" anchor="t">
                  <a:spAutoFit/>
                </a:bodyPr>
                <a:lstStyle>
                  <a:lvl1pPr marR="57798" defTabSz="1295400">
                    <a:spcBef>
                      <a:spcPts val="1900"/>
                    </a:spcBef>
                    <a:defRPr sz="2800">
                      <a:solidFill>
                        <a:srgbClr val="FEE8F7"/>
                      </a:solidFill>
                      <a:uFill>
                        <a:solidFill>
                          <a:srgbClr val="FEE8F7"/>
                        </a:solidFill>
                      </a:uFill>
                    </a:defRPr>
                  </a:lvl1pPr>
                </a:lstStyle>
                <a:p>
                  <a:pPr/>
                  <a:r>
                    <a:t>8</a:t>
                  </a:r>
                </a:p>
              </p:txBody>
            </p:sp>
          </p:grpSp>
        </p:grpSp>
      </p:grpSp>
      <p:sp>
        <p:nvSpPr>
          <p:cNvPr id="591" name="结点数多的集合作为根"/>
          <p:cNvSpPr txBox="1"/>
          <p:nvPr/>
        </p:nvSpPr>
        <p:spPr>
          <a:xfrm>
            <a:off x="477830" y="1120579"/>
            <a:ext cx="3728100" cy="609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marR="57798" defTabSz="1295400"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结点数多的集合作为根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4" name="成组"/>
          <p:cNvGrpSpPr/>
          <p:nvPr/>
        </p:nvGrpSpPr>
        <p:grpSpPr>
          <a:xfrm>
            <a:off x="3771897" y="1755454"/>
            <a:ext cx="2628057" cy="1519487"/>
            <a:chOff x="0" y="0"/>
            <a:chExt cx="2628055" cy="1519486"/>
          </a:xfrm>
        </p:grpSpPr>
        <p:sp>
          <p:nvSpPr>
            <p:cNvPr id="593" name="Shape 451"/>
            <p:cNvSpPr/>
            <p:nvPr/>
          </p:nvSpPr>
          <p:spPr>
            <a:xfrm flipH="1">
              <a:off x="307058" y="467360"/>
              <a:ext cx="715717" cy="679593"/>
            </a:xfrm>
            <a:prstGeom prst="line">
              <a:avLst/>
            </a:prstGeom>
            <a:noFill/>
            <a:ln w="38100" cap="sq">
              <a:solidFill>
                <a:srgbClr val="000000"/>
              </a:solidFill>
              <a:prstDash val="solid"/>
              <a:round/>
              <a:head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594" name="Shape 452"/>
            <p:cNvSpPr/>
            <p:nvPr/>
          </p:nvSpPr>
          <p:spPr>
            <a:xfrm>
              <a:off x="1477434" y="446758"/>
              <a:ext cx="715717" cy="715718"/>
            </a:xfrm>
            <a:prstGeom prst="line">
              <a:avLst/>
            </a:prstGeom>
            <a:noFill/>
            <a:ln w="38100" cap="sq">
              <a:solidFill>
                <a:srgbClr val="000000"/>
              </a:solidFill>
              <a:prstDash val="solid"/>
              <a:round/>
              <a:head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grpSp>
          <p:nvGrpSpPr>
            <p:cNvPr id="597" name="Group 463"/>
            <p:cNvGrpSpPr/>
            <p:nvPr/>
          </p:nvGrpSpPr>
          <p:grpSpPr>
            <a:xfrm>
              <a:off x="955040" y="0"/>
              <a:ext cx="684392" cy="609602"/>
              <a:chOff x="0" y="0"/>
              <a:chExt cx="684391" cy="609601"/>
            </a:xfrm>
          </p:grpSpPr>
          <p:sp>
            <p:nvSpPr>
              <p:cNvPr id="595" name="Shape 461"/>
              <p:cNvSpPr/>
              <p:nvPr/>
            </p:nvSpPr>
            <p:spPr>
              <a:xfrm>
                <a:off x="0" y="-1"/>
                <a:ext cx="609602" cy="609603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596" name="Shape 462"/>
              <p:cNvSpPr txBox="1"/>
              <p:nvPr/>
            </p:nvSpPr>
            <p:spPr>
              <a:xfrm>
                <a:off x="49389" y="80434"/>
                <a:ext cx="635003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spAutoFit/>
              </a:bodyPr>
              <a:lstStyle>
                <a:lvl1pPr marR="57798" defTabSz="1295400">
                  <a:spcBef>
                    <a:spcPts val="1900"/>
                  </a:spcBef>
                  <a:defRPr sz="2800"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A</a:t>
                </a:r>
              </a:p>
            </p:txBody>
          </p:sp>
        </p:grpSp>
        <p:grpSp>
          <p:nvGrpSpPr>
            <p:cNvPr id="600" name="Group 466"/>
            <p:cNvGrpSpPr/>
            <p:nvPr/>
          </p:nvGrpSpPr>
          <p:grpSpPr>
            <a:xfrm>
              <a:off x="0" y="909884"/>
              <a:ext cx="691446" cy="609603"/>
              <a:chOff x="0" y="0"/>
              <a:chExt cx="691445" cy="609601"/>
            </a:xfrm>
          </p:grpSpPr>
          <p:sp>
            <p:nvSpPr>
              <p:cNvPr id="598" name="Shape 464"/>
              <p:cNvSpPr/>
              <p:nvPr/>
            </p:nvSpPr>
            <p:spPr>
              <a:xfrm>
                <a:off x="0" y="-1"/>
                <a:ext cx="609602" cy="609603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599" name="Shape 465"/>
              <p:cNvSpPr txBox="1"/>
              <p:nvPr/>
            </p:nvSpPr>
            <p:spPr>
              <a:xfrm>
                <a:off x="56443" y="42334"/>
                <a:ext cx="635003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spAutoFit/>
              </a:bodyPr>
              <a:lstStyle>
                <a:lvl1pPr marR="57798" defTabSz="1295400">
                  <a:spcBef>
                    <a:spcPts val="1900"/>
                  </a:spcBef>
                  <a:defRPr sz="2800"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B</a:t>
                </a:r>
              </a:p>
            </p:txBody>
          </p:sp>
        </p:grpSp>
        <p:grpSp>
          <p:nvGrpSpPr>
            <p:cNvPr id="603" name="Group 472"/>
            <p:cNvGrpSpPr/>
            <p:nvPr/>
          </p:nvGrpSpPr>
          <p:grpSpPr>
            <a:xfrm>
              <a:off x="1946205" y="909884"/>
              <a:ext cx="681851" cy="609603"/>
              <a:chOff x="0" y="0"/>
              <a:chExt cx="681850" cy="609601"/>
            </a:xfrm>
          </p:grpSpPr>
          <p:sp>
            <p:nvSpPr>
              <p:cNvPr id="601" name="Shape 470"/>
              <p:cNvSpPr/>
              <p:nvPr/>
            </p:nvSpPr>
            <p:spPr>
              <a:xfrm>
                <a:off x="0" y="-1"/>
                <a:ext cx="609602" cy="609603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602" name="Shape 471"/>
              <p:cNvSpPr txBox="1"/>
              <p:nvPr/>
            </p:nvSpPr>
            <p:spPr>
              <a:xfrm>
                <a:off x="46848" y="42334"/>
                <a:ext cx="635003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spAutoFit/>
              </a:bodyPr>
              <a:lstStyle>
                <a:lvl1pPr marR="57798" defTabSz="1295400">
                  <a:spcBef>
                    <a:spcPts val="1900"/>
                  </a:spcBef>
                  <a:defRPr sz="2800"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C</a:t>
                </a:r>
              </a:p>
            </p:txBody>
          </p:sp>
        </p:grpSp>
      </p:grpSp>
      <p:sp>
        <p:nvSpPr>
          <p:cNvPr id="605" name="Shape 234"/>
          <p:cNvSpPr txBox="1"/>
          <p:nvPr/>
        </p:nvSpPr>
        <p:spPr>
          <a:xfrm>
            <a:off x="907907" y="25400"/>
            <a:ext cx="11201403" cy="952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8" algn="ctr" defTabSz="1295400">
              <a:lnSpc>
                <a:spcPct val="125000"/>
              </a:lnSpc>
              <a:defRPr sz="48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并查集的合并-高度规则</a:t>
            </a:r>
          </a:p>
        </p:txBody>
      </p:sp>
      <p:grpSp>
        <p:nvGrpSpPr>
          <p:cNvPr id="629" name="成组"/>
          <p:cNvGrpSpPr/>
          <p:nvPr/>
        </p:nvGrpSpPr>
        <p:grpSpPr>
          <a:xfrm>
            <a:off x="7899922" y="1459369"/>
            <a:ext cx="2270762" cy="3569553"/>
            <a:chOff x="0" y="0"/>
            <a:chExt cx="2270761" cy="3569551"/>
          </a:xfrm>
        </p:grpSpPr>
        <p:sp>
          <p:nvSpPr>
            <p:cNvPr id="606" name="Shape 455"/>
            <p:cNvSpPr/>
            <p:nvPr/>
          </p:nvSpPr>
          <p:spPr>
            <a:xfrm>
              <a:off x="1058896" y="567549"/>
              <a:ext cx="2260" cy="609601"/>
            </a:xfrm>
            <a:prstGeom prst="line">
              <a:avLst/>
            </a:prstGeom>
            <a:noFill/>
            <a:ln w="38100" cap="sq">
              <a:solidFill>
                <a:srgbClr val="000000"/>
              </a:solidFill>
              <a:prstDash val="solid"/>
              <a:round/>
              <a:head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607" name="Shape 456"/>
            <p:cNvSpPr/>
            <p:nvPr/>
          </p:nvSpPr>
          <p:spPr>
            <a:xfrm>
              <a:off x="1058896" y="1518356"/>
              <a:ext cx="2260" cy="609602"/>
            </a:xfrm>
            <a:prstGeom prst="line">
              <a:avLst/>
            </a:prstGeom>
            <a:noFill/>
            <a:ln w="38100" cap="sq">
              <a:solidFill>
                <a:srgbClr val="000000"/>
              </a:solidFill>
              <a:prstDash val="solid"/>
              <a:round/>
              <a:head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608" name="Shape 457"/>
            <p:cNvSpPr/>
            <p:nvPr/>
          </p:nvSpPr>
          <p:spPr>
            <a:xfrm flipH="1">
              <a:off x="391723" y="2481299"/>
              <a:ext cx="457202" cy="715717"/>
            </a:xfrm>
            <a:prstGeom prst="line">
              <a:avLst/>
            </a:prstGeom>
            <a:noFill/>
            <a:ln w="38100" cap="sq">
              <a:solidFill>
                <a:srgbClr val="000000"/>
              </a:solidFill>
              <a:prstDash val="solid"/>
              <a:round/>
              <a:head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609" name="Shape 458"/>
            <p:cNvSpPr/>
            <p:nvPr/>
          </p:nvSpPr>
          <p:spPr>
            <a:xfrm>
              <a:off x="1255887" y="2466342"/>
              <a:ext cx="609602" cy="819575"/>
            </a:xfrm>
            <a:prstGeom prst="line">
              <a:avLst/>
            </a:prstGeom>
            <a:noFill/>
            <a:ln w="38100" cap="sq">
              <a:solidFill>
                <a:srgbClr val="000000"/>
              </a:solidFill>
              <a:prstDash val="solid"/>
              <a:round/>
              <a:head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610" name="Shape 460"/>
            <p:cNvSpPr/>
            <p:nvPr/>
          </p:nvSpPr>
          <p:spPr>
            <a:xfrm>
              <a:off x="1092763" y="2519400"/>
              <a:ext cx="2260" cy="609602"/>
            </a:xfrm>
            <a:prstGeom prst="line">
              <a:avLst/>
            </a:prstGeom>
            <a:noFill/>
            <a:ln w="38100" cap="sq">
              <a:solidFill>
                <a:srgbClr val="000000"/>
              </a:solidFill>
              <a:prstDash val="solid"/>
              <a:round/>
              <a:head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grpSp>
          <p:nvGrpSpPr>
            <p:cNvPr id="613" name="Group 472"/>
            <p:cNvGrpSpPr/>
            <p:nvPr/>
          </p:nvGrpSpPr>
          <p:grpSpPr>
            <a:xfrm>
              <a:off x="751839" y="0"/>
              <a:ext cx="681851" cy="609602"/>
              <a:chOff x="0" y="0"/>
              <a:chExt cx="681850" cy="609601"/>
            </a:xfrm>
          </p:grpSpPr>
          <p:sp>
            <p:nvSpPr>
              <p:cNvPr id="611" name="Shape 470"/>
              <p:cNvSpPr/>
              <p:nvPr/>
            </p:nvSpPr>
            <p:spPr>
              <a:xfrm>
                <a:off x="0" y="-1"/>
                <a:ext cx="609602" cy="609603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612" name="Shape 471"/>
              <p:cNvSpPr txBox="1"/>
              <p:nvPr/>
            </p:nvSpPr>
            <p:spPr>
              <a:xfrm>
                <a:off x="46848" y="42334"/>
                <a:ext cx="635003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spAutoFit/>
              </a:bodyPr>
              <a:lstStyle>
                <a:lvl1pPr marR="57798" defTabSz="1295400">
                  <a:spcBef>
                    <a:spcPts val="1900"/>
                  </a:spcBef>
                  <a:defRPr sz="2800"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D</a:t>
                </a:r>
              </a:p>
            </p:txBody>
          </p:sp>
        </p:grpSp>
        <p:grpSp>
          <p:nvGrpSpPr>
            <p:cNvPr id="616" name="Group 481"/>
            <p:cNvGrpSpPr/>
            <p:nvPr/>
          </p:nvGrpSpPr>
          <p:grpSpPr>
            <a:xfrm>
              <a:off x="751839" y="946009"/>
              <a:ext cx="681851" cy="609603"/>
              <a:chOff x="0" y="0"/>
              <a:chExt cx="681850" cy="609601"/>
            </a:xfrm>
          </p:grpSpPr>
          <p:sp>
            <p:nvSpPr>
              <p:cNvPr id="614" name="Shape 479"/>
              <p:cNvSpPr/>
              <p:nvPr/>
            </p:nvSpPr>
            <p:spPr>
              <a:xfrm>
                <a:off x="0" y="-1"/>
                <a:ext cx="609602" cy="609603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615" name="Shape 480"/>
              <p:cNvSpPr txBox="1"/>
              <p:nvPr/>
            </p:nvSpPr>
            <p:spPr>
              <a:xfrm>
                <a:off x="46848" y="55034"/>
                <a:ext cx="635003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spAutoFit/>
              </a:bodyPr>
              <a:lstStyle>
                <a:lvl1pPr marR="57798" defTabSz="1295400">
                  <a:spcBef>
                    <a:spcPts val="1900"/>
                  </a:spcBef>
                  <a:defRPr sz="2800"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G</a:t>
                </a:r>
              </a:p>
            </p:txBody>
          </p:sp>
        </p:grpSp>
        <p:grpSp>
          <p:nvGrpSpPr>
            <p:cNvPr id="619" name="Group 484"/>
            <p:cNvGrpSpPr/>
            <p:nvPr/>
          </p:nvGrpSpPr>
          <p:grpSpPr>
            <a:xfrm>
              <a:off x="751839" y="1971041"/>
              <a:ext cx="694551" cy="609603"/>
              <a:chOff x="0" y="0"/>
              <a:chExt cx="694550" cy="609601"/>
            </a:xfrm>
          </p:grpSpPr>
          <p:sp>
            <p:nvSpPr>
              <p:cNvPr id="617" name="Shape 482"/>
              <p:cNvSpPr/>
              <p:nvPr/>
            </p:nvSpPr>
            <p:spPr>
              <a:xfrm>
                <a:off x="0" y="-1"/>
                <a:ext cx="609602" cy="609603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618" name="Shape 483"/>
              <p:cNvSpPr txBox="1"/>
              <p:nvPr/>
            </p:nvSpPr>
            <p:spPr>
              <a:xfrm>
                <a:off x="59548" y="44874"/>
                <a:ext cx="635003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spAutoFit/>
              </a:bodyPr>
              <a:lstStyle>
                <a:lvl1pPr marR="57798" defTabSz="1295400">
                  <a:spcBef>
                    <a:spcPts val="1900"/>
                  </a:spcBef>
                  <a:defRPr sz="2800"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H</a:t>
                </a:r>
              </a:p>
            </p:txBody>
          </p:sp>
        </p:grpSp>
        <p:grpSp>
          <p:nvGrpSpPr>
            <p:cNvPr id="622" name="Group 487"/>
            <p:cNvGrpSpPr/>
            <p:nvPr/>
          </p:nvGrpSpPr>
          <p:grpSpPr>
            <a:xfrm>
              <a:off x="0" y="2959949"/>
              <a:ext cx="752124" cy="609603"/>
              <a:chOff x="0" y="0"/>
              <a:chExt cx="752123" cy="609601"/>
            </a:xfrm>
          </p:grpSpPr>
          <p:sp>
            <p:nvSpPr>
              <p:cNvPr id="620" name="Shape 485"/>
              <p:cNvSpPr/>
              <p:nvPr/>
            </p:nvSpPr>
            <p:spPr>
              <a:xfrm>
                <a:off x="-1" y="-1"/>
                <a:ext cx="609601" cy="609603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621" name="Shape 486"/>
              <p:cNvSpPr txBox="1"/>
              <p:nvPr/>
            </p:nvSpPr>
            <p:spPr>
              <a:xfrm>
                <a:off x="117122" y="55034"/>
                <a:ext cx="635002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spAutoFit/>
              </a:bodyPr>
              <a:lstStyle>
                <a:lvl1pPr marR="57798" defTabSz="1295400">
                  <a:spcBef>
                    <a:spcPts val="1900"/>
                  </a:spcBef>
                  <a:defRPr sz="2800"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I</a:t>
                </a:r>
              </a:p>
            </p:txBody>
          </p:sp>
        </p:grpSp>
        <p:grpSp>
          <p:nvGrpSpPr>
            <p:cNvPr id="625" name="Group 490"/>
            <p:cNvGrpSpPr/>
            <p:nvPr/>
          </p:nvGrpSpPr>
          <p:grpSpPr>
            <a:xfrm>
              <a:off x="796994" y="2959949"/>
              <a:ext cx="725595" cy="609603"/>
              <a:chOff x="0" y="0"/>
              <a:chExt cx="725594" cy="609601"/>
            </a:xfrm>
          </p:grpSpPr>
          <p:sp>
            <p:nvSpPr>
              <p:cNvPr id="623" name="Shape 488"/>
              <p:cNvSpPr/>
              <p:nvPr/>
            </p:nvSpPr>
            <p:spPr>
              <a:xfrm>
                <a:off x="0" y="-1"/>
                <a:ext cx="609602" cy="609603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624" name="Shape 489"/>
              <p:cNvSpPr txBox="1"/>
              <p:nvPr/>
            </p:nvSpPr>
            <p:spPr>
              <a:xfrm>
                <a:off x="90592" y="29634"/>
                <a:ext cx="635003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spAutoFit/>
              </a:bodyPr>
              <a:lstStyle>
                <a:lvl1pPr marR="57798" defTabSz="1295400">
                  <a:spcBef>
                    <a:spcPts val="1900"/>
                  </a:spcBef>
                  <a:defRPr sz="2800"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J</a:t>
                </a:r>
              </a:p>
            </p:txBody>
          </p:sp>
        </p:grpSp>
        <p:grpSp>
          <p:nvGrpSpPr>
            <p:cNvPr id="628" name="Group 493"/>
            <p:cNvGrpSpPr/>
            <p:nvPr/>
          </p:nvGrpSpPr>
          <p:grpSpPr>
            <a:xfrm>
              <a:off x="1573670" y="2959949"/>
              <a:ext cx="697092" cy="609603"/>
              <a:chOff x="0" y="0"/>
              <a:chExt cx="697091" cy="609601"/>
            </a:xfrm>
          </p:grpSpPr>
          <p:sp>
            <p:nvSpPr>
              <p:cNvPr id="626" name="Shape 491"/>
              <p:cNvSpPr/>
              <p:nvPr/>
            </p:nvSpPr>
            <p:spPr>
              <a:xfrm>
                <a:off x="-1" y="-1"/>
                <a:ext cx="609603" cy="609603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627" name="Shape 492"/>
              <p:cNvSpPr txBox="1"/>
              <p:nvPr/>
            </p:nvSpPr>
            <p:spPr>
              <a:xfrm>
                <a:off x="62089" y="42334"/>
                <a:ext cx="635003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spAutoFit/>
              </a:bodyPr>
              <a:lstStyle>
                <a:lvl1pPr marR="57798" defTabSz="1295400">
                  <a:spcBef>
                    <a:spcPts val="1900"/>
                  </a:spcBef>
                  <a:defRPr sz="2800"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K</a:t>
                </a:r>
              </a:p>
            </p:txBody>
          </p:sp>
        </p:grpSp>
      </p:grpSp>
      <p:grpSp>
        <p:nvGrpSpPr>
          <p:cNvPr id="667" name="成组"/>
          <p:cNvGrpSpPr/>
          <p:nvPr/>
        </p:nvGrpSpPr>
        <p:grpSpPr>
          <a:xfrm>
            <a:off x="5035732" y="5154790"/>
            <a:ext cx="4346765" cy="3603014"/>
            <a:chOff x="0" y="0"/>
            <a:chExt cx="4346763" cy="3603012"/>
          </a:xfrm>
        </p:grpSpPr>
        <p:grpSp>
          <p:nvGrpSpPr>
            <p:cNvPr id="632" name="Group 472"/>
            <p:cNvGrpSpPr/>
            <p:nvPr/>
          </p:nvGrpSpPr>
          <p:grpSpPr>
            <a:xfrm>
              <a:off x="1713484" y="0"/>
              <a:ext cx="681851" cy="609602"/>
              <a:chOff x="0" y="0"/>
              <a:chExt cx="681850" cy="609601"/>
            </a:xfrm>
          </p:grpSpPr>
          <p:sp>
            <p:nvSpPr>
              <p:cNvPr id="630" name="Shape 470"/>
              <p:cNvSpPr/>
              <p:nvPr/>
            </p:nvSpPr>
            <p:spPr>
              <a:xfrm>
                <a:off x="0" y="-1"/>
                <a:ext cx="609602" cy="609603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631" name="Shape 471"/>
              <p:cNvSpPr txBox="1"/>
              <p:nvPr/>
            </p:nvSpPr>
            <p:spPr>
              <a:xfrm>
                <a:off x="46848" y="42334"/>
                <a:ext cx="635003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spAutoFit/>
              </a:bodyPr>
              <a:lstStyle>
                <a:lvl1pPr marR="57798" defTabSz="1295400">
                  <a:spcBef>
                    <a:spcPts val="1900"/>
                  </a:spcBef>
                  <a:defRPr sz="2800"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D</a:t>
                </a:r>
              </a:p>
            </p:txBody>
          </p:sp>
        </p:grpSp>
        <p:sp>
          <p:nvSpPr>
            <p:cNvPr id="633" name="Shape 455"/>
            <p:cNvSpPr/>
            <p:nvPr/>
          </p:nvSpPr>
          <p:spPr>
            <a:xfrm flipH="1">
              <a:off x="1195523" y="469148"/>
              <a:ext cx="582662" cy="582662"/>
            </a:xfrm>
            <a:prstGeom prst="line">
              <a:avLst/>
            </a:prstGeom>
            <a:noFill/>
            <a:ln w="38100" cap="sq">
              <a:solidFill>
                <a:srgbClr val="000000"/>
              </a:solidFill>
              <a:prstDash val="solid"/>
              <a:round/>
              <a:head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grpSp>
          <p:nvGrpSpPr>
            <p:cNvPr id="653" name="成组"/>
            <p:cNvGrpSpPr/>
            <p:nvPr/>
          </p:nvGrpSpPr>
          <p:grpSpPr>
            <a:xfrm>
              <a:off x="0" y="979470"/>
              <a:ext cx="2270762" cy="2623543"/>
              <a:chOff x="0" y="0"/>
              <a:chExt cx="2270761" cy="2623542"/>
            </a:xfrm>
          </p:grpSpPr>
          <p:sp>
            <p:nvSpPr>
              <p:cNvPr id="634" name="Shape 456"/>
              <p:cNvSpPr/>
              <p:nvPr/>
            </p:nvSpPr>
            <p:spPr>
              <a:xfrm>
                <a:off x="1058896" y="572347"/>
                <a:ext cx="2260" cy="609602"/>
              </a:xfrm>
              <a:prstGeom prst="line">
                <a:avLst/>
              </a:prstGeom>
              <a:noFill/>
              <a:ln w="38100" cap="sq">
                <a:solidFill>
                  <a:srgbClr val="000000"/>
                </a:solidFill>
                <a:prstDash val="solid"/>
                <a:round/>
                <a:headEnd type="triangle" w="med" len="med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635" name="Shape 457"/>
              <p:cNvSpPr/>
              <p:nvPr/>
            </p:nvSpPr>
            <p:spPr>
              <a:xfrm flipH="1">
                <a:off x="391723" y="1535290"/>
                <a:ext cx="457202" cy="715717"/>
              </a:xfrm>
              <a:prstGeom prst="line">
                <a:avLst/>
              </a:prstGeom>
              <a:noFill/>
              <a:ln w="38100" cap="sq">
                <a:solidFill>
                  <a:srgbClr val="000000"/>
                </a:solidFill>
                <a:prstDash val="solid"/>
                <a:round/>
                <a:headEnd type="triangle" w="med" len="med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636" name="Shape 458"/>
              <p:cNvSpPr/>
              <p:nvPr/>
            </p:nvSpPr>
            <p:spPr>
              <a:xfrm>
                <a:off x="1255887" y="1520333"/>
                <a:ext cx="609602" cy="819575"/>
              </a:xfrm>
              <a:prstGeom prst="line">
                <a:avLst/>
              </a:prstGeom>
              <a:noFill/>
              <a:ln w="38100" cap="sq">
                <a:solidFill>
                  <a:srgbClr val="000000"/>
                </a:solidFill>
                <a:prstDash val="solid"/>
                <a:round/>
                <a:headEnd type="triangle" w="med" len="med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637" name="Shape 460"/>
              <p:cNvSpPr/>
              <p:nvPr/>
            </p:nvSpPr>
            <p:spPr>
              <a:xfrm>
                <a:off x="1092763" y="1573391"/>
                <a:ext cx="2260" cy="609602"/>
              </a:xfrm>
              <a:prstGeom prst="line">
                <a:avLst/>
              </a:prstGeom>
              <a:noFill/>
              <a:ln w="38100" cap="sq">
                <a:solidFill>
                  <a:srgbClr val="000000"/>
                </a:solidFill>
                <a:prstDash val="solid"/>
                <a:round/>
                <a:headEnd type="triangle" w="med" len="med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grpSp>
            <p:nvGrpSpPr>
              <p:cNvPr id="640" name="Group 481"/>
              <p:cNvGrpSpPr/>
              <p:nvPr/>
            </p:nvGrpSpPr>
            <p:grpSpPr>
              <a:xfrm>
                <a:off x="751839" y="0"/>
                <a:ext cx="681851" cy="609602"/>
                <a:chOff x="0" y="0"/>
                <a:chExt cx="681850" cy="609601"/>
              </a:xfrm>
            </p:grpSpPr>
            <p:sp>
              <p:nvSpPr>
                <p:cNvPr id="638" name="Shape 479"/>
                <p:cNvSpPr/>
                <p:nvPr/>
              </p:nvSpPr>
              <p:spPr>
                <a:xfrm>
                  <a:off x="0" y="-1"/>
                  <a:ext cx="609602" cy="609603"/>
                </a:xfrm>
                <a:prstGeom prst="ellipse">
                  <a:avLst/>
                </a:prstGeom>
                <a:solidFill>
                  <a:srgbClr val="990000"/>
                </a:solidFill>
                <a:ln w="12700" cap="sq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R="57798" defTabSz="1295400">
                    <a:spcBef>
                      <a:spcPts val="1900"/>
                    </a:spcBef>
                    <a:defRPr b="1" sz="2800"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639" name="Shape 480"/>
                <p:cNvSpPr txBox="1"/>
                <p:nvPr/>
              </p:nvSpPr>
              <p:spPr>
                <a:xfrm>
                  <a:off x="46848" y="55034"/>
                  <a:ext cx="635003" cy="492895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50800" tIns="50800" rIns="50800" bIns="50800" numCol="1" anchor="t">
                  <a:spAutoFit/>
                </a:bodyPr>
                <a:lstStyle>
                  <a:lvl1pPr marR="57798" defTabSz="1295400">
                    <a:spcBef>
                      <a:spcPts val="1900"/>
                    </a:spcBef>
                    <a:defRPr sz="2800">
                      <a:solidFill>
                        <a:srgbClr val="FEE8F7"/>
                      </a:solidFill>
                      <a:uFill>
                        <a:solidFill>
                          <a:srgbClr val="FEE8F7"/>
                        </a:solidFill>
                      </a:uFill>
                    </a:defRPr>
                  </a:lvl1pPr>
                </a:lstStyle>
                <a:p>
                  <a:pPr/>
                  <a:r>
                    <a:t>G</a:t>
                  </a:r>
                </a:p>
              </p:txBody>
            </p:sp>
          </p:grpSp>
          <p:grpSp>
            <p:nvGrpSpPr>
              <p:cNvPr id="643" name="Group 484"/>
              <p:cNvGrpSpPr/>
              <p:nvPr/>
            </p:nvGrpSpPr>
            <p:grpSpPr>
              <a:xfrm>
                <a:off x="751839" y="1025032"/>
                <a:ext cx="694551" cy="609603"/>
                <a:chOff x="0" y="0"/>
                <a:chExt cx="694550" cy="609601"/>
              </a:xfrm>
            </p:grpSpPr>
            <p:sp>
              <p:nvSpPr>
                <p:cNvPr id="641" name="Shape 482"/>
                <p:cNvSpPr/>
                <p:nvPr/>
              </p:nvSpPr>
              <p:spPr>
                <a:xfrm>
                  <a:off x="0" y="-1"/>
                  <a:ext cx="609602" cy="609603"/>
                </a:xfrm>
                <a:prstGeom prst="ellipse">
                  <a:avLst/>
                </a:prstGeom>
                <a:solidFill>
                  <a:srgbClr val="990000"/>
                </a:solidFill>
                <a:ln w="12700" cap="sq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R="57798" defTabSz="1295400">
                    <a:spcBef>
                      <a:spcPts val="1900"/>
                    </a:spcBef>
                    <a:defRPr b="1" sz="2800"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642" name="Shape 483"/>
                <p:cNvSpPr txBox="1"/>
                <p:nvPr/>
              </p:nvSpPr>
              <p:spPr>
                <a:xfrm>
                  <a:off x="59548" y="44874"/>
                  <a:ext cx="635003" cy="492895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50800" tIns="50800" rIns="50800" bIns="50800" numCol="1" anchor="t">
                  <a:spAutoFit/>
                </a:bodyPr>
                <a:lstStyle>
                  <a:lvl1pPr marR="57798" defTabSz="1295400">
                    <a:spcBef>
                      <a:spcPts val="1900"/>
                    </a:spcBef>
                    <a:defRPr sz="2800">
                      <a:solidFill>
                        <a:srgbClr val="FEE8F7"/>
                      </a:solidFill>
                      <a:uFill>
                        <a:solidFill>
                          <a:srgbClr val="FEE8F7"/>
                        </a:solidFill>
                      </a:uFill>
                    </a:defRPr>
                  </a:lvl1pPr>
                </a:lstStyle>
                <a:p>
                  <a:pPr/>
                  <a:r>
                    <a:t>H</a:t>
                  </a:r>
                </a:p>
              </p:txBody>
            </p:sp>
          </p:grpSp>
          <p:grpSp>
            <p:nvGrpSpPr>
              <p:cNvPr id="646" name="Group 487"/>
              <p:cNvGrpSpPr/>
              <p:nvPr/>
            </p:nvGrpSpPr>
            <p:grpSpPr>
              <a:xfrm>
                <a:off x="0" y="2013940"/>
                <a:ext cx="752124" cy="609603"/>
                <a:chOff x="0" y="0"/>
                <a:chExt cx="752123" cy="609601"/>
              </a:xfrm>
            </p:grpSpPr>
            <p:sp>
              <p:nvSpPr>
                <p:cNvPr id="644" name="Shape 485"/>
                <p:cNvSpPr/>
                <p:nvPr/>
              </p:nvSpPr>
              <p:spPr>
                <a:xfrm>
                  <a:off x="-1" y="-1"/>
                  <a:ext cx="609601" cy="609603"/>
                </a:xfrm>
                <a:prstGeom prst="ellipse">
                  <a:avLst/>
                </a:prstGeom>
                <a:solidFill>
                  <a:srgbClr val="990000"/>
                </a:solidFill>
                <a:ln w="12700" cap="sq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R="57798" defTabSz="1295400">
                    <a:spcBef>
                      <a:spcPts val="1900"/>
                    </a:spcBef>
                    <a:defRPr b="1" sz="2800"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645" name="Shape 486"/>
                <p:cNvSpPr txBox="1"/>
                <p:nvPr/>
              </p:nvSpPr>
              <p:spPr>
                <a:xfrm>
                  <a:off x="117122" y="55034"/>
                  <a:ext cx="635002" cy="492895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50800" tIns="50800" rIns="50800" bIns="50800" numCol="1" anchor="t">
                  <a:spAutoFit/>
                </a:bodyPr>
                <a:lstStyle>
                  <a:lvl1pPr marR="57798" defTabSz="1295400">
                    <a:spcBef>
                      <a:spcPts val="1900"/>
                    </a:spcBef>
                    <a:defRPr sz="2800">
                      <a:solidFill>
                        <a:srgbClr val="FEE8F7"/>
                      </a:solidFill>
                      <a:uFill>
                        <a:solidFill>
                          <a:srgbClr val="FEE8F7"/>
                        </a:solidFill>
                      </a:uFill>
                    </a:defRPr>
                  </a:lvl1pPr>
                </a:lstStyle>
                <a:p>
                  <a:pPr/>
                  <a:r>
                    <a:t>I</a:t>
                  </a:r>
                </a:p>
              </p:txBody>
            </p:sp>
          </p:grpSp>
          <p:grpSp>
            <p:nvGrpSpPr>
              <p:cNvPr id="649" name="Group 490"/>
              <p:cNvGrpSpPr/>
              <p:nvPr/>
            </p:nvGrpSpPr>
            <p:grpSpPr>
              <a:xfrm>
                <a:off x="796994" y="2013940"/>
                <a:ext cx="725595" cy="609603"/>
                <a:chOff x="0" y="0"/>
                <a:chExt cx="725594" cy="609601"/>
              </a:xfrm>
            </p:grpSpPr>
            <p:sp>
              <p:nvSpPr>
                <p:cNvPr id="647" name="Shape 488"/>
                <p:cNvSpPr/>
                <p:nvPr/>
              </p:nvSpPr>
              <p:spPr>
                <a:xfrm>
                  <a:off x="0" y="-1"/>
                  <a:ext cx="609602" cy="609603"/>
                </a:xfrm>
                <a:prstGeom prst="ellipse">
                  <a:avLst/>
                </a:prstGeom>
                <a:solidFill>
                  <a:srgbClr val="990000"/>
                </a:solidFill>
                <a:ln w="12700" cap="sq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R="57798" defTabSz="1295400">
                    <a:spcBef>
                      <a:spcPts val="1900"/>
                    </a:spcBef>
                    <a:defRPr b="1" sz="2800"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648" name="Shape 489"/>
                <p:cNvSpPr txBox="1"/>
                <p:nvPr/>
              </p:nvSpPr>
              <p:spPr>
                <a:xfrm>
                  <a:off x="90592" y="29634"/>
                  <a:ext cx="635003" cy="492895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50800" tIns="50800" rIns="50800" bIns="50800" numCol="1" anchor="t">
                  <a:spAutoFit/>
                </a:bodyPr>
                <a:lstStyle>
                  <a:lvl1pPr marR="57798" defTabSz="1295400">
                    <a:spcBef>
                      <a:spcPts val="1900"/>
                    </a:spcBef>
                    <a:defRPr sz="2800">
                      <a:solidFill>
                        <a:srgbClr val="FEE8F7"/>
                      </a:solidFill>
                      <a:uFill>
                        <a:solidFill>
                          <a:srgbClr val="FEE8F7"/>
                        </a:solidFill>
                      </a:uFill>
                    </a:defRPr>
                  </a:lvl1pPr>
                </a:lstStyle>
                <a:p>
                  <a:pPr/>
                  <a:r>
                    <a:t>J</a:t>
                  </a:r>
                </a:p>
              </p:txBody>
            </p:sp>
          </p:grpSp>
          <p:grpSp>
            <p:nvGrpSpPr>
              <p:cNvPr id="652" name="Group 493"/>
              <p:cNvGrpSpPr/>
              <p:nvPr/>
            </p:nvGrpSpPr>
            <p:grpSpPr>
              <a:xfrm>
                <a:off x="1573670" y="2013940"/>
                <a:ext cx="697092" cy="609603"/>
                <a:chOff x="0" y="0"/>
                <a:chExt cx="697091" cy="609601"/>
              </a:xfrm>
            </p:grpSpPr>
            <p:sp>
              <p:nvSpPr>
                <p:cNvPr id="650" name="Shape 491"/>
                <p:cNvSpPr/>
                <p:nvPr/>
              </p:nvSpPr>
              <p:spPr>
                <a:xfrm>
                  <a:off x="-1" y="-1"/>
                  <a:ext cx="609603" cy="609603"/>
                </a:xfrm>
                <a:prstGeom prst="ellipse">
                  <a:avLst/>
                </a:prstGeom>
                <a:solidFill>
                  <a:srgbClr val="990000"/>
                </a:solidFill>
                <a:ln w="12700" cap="sq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R="57798" defTabSz="1295400">
                    <a:spcBef>
                      <a:spcPts val="1900"/>
                    </a:spcBef>
                    <a:defRPr b="1" sz="2800"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651" name="Shape 492"/>
                <p:cNvSpPr txBox="1"/>
                <p:nvPr/>
              </p:nvSpPr>
              <p:spPr>
                <a:xfrm>
                  <a:off x="62089" y="42334"/>
                  <a:ext cx="635003" cy="492895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50800" tIns="50800" rIns="50800" bIns="50800" numCol="1" anchor="t">
                  <a:spAutoFit/>
                </a:bodyPr>
                <a:lstStyle>
                  <a:lvl1pPr marR="57798" defTabSz="1295400">
                    <a:spcBef>
                      <a:spcPts val="1900"/>
                    </a:spcBef>
                    <a:defRPr sz="2800">
                      <a:solidFill>
                        <a:srgbClr val="FEE8F7"/>
                      </a:solidFill>
                      <a:uFill>
                        <a:solidFill>
                          <a:srgbClr val="FEE8F7"/>
                        </a:solidFill>
                      </a:uFill>
                    </a:defRPr>
                  </a:lvl1pPr>
                </a:lstStyle>
                <a:p>
                  <a:pPr/>
                  <a:r>
                    <a:t>K</a:t>
                  </a:r>
                </a:p>
              </p:txBody>
            </p:sp>
          </p:grpSp>
        </p:grpSp>
        <p:grpSp>
          <p:nvGrpSpPr>
            <p:cNvPr id="665" name="成组"/>
            <p:cNvGrpSpPr/>
            <p:nvPr/>
          </p:nvGrpSpPr>
          <p:grpSpPr>
            <a:xfrm>
              <a:off x="1718708" y="979470"/>
              <a:ext cx="2628056" cy="1519487"/>
              <a:chOff x="0" y="0"/>
              <a:chExt cx="2628055" cy="1519486"/>
            </a:xfrm>
          </p:grpSpPr>
          <p:sp>
            <p:nvSpPr>
              <p:cNvPr id="654" name="Shape 451"/>
              <p:cNvSpPr/>
              <p:nvPr/>
            </p:nvSpPr>
            <p:spPr>
              <a:xfrm flipH="1">
                <a:off x="307058" y="467360"/>
                <a:ext cx="715717" cy="679593"/>
              </a:xfrm>
              <a:prstGeom prst="line">
                <a:avLst/>
              </a:prstGeom>
              <a:noFill/>
              <a:ln w="38100" cap="sq">
                <a:solidFill>
                  <a:srgbClr val="000000"/>
                </a:solidFill>
                <a:prstDash val="solid"/>
                <a:round/>
                <a:headEnd type="triangle" w="med" len="med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655" name="Shape 452"/>
              <p:cNvSpPr/>
              <p:nvPr/>
            </p:nvSpPr>
            <p:spPr>
              <a:xfrm>
                <a:off x="1477434" y="446758"/>
                <a:ext cx="715717" cy="715718"/>
              </a:xfrm>
              <a:prstGeom prst="line">
                <a:avLst/>
              </a:prstGeom>
              <a:noFill/>
              <a:ln w="38100" cap="sq">
                <a:solidFill>
                  <a:srgbClr val="000000"/>
                </a:solidFill>
                <a:prstDash val="solid"/>
                <a:round/>
                <a:headEnd type="triangle" w="med" len="med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grpSp>
            <p:nvGrpSpPr>
              <p:cNvPr id="658" name="Group 463"/>
              <p:cNvGrpSpPr/>
              <p:nvPr/>
            </p:nvGrpSpPr>
            <p:grpSpPr>
              <a:xfrm>
                <a:off x="955040" y="0"/>
                <a:ext cx="684392" cy="609602"/>
                <a:chOff x="0" y="0"/>
                <a:chExt cx="684391" cy="609601"/>
              </a:xfrm>
            </p:grpSpPr>
            <p:sp>
              <p:nvSpPr>
                <p:cNvPr id="656" name="Shape 461"/>
                <p:cNvSpPr/>
                <p:nvPr/>
              </p:nvSpPr>
              <p:spPr>
                <a:xfrm>
                  <a:off x="0" y="-1"/>
                  <a:ext cx="609602" cy="609603"/>
                </a:xfrm>
                <a:prstGeom prst="ellipse">
                  <a:avLst/>
                </a:prstGeom>
                <a:solidFill>
                  <a:srgbClr val="990000"/>
                </a:solidFill>
                <a:ln w="12700" cap="sq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R="57798" defTabSz="1295400">
                    <a:spcBef>
                      <a:spcPts val="1900"/>
                    </a:spcBef>
                    <a:defRPr b="1" sz="2800"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657" name="Shape 462"/>
                <p:cNvSpPr txBox="1"/>
                <p:nvPr/>
              </p:nvSpPr>
              <p:spPr>
                <a:xfrm>
                  <a:off x="49389" y="80434"/>
                  <a:ext cx="635003" cy="492895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50800" tIns="50800" rIns="50800" bIns="50800" numCol="1" anchor="t">
                  <a:spAutoFit/>
                </a:bodyPr>
                <a:lstStyle>
                  <a:lvl1pPr marR="57798" defTabSz="1295400">
                    <a:spcBef>
                      <a:spcPts val="1900"/>
                    </a:spcBef>
                    <a:defRPr sz="2800">
                      <a:solidFill>
                        <a:srgbClr val="FEE8F7"/>
                      </a:solidFill>
                      <a:uFill>
                        <a:solidFill>
                          <a:srgbClr val="FEE8F7"/>
                        </a:solidFill>
                      </a:uFill>
                    </a:defRPr>
                  </a:lvl1pPr>
                </a:lstStyle>
                <a:p>
                  <a:pPr/>
                  <a:r>
                    <a:t>A</a:t>
                  </a:r>
                </a:p>
              </p:txBody>
            </p:sp>
          </p:grpSp>
          <p:grpSp>
            <p:nvGrpSpPr>
              <p:cNvPr id="661" name="Group 466"/>
              <p:cNvGrpSpPr/>
              <p:nvPr/>
            </p:nvGrpSpPr>
            <p:grpSpPr>
              <a:xfrm>
                <a:off x="0" y="909884"/>
                <a:ext cx="691446" cy="609603"/>
                <a:chOff x="0" y="0"/>
                <a:chExt cx="691445" cy="609601"/>
              </a:xfrm>
            </p:grpSpPr>
            <p:sp>
              <p:nvSpPr>
                <p:cNvPr id="659" name="Shape 464"/>
                <p:cNvSpPr/>
                <p:nvPr/>
              </p:nvSpPr>
              <p:spPr>
                <a:xfrm>
                  <a:off x="0" y="-1"/>
                  <a:ext cx="609602" cy="609603"/>
                </a:xfrm>
                <a:prstGeom prst="ellipse">
                  <a:avLst/>
                </a:prstGeom>
                <a:solidFill>
                  <a:srgbClr val="990000"/>
                </a:solidFill>
                <a:ln w="12700" cap="sq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R="57798" defTabSz="1295400">
                    <a:spcBef>
                      <a:spcPts val="1900"/>
                    </a:spcBef>
                    <a:defRPr b="1" sz="2800"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660" name="Shape 465"/>
                <p:cNvSpPr txBox="1"/>
                <p:nvPr/>
              </p:nvSpPr>
              <p:spPr>
                <a:xfrm>
                  <a:off x="56443" y="42334"/>
                  <a:ext cx="635003" cy="492895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50800" tIns="50800" rIns="50800" bIns="50800" numCol="1" anchor="t">
                  <a:spAutoFit/>
                </a:bodyPr>
                <a:lstStyle>
                  <a:lvl1pPr marR="57798" defTabSz="1295400">
                    <a:spcBef>
                      <a:spcPts val="1900"/>
                    </a:spcBef>
                    <a:defRPr sz="2800">
                      <a:solidFill>
                        <a:srgbClr val="FEE8F7"/>
                      </a:solidFill>
                      <a:uFill>
                        <a:solidFill>
                          <a:srgbClr val="FEE8F7"/>
                        </a:solidFill>
                      </a:uFill>
                    </a:defRPr>
                  </a:lvl1pPr>
                </a:lstStyle>
                <a:p>
                  <a:pPr/>
                  <a:r>
                    <a:t>B</a:t>
                  </a:r>
                </a:p>
              </p:txBody>
            </p:sp>
          </p:grpSp>
          <p:grpSp>
            <p:nvGrpSpPr>
              <p:cNvPr id="664" name="Group 472"/>
              <p:cNvGrpSpPr/>
              <p:nvPr/>
            </p:nvGrpSpPr>
            <p:grpSpPr>
              <a:xfrm>
                <a:off x="1946205" y="909884"/>
                <a:ext cx="681851" cy="609603"/>
                <a:chOff x="0" y="0"/>
                <a:chExt cx="681850" cy="609601"/>
              </a:xfrm>
            </p:grpSpPr>
            <p:sp>
              <p:nvSpPr>
                <p:cNvPr id="662" name="Shape 470"/>
                <p:cNvSpPr/>
                <p:nvPr/>
              </p:nvSpPr>
              <p:spPr>
                <a:xfrm>
                  <a:off x="0" y="-1"/>
                  <a:ext cx="609602" cy="609603"/>
                </a:xfrm>
                <a:prstGeom prst="ellipse">
                  <a:avLst/>
                </a:prstGeom>
                <a:solidFill>
                  <a:srgbClr val="990000"/>
                </a:solidFill>
                <a:ln w="12700" cap="sq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R="57798" defTabSz="1295400">
                    <a:spcBef>
                      <a:spcPts val="1900"/>
                    </a:spcBef>
                    <a:defRPr b="1" sz="2800"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663" name="Shape 471"/>
                <p:cNvSpPr txBox="1"/>
                <p:nvPr/>
              </p:nvSpPr>
              <p:spPr>
                <a:xfrm>
                  <a:off x="46848" y="42334"/>
                  <a:ext cx="635003" cy="492895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50800" tIns="50800" rIns="50800" bIns="50800" numCol="1" anchor="t">
                  <a:spAutoFit/>
                </a:bodyPr>
                <a:lstStyle>
                  <a:lvl1pPr marR="57798" defTabSz="1295400">
                    <a:spcBef>
                      <a:spcPts val="1900"/>
                    </a:spcBef>
                    <a:defRPr sz="2800">
                      <a:solidFill>
                        <a:srgbClr val="FEE8F7"/>
                      </a:solidFill>
                      <a:uFill>
                        <a:solidFill>
                          <a:srgbClr val="FEE8F7"/>
                        </a:solidFill>
                      </a:uFill>
                    </a:defRPr>
                  </a:lvl1pPr>
                </a:lstStyle>
                <a:p>
                  <a:pPr/>
                  <a:r>
                    <a:t>C</a:t>
                  </a:r>
                </a:p>
              </p:txBody>
            </p:sp>
          </p:grpSp>
        </p:grpSp>
        <p:sp>
          <p:nvSpPr>
            <p:cNvPr id="666" name="Shape 455"/>
            <p:cNvSpPr/>
            <p:nvPr/>
          </p:nvSpPr>
          <p:spPr>
            <a:xfrm>
              <a:off x="2212044" y="467697"/>
              <a:ext cx="529662" cy="631228"/>
            </a:xfrm>
            <a:prstGeom prst="line">
              <a:avLst/>
            </a:prstGeom>
            <a:noFill/>
            <a:ln w="38100" cap="sq">
              <a:solidFill>
                <a:srgbClr val="000000"/>
              </a:solidFill>
              <a:prstDash val="solid"/>
              <a:round/>
              <a:head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</p:grpSp>
      <p:sp>
        <p:nvSpPr>
          <p:cNvPr id="668" name="箭头"/>
          <p:cNvSpPr/>
          <p:nvPr/>
        </p:nvSpPr>
        <p:spPr>
          <a:xfrm rot="5400000">
            <a:off x="6406118" y="4021484"/>
            <a:ext cx="1270001" cy="719474"/>
          </a:xfrm>
          <a:prstGeom prst="rightArrow">
            <a:avLst>
              <a:gd name="adj1" fmla="val 44020"/>
              <a:gd name="adj2" fmla="val 97160"/>
            </a:avLst>
          </a:prstGeom>
          <a:solidFill>
            <a:srgbClr val="FFFFFF"/>
          </a:solidFill>
          <a:ln w="25400">
            <a:solidFill>
              <a:srgbClr val="000000"/>
            </a:solidFill>
          </a:ln>
        </p:spPr>
        <p:txBody>
          <a:bodyPr lIns="50800" tIns="50800" rIns="50800" bIns="50800" anchor="ctr"/>
          <a:lstStyle/>
          <a:p>
            <a:pPr marR="57798" defTabSz="1295400"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669" name="层数多的集合作为根"/>
          <p:cNvSpPr txBox="1"/>
          <p:nvPr/>
        </p:nvSpPr>
        <p:spPr>
          <a:xfrm>
            <a:off x="452430" y="1133279"/>
            <a:ext cx="3372500" cy="609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marR="57798" defTabSz="1295400"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层数多的集合作为根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Shape 234"/>
          <p:cNvSpPr txBox="1"/>
          <p:nvPr/>
        </p:nvSpPr>
        <p:spPr>
          <a:xfrm>
            <a:off x="907907" y="25400"/>
            <a:ext cx="11201403" cy="952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8" algn="ctr" defTabSz="1295400">
              <a:lnSpc>
                <a:spcPct val="125000"/>
              </a:lnSpc>
              <a:defRPr sz="48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并查集的合并-查询路径折叠</a:t>
            </a:r>
          </a:p>
        </p:txBody>
      </p:sp>
      <p:grpSp>
        <p:nvGrpSpPr>
          <p:cNvPr id="709" name="成组"/>
          <p:cNvGrpSpPr/>
          <p:nvPr/>
        </p:nvGrpSpPr>
        <p:grpSpPr>
          <a:xfrm>
            <a:off x="1345333" y="2936349"/>
            <a:ext cx="4346764" cy="3603014"/>
            <a:chOff x="0" y="0"/>
            <a:chExt cx="4346763" cy="3603012"/>
          </a:xfrm>
        </p:grpSpPr>
        <p:grpSp>
          <p:nvGrpSpPr>
            <p:cNvPr id="674" name="Group 472"/>
            <p:cNvGrpSpPr/>
            <p:nvPr/>
          </p:nvGrpSpPr>
          <p:grpSpPr>
            <a:xfrm>
              <a:off x="1713484" y="0"/>
              <a:ext cx="681851" cy="609602"/>
              <a:chOff x="0" y="0"/>
              <a:chExt cx="681850" cy="609601"/>
            </a:xfrm>
          </p:grpSpPr>
          <p:sp>
            <p:nvSpPr>
              <p:cNvPr id="672" name="Shape 470"/>
              <p:cNvSpPr/>
              <p:nvPr/>
            </p:nvSpPr>
            <p:spPr>
              <a:xfrm>
                <a:off x="0" y="-1"/>
                <a:ext cx="609602" cy="609603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673" name="Shape 471"/>
              <p:cNvSpPr txBox="1"/>
              <p:nvPr/>
            </p:nvSpPr>
            <p:spPr>
              <a:xfrm>
                <a:off x="46848" y="42334"/>
                <a:ext cx="635003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spAutoFit/>
              </a:bodyPr>
              <a:lstStyle>
                <a:lvl1pPr marR="57798" defTabSz="1295400">
                  <a:spcBef>
                    <a:spcPts val="1900"/>
                  </a:spcBef>
                  <a:defRPr sz="2800"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D</a:t>
                </a:r>
              </a:p>
            </p:txBody>
          </p:sp>
        </p:grpSp>
        <p:sp>
          <p:nvSpPr>
            <p:cNvPr id="675" name="Shape 455"/>
            <p:cNvSpPr/>
            <p:nvPr/>
          </p:nvSpPr>
          <p:spPr>
            <a:xfrm flipH="1">
              <a:off x="1195523" y="469148"/>
              <a:ext cx="582662" cy="582662"/>
            </a:xfrm>
            <a:prstGeom prst="line">
              <a:avLst/>
            </a:prstGeom>
            <a:noFill/>
            <a:ln w="38100" cap="sq">
              <a:solidFill>
                <a:srgbClr val="000000"/>
              </a:solidFill>
              <a:prstDash val="solid"/>
              <a:round/>
              <a:head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grpSp>
          <p:nvGrpSpPr>
            <p:cNvPr id="695" name="成组"/>
            <p:cNvGrpSpPr/>
            <p:nvPr/>
          </p:nvGrpSpPr>
          <p:grpSpPr>
            <a:xfrm>
              <a:off x="0" y="979470"/>
              <a:ext cx="2270762" cy="2623543"/>
              <a:chOff x="0" y="0"/>
              <a:chExt cx="2270761" cy="2623542"/>
            </a:xfrm>
          </p:grpSpPr>
          <p:sp>
            <p:nvSpPr>
              <p:cNvPr id="676" name="Shape 456"/>
              <p:cNvSpPr/>
              <p:nvPr/>
            </p:nvSpPr>
            <p:spPr>
              <a:xfrm>
                <a:off x="1058896" y="572347"/>
                <a:ext cx="2260" cy="609602"/>
              </a:xfrm>
              <a:prstGeom prst="line">
                <a:avLst/>
              </a:prstGeom>
              <a:noFill/>
              <a:ln w="38100" cap="sq">
                <a:solidFill>
                  <a:srgbClr val="000000"/>
                </a:solidFill>
                <a:prstDash val="solid"/>
                <a:round/>
                <a:headEnd type="triangle" w="med" len="med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677" name="Shape 457"/>
              <p:cNvSpPr/>
              <p:nvPr/>
            </p:nvSpPr>
            <p:spPr>
              <a:xfrm flipH="1">
                <a:off x="391723" y="1535290"/>
                <a:ext cx="457202" cy="715717"/>
              </a:xfrm>
              <a:prstGeom prst="line">
                <a:avLst/>
              </a:prstGeom>
              <a:noFill/>
              <a:ln w="38100" cap="sq">
                <a:solidFill>
                  <a:srgbClr val="000000"/>
                </a:solidFill>
                <a:prstDash val="solid"/>
                <a:round/>
                <a:headEnd type="triangle" w="med" len="med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678" name="Shape 458"/>
              <p:cNvSpPr/>
              <p:nvPr/>
            </p:nvSpPr>
            <p:spPr>
              <a:xfrm>
                <a:off x="1255887" y="1520333"/>
                <a:ext cx="609602" cy="819575"/>
              </a:xfrm>
              <a:prstGeom prst="line">
                <a:avLst/>
              </a:prstGeom>
              <a:noFill/>
              <a:ln w="38100" cap="sq">
                <a:solidFill>
                  <a:srgbClr val="000000"/>
                </a:solidFill>
                <a:prstDash val="solid"/>
                <a:round/>
                <a:headEnd type="triangle" w="med" len="med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679" name="Shape 460"/>
              <p:cNvSpPr/>
              <p:nvPr/>
            </p:nvSpPr>
            <p:spPr>
              <a:xfrm>
                <a:off x="1092763" y="1573391"/>
                <a:ext cx="2260" cy="609602"/>
              </a:xfrm>
              <a:prstGeom prst="line">
                <a:avLst/>
              </a:prstGeom>
              <a:noFill/>
              <a:ln w="38100" cap="sq">
                <a:solidFill>
                  <a:srgbClr val="000000"/>
                </a:solidFill>
                <a:prstDash val="solid"/>
                <a:round/>
                <a:headEnd type="triangle" w="med" len="med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grpSp>
            <p:nvGrpSpPr>
              <p:cNvPr id="682" name="Group 481"/>
              <p:cNvGrpSpPr/>
              <p:nvPr/>
            </p:nvGrpSpPr>
            <p:grpSpPr>
              <a:xfrm>
                <a:off x="751839" y="0"/>
                <a:ext cx="681851" cy="609602"/>
                <a:chOff x="0" y="0"/>
                <a:chExt cx="681850" cy="609601"/>
              </a:xfrm>
            </p:grpSpPr>
            <p:sp>
              <p:nvSpPr>
                <p:cNvPr id="680" name="Shape 479"/>
                <p:cNvSpPr/>
                <p:nvPr/>
              </p:nvSpPr>
              <p:spPr>
                <a:xfrm>
                  <a:off x="0" y="-1"/>
                  <a:ext cx="609602" cy="609603"/>
                </a:xfrm>
                <a:prstGeom prst="ellipse">
                  <a:avLst/>
                </a:prstGeom>
                <a:solidFill>
                  <a:srgbClr val="990000"/>
                </a:solidFill>
                <a:ln w="12700" cap="sq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R="57798" defTabSz="1295400">
                    <a:spcBef>
                      <a:spcPts val="1900"/>
                    </a:spcBef>
                    <a:defRPr b="1" sz="2800"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681" name="Shape 480"/>
                <p:cNvSpPr txBox="1"/>
                <p:nvPr/>
              </p:nvSpPr>
              <p:spPr>
                <a:xfrm>
                  <a:off x="46848" y="55034"/>
                  <a:ext cx="635003" cy="492895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50800" tIns="50800" rIns="50800" bIns="50800" numCol="1" anchor="t">
                  <a:spAutoFit/>
                </a:bodyPr>
                <a:lstStyle>
                  <a:lvl1pPr marR="57798" defTabSz="1295400">
                    <a:spcBef>
                      <a:spcPts val="1900"/>
                    </a:spcBef>
                    <a:defRPr sz="2800">
                      <a:solidFill>
                        <a:srgbClr val="FEE8F7"/>
                      </a:solidFill>
                      <a:uFill>
                        <a:solidFill>
                          <a:srgbClr val="FEE8F7"/>
                        </a:solidFill>
                      </a:uFill>
                    </a:defRPr>
                  </a:lvl1pPr>
                </a:lstStyle>
                <a:p>
                  <a:pPr/>
                  <a:r>
                    <a:t>G</a:t>
                  </a:r>
                </a:p>
              </p:txBody>
            </p:sp>
          </p:grpSp>
          <p:grpSp>
            <p:nvGrpSpPr>
              <p:cNvPr id="685" name="Group 484"/>
              <p:cNvGrpSpPr/>
              <p:nvPr/>
            </p:nvGrpSpPr>
            <p:grpSpPr>
              <a:xfrm>
                <a:off x="751839" y="1025032"/>
                <a:ext cx="694551" cy="609603"/>
                <a:chOff x="0" y="0"/>
                <a:chExt cx="694550" cy="609601"/>
              </a:xfrm>
            </p:grpSpPr>
            <p:sp>
              <p:nvSpPr>
                <p:cNvPr id="683" name="Shape 482"/>
                <p:cNvSpPr/>
                <p:nvPr/>
              </p:nvSpPr>
              <p:spPr>
                <a:xfrm>
                  <a:off x="0" y="-1"/>
                  <a:ext cx="609602" cy="609603"/>
                </a:xfrm>
                <a:prstGeom prst="ellipse">
                  <a:avLst/>
                </a:prstGeom>
                <a:solidFill>
                  <a:srgbClr val="990000"/>
                </a:solidFill>
                <a:ln w="12700" cap="sq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R="57798" defTabSz="1295400">
                    <a:spcBef>
                      <a:spcPts val="1900"/>
                    </a:spcBef>
                    <a:defRPr b="1" sz="2800"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684" name="Shape 483"/>
                <p:cNvSpPr txBox="1"/>
                <p:nvPr/>
              </p:nvSpPr>
              <p:spPr>
                <a:xfrm>
                  <a:off x="59548" y="44874"/>
                  <a:ext cx="635003" cy="492895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50800" tIns="50800" rIns="50800" bIns="50800" numCol="1" anchor="t">
                  <a:spAutoFit/>
                </a:bodyPr>
                <a:lstStyle>
                  <a:lvl1pPr marR="57798" defTabSz="1295400">
                    <a:spcBef>
                      <a:spcPts val="1900"/>
                    </a:spcBef>
                    <a:defRPr sz="2800">
                      <a:solidFill>
                        <a:srgbClr val="FEE8F7"/>
                      </a:solidFill>
                      <a:uFill>
                        <a:solidFill>
                          <a:srgbClr val="FEE8F7"/>
                        </a:solidFill>
                      </a:uFill>
                    </a:defRPr>
                  </a:lvl1pPr>
                </a:lstStyle>
                <a:p>
                  <a:pPr/>
                  <a:r>
                    <a:t>H</a:t>
                  </a:r>
                </a:p>
              </p:txBody>
            </p:sp>
          </p:grpSp>
          <p:grpSp>
            <p:nvGrpSpPr>
              <p:cNvPr id="688" name="Group 487"/>
              <p:cNvGrpSpPr/>
              <p:nvPr/>
            </p:nvGrpSpPr>
            <p:grpSpPr>
              <a:xfrm>
                <a:off x="0" y="2013940"/>
                <a:ext cx="752124" cy="609603"/>
                <a:chOff x="0" y="0"/>
                <a:chExt cx="752123" cy="609601"/>
              </a:xfrm>
            </p:grpSpPr>
            <p:sp>
              <p:nvSpPr>
                <p:cNvPr id="686" name="Shape 485"/>
                <p:cNvSpPr/>
                <p:nvPr/>
              </p:nvSpPr>
              <p:spPr>
                <a:xfrm>
                  <a:off x="-1" y="-1"/>
                  <a:ext cx="609601" cy="609603"/>
                </a:xfrm>
                <a:prstGeom prst="ellipse">
                  <a:avLst/>
                </a:prstGeom>
                <a:solidFill>
                  <a:srgbClr val="990000"/>
                </a:solidFill>
                <a:ln w="12700" cap="sq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R="57798" defTabSz="1295400">
                    <a:spcBef>
                      <a:spcPts val="1900"/>
                    </a:spcBef>
                    <a:defRPr b="1" sz="2800"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687" name="Shape 486"/>
                <p:cNvSpPr txBox="1"/>
                <p:nvPr/>
              </p:nvSpPr>
              <p:spPr>
                <a:xfrm>
                  <a:off x="117122" y="55034"/>
                  <a:ext cx="635002" cy="492895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50800" tIns="50800" rIns="50800" bIns="50800" numCol="1" anchor="t">
                  <a:spAutoFit/>
                </a:bodyPr>
                <a:lstStyle>
                  <a:lvl1pPr marR="57798" defTabSz="1295400">
                    <a:spcBef>
                      <a:spcPts val="1900"/>
                    </a:spcBef>
                    <a:defRPr sz="2800">
                      <a:solidFill>
                        <a:srgbClr val="FEE8F7"/>
                      </a:solidFill>
                      <a:uFill>
                        <a:solidFill>
                          <a:srgbClr val="FEE8F7"/>
                        </a:solidFill>
                      </a:uFill>
                    </a:defRPr>
                  </a:lvl1pPr>
                </a:lstStyle>
                <a:p>
                  <a:pPr/>
                  <a:r>
                    <a:t>I</a:t>
                  </a:r>
                </a:p>
              </p:txBody>
            </p:sp>
          </p:grpSp>
          <p:grpSp>
            <p:nvGrpSpPr>
              <p:cNvPr id="691" name="Group 490"/>
              <p:cNvGrpSpPr/>
              <p:nvPr/>
            </p:nvGrpSpPr>
            <p:grpSpPr>
              <a:xfrm>
                <a:off x="796994" y="2013940"/>
                <a:ext cx="725595" cy="609603"/>
                <a:chOff x="0" y="0"/>
                <a:chExt cx="725594" cy="609601"/>
              </a:xfrm>
            </p:grpSpPr>
            <p:sp>
              <p:nvSpPr>
                <p:cNvPr id="689" name="Shape 488"/>
                <p:cNvSpPr/>
                <p:nvPr/>
              </p:nvSpPr>
              <p:spPr>
                <a:xfrm>
                  <a:off x="0" y="-1"/>
                  <a:ext cx="609602" cy="609603"/>
                </a:xfrm>
                <a:prstGeom prst="ellipse">
                  <a:avLst/>
                </a:prstGeom>
                <a:solidFill>
                  <a:srgbClr val="990000"/>
                </a:solidFill>
                <a:ln w="12700" cap="sq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R="57798" defTabSz="1295400">
                    <a:spcBef>
                      <a:spcPts val="1900"/>
                    </a:spcBef>
                    <a:defRPr b="1" sz="2800"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690" name="Shape 489"/>
                <p:cNvSpPr txBox="1"/>
                <p:nvPr/>
              </p:nvSpPr>
              <p:spPr>
                <a:xfrm>
                  <a:off x="90592" y="29634"/>
                  <a:ext cx="635003" cy="492895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50800" tIns="50800" rIns="50800" bIns="50800" numCol="1" anchor="t">
                  <a:spAutoFit/>
                </a:bodyPr>
                <a:lstStyle>
                  <a:lvl1pPr marR="57798" defTabSz="1295400">
                    <a:spcBef>
                      <a:spcPts val="1900"/>
                    </a:spcBef>
                    <a:defRPr sz="2800">
                      <a:solidFill>
                        <a:srgbClr val="FEE8F7"/>
                      </a:solidFill>
                      <a:uFill>
                        <a:solidFill>
                          <a:srgbClr val="FEE8F7"/>
                        </a:solidFill>
                      </a:uFill>
                    </a:defRPr>
                  </a:lvl1pPr>
                </a:lstStyle>
                <a:p>
                  <a:pPr/>
                  <a:r>
                    <a:t>J</a:t>
                  </a:r>
                </a:p>
              </p:txBody>
            </p:sp>
          </p:grpSp>
          <p:grpSp>
            <p:nvGrpSpPr>
              <p:cNvPr id="694" name="Group 493"/>
              <p:cNvGrpSpPr/>
              <p:nvPr/>
            </p:nvGrpSpPr>
            <p:grpSpPr>
              <a:xfrm>
                <a:off x="1573670" y="2013940"/>
                <a:ext cx="697092" cy="609603"/>
                <a:chOff x="0" y="0"/>
                <a:chExt cx="697091" cy="609601"/>
              </a:xfrm>
            </p:grpSpPr>
            <p:sp>
              <p:nvSpPr>
                <p:cNvPr id="692" name="Shape 491"/>
                <p:cNvSpPr/>
                <p:nvPr/>
              </p:nvSpPr>
              <p:spPr>
                <a:xfrm>
                  <a:off x="-1" y="-1"/>
                  <a:ext cx="609603" cy="609603"/>
                </a:xfrm>
                <a:prstGeom prst="ellipse">
                  <a:avLst/>
                </a:prstGeom>
                <a:solidFill>
                  <a:srgbClr val="990000"/>
                </a:solidFill>
                <a:ln w="12700" cap="sq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R="57798" defTabSz="1295400">
                    <a:spcBef>
                      <a:spcPts val="1900"/>
                    </a:spcBef>
                    <a:defRPr b="1" sz="2800"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693" name="Shape 492"/>
                <p:cNvSpPr txBox="1"/>
                <p:nvPr/>
              </p:nvSpPr>
              <p:spPr>
                <a:xfrm>
                  <a:off x="62089" y="42334"/>
                  <a:ext cx="635003" cy="492895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50800" tIns="50800" rIns="50800" bIns="50800" numCol="1" anchor="t">
                  <a:spAutoFit/>
                </a:bodyPr>
                <a:lstStyle>
                  <a:lvl1pPr marR="57798" defTabSz="1295400">
                    <a:spcBef>
                      <a:spcPts val="1900"/>
                    </a:spcBef>
                    <a:defRPr sz="2800">
                      <a:solidFill>
                        <a:srgbClr val="FEE8F7"/>
                      </a:solidFill>
                      <a:uFill>
                        <a:solidFill>
                          <a:srgbClr val="FEE8F7"/>
                        </a:solidFill>
                      </a:uFill>
                    </a:defRPr>
                  </a:lvl1pPr>
                </a:lstStyle>
                <a:p>
                  <a:pPr/>
                  <a:r>
                    <a:t>K</a:t>
                  </a:r>
                </a:p>
              </p:txBody>
            </p:sp>
          </p:grpSp>
        </p:grpSp>
        <p:grpSp>
          <p:nvGrpSpPr>
            <p:cNvPr id="707" name="成组"/>
            <p:cNvGrpSpPr/>
            <p:nvPr/>
          </p:nvGrpSpPr>
          <p:grpSpPr>
            <a:xfrm>
              <a:off x="1718708" y="979470"/>
              <a:ext cx="2628056" cy="1519487"/>
              <a:chOff x="0" y="0"/>
              <a:chExt cx="2628055" cy="1519486"/>
            </a:xfrm>
          </p:grpSpPr>
          <p:sp>
            <p:nvSpPr>
              <p:cNvPr id="696" name="Shape 451"/>
              <p:cNvSpPr/>
              <p:nvPr/>
            </p:nvSpPr>
            <p:spPr>
              <a:xfrm flipH="1">
                <a:off x="307058" y="467360"/>
                <a:ext cx="715717" cy="679593"/>
              </a:xfrm>
              <a:prstGeom prst="line">
                <a:avLst/>
              </a:prstGeom>
              <a:noFill/>
              <a:ln w="38100" cap="sq">
                <a:solidFill>
                  <a:srgbClr val="000000"/>
                </a:solidFill>
                <a:prstDash val="solid"/>
                <a:round/>
                <a:headEnd type="triangle" w="med" len="med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697" name="Shape 452"/>
              <p:cNvSpPr/>
              <p:nvPr/>
            </p:nvSpPr>
            <p:spPr>
              <a:xfrm>
                <a:off x="1477434" y="446758"/>
                <a:ext cx="715717" cy="715718"/>
              </a:xfrm>
              <a:prstGeom prst="line">
                <a:avLst/>
              </a:prstGeom>
              <a:noFill/>
              <a:ln w="38100" cap="sq">
                <a:solidFill>
                  <a:srgbClr val="000000"/>
                </a:solidFill>
                <a:prstDash val="solid"/>
                <a:round/>
                <a:headEnd type="triangle" w="med" len="med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grpSp>
            <p:nvGrpSpPr>
              <p:cNvPr id="700" name="Group 463"/>
              <p:cNvGrpSpPr/>
              <p:nvPr/>
            </p:nvGrpSpPr>
            <p:grpSpPr>
              <a:xfrm>
                <a:off x="955040" y="0"/>
                <a:ext cx="684392" cy="609602"/>
                <a:chOff x="0" y="0"/>
                <a:chExt cx="684391" cy="609601"/>
              </a:xfrm>
            </p:grpSpPr>
            <p:sp>
              <p:nvSpPr>
                <p:cNvPr id="698" name="Shape 461"/>
                <p:cNvSpPr/>
                <p:nvPr/>
              </p:nvSpPr>
              <p:spPr>
                <a:xfrm>
                  <a:off x="0" y="-1"/>
                  <a:ext cx="609602" cy="609603"/>
                </a:xfrm>
                <a:prstGeom prst="ellipse">
                  <a:avLst/>
                </a:prstGeom>
                <a:solidFill>
                  <a:srgbClr val="990000"/>
                </a:solidFill>
                <a:ln w="12700" cap="sq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R="57798" defTabSz="1295400">
                    <a:spcBef>
                      <a:spcPts val="1900"/>
                    </a:spcBef>
                    <a:defRPr b="1" sz="2800"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699" name="Shape 462"/>
                <p:cNvSpPr txBox="1"/>
                <p:nvPr/>
              </p:nvSpPr>
              <p:spPr>
                <a:xfrm>
                  <a:off x="49389" y="80434"/>
                  <a:ext cx="635003" cy="492895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50800" tIns="50800" rIns="50800" bIns="50800" numCol="1" anchor="t">
                  <a:spAutoFit/>
                </a:bodyPr>
                <a:lstStyle>
                  <a:lvl1pPr marR="57798" defTabSz="1295400">
                    <a:spcBef>
                      <a:spcPts val="1900"/>
                    </a:spcBef>
                    <a:defRPr sz="2800">
                      <a:solidFill>
                        <a:srgbClr val="FEE8F7"/>
                      </a:solidFill>
                      <a:uFill>
                        <a:solidFill>
                          <a:srgbClr val="FEE8F7"/>
                        </a:solidFill>
                      </a:uFill>
                    </a:defRPr>
                  </a:lvl1pPr>
                </a:lstStyle>
                <a:p>
                  <a:pPr/>
                  <a:r>
                    <a:t>A</a:t>
                  </a:r>
                </a:p>
              </p:txBody>
            </p:sp>
          </p:grpSp>
          <p:grpSp>
            <p:nvGrpSpPr>
              <p:cNvPr id="703" name="Group 466"/>
              <p:cNvGrpSpPr/>
              <p:nvPr/>
            </p:nvGrpSpPr>
            <p:grpSpPr>
              <a:xfrm>
                <a:off x="0" y="909884"/>
                <a:ext cx="691446" cy="609603"/>
                <a:chOff x="0" y="0"/>
                <a:chExt cx="691445" cy="609601"/>
              </a:xfrm>
            </p:grpSpPr>
            <p:sp>
              <p:nvSpPr>
                <p:cNvPr id="701" name="Shape 464"/>
                <p:cNvSpPr/>
                <p:nvPr/>
              </p:nvSpPr>
              <p:spPr>
                <a:xfrm>
                  <a:off x="0" y="-1"/>
                  <a:ext cx="609602" cy="609603"/>
                </a:xfrm>
                <a:prstGeom prst="ellipse">
                  <a:avLst/>
                </a:prstGeom>
                <a:solidFill>
                  <a:srgbClr val="990000"/>
                </a:solidFill>
                <a:ln w="12700" cap="sq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R="57798" defTabSz="1295400">
                    <a:spcBef>
                      <a:spcPts val="1900"/>
                    </a:spcBef>
                    <a:defRPr b="1" sz="2800"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702" name="Shape 465"/>
                <p:cNvSpPr txBox="1"/>
                <p:nvPr/>
              </p:nvSpPr>
              <p:spPr>
                <a:xfrm>
                  <a:off x="56443" y="42334"/>
                  <a:ext cx="635003" cy="492895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50800" tIns="50800" rIns="50800" bIns="50800" numCol="1" anchor="t">
                  <a:spAutoFit/>
                </a:bodyPr>
                <a:lstStyle>
                  <a:lvl1pPr marR="57798" defTabSz="1295400">
                    <a:spcBef>
                      <a:spcPts val="1900"/>
                    </a:spcBef>
                    <a:defRPr sz="2800">
                      <a:solidFill>
                        <a:srgbClr val="FEE8F7"/>
                      </a:solidFill>
                      <a:uFill>
                        <a:solidFill>
                          <a:srgbClr val="FEE8F7"/>
                        </a:solidFill>
                      </a:uFill>
                    </a:defRPr>
                  </a:lvl1pPr>
                </a:lstStyle>
                <a:p>
                  <a:pPr/>
                  <a:r>
                    <a:t>B</a:t>
                  </a:r>
                </a:p>
              </p:txBody>
            </p:sp>
          </p:grpSp>
          <p:grpSp>
            <p:nvGrpSpPr>
              <p:cNvPr id="706" name="Group 472"/>
              <p:cNvGrpSpPr/>
              <p:nvPr/>
            </p:nvGrpSpPr>
            <p:grpSpPr>
              <a:xfrm>
                <a:off x="1946205" y="909884"/>
                <a:ext cx="681851" cy="609603"/>
                <a:chOff x="0" y="0"/>
                <a:chExt cx="681850" cy="609601"/>
              </a:xfrm>
            </p:grpSpPr>
            <p:sp>
              <p:nvSpPr>
                <p:cNvPr id="704" name="Shape 470"/>
                <p:cNvSpPr/>
                <p:nvPr/>
              </p:nvSpPr>
              <p:spPr>
                <a:xfrm>
                  <a:off x="0" y="-1"/>
                  <a:ext cx="609602" cy="609603"/>
                </a:xfrm>
                <a:prstGeom prst="ellipse">
                  <a:avLst/>
                </a:prstGeom>
                <a:solidFill>
                  <a:srgbClr val="990000"/>
                </a:solidFill>
                <a:ln w="12700" cap="sq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R="57798" defTabSz="1295400">
                    <a:spcBef>
                      <a:spcPts val="1900"/>
                    </a:spcBef>
                    <a:defRPr b="1" sz="2800"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705" name="Shape 471"/>
                <p:cNvSpPr txBox="1"/>
                <p:nvPr/>
              </p:nvSpPr>
              <p:spPr>
                <a:xfrm>
                  <a:off x="46848" y="42334"/>
                  <a:ext cx="635003" cy="492895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50800" tIns="50800" rIns="50800" bIns="50800" numCol="1" anchor="t">
                  <a:spAutoFit/>
                </a:bodyPr>
                <a:lstStyle>
                  <a:lvl1pPr marR="57798" defTabSz="1295400">
                    <a:spcBef>
                      <a:spcPts val="1900"/>
                    </a:spcBef>
                    <a:defRPr sz="2800">
                      <a:solidFill>
                        <a:srgbClr val="FEE8F7"/>
                      </a:solidFill>
                      <a:uFill>
                        <a:solidFill>
                          <a:srgbClr val="FEE8F7"/>
                        </a:solidFill>
                      </a:uFill>
                    </a:defRPr>
                  </a:lvl1pPr>
                </a:lstStyle>
                <a:p>
                  <a:pPr/>
                  <a:r>
                    <a:t>C</a:t>
                  </a:r>
                </a:p>
              </p:txBody>
            </p:sp>
          </p:grpSp>
        </p:grpSp>
        <p:sp>
          <p:nvSpPr>
            <p:cNvPr id="708" name="Shape 455"/>
            <p:cNvSpPr/>
            <p:nvPr/>
          </p:nvSpPr>
          <p:spPr>
            <a:xfrm>
              <a:off x="2212044" y="467697"/>
              <a:ext cx="529662" cy="631228"/>
            </a:xfrm>
            <a:prstGeom prst="line">
              <a:avLst/>
            </a:prstGeom>
            <a:noFill/>
            <a:ln w="38100" cap="sq">
              <a:solidFill>
                <a:srgbClr val="000000"/>
              </a:solidFill>
              <a:prstDash val="solid"/>
              <a:round/>
              <a:head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</p:grpSp>
      <p:grpSp>
        <p:nvGrpSpPr>
          <p:cNvPr id="746" name="成组"/>
          <p:cNvGrpSpPr/>
          <p:nvPr/>
        </p:nvGrpSpPr>
        <p:grpSpPr>
          <a:xfrm>
            <a:off x="7534247" y="2936349"/>
            <a:ext cx="3965765" cy="2574314"/>
            <a:chOff x="0" y="0"/>
            <a:chExt cx="3965763" cy="2574312"/>
          </a:xfrm>
        </p:grpSpPr>
        <p:grpSp>
          <p:nvGrpSpPr>
            <p:cNvPr id="712" name="Group 472"/>
            <p:cNvGrpSpPr/>
            <p:nvPr/>
          </p:nvGrpSpPr>
          <p:grpSpPr>
            <a:xfrm>
              <a:off x="1713484" y="0"/>
              <a:ext cx="681851" cy="609602"/>
              <a:chOff x="0" y="0"/>
              <a:chExt cx="681850" cy="609601"/>
            </a:xfrm>
          </p:grpSpPr>
          <p:sp>
            <p:nvSpPr>
              <p:cNvPr id="710" name="Shape 470"/>
              <p:cNvSpPr/>
              <p:nvPr/>
            </p:nvSpPr>
            <p:spPr>
              <a:xfrm>
                <a:off x="0" y="-1"/>
                <a:ext cx="609602" cy="609603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711" name="Shape 471"/>
              <p:cNvSpPr txBox="1"/>
              <p:nvPr/>
            </p:nvSpPr>
            <p:spPr>
              <a:xfrm>
                <a:off x="46848" y="42334"/>
                <a:ext cx="635003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spAutoFit/>
              </a:bodyPr>
              <a:lstStyle>
                <a:lvl1pPr marR="57798" defTabSz="1295400">
                  <a:spcBef>
                    <a:spcPts val="1900"/>
                  </a:spcBef>
                  <a:defRPr sz="2800"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D</a:t>
                </a:r>
              </a:p>
            </p:txBody>
          </p:sp>
        </p:grpSp>
        <p:sp>
          <p:nvSpPr>
            <p:cNvPr id="713" name="Shape 455"/>
            <p:cNvSpPr/>
            <p:nvPr/>
          </p:nvSpPr>
          <p:spPr>
            <a:xfrm flipH="1">
              <a:off x="1195522" y="469148"/>
              <a:ext cx="582663" cy="582662"/>
            </a:xfrm>
            <a:prstGeom prst="line">
              <a:avLst/>
            </a:prstGeom>
            <a:noFill/>
            <a:ln w="38100" cap="sq">
              <a:solidFill>
                <a:srgbClr val="000000"/>
              </a:solidFill>
              <a:prstDash val="solid"/>
              <a:round/>
              <a:head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714" name="Shape 456"/>
            <p:cNvSpPr/>
            <p:nvPr/>
          </p:nvSpPr>
          <p:spPr>
            <a:xfrm>
              <a:off x="2011396" y="548517"/>
              <a:ext cx="2260" cy="609602"/>
            </a:xfrm>
            <a:prstGeom prst="line">
              <a:avLst/>
            </a:prstGeom>
            <a:noFill/>
            <a:ln w="38100" cap="sq">
              <a:solidFill>
                <a:srgbClr val="000000"/>
              </a:solidFill>
              <a:prstDash val="solid"/>
              <a:round/>
              <a:head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grpSp>
          <p:nvGrpSpPr>
            <p:cNvPr id="717" name="Group 481"/>
            <p:cNvGrpSpPr/>
            <p:nvPr/>
          </p:nvGrpSpPr>
          <p:grpSpPr>
            <a:xfrm>
              <a:off x="751839" y="979470"/>
              <a:ext cx="681851" cy="609603"/>
              <a:chOff x="0" y="0"/>
              <a:chExt cx="681850" cy="609601"/>
            </a:xfrm>
          </p:grpSpPr>
          <p:sp>
            <p:nvSpPr>
              <p:cNvPr id="715" name="Shape 479"/>
              <p:cNvSpPr/>
              <p:nvPr/>
            </p:nvSpPr>
            <p:spPr>
              <a:xfrm>
                <a:off x="0" y="-1"/>
                <a:ext cx="609602" cy="609603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716" name="Shape 480"/>
              <p:cNvSpPr txBox="1"/>
              <p:nvPr/>
            </p:nvSpPr>
            <p:spPr>
              <a:xfrm>
                <a:off x="46848" y="55034"/>
                <a:ext cx="635003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spAutoFit/>
              </a:bodyPr>
              <a:lstStyle>
                <a:lvl1pPr marR="57798" defTabSz="1295400">
                  <a:spcBef>
                    <a:spcPts val="1900"/>
                  </a:spcBef>
                  <a:defRPr sz="2800"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H</a:t>
                </a:r>
              </a:p>
            </p:txBody>
          </p:sp>
        </p:grpSp>
        <p:grpSp>
          <p:nvGrpSpPr>
            <p:cNvPr id="720" name="Group 484"/>
            <p:cNvGrpSpPr/>
            <p:nvPr/>
          </p:nvGrpSpPr>
          <p:grpSpPr>
            <a:xfrm>
              <a:off x="1704340" y="1001202"/>
              <a:ext cx="694551" cy="609603"/>
              <a:chOff x="0" y="0"/>
              <a:chExt cx="694550" cy="609601"/>
            </a:xfrm>
          </p:grpSpPr>
          <p:sp>
            <p:nvSpPr>
              <p:cNvPr id="718" name="Shape 482"/>
              <p:cNvSpPr/>
              <p:nvPr/>
            </p:nvSpPr>
            <p:spPr>
              <a:xfrm>
                <a:off x="0" y="-1"/>
                <a:ext cx="609602" cy="609603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719" name="Shape 483"/>
              <p:cNvSpPr txBox="1"/>
              <p:nvPr/>
            </p:nvSpPr>
            <p:spPr>
              <a:xfrm>
                <a:off x="59548" y="44874"/>
                <a:ext cx="635003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spAutoFit/>
              </a:bodyPr>
              <a:lstStyle>
                <a:lvl1pPr marR="57798" defTabSz="1295400">
                  <a:spcBef>
                    <a:spcPts val="1900"/>
                  </a:spcBef>
                  <a:defRPr sz="2800"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G</a:t>
                </a:r>
              </a:p>
            </p:txBody>
          </p:sp>
        </p:grpSp>
        <p:grpSp>
          <p:nvGrpSpPr>
            <p:cNvPr id="733" name="成组"/>
            <p:cNvGrpSpPr/>
            <p:nvPr/>
          </p:nvGrpSpPr>
          <p:grpSpPr>
            <a:xfrm>
              <a:off x="0" y="1471103"/>
              <a:ext cx="2270762" cy="1103210"/>
              <a:chOff x="0" y="0"/>
              <a:chExt cx="2270761" cy="1103209"/>
            </a:xfrm>
          </p:grpSpPr>
          <p:sp>
            <p:nvSpPr>
              <p:cNvPr id="721" name="Shape 457"/>
              <p:cNvSpPr/>
              <p:nvPr/>
            </p:nvSpPr>
            <p:spPr>
              <a:xfrm flipH="1">
                <a:off x="391723" y="14957"/>
                <a:ext cx="457202" cy="715717"/>
              </a:xfrm>
              <a:prstGeom prst="line">
                <a:avLst/>
              </a:prstGeom>
              <a:noFill/>
              <a:ln w="38100" cap="sq">
                <a:solidFill>
                  <a:srgbClr val="000000"/>
                </a:solidFill>
                <a:prstDash val="solid"/>
                <a:round/>
                <a:headEnd type="triangle" w="med" len="med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722" name="Shape 458"/>
              <p:cNvSpPr/>
              <p:nvPr/>
            </p:nvSpPr>
            <p:spPr>
              <a:xfrm>
                <a:off x="1255888" y="-1"/>
                <a:ext cx="609602" cy="819575"/>
              </a:xfrm>
              <a:prstGeom prst="line">
                <a:avLst/>
              </a:prstGeom>
              <a:noFill/>
              <a:ln w="38100" cap="sq">
                <a:solidFill>
                  <a:srgbClr val="000000"/>
                </a:solidFill>
                <a:prstDash val="solid"/>
                <a:round/>
                <a:headEnd type="triangle" w="med" len="med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723" name="Shape 460"/>
              <p:cNvSpPr/>
              <p:nvPr/>
            </p:nvSpPr>
            <p:spPr>
              <a:xfrm>
                <a:off x="1092763" y="53057"/>
                <a:ext cx="2260" cy="609602"/>
              </a:xfrm>
              <a:prstGeom prst="line">
                <a:avLst/>
              </a:prstGeom>
              <a:noFill/>
              <a:ln w="38100" cap="sq">
                <a:solidFill>
                  <a:srgbClr val="000000"/>
                </a:solidFill>
                <a:prstDash val="solid"/>
                <a:round/>
                <a:headEnd type="triangle" w="med" len="med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grpSp>
            <p:nvGrpSpPr>
              <p:cNvPr id="726" name="Group 487"/>
              <p:cNvGrpSpPr/>
              <p:nvPr/>
            </p:nvGrpSpPr>
            <p:grpSpPr>
              <a:xfrm>
                <a:off x="0" y="493607"/>
                <a:ext cx="752124" cy="609603"/>
                <a:chOff x="0" y="0"/>
                <a:chExt cx="752123" cy="609601"/>
              </a:xfrm>
            </p:grpSpPr>
            <p:sp>
              <p:nvSpPr>
                <p:cNvPr id="724" name="Shape 485"/>
                <p:cNvSpPr/>
                <p:nvPr/>
              </p:nvSpPr>
              <p:spPr>
                <a:xfrm>
                  <a:off x="-1" y="-1"/>
                  <a:ext cx="609601" cy="609603"/>
                </a:xfrm>
                <a:prstGeom prst="ellipse">
                  <a:avLst/>
                </a:prstGeom>
                <a:solidFill>
                  <a:srgbClr val="990000"/>
                </a:solidFill>
                <a:ln w="12700" cap="sq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R="57798" defTabSz="1295400">
                    <a:spcBef>
                      <a:spcPts val="1900"/>
                    </a:spcBef>
                    <a:defRPr b="1" sz="2800"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725" name="Shape 486"/>
                <p:cNvSpPr txBox="1"/>
                <p:nvPr/>
              </p:nvSpPr>
              <p:spPr>
                <a:xfrm>
                  <a:off x="117122" y="55034"/>
                  <a:ext cx="635002" cy="492895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50800" tIns="50800" rIns="50800" bIns="50800" numCol="1" anchor="t">
                  <a:spAutoFit/>
                </a:bodyPr>
                <a:lstStyle>
                  <a:lvl1pPr marR="57798" defTabSz="1295400">
                    <a:spcBef>
                      <a:spcPts val="1900"/>
                    </a:spcBef>
                    <a:defRPr sz="2800">
                      <a:solidFill>
                        <a:srgbClr val="FEE8F7"/>
                      </a:solidFill>
                      <a:uFill>
                        <a:solidFill>
                          <a:srgbClr val="FEE8F7"/>
                        </a:solidFill>
                      </a:uFill>
                    </a:defRPr>
                  </a:lvl1pPr>
                </a:lstStyle>
                <a:p>
                  <a:pPr/>
                  <a:r>
                    <a:t>I</a:t>
                  </a:r>
                </a:p>
              </p:txBody>
            </p:sp>
          </p:grpSp>
          <p:grpSp>
            <p:nvGrpSpPr>
              <p:cNvPr id="729" name="Group 490"/>
              <p:cNvGrpSpPr/>
              <p:nvPr/>
            </p:nvGrpSpPr>
            <p:grpSpPr>
              <a:xfrm>
                <a:off x="796994" y="493607"/>
                <a:ext cx="725595" cy="609603"/>
                <a:chOff x="0" y="0"/>
                <a:chExt cx="725594" cy="609601"/>
              </a:xfrm>
            </p:grpSpPr>
            <p:sp>
              <p:nvSpPr>
                <p:cNvPr id="727" name="Shape 488"/>
                <p:cNvSpPr/>
                <p:nvPr/>
              </p:nvSpPr>
              <p:spPr>
                <a:xfrm>
                  <a:off x="0" y="-1"/>
                  <a:ext cx="609602" cy="609603"/>
                </a:xfrm>
                <a:prstGeom prst="ellipse">
                  <a:avLst/>
                </a:prstGeom>
                <a:solidFill>
                  <a:srgbClr val="990000"/>
                </a:solidFill>
                <a:ln w="12700" cap="sq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R="57798" defTabSz="1295400">
                    <a:spcBef>
                      <a:spcPts val="1900"/>
                    </a:spcBef>
                    <a:defRPr b="1" sz="2800"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728" name="Shape 489"/>
                <p:cNvSpPr txBox="1"/>
                <p:nvPr/>
              </p:nvSpPr>
              <p:spPr>
                <a:xfrm>
                  <a:off x="90592" y="29634"/>
                  <a:ext cx="635003" cy="492895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50800" tIns="50800" rIns="50800" bIns="50800" numCol="1" anchor="t">
                  <a:spAutoFit/>
                </a:bodyPr>
                <a:lstStyle>
                  <a:lvl1pPr marR="57798" defTabSz="1295400">
                    <a:spcBef>
                      <a:spcPts val="1900"/>
                    </a:spcBef>
                    <a:defRPr sz="2800">
                      <a:solidFill>
                        <a:srgbClr val="FEE8F7"/>
                      </a:solidFill>
                      <a:uFill>
                        <a:solidFill>
                          <a:srgbClr val="FEE8F7"/>
                        </a:solidFill>
                      </a:uFill>
                    </a:defRPr>
                  </a:lvl1pPr>
                </a:lstStyle>
                <a:p>
                  <a:pPr/>
                  <a:r>
                    <a:t>J</a:t>
                  </a:r>
                </a:p>
              </p:txBody>
            </p:sp>
          </p:grpSp>
          <p:grpSp>
            <p:nvGrpSpPr>
              <p:cNvPr id="732" name="Group 493"/>
              <p:cNvGrpSpPr/>
              <p:nvPr/>
            </p:nvGrpSpPr>
            <p:grpSpPr>
              <a:xfrm>
                <a:off x="1573670" y="493607"/>
                <a:ext cx="697092" cy="609603"/>
                <a:chOff x="0" y="0"/>
                <a:chExt cx="697091" cy="609601"/>
              </a:xfrm>
            </p:grpSpPr>
            <p:sp>
              <p:nvSpPr>
                <p:cNvPr id="730" name="Shape 491"/>
                <p:cNvSpPr/>
                <p:nvPr/>
              </p:nvSpPr>
              <p:spPr>
                <a:xfrm>
                  <a:off x="-1" y="-1"/>
                  <a:ext cx="609603" cy="609603"/>
                </a:xfrm>
                <a:prstGeom prst="ellipse">
                  <a:avLst/>
                </a:prstGeom>
                <a:solidFill>
                  <a:srgbClr val="990000"/>
                </a:solidFill>
                <a:ln w="12700" cap="sq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R="57798" defTabSz="1295400">
                    <a:spcBef>
                      <a:spcPts val="1900"/>
                    </a:spcBef>
                    <a:defRPr b="1" sz="2800">
                      <a:uFill>
                        <a:solidFill>
                          <a:srgbClr val="000000"/>
                        </a:solidFill>
                      </a:uFill>
                    </a:defRPr>
                  </a:pPr>
                </a:p>
              </p:txBody>
            </p:sp>
            <p:sp>
              <p:nvSpPr>
                <p:cNvPr id="731" name="Shape 492"/>
                <p:cNvSpPr txBox="1"/>
                <p:nvPr/>
              </p:nvSpPr>
              <p:spPr>
                <a:xfrm>
                  <a:off x="62089" y="42334"/>
                  <a:ext cx="635003" cy="492895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50800" tIns="50800" rIns="50800" bIns="50800" numCol="1" anchor="t">
                  <a:spAutoFit/>
                </a:bodyPr>
                <a:lstStyle>
                  <a:lvl1pPr marR="57798" defTabSz="1295400">
                    <a:spcBef>
                      <a:spcPts val="1900"/>
                    </a:spcBef>
                    <a:defRPr sz="2800">
                      <a:solidFill>
                        <a:srgbClr val="FEE8F7"/>
                      </a:solidFill>
                      <a:uFill>
                        <a:solidFill>
                          <a:srgbClr val="FEE8F7"/>
                        </a:solidFill>
                      </a:uFill>
                    </a:defRPr>
                  </a:lvl1pPr>
                </a:lstStyle>
                <a:p>
                  <a:pPr/>
                  <a:r>
                    <a:t>K</a:t>
                  </a:r>
                </a:p>
              </p:txBody>
            </p:sp>
          </p:grpSp>
        </p:grpSp>
        <p:sp>
          <p:nvSpPr>
            <p:cNvPr id="734" name="Shape 451"/>
            <p:cNvSpPr/>
            <p:nvPr/>
          </p:nvSpPr>
          <p:spPr>
            <a:xfrm flipH="1">
              <a:off x="2254366" y="1573830"/>
              <a:ext cx="715717" cy="679593"/>
            </a:xfrm>
            <a:prstGeom prst="line">
              <a:avLst/>
            </a:prstGeom>
            <a:noFill/>
            <a:ln w="38100" cap="sq">
              <a:solidFill>
                <a:srgbClr val="000000"/>
              </a:solidFill>
              <a:prstDash val="solid"/>
              <a:round/>
              <a:head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735" name="Shape 452"/>
            <p:cNvSpPr/>
            <p:nvPr/>
          </p:nvSpPr>
          <p:spPr>
            <a:xfrm>
              <a:off x="3069142" y="1540528"/>
              <a:ext cx="715717" cy="715718"/>
            </a:xfrm>
            <a:prstGeom prst="line">
              <a:avLst/>
            </a:prstGeom>
            <a:noFill/>
            <a:ln w="38100" cap="sq">
              <a:solidFill>
                <a:srgbClr val="000000"/>
              </a:solidFill>
              <a:prstDash val="solid"/>
              <a:round/>
              <a:head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grpSp>
          <p:nvGrpSpPr>
            <p:cNvPr id="738" name="Group 463"/>
            <p:cNvGrpSpPr/>
            <p:nvPr/>
          </p:nvGrpSpPr>
          <p:grpSpPr>
            <a:xfrm>
              <a:off x="2673748" y="979470"/>
              <a:ext cx="684392" cy="609603"/>
              <a:chOff x="0" y="0"/>
              <a:chExt cx="684391" cy="609601"/>
            </a:xfrm>
          </p:grpSpPr>
          <p:sp>
            <p:nvSpPr>
              <p:cNvPr id="736" name="Shape 461"/>
              <p:cNvSpPr/>
              <p:nvPr/>
            </p:nvSpPr>
            <p:spPr>
              <a:xfrm>
                <a:off x="0" y="-1"/>
                <a:ext cx="609602" cy="609603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737" name="Shape 462"/>
              <p:cNvSpPr txBox="1"/>
              <p:nvPr/>
            </p:nvSpPr>
            <p:spPr>
              <a:xfrm>
                <a:off x="49389" y="80434"/>
                <a:ext cx="635003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spAutoFit/>
              </a:bodyPr>
              <a:lstStyle>
                <a:lvl1pPr marR="57798" defTabSz="1295400">
                  <a:spcBef>
                    <a:spcPts val="1900"/>
                  </a:spcBef>
                  <a:defRPr sz="2800"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A</a:t>
                </a:r>
              </a:p>
            </p:txBody>
          </p:sp>
        </p:grpSp>
        <p:grpSp>
          <p:nvGrpSpPr>
            <p:cNvPr id="741" name="Group 466"/>
            <p:cNvGrpSpPr/>
            <p:nvPr/>
          </p:nvGrpSpPr>
          <p:grpSpPr>
            <a:xfrm>
              <a:off x="2226708" y="1940154"/>
              <a:ext cx="691446" cy="609603"/>
              <a:chOff x="0" y="0"/>
              <a:chExt cx="691445" cy="609601"/>
            </a:xfrm>
          </p:grpSpPr>
          <p:sp>
            <p:nvSpPr>
              <p:cNvPr id="739" name="Shape 464"/>
              <p:cNvSpPr/>
              <p:nvPr/>
            </p:nvSpPr>
            <p:spPr>
              <a:xfrm>
                <a:off x="0" y="-1"/>
                <a:ext cx="609602" cy="609603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740" name="Shape 465"/>
              <p:cNvSpPr txBox="1"/>
              <p:nvPr/>
            </p:nvSpPr>
            <p:spPr>
              <a:xfrm>
                <a:off x="56443" y="42334"/>
                <a:ext cx="635003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spAutoFit/>
              </a:bodyPr>
              <a:lstStyle>
                <a:lvl1pPr marR="57798" defTabSz="1295400">
                  <a:spcBef>
                    <a:spcPts val="1900"/>
                  </a:spcBef>
                  <a:defRPr sz="2800"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B</a:t>
                </a:r>
              </a:p>
            </p:txBody>
          </p:sp>
        </p:grpSp>
        <p:grpSp>
          <p:nvGrpSpPr>
            <p:cNvPr id="744" name="Group 472"/>
            <p:cNvGrpSpPr/>
            <p:nvPr/>
          </p:nvGrpSpPr>
          <p:grpSpPr>
            <a:xfrm>
              <a:off x="3283913" y="1889354"/>
              <a:ext cx="681851" cy="609603"/>
              <a:chOff x="0" y="0"/>
              <a:chExt cx="681850" cy="609601"/>
            </a:xfrm>
          </p:grpSpPr>
          <p:sp>
            <p:nvSpPr>
              <p:cNvPr id="742" name="Shape 470"/>
              <p:cNvSpPr/>
              <p:nvPr/>
            </p:nvSpPr>
            <p:spPr>
              <a:xfrm>
                <a:off x="0" y="-1"/>
                <a:ext cx="609602" cy="609603"/>
              </a:xfrm>
              <a:prstGeom prst="ellipse">
                <a:avLst/>
              </a:prstGeom>
              <a:solidFill>
                <a:srgbClr val="990000"/>
              </a:solidFill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743" name="Shape 471"/>
              <p:cNvSpPr txBox="1"/>
              <p:nvPr/>
            </p:nvSpPr>
            <p:spPr>
              <a:xfrm>
                <a:off x="46848" y="42334"/>
                <a:ext cx="635003" cy="4928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spAutoFit/>
              </a:bodyPr>
              <a:lstStyle>
                <a:lvl1pPr marR="57798" defTabSz="1295400">
                  <a:spcBef>
                    <a:spcPts val="1900"/>
                  </a:spcBef>
                  <a:defRPr sz="2800">
                    <a:solidFill>
                      <a:srgbClr val="FEE8F7"/>
                    </a:solidFill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C</a:t>
                </a:r>
              </a:p>
            </p:txBody>
          </p:sp>
        </p:grpSp>
        <p:sp>
          <p:nvSpPr>
            <p:cNvPr id="745" name="Shape 455"/>
            <p:cNvSpPr/>
            <p:nvPr/>
          </p:nvSpPr>
          <p:spPr>
            <a:xfrm>
              <a:off x="2212044" y="467697"/>
              <a:ext cx="529663" cy="631228"/>
            </a:xfrm>
            <a:prstGeom prst="line">
              <a:avLst/>
            </a:prstGeom>
            <a:noFill/>
            <a:ln w="38100" cap="sq">
              <a:solidFill>
                <a:srgbClr val="000000"/>
              </a:solidFill>
              <a:prstDash val="solid"/>
              <a:round/>
              <a:head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</p:grpSp>
      <p:sp>
        <p:nvSpPr>
          <p:cNvPr id="747" name="箭头"/>
          <p:cNvSpPr/>
          <p:nvPr/>
        </p:nvSpPr>
        <p:spPr>
          <a:xfrm flipH="1" rot="10800000">
            <a:off x="6035322" y="3557208"/>
            <a:ext cx="1270001" cy="719474"/>
          </a:xfrm>
          <a:prstGeom prst="rightArrow">
            <a:avLst>
              <a:gd name="adj1" fmla="val 44020"/>
              <a:gd name="adj2" fmla="val 97160"/>
            </a:avLst>
          </a:prstGeom>
          <a:solidFill>
            <a:srgbClr val="FFFFFF"/>
          </a:solidFill>
          <a:ln w="25400">
            <a:solidFill>
              <a:srgbClr val="000000"/>
            </a:solidFill>
          </a:ln>
        </p:spPr>
        <p:txBody>
          <a:bodyPr lIns="50800" tIns="50800" rIns="50800" bIns="50800" anchor="ctr"/>
          <a:lstStyle/>
          <a:p>
            <a:pPr marR="57798" defTabSz="1295400"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748" name="查找的过程也附带着进行合并。…"/>
          <p:cNvSpPr txBox="1"/>
          <p:nvPr/>
        </p:nvSpPr>
        <p:spPr>
          <a:xfrm>
            <a:off x="447370" y="1169090"/>
            <a:ext cx="12064906" cy="1358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marR="57798" defTabSz="1295400"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</a:defRPr>
            </a:pPr>
            <a:r>
              <a:t>查找的过程也附带着进行合并。</a:t>
            </a:r>
          </a:p>
          <a:p>
            <a:pPr marR="57798" defTabSz="1295400"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</a:defRPr>
            </a:pPr>
            <a:r>
              <a:t>假设查找的结点是H，将H到根结点路径上的所有结点都作为根的孩子结点。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Shape 234"/>
          <p:cNvSpPr txBox="1"/>
          <p:nvPr/>
        </p:nvSpPr>
        <p:spPr>
          <a:xfrm>
            <a:off x="907907" y="25400"/>
            <a:ext cx="11201403" cy="952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8" algn="ctr" defTabSz="1295400">
              <a:lnSpc>
                <a:spcPct val="125000"/>
              </a:lnSpc>
              <a:defRPr sz="48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并查集的均摊时间复杂度</a:t>
            </a:r>
          </a:p>
        </p:txBody>
      </p:sp>
      <p:sp>
        <p:nvSpPr>
          <p:cNvPr id="751" name="Tarjan和Van Leeuwen定理：…"/>
          <p:cNvSpPr txBox="1"/>
          <p:nvPr/>
        </p:nvSpPr>
        <p:spPr>
          <a:xfrm>
            <a:off x="2669870" y="1154724"/>
            <a:ext cx="7360224" cy="60394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marR="57798" defTabSz="1295400"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</a:defRPr>
            </a:pPr>
            <a:r>
              <a:t>Tarjan和Van Leeuwen定理：</a:t>
            </a:r>
          </a:p>
          <a:p>
            <a:pPr marR="57798" defTabSz="1295400"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</a:defRPr>
            </a:pPr>
            <a:r>
              <a:t>k</a:t>
            </a:r>
            <a:r>
              <a:rPr baseline="-5999"/>
              <a:t>1</a:t>
            </a:r>
            <a:r>
              <a:t>、k</a:t>
            </a:r>
            <a:r>
              <a:rPr baseline="-5999"/>
              <a:t>2</a:t>
            </a:r>
            <a:r>
              <a:t>: 正常数</a:t>
            </a:r>
          </a:p>
          <a:p>
            <a:pPr marR="57798" defTabSz="1295400"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</a:defRPr>
            </a:pPr>
            <a:r>
              <a:t>f: 查找次数</a:t>
            </a:r>
          </a:p>
          <a:p>
            <a:pPr marR="57798" defTabSz="1295400"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</a:defRPr>
            </a:pPr>
            <a:r>
              <a:t>u: 合并次数</a:t>
            </a:r>
          </a:p>
          <a:p>
            <a:pPr marR="57798" defTabSz="1295400"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</a:defRPr>
            </a:pPr>
            <a:r>
              <a:t>n: 集合元素个数</a:t>
            </a:r>
          </a:p>
          <a:p>
            <a:pPr marR="57798" defTabSz="1295400"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</a:defRPr>
            </a:pPr>
            <a:r>
              <a:t>𝞪(p, q) 是Ackermann函数的倒数</a:t>
            </a:r>
          </a:p>
          <a:p>
            <a:pPr marR="57798" defTabSz="1295400"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</a:defRPr>
            </a:pPr>
            <a:r>
              <a:t>T(f, u) : 时间复杂度</a:t>
            </a:r>
          </a:p>
          <a:p>
            <a:pPr marR="57798" defTabSz="1295400"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</a:defRPr>
            </a:pPr>
            <a:r>
              <a:t>k</a:t>
            </a:r>
            <a:r>
              <a:rPr baseline="-5999"/>
              <a:t>1</a:t>
            </a:r>
            <a:r>
              <a:t>(n + f𝞪(f + n, n)) ≤ T(f, u) ≤  k</a:t>
            </a:r>
            <a:r>
              <a:rPr baseline="-5999"/>
              <a:t>2</a:t>
            </a:r>
            <a:r>
              <a:t>(n + f𝞪(f + n, n))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3" name="image.pdf" descr="image.pdf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2718061" y="9706185"/>
            <a:ext cx="647702" cy="519291"/>
          </a:xfrm>
          <a:prstGeom prst="rect">
            <a:avLst/>
          </a:prstGeom>
          <a:ln w="12700">
            <a:miter lim="400000"/>
          </a:ln>
        </p:spPr>
      </p:pic>
      <p:sp>
        <p:nvSpPr>
          <p:cNvPr id="754" name="Shape 1244"/>
          <p:cNvSpPr txBox="1"/>
          <p:nvPr/>
        </p:nvSpPr>
        <p:spPr>
          <a:xfrm>
            <a:off x="578662" y="1429173"/>
            <a:ext cx="11827721" cy="12912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>
              <a:lnSpc>
                <a:spcPct val="120000"/>
              </a:lnSpc>
            </a:pPr>
            <a:r>
              <a:t>1、用Kruskal和Prim算法求出图中最小生成树。</a:t>
            </a:r>
          </a:p>
          <a:p>
            <a:pPr>
              <a:lnSpc>
                <a:spcPct val="120000"/>
              </a:lnSpc>
            </a:pPr>
            <a:r>
              <a:t> 必须给出具体的步骤，而且Prim算法必须画出d[u]和p[u]的变化过程。</a:t>
            </a:r>
          </a:p>
        </p:txBody>
      </p:sp>
      <p:grpSp>
        <p:nvGrpSpPr>
          <p:cNvPr id="786" name="Group 1276"/>
          <p:cNvGrpSpPr/>
          <p:nvPr/>
        </p:nvGrpSpPr>
        <p:grpSpPr>
          <a:xfrm>
            <a:off x="4598811" y="2698705"/>
            <a:ext cx="4006712" cy="4829530"/>
            <a:chOff x="0" y="0"/>
            <a:chExt cx="4006711" cy="4829528"/>
          </a:xfrm>
        </p:grpSpPr>
        <p:grpSp>
          <p:nvGrpSpPr>
            <p:cNvPr id="757" name="Group 1247"/>
            <p:cNvGrpSpPr/>
            <p:nvPr/>
          </p:nvGrpSpPr>
          <p:grpSpPr>
            <a:xfrm>
              <a:off x="923431" y="1320093"/>
              <a:ext cx="526065" cy="540458"/>
              <a:chOff x="0" y="0"/>
              <a:chExt cx="526064" cy="540456"/>
            </a:xfrm>
          </p:grpSpPr>
          <p:sp>
            <p:nvSpPr>
              <p:cNvPr id="755" name="Shape 1245"/>
              <p:cNvSpPr/>
              <p:nvPr/>
            </p:nvSpPr>
            <p:spPr>
              <a:xfrm>
                <a:off x="0" y="9737"/>
                <a:ext cx="526065" cy="514779"/>
              </a:xfrm>
              <a:prstGeom prst="ellipse">
                <a:avLst/>
              </a:prstGeom>
              <a:solidFill>
                <a:srgbClr val="FFFF99"/>
              </a:solidFill>
              <a:ln w="28575" cap="sq">
                <a:solidFill>
                  <a:srgbClr val="1F497D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756" name="Shape 1246"/>
              <p:cNvSpPr txBox="1"/>
              <p:nvPr/>
            </p:nvSpPr>
            <p:spPr>
              <a:xfrm>
                <a:off x="82222" y="0"/>
                <a:ext cx="361617" cy="54045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 defTabSz="1295400">
                  <a:spcBef>
                    <a:spcPts val="1900"/>
                  </a:spcBef>
                  <a:defRPr b="1" sz="3400">
                    <a:solidFill>
                      <a:srgbClr val="1F497D"/>
                    </a:solidFill>
                    <a:uFill>
                      <a:solidFill>
                        <a:srgbClr val="1F497D"/>
                      </a:solidFill>
                    </a:uFill>
                  </a:defRPr>
                </a:lvl1pPr>
              </a:lstStyle>
              <a:p>
                <a:pPr/>
                <a:r>
                  <a:t>a</a:t>
                </a:r>
              </a:p>
            </p:txBody>
          </p:sp>
        </p:grpSp>
        <p:grpSp>
          <p:nvGrpSpPr>
            <p:cNvPr id="760" name="Group 1250"/>
            <p:cNvGrpSpPr/>
            <p:nvPr/>
          </p:nvGrpSpPr>
          <p:grpSpPr>
            <a:xfrm>
              <a:off x="0" y="3060841"/>
              <a:ext cx="526065" cy="540458"/>
              <a:chOff x="0" y="0"/>
              <a:chExt cx="526064" cy="540456"/>
            </a:xfrm>
          </p:grpSpPr>
          <p:sp>
            <p:nvSpPr>
              <p:cNvPr id="758" name="Shape 1248"/>
              <p:cNvSpPr/>
              <p:nvPr/>
            </p:nvSpPr>
            <p:spPr>
              <a:xfrm>
                <a:off x="0" y="9737"/>
                <a:ext cx="526065" cy="514777"/>
              </a:xfrm>
              <a:prstGeom prst="ellipse">
                <a:avLst/>
              </a:prstGeom>
              <a:solidFill>
                <a:srgbClr val="FFFF99"/>
              </a:solidFill>
              <a:ln w="28575" cap="sq">
                <a:solidFill>
                  <a:srgbClr val="1F497D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759" name="Shape 1249"/>
              <p:cNvSpPr txBox="1"/>
              <p:nvPr/>
            </p:nvSpPr>
            <p:spPr>
              <a:xfrm>
                <a:off x="70099" y="0"/>
                <a:ext cx="385863" cy="54045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 defTabSz="1295400">
                  <a:spcBef>
                    <a:spcPts val="1900"/>
                  </a:spcBef>
                  <a:defRPr b="1" sz="3400">
                    <a:solidFill>
                      <a:srgbClr val="1F497D"/>
                    </a:solidFill>
                    <a:uFill>
                      <a:solidFill>
                        <a:srgbClr val="1F497D"/>
                      </a:solidFill>
                    </a:uFill>
                  </a:defRPr>
                </a:lvl1pPr>
              </a:lstStyle>
              <a:p>
                <a:pPr/>
                <a:r>
                  <a:t>b</a:t>
                </a:r>
              </a:p>
            </p:txBody>
          </p:sp>
        </p:grpSp>
        <p:grpSp>
          <p:nvGrpSpPr>
            <p:cNvPr id="763" name="Group 1253"/>
            <p:cNvGrpSpPr/>
            <p:nvPr/>
          </p:nvGrpSpPr>
          <p:grpSpPr>
            <a:xfrm>
              <a:off x="3478389" y="1322351"/>
              <a:ext cx="528323" cy="540458"/>
              <a:chOff x="0" y="0"/>
              <a:chExt cx="528322" cy="540456"/>
            </a:xfrm>
          </p:grpSpPr>
          <p:sp>
            <p:nvSpPr>
              <p:cNvPr id="761" name="Shape 1251"/>
              <p:cNvSpPr/>
              <p:nvPr/>
            </p:nvSpPr>
            <p:spPr>
              <a:xfrm>
                <a:off x="0" y="9737"/>
                <a:ext cx="528323" cy="514779"/>
              </a:xfrm>
              <a:prstGeom prst="ellipse">
                <a:avLst/>
              </a:prstGeom>
              <a:solidFill>
                <a:srgbClr val="FFFF99"/>
              </a:solidFill>
              <a:ln w="28575" cap="sq">
                <a:solidFill>
                  <a:srgbClr val="1F497D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762" name="Shape 1252"/>
              <p:cNvSpPr txBox="1"/>
              <p:nvPr/>
            </p:nvSpPr>
            <p:spPr>
              <a:xfrm>
                <a:off x="98580" y="0"/>
                <a:ext cx="337370" cy="54045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 defTabSz="1295400">
                  <a:spcBef>
                    <a:spcPts val="1900"/>
                  </a:spcBef>
                  <a:defRPr b="1" sz="3400">
                    <a:solidFill>
                      <a:srgbClr val="1F497D"/>
                    </a:solidFill>
                    <a:uFill>
                      <a:solidFill>
                        <a:srgbClr val="1F497D"/>
                      </a:solidFill>
                    </a:uFill>
                  </a:defRPr>
                </a:lvl1pPr>
              </a:lstStyle>
              <a:p>
                <a:pPr/>
                <a:r>
                  <a:t>e</a:t>
                </a:r>
              </a:p>
            </p:txBody>
          </p:sp>
        </p:grpSp>
        <p:grpSp>
          <p:nvGrpSpPr>
            <p:cNvPr id="766" name="Group 1256"/>
            <p:cNvGrpSpPr/>
            <p:nvPr/>
          </p:nvGrpSpPr>
          <p:grpSpPr>
            <a:xfrm>
              <a:off x="2661921" y="4289071"/>
              <a:ext cx="526065" cy="540458"/>
              <a:chOff x="0" y="0"/>
              <a:chExt cx="526064" cy="540456"/>
            </a:xfrm>
          </p:grpSpPr>
          <p:sp>
            <p:nvSpPr>
              <p:cNvPr id="764" name="Shape 1254"/>
              <p:cNvSpPr/>
              <p:nvPr/>
            </p:nvSpPr>
            <p:spPr>
              <a:xfrm>
                <a:off x="0" y="9737"/>
                <a:ext cx="526065" cy="514779"/>
              </a:xfrm>
              <a:prstGeom prst="ellipse">
                <a:avLst/>
              </a:prstGeom>
              <a:solidFill>
                <a:srgbClr val="FFFF99"/>
              </a:solidFill>
              <a:ln w="28575" cap="sq">
                <a:solidFill>
                  <a:srgbClr val="1F497D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765" name="Shape 1255"/>
              <p:cNvSpPr txBox="1"/>
              <p:nvPr/>
            </p:nvSpPr>
            <p:spPr>
              <a:xfrm>
                <a:off x="70099" y="0"/>
                <a:ext cx="385863" cy="54045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 defTabSz="1295400">
                  <a:spcBef>
                    <a:spcPts val="1900"/>
                  </a:spcBef>
                  <a:defRPr b="1" sz="3400">
                    <a:solidFill>
                      <a:srgbClr val="1F497D"/>
                    </a:solidFill>
                    <a:uFill>
                      <a:solidFill>
                        <a:srgbClr val="1F497D"/>
                      </a:solidFill>
                    </a:uFill>
                  </a:defRPr>
                </a:lvl1pPr>
              </a:lstStyle>
              <a:p>
                <a:pPr/>
                <a:r>
                  <a:t>d</a:t>
                </a:r>
              </a:p>
            </p:txBody>
          </p:sp>
        </p:grpSp>
        <p:sp>
          <p:nvSpPr>
            <p:cNvPr id="767" name="Shape 1257"/>
            <p:cNvSpPr txBox="1"/>
            <p:nvPr/>
          </p:nvSpPr>
          <p:spPr>
            <a:xfrm>
              <a:off x="1535288" y="2151662"/>
              <a:ext cx="520702" cy="4315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spcBef>
                  <a:spcPts val="1600"/>
                </a:spcBef>
                <a:defRPr b="1" sz="2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8</a:t>
              </a:r>
            </a:p>
          </p:txBody>
        </p:sp>
        <p:grpSp>
          <p:nvGrpSpPr>
            <p:cNvPr id="770" name="Group 1260"/>
            <p:cNvGrpSpPr/>
            <p:nvPr/>
          </p:nvGrpSpPr>
          <p:grpSpPr>
            <a:xfrm>
              <a:off x="1636888" y="3060841"/>
              <a:ext cx="526067" cy="540458"/>
              <a:chOff x="0" y="0"/>
              <a:chExt cx="526065" cy="540456"/>
            </a:xfrm>
          </p:grpSpPr>
          <p:sp>
            <p:nvSpPr>
              <p:cNvPr id="768" name="Shape 1258"/>
              <p:cNvSpPr/>
              <p:nvPr/>
            </p:nvSpPr>
            <p:spPr>
              <a:xfrm>
                <a:off x="0" y="9737"/>
                <a:ext cx="526066" cy="514777"/>
              </a:xfrm>
              <a:prstGeom prst="ellipse">
                <a:avLst/>
              </a:prstGeom>
              <a:solidFill>
                <a:srgbClr val="FFFF99"/>
              </a:solidFill>
              <a:ln w="28575" cap="sq">
                <a:solidFill>
                  <a:srgbClr val="1F497D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769" name="Shape 1259"/>
              <p:cNvSpPr txBox="1"/>
              <p:nvPr/>
            </p:nvSpPr>
            <p:spPr>
              <a:xfrm>
                <a:off x="94346" y="0"/>
                <a:ext cx="337370" cy="54045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 defTabSz="1295400">
                  <a:spcBef>
                    <a:spcPts val="1900"/>
                  </a:spcBef>
                  <a:defRPr b="1" sz="3400">
                    <a:solidFill>
                      <a:srgbClr val="1F497D"/>
                    </a:solidFill>
                    <a:uFill>
                      <a:solidFill>
                        <a:srgbClr val="1F497D"/>
                      </a:solidFill>
                    </a:uFill>
                  </a:defRPr>
                </a:lvl1pPr>
              </a:lstStyle>
              <a:p>
                <a:pPr/>
                <a:r>
                  <a:t>c</a:t>
                </a:r>
              </a:p>
            </p:txBody>
          </p:sp>
        </p:grpSp>
        <p:sp>
          <p:nvSpPr>
            <p:cNvPr id="771" name="Shape 1261"/>
            <p:cNvSpPr/>
            <p:nvPr/>
          </p:nvSpPr>
          <p:spPr>
            <a:xfrm>
              <a:off x="1433688" y="1535289"/>
              <a:ext cx="2047808" cy="2259"/>
            </a:xfrm>
            <a:prstGeom prst="line">
              <a:avLst/>
            </a:prstGeom>
            <a:noFill/>
            <a:ln w="38100" cap="flat">
              <a:solidFill>
                <a:srgbClr val="1F497D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772" name="Shape 1262"/>
            <p:cNvSpPr txBox="1"/>
            <p:nvPr/>
          </p:nvSpPr>
          <p:spPr>
            <a:xfrm>
              <a:off x="2251005" y="914117"/>
              <a:ext cx="520702" cy="4315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spcBef>
                  <a:spcPts val="1600"/>
                </a:spcBef>
                <a:defRPr b="1" sz="2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9</a:t>
              </a:r>
            </a:p>
          </p:txBody>
        </p:sp>
        <p:sp>
          <p:nvSpPr>
            <p:cNvPr id="773" name="Shape 1263"/>
            <p:cNvSpPr/>
            <p:nvPr/>
          </p:nvSpPr>
          <p:spPr>
            <a:xfrm flipH="1">
              <a:off x="2968979" y="1842346"/>
              <a:ext cx="717975" cy="2458722"/>
            </a:xfrm>
            <a:prstGeom prst="line">
              <a:avLst/>
            </a:prstGeom>
            <a:noFill/>
            <a:ln w="38100" cap="flat">
              <a:solidFill>
                <a:srgbClr val="1F497D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774" name="Shape 1264"/>
            <p:cNvSpPr txBox="1"/>
            <p:nvPr/>
          </p:nvSpPr>
          <p:spPr>
            <a:xfrm>
              <a:off x="3478389" y="2756746"/>
              <a:ext cx="520702" cy="4315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spcBef>
                  <a:spcPts val="1600"/>
                </a:spcBef>
                <a:defRPr b="1" sz="2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2</a:t>
              </a:r>
            </a:p>
          </p:txBody>
        </p:sp>
        <p:sp>
          <p:nvSpPr>
            <p:cNvPr id="775" name="Shape 1265"/>
            <p:cNvSpPr/>
            <p:nvPr/>
          </p:nvSpPr>
          <p:spPr>
            <a:xfrm>
              <a:off x="512515" y="3481493"/>
              <a:ext cx="2251008" cy="927102"/>
            </a:xfrm>
            <a:prstGeom prst="line">
              <a:avLst/>
            </a:prstGeom>
            <a:noFill/>
            <a:ln w="38100" cap="flat">
              <a:solidFill>
                <a:srgbClr val="1F497D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776" name="Shape 1266"/>
            <p:cNvSpPr txBox="1"/>
            <p:nvPr/>
          </p:nvSpPr>
          <p:spPr>
            <a:xfrm>
              <a:off x="1124373" y="4095608"/>
              <a:ext cx="520702" cy="4315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spcBef>
                  <a:spcPts val="1600"/>
                </a:spcBef>
                <a:defRPr b="1" sz="2400">
                  <a:solidFill>
                    <a:srgbClr val="0000FF"/>
                  </a:solidFill>
                  <a:uFill>
                    <a:solidFill>
                      <a:srgbClr val="0000FF"/>
                    </a:solidFill>
                  </a:uFill>
                </a:defRPr>
              </a:lvl1pPr>
            </a:lstStyle>
            <a:p>
              <a:pPr/>
              <a:r>
                <a:t>4</a:t>
              </a:r>
            </a:p>
          </p:txBody>
        </p:sp>
        <p:sp>
          <p:nvSpPr>
            <p:cNvPr id="777" name="Shape 1267"/>
            <p:cNvSpPr/>
            <p:nvPr/>
          </p:nvSpPr>
          <p:spPr>
            <a:xfrm flipH="1">
              <a:off x="408658" y="1842346"/>
              <a:ext cx="609602" cy="1230491"/>
            </a:xfrm>
            <a:prstGeom prst="line">
              <a:avLst/>
            </a:prstGeom>
            <a:noFill/>
            <a:ln w="38100" cap="flat">
              <a:solidFill>
                <a:srgbClr val="1F497D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778" name="Shape 1268"/>
            <p:cNvSpPr/>
            <p:nvPr/>
          </p:nvSpPr>
          <p:spPr>
            <a:xfrm>
              <a:off x="1228231" y="1842346"/>
              <a:ext cx="609602" cy="1230491"/>
            </a:xfrm>
            <a:prstGeom prst="line">
              <a:avLst/>
            </a:prstGeom>
            <a:noFill/>
            <a:ln w="38100" cap="flat">
              <a:solidFill>
                <a:srgbClr val="1F497D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779" name="Shape 1269"/>
            <p:cNvSpPr/>
            <p:nvPr/>
          </p:nvSpPr>
          <p:spPr>
            <a:xfrm>
              <a:off x="512515" y="3379893"/>
              <a:ext cx="1124375" cy="2260"/>
            </a:xfrm>
            <a:prstGeom prst="line">
              <a:avLst/>
            </a:prstGeom>
            <a:noFill/>
            <a:ln w="38100" cap="flat">
              <a:solidFill>
                <a:srgbClr val="1F497D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780" name="Shape 1270"/>
            <p:cNvSpPr/>
            <p:nvPr/>
          </p:nvSpPr>
          <p:spPr>
            <a:xfrm flipH="1">
              <a:off x="2149405" y="1740746"/>
              <a:ext cx="1433691" cy="1433691"/>
            </a:xfrm>
            <a:prstGeom prst="line">
              <a:avLst/>
            </a:prstGeom>
            <a:noFill/>
            <a:ln w="38100" cap="flat">
              <a:solidFill>
                <a:srgbClr val="1F497D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781" name="Shape 1271"/>
            <p:cNvSpPr/>
            <p:nvPr/>
          </p:nvSpPr>
          <p:spPr>
            <a:xfrm>
              <a:off x="101600" y="327025"/>
              <a:ext cx="3481496" cy="284741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0016" fill="norm" stroke="1" extrusionOk="0">
                  <a:moveTo>
                    <a:pt x="0" y="20016"/>
                  </a:moveTo>
                  <a:cubicBezTo>
                    <a:pt x="98" y="11366"/>
                    <a:pt x="210" y="2733"/>
                    <a:pt x="3810" y="574"/>
                  </a:cubicBezTo>
                  <a:cubicBezTo>
                    <a:pt x="7410" y="-1584"/>
                    <a:pt x="14498" y="2733"/>
                    <a:pt x="21600" y="7066"/>
                  </a:cubicBezTo>
                </a:path>
              </a:pathLst>
            </a:custGeom>
            <a:noFill/>
            <a:ln w="38100" cap="flat">
              <a:solidFill>
                <a:srgbClr val="1F497D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782" name="Shape 1272"/>
            <p:cNvSpPr txBox="1"/>
            <p:nvPr/>
          </p:nvSpPr>
          <p:spPr>
            <a:xfrm>
              <a:off x="408658" y="-1"/>
              <a:ext cx="520702" cy="4315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spcBef>
                  <a:spcPts val="1600"/>
                </a:spcBef>
                <a:defRPr b="1" sz="2400">
                  <a:solidFill>
                    <a:srgbClr val="0000FF"/>
                  </a:solidFill>
                  <a:uFill>
                    <a:solidFill>
                      <a:srgbClr val="0000FF"/>
                    </a:solidFill>
                  </a:uFill>
                </a:defRPr>
              </a:lvl1pPr>
            </a:lstStyle>
            <a:p>
              <a:pPr/>
              <a:r>
                <a:t>4</a:t>
              </a:r>
            </a:p>
          </p:txBody>
        </p:sp>
        <p:sp>
          <p:nvSpPr>
            <p:cNvPr id="783" name="Shape 1273"/>
            <p:cNvSpPr txBox="1"/>
            <p:nvPr/>
          </p:nvSpPr>
          <p:spPr>
            <a:xfrm>
              <a:off x="307058" y="2146017"/>
              <a:ext cx="520702" cy="4315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spcBef>
                  <a:spcPts val="1600"/>
                </a:spcBef>
                <a:defRPr b="1" sz="2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7</a:t>
              </a:r>
            </a:p>
          </p:txBody>
        </p:sp>
        <p:sp>
          <p:nvSpPr>
            <p:cNvPr id="784" name="Shape 1274"/>
            <p:cNvSpPr txBox="1"/>
            <p:nvPr/>
          </p:nvSpPr>
          <p:spPr>
            <a:xfrm>
              <a:off x="921173" y="2867377"/>
              <a:ext cx="520702" cy="4315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spcBef>
                  <a:spcPts val="1600"/>
                </a:spcBef>
                <a:defRPr b="1" sz="2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5</a:t>
              </a:r>
            </a:p>
          </p:txBody>
        </p:sp>
        <p:sp>
          <p:nvSpPr>
            <p:cNvPr id="785" name="Shape 1275"/>
            <p:cNvSpPr txBox="1"/>
            <p:nvPr/>
          </p:nvSpPr>
          <p:spPr>
            <a:xfrm>
              <a:off x="2558062" y="2551289"/>
              <a:ext cx="520702" cy="4315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spcBef>
                  <a:spcPts val="1600"/>
                </a:spcBef>
                <a:defRPr b="1" sz="24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6</a:t>
              </a:r>
            </a:p>
          </p:txBody>
        </p:sp>
      </p:grpSp>
      <p:sp>
        <p:nvSpPr>
          <p:cNvPr id="787" name="Shape 1277"/>
          <p:cNvSpPr txBox="1"/>
          <p:nvPr/>
        </p:nvSpPr>
        <p:spPr>
          <a:xfrm>
            <a:off x="3721100" y="130075"/>
            <a:ext cx="6655693" cy="952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8" algn="ctr" defTabSz="1295400">
              <a:spcBef>
                <a:spcPts val="1900"/>
              </a:spcBef>
              <a:defRPr sz="4800">
                <a:uFill>
                  <a:solidFill>
                    <a:srgbClr val="000000"/>
                  </a:solidFill>
                </a:u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作业</a:t>
            </a:r>
          </a:p>
        </p:txBody>
      </p:sp>
      <p:sp>
        <p:nvSpPr>
          <p:cNvPr id="788" name="Shape 1244"/>
          <p:cNvSpPr txBox="1"/>
          <p:nvPr/>
        </p:nvSpPr>
        <p:spPr>
          <a:xfrm>
            <a:off x="578662" y="7728373"/>
            <a:ext cx="11827721" cy="635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>
              <a:lnSpc>
                <a:spcPct val="120000"/>
              </a:lnSpc>
            </a:lvl1pPr>
          </a:lstStyle>
          <a:p>
            <a:pPr/>
            <a:r>
              <a:t>2、参照Dijstra算法的代码，实现Prim算法。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0" name="image.pdf" descr="image.pdf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2718061" y="9706185"/>
            <a:ext cx="647702" cy="519291"/>
          </a:xfrm>
          <a:prstGeom prst="rect">
            <a:avLst/>
          </a:prstGeom>
          <a:ln w="12700">
            <a:miter lim="400000"/>
          </a:ln>
        </p:spPr>
      </p:pic>
      <p:sp>
        <p:nvSpPr>
          <p:cNvPr id="791" name="以下不用看了"/>
          <p:cNvSpPr txBox="1"/>
          <p:nvPr/>
        </p:nvSpPr>
        <p:spPr>
          <a:xfrm>
            <a:off x="4660595" y="2731017"/>
            <a:ext cx="2458100" cy="635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以下不用看了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29" name="成组"/>
          <p:cNvGrpSpPr/>
          <p:nvPr/>
        </p:nvGrpSpPr>
        <p:grpSpPr>
          <a:xfrm>
            <a:off x="973102" y="2314221"/>
            <a:ext cx="6690244" cy="5113588"/>
            <a:chOff x="0" y="0"/>
            <a:chExt cx="6690243" cy="5113586"/>
          </a:xfrm>
        </p:grpSpPr>
        <p:sp>
          <p:nvSpPr>
            <p:cNvPr id="793" name="Shape 742"/>
            <p:cNvSpPr/>
            <p:nvPr/>
          </p:nvSpPr>
          <p:spPr>
            <a:xfrm flipV="1">
              <a:off x="522910" y="1962401"/>
              <a:ext cx="1452696" cy="739315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794" name="Shape 745"/>
            <p:cNvSpPr/>
            <p:nvPr/>
          </p:nvSpPr>
          <p:spPr>
            <a:xfrm flipH="1">
              <a:off x="4105278" y="1279595"/>
              <a:ext cx="1126566" cy="1323060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795" name="Shape 744"/>
            <p:cNvSpPr/>
            <p:nvPr/>
          </p:nvSpPr>
          <p:spPr>
            <a:xfrm>
              <a:off x="3904527" y="349955"/>
              <a:ext cx="1278440" cy="661531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796" name="Shape 743"/>
            <p:cNvSpPr/>
            <p:nvPr/>
          </p:nvSpPr>
          <p:spPr>
            <a:xfrm>
              <a:off x="2454580" y="1978377"/>
              <a:ext cx="1169219" cy="657752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797" name="Shape 741"/>
            <p:cNvSpPr/>
            <p:nvPr/>
          </p:nvSpPr>
          <p:spPr>
            <a:xfrm flipH="1">
              <a:off x="312604" y="558517"/>
              <a:ext cx="452142" cy="1910083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798" name="Shape 717"/>
            <p:cNvSpPr/>
            <p:nvPr/>
          </p:nvSpPr>
          <p:spPr>
            <a:xfrm>
              <a:off x="599808" y="56444"/>
              <a:ext cx="526759" cy="514777"/>
            </a:xfrm>
            <a:prstGeom prst="ellipse">
              <a:avLst/>
            </a:prstGeom>
            <a:noFill/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0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799" name="Shape 718"/>
            <p:cNvSpPr/>
            <p:nvPr/>
          </p:nvSpPr>
          <p:spPr>
            <a:xfrm>
              <a:off x="837785" y="291536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38100" tIns="38100" rIns="38100" bIns="38100" numCol="1" anchor="ctr">
              <a:spAutoFit/>
            </a:bodyPr>
            <a:lstStyle>
              <a:lvl1pPr marR="56816" indent="56816" algn="ctr" defTabSz="1295400">
                <a:spcBef>
                  <a:spcPts val="1900"/>
                </a:spcBef>
                <a:defRPr sz="2000">
                  <a:uFill>
                    <a:solidFill>
                      <a:srgbClr val="1F497D"/>
                    </a:solidFill>
                  </a:uFill>
                </a:defRPr>
              </a:lvl1pPr>
            </a:lstStyle>
            <a:p>
              <a:pPr/>
              <a:r>
                <a:t>a</a:t>
              </a:r>
            </a:p>
          </p:txBody>
        </p:sp>
        <p:sp>
          <p:nvSpPr>
            <p:cNvPr id="800" name="Shape 720"/>
            <p:cNvSpPr/>
            <p:nvPr/>
          </p:nvSpPr>
          <p:spPr>
            <a:xfrm>
              <a:off x="3377769" y="56444"/>
              <a:ext cx="526759" cy="514777"/>
            </a:xfrm>
            <a:prstGeom prst="ellipse">
              <a:avLst/>
            </a:prstGeom>
            <a:noFill/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0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801" name="Shape 721"/>
            <p:cNvSpPr/>
            <p:nvPr/>
          </p:nvSpPr>
          <p:spPr>
            <a:xfrm>
              <a:off x="3641148" y="316936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38100" tIns="38100" rIns="38100" bIns="38100" numCol="1" anchor="ctr">
              <a:spAutoFit/>
            </a:bodyPr>
            <a:lstStyle>
              <a:lvl1pPr marR="56816" indent="56816" algn="ctr" defTabSz="1295400">
                <a:spcBef>
                  <a:spcPts val="1900"/>
                </a:spcBef>
                <a:defRPr sz="2000">
                  <a:uFill>
                    <a:solidFill>
                      <a:srgbClr val="1F497D"/>
                    </a:solidFill>
                  </a:uFill>
                </a:defRPr>
              </a:lvl1pPr>
            </a:lstStyle>
            <a:p>
              <a:pPr/>
              <a:r>
                <a:t>b</a:t>
              </a:r>
            </a:p>
          </p:txBody>
        </p:sp>
        <p:sp>
          <p:nvSpPr>
            <p:cNvPr id="802" name="Shape 723"/>
            <p:cNvSpPr/>
            <p:nvPr/>
          </p:nvSpPr>
          <p:spPr>
            <a:xfrm>
              <a:off x="5171487" y="860777"/>
              <a:ext cx="522913" cy="514777"/>
            </a:xfrm>
            <a:prstGeom prst="ellipse">
              <a:avLst/>
            </a:prstGeom>
            <a:noFill/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0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803" name="Shape 724"/>
            <p:cNvSpPr/>
            <p:nvPr/>
          </p:nvSpPr>
          <p:spPr>
            <a:xfrm>
              <a:off x="5420243" y="1112521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38100" tIns="38100" rIns="38100" bIns="38100" numCol="1" anchor="ctr">
              <a:spAutoFit/>
            </a:bodyPr>
            <a:lstStyle>
              <a:lvl1pPr marR="56816" indent="56816" algn="ctr" defTabSz="1295400">
                <a:spcBef>
                  <a:spcPts val="1900"/>
                </a:spcBef>
                <a:defRPr sz="2000">
                  <a:uFill>
                    <a:solidFill>
                      <a:srgbClr val="1F497D"/>
                    </a:solidFill>
                  </a:uFill>
                </a:defRPr>
              </a:lvl1pPr>
            </a:lstStyle>
            <a:p>
              <a:pPr/>
              <a:r>
                <a:t>c</a:t>
              </a:r>
            </a:p>
          </p:txBody>
        </p:sp>
        <p:sp>
          <p:nvSpPr>
            <p:cNvPr id="804" name="Shape 726"/>
            <p:cNvSpPr/>
            <p:nvPr/>
          </p:nvSpPr>
          <p:spPr>
            <a:xfrm>
              <a:off x="3606543" y="2481298"/>
              <a:ext cx="522913" cy="514779"/>
            </a:xfrm>
            <a:prstGeom prst="ellipse">
              <a:avLst/>
            </a:prstGeom>
            <a:noFill/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0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805" name="Shape 727"/>
            <p:cNvSpPr/>
            <p:nvPr/>
          </p:nvSpPr>
          <p:spPr>
            <a:xfrm>
              <a:off x="3829898" y="2741791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38100" tIns="38100" rIns="38100" bIns="38100" numCol="1" anchor="ctr">
              <a:spAutoFit/>
            </a:bodyPr>
            <a:lstStyle>
              <a:lvl1pPr marR="56816" indent="56816" algn="ctr" defTabSz="1295400">
                <a:spcBef>
                  <a:spcPts val="1900"/>
                </a:spcBef>
                <a:defRPr sz="2000">
                  <a:uFill>
                    <a:solidFill>
                      <a:srgbClr val="1F497D"/>
                    </a:solidFill>
                  </a:uFill>
                </a:defRPr>
              </a:lvl1pPr>
            </a:lstStyle>
            <a:p>
              <a:pPr/>
              <a:r>
                <a:t>d</a:t>
              </a:r>
            </a:p>
          </p:txBody>
        </p:sp>
        <p:sp>
          <p:nvSpPr>
            <p:cNvPr id="806" name="Shape 729"/>
            <p:cNvSpPr/>
            <p:nvPr/>
          </p:nvSpPr>
          <p:spPr>
            <a:xfrm>
              <a:off x="1951301" y="1598507"/>
              <a:ext cx="528681" cy="514779"/>
            </a:xfrm>
            <a:prstGeom prst="ellipse">
              <a:avLst/>
            </a:prstGeom>
            <a:noFill/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0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807" name="Shape 730"/>
            <p:cNvSpPr/>
            <p:nvPr/>
          </p:nvSpPr>
          <p:spPr>
            <a:xfrm>
              <a:off x="2190241" y="1833599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38100" tIns="38100" rIns="38100" bIns="38100" numCol="1" anchor="ctr">
              <a:spAutoFit/>
            </a:bodyPr>
            <a:lstStyle>
              <a:lvl1pPr marR="56816" indent="56816" algn="ctr" defTabSz="1295400">
                <a:spcBef>
                  <a:spcPts val="1900"/>
                </a:spcBef>
                <a:defRPr sz="2000">
                  <a:uFill>
                    <a:solidFill>
                      <a:srgbClr val="1F497D"/>
                    </a:solidFill>
                  </a:uFill>
                </a:defRPr>
              </a:lvl1pPr>
            </a:lstStyle>
            <a:p>
              <a:pPr/>
              <a:r>
                <a:t>e</a:t>
              </a:r>
            </a:p>
          </p:txBody>
        </p:sp>
        <p:sp>
          <p:nvSpPr>
            <p:cNvPr id="808" name="Shape 732"/>
            <p:cNvSpPr/>
            <p:nvPr/>
          </p:nvSpPr>
          <p:spPr>
            <a:xfrm>
              <a:off x="0" y="2481298"/>
              <a:ext cx="522913" cy="514779"/>
            </a:xfrm>
            <a:prstGeom prst="ellipse">
              <a:avLst/>
            </a:prstGeom>
            <a:noFill/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0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809" name="Shape 733"/>
            <p:cNvSpPr/>
            <p:nvPr/>
          </p:nvSpPr>
          <p:spPr>
            <a:xfrm>
              <a:off x="223355" y="2703691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38100" tIns="38100" rIns="38100" bIns="38100" numCol="1" anchor="ctr">
              <a:spAutoFit/>
            </a:bodyPr>
            <a:lstStyle>
              <a:lvl1pPr marR="56816" indent="56816" algn="ctr" defTabSz="1295400">
                <a:spcBef>
                  <a:spcPts val="1900"/>
                </a:spcBef>
                <a:defRPr sz="2000">
                  <a:uFill>
                    <a:solidFill>
                      <a:srgbClr val="1F497D"/>
                    </a:solidFill>
                  </a:uFill>
                </a:defRPr>
              </a:lvl1pPr>
            </a:lstStyle>
            <a:p>
              <a:pPr/>
              <a:r>
                <a:t>g</a:t>
              </a:r>
            </a:p>
          </p:txBody>
        </p:sp>
        <p:sp>
          <p:nvSpPr>
            <p:cNvPr id="810" name="Shape 735"/>
            <p:cNvSpPr/>
            <p:nvPr/>
          </p:nvSpPr>
          <p:spPr>
            <a:xfrm>
              <a:off x="2253127" y="3583093"/>
              <a:ext cx="522915" cy="514779"/>
            </a:xfrm>
            <a:prstGeom prst="ellipse">
              <a:avLst/>
            </a:prstGeom>
            <a:noFill/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0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811" name="Shape 736"/>
            <p:cNvSpPr/>
            <p:nvPr/>
          </p:nvSpPr>
          <p:spPr>
            <a:xfrm>
              <a:off x="2476483" y="3843586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38100" tIns="38100" rIns="38100" bIns="38100" numCol="1" anchor="ctr">
              <a:spAutoFit/>
            </a:bodyPr>
            <a:lstStyle>
              <a:lvl1pPr marR="56816" indent="56816" algn="ctr" defTabSz="1295400">
                <a:spcBef>
                  <a:spcPts val="1900"/>
                </a:spcBef>
                <a:defRPr sz="2000">
                  <a:uFill>
                    <a:solidFill>
                      <a:srgbClr val="1F497D"/>
                    </a:solidFill>
                  </a:uFill>
                </a:defRPr>
              </a:lvl1pPr>
            </a:lstStyle>
            <a:p>
              <a:pPr/>
              <a:r>
                <a:t>f</a:t>
              </a:r>
            </a:p>
          </p:txBody>
        </p:sp>
        <p:sp>
          <p:nvSpPr>
            <p:cNvPr id="812" name="Shape 738"/>
            <p:cNvSpPr/>
            <p:nvPr/>
          </p:nvSpPr>
          <p:spPr>
            <a:xfrm>
              <a:off x="1126564" y="349955"/>
              <a:ext cx="2251207" cy="2260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813" name="Shape 739"/>
            <p:cNvSpPr/>
            <p:nvPr/>
          </p:nvSpPr>
          <p:spPr>
            <a:xfrm>
              <a:off x="1051588" y="496711"/>
              <a:ext cx="972768" cy="1176304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814" name="Shape 740"/>
            <p:cNvSpPr/>
            <p:nvPr/>
          </p:nvSpPr>
          <p:spPr>
            <a:xfrm flipH="1">
              <a:off x="2403081" y="496711"/>
              <a:ext cx="1049667" cy="1176304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815" name="Shape 746"/>
            <p:cNvSpPr/>
            <p:nvPr/>
          </p:nvSpPr>
          <p:spPr>
            <a:xfrm>
              <a:off x="3679597" y="571217"/>
              <a:ext cx="149954" cy="1910083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816" name="Shape 747"/>
            <p:cNvSpPr/>
            <p:nvPr/>
          </p:nvSpPr>
          <p:spPr>
            <a:xfrm>
              <a:off x="449856" y="2921565"/>
              <a:ext cx="1803274" cy="808286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817" name="Shape 748"/>
            <p:cNvSpPr/>
            <p:nvPr/>
          </p:nvSpPr>
          <p:spPr>
            <a:xfrm flipH="1">
              <a:off x="2765261" y="2921565"/>
              <a:ext cx="903560" cy="808286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818" name="Shape 749"/>
            <p:cNvSpPr/>
            <p:nvPr/>
          </p:nvSpPr>
          <p:spPr>
            <a:xfrm>
              <a:off x="1974546" y="0"/>
              <a:ext cx="1270001" cy="1270000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defTabSz="1295400">
                <a:spcBef>
                  <a:spcPts val="1900"/>
                </a:spcBef>
                <a:defRPr sz="2000">
                  <a:uFill>
                    <a:solidFill>
                      <a:srgbClr val="1F497D"/>
                    </a:solidFill>
                  </a:uFill>
                </a:defRPr>
              </a:lvl1pPr>
            </a:lstStyle>
            <a:p>
              <a:pPr/>
              <a:r>
                <a:t>19</a:t>
              </a:r>
            </a:p>
          </p:txBody>
        </p:sp>
        <p:sp>
          <p:nvSpPr>
            <p:cNvPr id="819" name="Shape 750"/>
            <p:cNvSpPr/>
            <p:nvPr/>
          </p:nvSpPr>
          <p:spPr>
            <a:xfrm>
              <a:off x="4450293" y="207612"/>
              <a:ext cx="525116" cy="1717573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defTabSz="1295400">
                <a:spcBef>
                  <a:spcPts val="1900"/>
                </a:spcBef>
                <a:defRPr sz="2000">
                  <a:uFill>
                    <a:solidFill>
                      <a:srgbClr val="1F497D"/>
                    </a:solidFill>
                  </a:uFill>
                </a:defRPr>
              </a:lvl1pPr>
            </a:lstStyle>
            <a:p>
              <a:pPr/>
              <a:r>
                <a:t>5</a:t>
              </a:r>
            </a:p>
          </p:txBody>
        </p:sp>
        <p:sp>
          <p:nvSpPr>
            <p:cNvPr id="820" name="Shape 751"/>
            <p:cNvSpPr/>
            <p:nvPr/>
          </p:nvSpPr>
          <p:spPr>
            <a:xfrm flipH="1">
              <a:off x="1490777" y="644324"/>
              <a:ext cx="156537" cy="1789217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defTabSz="1295400">
                <a:spcBef>
                  <a:spcPts val="1900"/>
                </a:spcBef>
                <a:defRPr sz="2000">
                  <a:uFill>
                    <a:solidFill>
                      <a:srgbClr val="1F497D"/>
                    </a:solidFill>
                  </a:uFill>
                </a:defRPr>
              </a:lvl1pPr>
            </a:lstStyle>
            <a:p>
              <a:pPr/>
              <a:r>
                <a:t>14</a:t>
              </a:r>
            </a:p>
          </p:txBody>
        </p:sp>
        <p:sp>
          <p:nvSpPr>
            <p:cNvPr id="821" name="Shape 752"/>
            <p:cNvSpPr/>
            <p:nvPr/>
          </p:nvSpPr>
          <p:spPr>
            <a:xfrm>
              <a:off x="209211" y="1057693"/>
              <a:ext cx="898027" cy="1555427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defTabSz="1295400">
                <a:spcBef>
                  <a:spcPts val="1900"/>
                </a:spcBef>
                <a:defRPr sz="2000">
                  <a:uFill>
                    <a:solidFill>
                      <a:srgbClr val="1F497D"/>
                    </a:solidFill>
                  </a:uFill>
                </a:defRPr>
              </a:lvl1pPr>
            </a:lstStyle>
            <a:p>
              <a:pPr/>
              <a:r>
                <a:t>18</a:t>
              </a:r>
            </a:p>
          </p:txBody>
        </p:sp>
        <p:sp>
          <p:nvSpPr>
            <p:cNvPr id="822" name="Shape 753"/>
            <p:cNvSpPr/>
            <p:nvPr/>
          </p:nvSpPr>
          <p:spPr>
            <a:xfrm>
              <a:off x="1137081" y="3214377"/>
              <a:ext cx="614287" cy="1687737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defTabSz="1295400">
                <a:spcBef>
                  <a:spcPts val="1900"/>
                </a:spcBef>
                <a:defRPr sz="20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27</a:t>
              </a:r>
            </a:p>
          </p:txBody>
        </p:sp>
        <p:sp>
          <p:nvSpPr>
            <p:cNvPr id="823" name="Shape 754"/>
            <p:cNvSpPr/>
            <p:nvPr/>
          </p:nvSpPr>
          <p:spPr>
            <a:xfrm>
              <a:off x="922342" y="2086069"/>
              <a:ext cx="1698201" cy="584738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defTabSz="1295400">
                <a:spcBef>
                  <a:spcPts val="1900"/>
                </a:spcBef>
                <a:defRPr sz="2000">
                  <a:uFill>
                    <a:solidFill>
                      <a:srgbClr val="1F497D"/>
                    </a:solidFill>
                  </a:uFill>
                </a:defRPr>
              </a:lvl1pPr>
            </a:lstStyle>
            <a:p>
              <a:pPr/>
              <a:r>
                <a:t>16</a:t>
              </a:r>
            </a:p>
          </p:txBody>
        </p:sp>
        <p:sp>
          <p:nvSpPr>
            <p:cNvPr id="824" name="Shape 755"/>
            <p:cNvSpPr/>
            <p:nvPr/>
          </p:nvSpPr>
          <p:spPr>
            <a:xfrm>
              <a:off x="3012626" y="1865753"/>
              <a:ext cx="464853" cy="1734853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defTabSz="1295400">
                <a:spcBef>
                  <a:spcPts val="1900"/>
                </a:spcBef>
                <a:defRPr sz="2000">
                  <a:uFill>
                    <a:solidFill>
                      <a:srgbClr val="1F497D"/>
                    </a:solidFill>
                  </a:uFill>
                </a:defRPr>
              </a:lvl1pPr>
            </a:lstStyle>
            <a:p>
              <a:pPr/>
              <a:r>
                <a:t>8</a:t>
              </a:r>
            </a:p>
          </p:txBody>
        </p:sp>
        <p:sp>
          <p:nvSpPr>
            <p:cNvPr id="825" name="Shape 756"/>
            <p:cNvSpPr/>
            <p:nvPr/>
          </p:nvSpPr>
          <p:spPr>
            <a:xfrm>
              <a:off x="3014665" y="3495592"/>
              <a:ext cx="1789218" cy="156537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defTabSz="1295400">
                <a:spcBef>
                  <a:spcPts val="1900"/>
                </a:spcBef>
                <a:defRPr sz="2000">
                  <a:uFill>
                    <a:solidFill>
                      <a:srgbClr val="1F497D"/>
                    </a:solidFill>
                  </a:uFill>
                </a:defRPr>
              </a:lvl1pPr>
            </a:lstStyle>
            <a:p>
              <a:pPr/>
              <a:r>
                <a:t>21</a:t>
              </a:r>
            </a:p>
          </p:txBody>
        </p:sp>
        <p:sp>
          <p:nvSpPr>
            <p:cNvPr id="826" name="Shape 757"/>
            <p:cNvSpPr/>
            <p:nvPr/>
          </p:nvSpPr>
          <p:spPr>
            <a:xfrm flipV="1">
              <a:off x="4511652" y="1772710"/>
              <a:ext cx="1768766" cy="311882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defTabSz="1295400">
                <a:spcBef>
                  <a:spcPts val="1900"/>
                </a:spcBef>
                <a:defRPr sz="2000">
                  <a:uFill>
                    <a:solidFill>
                      <a:srgbClr val="1F497D"/>
                    </a:solidFill>
                  </a:uFill>
                </a:defRPr>
              </a:lvl1pPr>
            </a:lstStyle>
            <a:p>
              <a:pPr/>
              <a:r>
                <a:t>3</a:t>
              </a:r>
            </a:p>
          </p:txBody>
        </p:sp>
        <p:sp>
          <p:nvSpPr>
            <p:cNvPr id="827" name="Shape 758"/>
            <p:cNvSpPr/>
            <p:nvPr/>
          </p:nvSpPr>
          <p:spPr>
            <a:xfrm flipV="1">
              <a:off x="2430155" y="966721"/>
              <a:ext cx="1793591" cy="93999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defTabSz="1295400">
                <a:spcBef>
                  <a:spcPts val="1900"/>
                </a:spcBef>
                <a:defRPr sz="2000">
                  <a:uFill>
                    <a:solidFill>
                      <a:srgbClr val="1F497D"/>
                    </a:solidFill>
                  </a:uFill>
                </a:defRPr>
              </a:lvl1pPr>
            </a:lstStyle>
            <a:p>
              <a:pPr/>
              <a:r>
                <a:t>12</a:t>
              </a:r>
            </a:p>
          </p:txBody>
        </p:sp>
        <p:sp>
          <p:nvSpPr>
            <p:cNvPr id="828" name="Shape 759"/>
            <p:cNvSpPr/>
            <p:nvPr/>
          </p:nvSpPr>
          <p:spPr>
            <a:xfrm>
              <a:off x="3723075" y="975576"/>
              <a:ext cx="1375856" cy="1154480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defTabSz="1295400">
                <a:spcBef>
                  <a:spcPts val="1900"/>
                </a:spcBef>
                <a:defRPr sz="2000">
                  <a:uFill>
                    <a:solidFill>
                      <a:srgbClr val="1F497D"/>
                    </a:solidFill>
                  </a:uFill>
                </a:defRPr>
              </a:lvl1pPr>
            </a:lstStyle>
            <a:p>
              <a:pPr/>
              <a:r>
                <a:t>7</a:t>
              </a:r>
            </a:p>
          </p:txBody>
        </p:sp>
      </p:grpSp>
      <p:sp>
        <p:nvSpPr>
          <p:cNvPr id="830" name="Shape 713"/>
          <p:cNvSpPr txBox="1"/>
          <p:nvPr/>
        </p:nvSpPr>
        <p:spPr>
          <a:xfrm>
            <a:off x="3911600" y="80433"/>
            <a:ext cx="5435600" cy="9837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8" algn="ctr" defTabSz="1295400">
              <a:spcBef>
                <a:spcPts val="1900"/>
              </a:spcBef>
              <a:defRPr sz="4800">
                <a:uFill>
                  <a:solidFill>
                    <a:srgbClr val="000000"/>
                  </a:solidFill>
                </a:u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最小生成树-引例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2" name="普里姆算法的核心是预防产生回路：…"/>
          <p:cNvSpPr txBox="1"/>
          <p:nvPr/>
        </p:nvSpPr>
        <p:spPr>
          <a:xfrm>
            <a:off x="208283" y="1505146"/>
            <a:ext cx="12232634" cy="32438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>
              <a:lnSpc>
                <a:spcPct val="120000"/>
              </a:lnSpc>
            </a:pPr>
            <a:r>
              <a:t>普里姆算法的核心是预防产生回路：</a:t>
            </a:r>
          </a:p>
          <a:p>
            <a:pPr lvl="1" marL="681789" indent="-300789">
              <a:lnSpc>
                <a:spcPct val="120000"/>
              </a:lnSpc>
              <a:buSzPct val="60000"/>
              <a:buBlip>
                <a:blip r:embed="rId2"/>
              </a:buBlip>
            </a:pPr>
            <a:r>
              <a:t>将图G=(V, E)的顶点划分为不相交的两部分U，V - U，初始时U={u}</a:t>
            </a:r>
          </a:p>
          <a:p>
            <a:pPr lvl="1" marL="681789" indent="-300789">
              <a:lnSpc>
                <a:spcPct val="120000"/>
              </a:lnSpc>
              <a:buSzPct val="60000"/>
              <a:buBlip>
                <a:blip r:embed="rId2"/>
              </a:buBlip>
            </a:pPr>
            <a:r>
              <a:t>通过</a:t>
            </a:r>
            <a:r>
              <a:rPr>
                <a:solidFill>
                  <a:schemeClr val="accent1"/>
                </a:solidFill>
              </a:rPr>
              <a:t>一条边</a:t>
            </a:r>
            <a:r>
              <a:t>，将V - U中</a:t>
            </a:r>
            <a:r>
              <a:rPr>
                <a:solidFill>
                  <a:schemeClr val="accent1"/>
                </a:solidFill>
              </a:rPr>
              <a:t>满足条件</a:t>
            </a:r>
            <a:r>
              <a:t>的一个顶点“</a:t>
            </a:r>
            <a:r>
              <a:rPr>
                <a:solidFill>
                  <a:schemeClr val="accent1"/>
                </a:solidFill>
              </a:rPr>
              <a:t>拉</a:t>
            </a:r>
            <a:r>
              <a:t>”到U</a:t>
            </a:r>
          </a:p>
          <a:p>
            <a:pPr lvl="1" marL="681789" indent="-300789">
              <a:lnSpc>
                <a:spcPct val="120000"/>
              </a:lnSpc>
              <a:buSzPct val="60000"/>
              <a:buBlip>
                <a:blip r:embed="rId2"/>
              </a:buBlip>
            </a:pPr>
            <a:r>
              <a:t>反复运用上面的“</a:t>
            </a:r>
            <a:r>
              <a:rPr>
                <a:solidFill>
                  <a:schemeClr val="accent1"/>
                </a:solidFill>
              </a:rPr>
              <a:t>拉</a:t>
            </a:r>
            <a:r>
              <a:t>”操作，U中的树不断长大，最终得到了原图的</a:t>
            </a:r>
          </a:p>
          <a:p>
            <a:pPr lvl="1" indent="228600">
              <a:lnSpc>
                <a:spcPct val="120000"/>
              </a:lnSpc>
            </a:pPr>
            <a:r>
              <a:t>     一棵最小生成树。</a:t>
            </a:r>
          </a:p>
        </p:txBody>
      </p:sp>
      <p:sp>
        <p:nvSpPr>
          <p:cNvPr id="833" name="Shape 1138"/>
          <p:cNvSpPr txBox="1"/>
          <p:nvPr/>
        </p:nvSpPr>
        <p:spPr>
          <a:xfrm>
            <a:off x="3848100" y="67733"/>
            <a:ext cx="5435600" cy="9837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8" algn="ctr" defTabSz="1295400">
              <a:spcBef>
                <a:spcPts val="1900"/>
              </a:spcBef>
              <a:defRPr sz="4800">
                <a:uFill>
                  <a:solidFill>
                    <a:srgbClr val="000000"/>
                  </a:solidFill>
                </a:u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普里姆(Prim)算法</a:t>
            </a:r>
          </a:p>
        </p:txBody>
      </p:sp>
      <p:grpSp>
        <p:nvGrpSpPr>
          <p:cNvPr id="847" name="成组"/>
          <p:cNvGrpSpPr/>
          <p:nvPr/>
        </p:nvGrpSpPr>
        <p:grpSpPr>
          <a:xfrm>
            <a:off x="2992581" y="5202683"/>
            <a:ext cx="5928321" cy="3124598"/>
            <a:chOff x="0" y="0"/>
            <a:chExt cx="5928320" cy="3124596"/>
          </a:xfrm>
        </p:grpSpPr>
        <p:sp>
          <p:nvSpPr>
            <p:cNvPr id="834" name="圆角矩形"/>
            <p:cNvSpPr/>
            <p:nvPr/>
          </p:nvSpPr>
          <p:spPr>
            <a:xfrm>
              <a:off x="3983037" y="0"/>
              <a:ext cx="1945284" cy="3124597"/>
            </a:xfrm>
            <a:prstGeom prst="roundRect">
              <a:avLst>
                <a:gd name="adj" fmla="val 12793"/>
              </a:avLst>
            </a:pr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algn="ctr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835" name="圆角矩形"/>
            <p:cNvSpPr/>
            <p:nvPr/>
          </p:nvSpPr>
          <p:spPr>
            <a:xfrm>
              <a:off x="0" y="0"/>
              <a:ext cx="1945283" cy="3124597"/>
            </a:xfrm>
            <a:prstGeom prst="roundRect">
              <a:avLst>
                <a:gd name="adj" fmla="val 12793"/>
              </a:avLst>
            </a:pr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algn="ctr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836" name="椭圆形"/>
            <p:cNvSpPr/>
            <p:nvPr/>
          </p:nvSpPr>
          <p:spPr>
            <a:xfrm>
              <a:off x="754062" y="381301"/>
              <a:ext cx="538759" cy="516030"/>
            </a:xfrm>
            <a:prstGeom prst="ellipse">
              <a:avLst/>
            </a:pr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837" name="椭圆形"/>
            <p:cNvSpPr/>
            <p:nvPr/>
          </p:nvSpPr>
          <p:spPr>
            <a:xfrm>
              <a:off x="4876800" y="2391916"/>
              <a:ext cx="538759" cy="516030"/>
            </a:xfrm>
            <a:prstGeom prst="ellipse">
              <a:avLst/>
            </a:pr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838" name="椭圆形"/>
            <p:cNvSpPr/>
            <p:nvPr/>
          </p:nvSpPr>
          <p:spPr>
            <a:xfrm>
              <a:off x="4106862" y="1071116"/>
              <a:ext cx="538759" cy="516030"/>
            </a:xfrm>
            <a:prstGeom prst="ellipse">
              <a:avLst/>
            </a:pr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839" name="椭圆形"/>
            <p:cNvSpPr/>
            <p:nvPr/>
          </p:nvSpPr>
          <p:spPr>
            <a:xfrm>
              <a:off x="4318000" y="347216"/>
              <a:ext cx="538759" cy="516030"/>
            </a:xfrm>
            <a:prstGeom prst="ellipse">
              <a:avLst/>
            </a:pr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840" name="椭圆形"/>
            <p:cNvSpPr/>
            <p:nvPr/>
          </p:nvSpPr>
          <p:spPr>
            <a:xfrm>
              <a:off x="5219700" y="499616"/>
              <a:ext cx="538759" cy="516030"/>
            </a:xfrm>
            <a:prstGeom prst="ellipse">
              <a:avLst/>
            </a:pr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841" name="椭圆形"/>
            <p:cNvSpPr/>
            <p:nvPr/>
          </p:nvSpPr>
          <p:spPr>
            <a:xfrm>
              <a:off x="5308600" y="1871216"/>
              <a:ext cx="538759" cy="516030"/>
            </a:xfrm>
            <a:prstGeom prst="ellipse">
              <a:avLst/>
            </a:pr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842" name="椭圆形"/>
            <p:cNvSpPr/>
            <p:nvPr/>
          </p:nvSpPr>
          <p:spPr>
            <a:xfrm>
              <a:off x="4292600" y="2150616"/>
              <a:ext cx="538759" cy="516030"/>
            </a:xfrm>
            <a:prstGeom prst="ellipse">
              <a:avLst/>
            </a:pr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843" name="线条"/>
            <p:cNvSpPr/>
            <p:nvPr/>
          </p:nvSpPr>
          <p:spPr>
            <a:xfrm>
              <a:off x="1270495" y="723545"/>
              <a:ext cx="3043359" cy="1626707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844" name="U"/>
            <p:cNvSpPr txBox="1"/>
            <p:nvPr/>
          </p:nvSpPr>
          <p:spPr>
            <a:xfrm>
              <a:off x="782169" y="1434343"/>
              <a:ext cx="355530" cy="3829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000"/>
              </a:lvl1pPr>
            </a:lstStyle>
            <a:p>
              <a:pPr/>
              <a:r>
                <a:t>U</a:t>
              </a:r>
            </a:p>
          </p:txBody>
        </p:sp>
        <p:sp>
          <p:nvSpPr>
            <p:cNvPr id="845" name="V - U"/>
            <p:cNvSpPr txBox="1"/>
            <p:nvPr/>
          </p:nvSpPr>
          <p:spPr>
            <a:xfrm>
              <a:off x="4714414" y="1434343"/>
              <a:ext cx="745956" cy="3829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000"/>
              </a:lvl1pPr>
            </a:lstStyle>
            <a:p>
              <a:pPr/>
              <a:r>
                <a:t>V - U</a:t>
              </a:r>
            </a:p>
          </p:txBody>
        </p:sp>
        <p:sp>
          <p:nvSpPr>
            <p:cNvPr id="846" name="u"/>
            <p:cNvSpPr txBox="1"/>
            <p:nvPr/>
          </p:nvSpPr>
          <p:spPr>
            <a:xfrm>
              <a:off x="871069" y="451875"/>
              <a:ext cx="299100" cy="3829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000"/>
              </a:lvl1pPr>
            </a:lstStyle>
            <a:p>
              <a:pPr/>
              <a:r>
                <a:t>u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" name="Shape 1138"/>
          <p:cNvSpPr txBox="1"/>
          <p:nvPr/>
        </p:nvSpPr>
        <p:spPr>
          <a:xfrm>
            <a:off x="3848100" y="67733"/>
            <a:ext cx="5435600" cy="9837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8" algn="ctr" defTabSz="1295400">
              <a:spcBef>
                <a:spcPts val="1900"/>
              </a:spcBef>
              <a:defRPr sz="4800">
                <a:uFill>
                  <a:solidFill>
                    <a:srgbClr val="000000"/>
                  </a:solidFill>
                </a:u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普里姆(Prim)算法</a:t>
            </a:r>
          </a:p>
        </p:txBody>
      </p:sp>
      <p:sp>
        <p:nvSpPr>
          <p:cNvPr id="850" name="一般地，V - U的某个顶点v可能通过多条边连接U的多个顶点。…"/>
          <p:cNvSpPr txBox="1"/>
          <p:nvPr/>
        </p:nvSpPr>
        <p:spPr>
          <a:xfrm>
            <a:off x="561650" y="1702474"/>
            <a:ext cx="11474852" cy="19475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lnSpc>
                <a:spcPct val="120000"/>
              </a:lnSpc>
            </a:pPr>
            <a:r>
              <a:t>一般地，V - U的某个顶点v可能通过多条边连接U的多个顶点。</a:t>
            </a:r>
          </a:p>
          <a:p>
            <a:pPr>
              <a:lnSpc>
                <a:spcPct val="120000"/>
              </a:lnSpc>
            </a:pPr>
            <a:r>
              <a:t>对v而言，只需记住那条最短的边(贪心)。下图中，顶点v只记住权重</a:t>
            </a:r>
          </a:p>
          <a:p>
            <a:pPr>
              <a:lnSpc>
                <a:spcPct val="120000"/>
              </a:lnSpc>
            </a:pPr>
            <a:r>
              <a:t>为5的边。</a:t>
            </a:r>
          </a:p>
        </p:txBody>
      </p:sp>
      <p:sp>
        <p:nvSpPr>
          <p:cNvPr id="851" name="数组d[]存放V - U中的顶点到U的最短边的权重：…"/>
          <p:cNvSpPr txBox="1"/>
          <p:nvPr/>
        </p:nvSpPr>
        <p:spPr>
          <a:xfrm>
            <a:off x="2168200" y="7397750"/>
            <a:ext cx="7960710" cy="10717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sz="2900"/>
            </a:pPr>
            <a:r>
              <a:t>数组d[]存放V - U中的顶点到U的最短边的权重：</a:t>
            </a:r>
          </a:p>
          <a:p>
            <a:pPr>
              <a:defRPr sz="2900"/>
            </a:pPr>
            <a:r>
              <a:t>        d[v] = min{w(v</a:t>
            </a:r>
            <a:r>
              <a:rPr baseline="-5999"/>
              <a:t>k</a:t>
            </a:r>
            <a:r>
              <a:t>, v) : v</a:t>
            </a:r>
            <a:r>
              <a:rPr baseline="-5999"/>
              <a:t>k</a:t>
            </a:r>
            <a:r>
              <a:t> ∈ U}</a:t>
            </a:r>
          </a:p>
        </p:txBody>
      </p:sp>
      <p:grpSp>
        <p:nvGrpSpPr>
          <p:cNvPr id="875" name="成组"/>
          <p:cNvGrpSpPr/>
          <p:nvPr/>
        </p:nvGrpSpPr>
        <p:grpSpPr>
          <a:xfrm>
            <a:off x="3515662" y="4161283"/>
            <a:ext cx="5928321" cy="3124598"/>
            <a:chOff x="0" y="0"/>
            <a:chExt cx="5928320" cy="3124596"/>
          </a:xfrm>
        </p:grpSpPr>
        <p:sp>
          <p:nvSpPr>
            <p:cNvPr id="852" name="圆角矩形"/>
            <p:cNvSpPr/>
            <p:nvPr/>
          </p:nvSpPr>
          <p:spPr>
            <a:xfrm>
              <a:off x="3983038" y="0"/>
              <a:ext cx="1945283" cy="3124597"/>
            </a:xfrm>
            <a:prstGeom prst="roundRect">
              <a:avLst>
                <a:gd name="adj" fmla="val 12793"/>
              </a:avLst>
            </a:pr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algn="ctr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853" name="圆角矩形"/>
            <p:cNvSpPr/>
            <p:nvPr/>
          </p:nvSpPr>
          <p:spPr>
            <a:xfrm>
              <a:off x="0" y="0"/>
              <a:ext cx="1945283" cy="3124597"/>
            </a:xfrm>
            <a:prstGeom prst="roundRect">
              <a:avLst>
                <a:gd name="adj" fmla="val 12793"/>
              </a:avLst>
            </a:pr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algn="ctr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854" name="椭圆形"/>
            <p:cNvSpPr/>
            <p:nvPr/>
          </p:nvSpPr>
          <p:spPr>
            <a:xfrm>
              <a:off x="4318000" y="347216"/>
              <a:ext cx="538759" cy="516030"/>
            </a:xfrm>
            <a:prstGeom prst="ellipse">
              <a:avLst/>
            </a:pr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855" name="椭圆形"/>
            <p:cNvSpPr/>
            <p:nvPr/>
          </p:nvSpPr>
          <p:spPr>
            <a:xfrm>
              <a:off x="5219700" y="499616"/>
              <a:ext cx="538759" cy="516030"/>
            </a:xfrm>
            <a:prstGeom prst="ellipse">
              <a:avLst/>
            </a:pr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856" name="椭圆形"/>
            <p:cNvSpPr/>
            <p:nvPr/>
          </p:nvSpPr>
          <p:spPr>
            <a:xfrm>
              <a:off x="5308600" y="1871216"/>
              <a:ext cx="538759" cy="516030"/>
            </a:xfrm>
            <a:prstGeom prst="ellipse">
              <a:avLst/>
            </a:pr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857" name="椭圆形"/>
            <p:cNvSpPr/>
            <p:nvPr/>
          </p:nvSpPr>
          <p:spPr>
            <a:xfrm>
              <a:off x="4292600" y="2099816"/>
              <a:ext cx="538759" cy="516030"/>
            </a:xfrm>
            <a:prstGeom prst="ellipse">
              <a:avLst/>
            </a:pr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858" name="线条"/>
            <p:cNvSpPr/>
            <p:nvPr/>
          </p:nvSpPr>
          <p:spPr>
            <a:xfrm>
              <a:off x="1270496" y="723545"/>
              <a:ext cx="3043358" cy="1626707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859" name="U"/>
            <p:cNvSpPr txBox="1"/>
            <p:nvPr/>
          </p:nvSpPr>
          <p:spPr>
            <a:xfrm>
              <a:off x="782169" y="1434343"/>
              <a:ext cx="355530" cy="3829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000"/>
              </a:lvl1pPr>
            </a:lstStyle>
            <a:p>
              <a:pPr/>
              <a:r>
                <a:t>U</a:t>
              </a:r>
            </a:p>
          </p:txBody>
        </p:sp>
        <p:sp>
          <p:nvSpPr>
            <p:cNvPr id="860" name="V - U"/>
            <p:cNvSpPr txBox="1"/>
            <p:nvPr/>
          </p:nvSpPr>
          <p:spPr>
            <a:xfrm>
              <a:off x="4714414" y="1434343"/>
              <a:ext cx="745957" cy="3829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000"/>
              </a:lvl1pPr>
            </a:lstStyle>
            <a:p>
              <a:pPr/>
              <a:r>
                <a:t>V - U</a:t>
              </a:r>
            </a:p>
          </p:txBody>
        </p:sp>
        <p:sp>
          <p:nvSpPr>
            <p:cNvPr id="861" name="v"/>
            <p:cNvSpPr txBox="1"/>
            <p:nvPr/>
          </p:nvSpPr>
          <p:spPr>
            <a:xfrm>
              <a:off x="4388977" y="2158243"/>
              <a:ext cx="299100" cy="3829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000"/>
              </a:lvl1pPr>
            </a:lstStyle>
            <a:p>
              <a:pPr/>
              <a:r>
                <a:t>v</a:t>
              </a:r>
            </a:p>
          </p:txBody>
        </p:sp>
        <p:sp>
          <p:nvSpPr>
            <p:cNvPr id="862" name="线条"/>
            <p:cNvSpPr/>
            <p:nvPr/>
          </p:nvSpPr>
          <p:spPr>
            <a:xfrm>
              <a:off x="648791" y="1210322"/>
              <a:ext cx="3646559" cy="1139930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863" name="线条"/>
            <p:cNvSpPr/>
            <p:nvPr/>
          </p:nvSpPr>
          <p:spPr>
            <a:xfrm>
              <a:off x="1287557" y="2357830"/>
              <a:ext cx="3009236" cy="1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864" name="8"/>
            <p:cNvSpPr txBox="1"/>
            <p:nvPr/>
          </p:nvSpPr>
          <p:spPr>
            <a:xfrm rot="1800000">
              <a:off x="2614409" y="1136935"/>
              <a:ext cx="299100" cy="3829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000"/>
              </a:lvl1pPr>
            </a:lstStyle>
            <a:p>
              <a:pPr/>
              <a:r>
                <a:t>8</a:t>
              </a:r>
            </a:p>
          </p:txBody>
        </p:sp>
        <p:sp>
          <p:nvSpPr>
            <p:cNvPr id="865" name="10"/>
            <p:cNvSpPr txBox="1"/>
            <p:nvPr/>
          </p:nvSpPr>
          <p:spPr>
            <a:xfrm rot="1080000">
              <a:off x="2030209" y="1352835"/>
              <a:ext cx="426100" cy="3829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000"/>
              </a:lvl1pPr>
            </a:lstStyle>
            <a:p>
              <a:pPr/>
              <a:r>
                <a:t>10</a:t>
              </a:r>
            </a:p>
          </p:txBody>
        </p:sp>
        <p:sp>
          <p:nvSpPr>
            <p:cNvPr id="866" name="5"/>
            <p:cNvSpPr txBox="1"/>
            <p:nvPr/>
          </p:nvSpPr>
          <p:spPr>
            <a:xfrm>
              <a:off x="2551121" y="1997985"/>
              <a:ext cx="299100" cy="3829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000"/>
              </a:lvl1pPr>
            </a:lstStyle>
            <a:p>
              <a:pPr/>
              <a:r>
                <a:t>5</a:t>
              </a:r>
            </a:p>
          </p:txBody>
        </p:sp>
        <p:sp>
          <p:nvSpPr>
            <p:cNvPr id="867" name="线条"/>
            <p:cNvSpPr/>
            <p:nvPr/>
          </p:nvSpPr>
          <p:spPr>
            <a:xfrm flipV="1">
              <a:off x="543780" y="740315"/>
              <a:ext cx="290120" cy="290120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868" name="椭圆形"/>
            <p:cNvSpPr/>
            <p:nvPr/>
          </p:nvSpPr>
          <p:spPr>
            <a:xfrm>
              <a:off x="754062" y="381301"/>
              <a:ext cx="538759" cy="516030"/>
            </a:xfrm>
            <a:prstGeom prst="ellipse">
              <a:avLst/>
            </a:pr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869" name="线条"/>
            <p:cNvSpPr/>
            <p:nvPr/>
          </p:nvSpPr>
          <p:spPr>
            <a:xfrm flipH="1" flipV="1">
              <a:off x="520783" y="1391839"/>
              <a:ext cx="445218" cy="749557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870" name="椭圆形"/>
            <p:cNvSpPr/>
            <p:nvPr/>
          </p:nvSpPr>
          <p:spPr>
            <a:xfrm>
              <a:off x="119958" y="931416"/>
              <a:ext cx="538758" cy="516030"/>
            </a:xfrm>
            <a:prstGeom prst="ellipse">
              <a:avLst/>
            </a:pr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871" name="椭圆形"/>
            <p:cNvSpPr/>
            <p:nvPr/>
          </p:nvSpPr>
          <p:spPr>
            <a:xfrm>
              <a:off x="754062" y="2112516"/>
              <a:ext cx="538759" cy="516030"/>
            </a:xfrm>
            <a:prstGeom prst="ellipse">
              <a:avLst/>
            </a:pr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872" name="u"/>
            <p:cNvSpPr txBox="1"/>
            <p:nvPr/>
          </p:nvSpPr>
          <p:spPr>
            <a:xfrm>
              <a:off x="871069" y="443743"/>
              <a:ext cx="299100" cy="3829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000"/>
              </a:lvl1pPr>
            </a:lstStyle>
            <a:p>
              <a:pPr/>
              <a:r>
                <a:t>u</a:t>
              </a:r>
            </a:p>
          </p:txBody>
        </p:sp>
        <p:sp>
          <p:nvSpPr>
            <p:cNvPr id="873" name="u1"/>
            <p:cNvSpPr txBox="1"/>
            <p:nvPr/>
          </p:nvSpPr>
          <p:spPr>
            <a:xfrm>
              <a:off x="197969" y="989843"/>
              <a:ext cx="383766" cy="3829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 lvl="1">
                <a:defRPr sz="2000"/>
              </a:pPr>
              <a:r>
                <a:t>u</a:t>
              </a:r>
              <a:r>
                <a:rPr baseline="-5999"/>
                <a:t>1</a:t>
              </a:r>
            </a:p>
          </p:txBody>
        </p:sp>
        <p:sp>
          <p:nvSpPr>
            <p:cNvPr id="874" name="u2"/>
            <p:cNvSpPr txBox="1"/>
            <p:nvPr/>
          </p:nvSpPr>
          <p:spPr>
            <a:xfrm>
              <a:off x="824758" y="2166375"/>
              <a:ext cx="383766" cy="3829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 lvl="1">
                <a:defRPr sz="2000"/>
              </a:pPr>
              <a:r>
                <a:t>u</a:t>
              </a:r>
              <a:r>
                <a:rPr baseline="-5999"/>
                <a:t>2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7" name="Shape 1138"/>
          <p:cNvSpPr txBox="1"/>
          <p:nvPr/>
        </p:nvSpPr>
        <p:spPr>
          <a:xfrm>
            <a:off x="3848100" y="67733"/>
            <a:ext cx="5435600" cy="9837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8" algn="ctr" defTabSz="1295400">
              <a:spcBef>
                <a:spcPts val="1900"/>
              </a:spcBef>
              <a:defRPr sz="4800">
                <a:uFill>
                  <a:solidFill>
                    <a:srgbClr val="000000"/>
                  </a:solidFill>
                </a:u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普里姆(Prim)算法</a:t>
            </a:r>
          </a:p>
        </p:txBody>
      </p:sp>
      <p:sp>
        <p:nvSpPr>
          <p:cNvPr id="878" name="拉V - U的某个顶点到U时，选择具有最短边的顶点(贪心)，下图中，顶点…"/>
          <p:cNvSpPr txBox="1"/>
          <p:nvPr/>
        </p:nvSpPr>
        <p:spPr>
          <a:xfrm>
            <a:off x="333050" y="1424467"/>
            <a:ext cx="12229783" cy="12912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lnSpc>
                <a:spcPct val="120000"/>
              </a:lnSpc>
            </a:pPr>
            <a:r>
              <a:t>拉V - U的某个顶点到U时，选择具有最短边的顶点(贪心)，下图中，顶点</a:t>
            </a:r>
          </a:p>
          <a:p>
            <a:pPr>
              <a:lnSpc>
                <a:spcPct val="120000"/>
              </a:lnSpc>
            </a:pPr>
            <a:r>
              <a:t>v将被“</a:t>
            </a:r>
            <a:r>
              <a:rPr>
                <a:solidFill>
                  <a:schemeClr val="accent1"/>
                </a:solidFill>
              </a:rPr>
              <a:t>拉</a:t>
            </a:r>
            <a:r>
              <a:t>”到U。</a:t>
            </a:r>
          </a:p>
        </p:txBody>
      </p:sp>
      <p:sp>
        <p:nvSpPr>
          <p:cNvPr id="879" name="满足条件的顶点v:  d[v] = min{d[vi] : vi ∈ V - U}"/>
          <p:cNvSpPr txBox="1"/>
          <p:nvPr/>
        </p:nvSpPr>
        <p:spPr>
          <a:xfrm>
            <a:off x="2041200" y="7662366"/>
            <a:ext cx="7645580" cy="622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sz="2900"/>
            </a:pPr>
            <a:r>
              <a:t>满足条件的顶点v:  d[v] = min{d[v</a:t>
            </a:r>
            <a:r>
              <a:rPr baseline="-5999"/>
              <a:t>i</a:t>
            </a:r>
            <a:r>
              <a:t>] : v</a:t>
            </a:r>
            <a:r>
              <a:rPr baseline="-5999"/>
              <a:t>i</a:t>
            </a:r>
            <a:r>
              <a:t> ∈ V - U}</a:t>
            </a:r>
          </a:p>
        </p:txBody>
      </p:sp>
      <p:grpSp>
        <p:nvGrpSpPr>
          <p:cNvPr id="911" name="成组"/>
          <p:cNvGrpSpPr/>
          <p:nvPr/>
        </p:nvGrpSpPr>
        <p:grpSpPr>
          <a:xfrm>
            <a:off x="3515662" y="4161283"/>
            <a:ext cx="5928321" cy="3124598"/>
            <a:chOff x="0" y="0"/>
            <a:chExt cx="5928320" cy="3124596"/>
          </a:xfrm>
        </p:grpSpPr>
        <p:sp>
          <p:nvSpPr>
            <p:cNvPr id="880" name="圆角矩形"/>
            <p:cNvSpPr/>
            <p:nvPr/>
          </p:nvSpPr>
          <p:spPr>
            <a:xfrm>
              <a:off x="3983038" y="0"/>
              <a:ext cx="1945283" cy="3124597"/>
            </a:xfrm>
            <a:prstGeom prst="roundRect">
              <a:avLst>
                <a:gd name="adj" fmla="val 12793"/>
              </a:avLst>
            </a:pr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algn="ctr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881" name="圆角矩形"/>
            <p:cNvSpPr/>
            <p:nvPr/>
          </p:nvSpPr>
          <p:spPr>
            <a:xfrm>
              <a:off x="0" y="0"/>
              <a:ext cx="1945283" cy="3124597"/>
            </a:xfrm>
            <a:prstGeom prst="roundRect">
              <a:avLst>
                <a:gd name="adj" fmla="val 12793"/>
              </a:avLst>
            </a:pr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algn="ctr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882" name="椭圆形"/>
            <p:cNvSpPr/>
            <p:nvPr/>
          </p:nvSpPr>
          <p:spPr>
            <a:xfrm>
              <a:off x="4318000" y="347216"/>
              <a:ext cx="538759" cy="516030"/>
            </a:xfrm>
            <a:prstGeom prst="ellipse">
              <a:avLst/>
            </a:pr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883" name="椭圆形"/>
            <p:cNvSpPr/>
            <p:nvPr/>
          </p:nvSpPr>
          <p:spPr>
            <a:xfrm>
              <a:off x="4292600" y="2099816"/>
              <a:ext cx="538759" cy="516030"/>
            </a:xfrm>
            <a:prstGeom prst="ellipse">
              <a:avLst/>
            </a:pr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884" name="线条"/>
            <p:cNvSpPr/>
            <p:nvPr/>
          </p:nvSpPr>
          <p:spPr>
            <a:xfrm>
              <a:off x="1293522" y="639316"/>
              <a:ext cx="3029775" cy="1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885" name="U"/>
            <p:cNvSpPr txBox="1"/>
            <p:nvPr/>
          </p:nvSpPr>
          <p:spPr>
            <a:xfrm>
              <a:off x="782169" y="1434343"/>
              <a:ext cx="355530" cy="3829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000"/>
              </a:lvl1pPr>
            </a:lstStyle>
            <a:p>
              <a:pPr/>
              <a:r>
                <a:t>U</a:t>
              </a:r>
            </a:p>
          </p:txBody>
        </p:sp>
        <p:sp>
          <p:nvSpPr>
            <p:cNvPr id="886" name="V - U"/>
            <p:cNvSpPr txBox="1"/>
            <p:nvPr/>
          </p:nvSpPr>
          <p:spPr>
            <a:xfrm>
              <a:off x="4714414" y="1434343"/>
              <a:ext cx="745957" cy="3829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000"/>
              </a:lvl1pPr>
            </a:lstStyle>
            <a:p>
              <a:pPr/>
              <a:r>
                <a:t>V - U</a:t>
              </a:r>
            </a:p>
          </p:txBody>
        </p:sp>
        <p:sp>
          <p:nvSpPr>
            <p:cNvPr id="887" name="v"/>
            <p:cNvSpPr txBox="1"/>
            <p:nvPr/>
          </p:nvSpPr>
          <p:spPr>
            <a:xfrm>
              <a:off x="4414377" y="2158243"/>
              <a:ext cx="299100" cy="3829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000"/>
              </a:lvl1pPr>
            </a:lstStyle>
            <a:p>
              <a:pPr/>
              <a:r>
                <a:t>v</a:t>
              </a:r>
            </a:p>
          </p:txBody>
        </p:sp>
        <p:sp>
          <p:nvSpPr>
            <p:cNvPr id="888" name="线条"/>
            <p:cNvSpPr/>
            <p:nvPr/>
          </p:nvSpPr>
          <p:spPr>
            <a:xfrm>
              <a:off x="1290458" y="709362"/>
              <a:ext cx="4075283" cy="1339656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889" name="线条"/>
            <p:cNvSpPr/>
            <p:nvPr/>
          </p:nvSpPr>
          <p:spPr>
            <a:xfrm>
              <a:off x="1287557" y="2357830"/>
              <a:ext cx="3009236" cy="1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890" name="7"/>
            <p:cNvSpPr txBox="1"/>
            <p:nvPr/>
          </p:nvSpPr>
          <p:spPr>
            <a:xfrm>
              <a:off x="2658860" y="281739"/>
              <a:ext cx="299100" cy="3829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000"/>
              </a:lvl1pPr>
            </a:lstStyle>
            <a:p>
              <a:pPr/>
              <a:r>
                <a:t>7</a:t>
              </a:r>
            </a:p>
          </p:txBody>
        </p:sp>
        <p:sp>
          <p:nvSpPr>
            <p:cNvPr id="891" name="11"/>
            <p:cNvSpPr txBox="1"/>
            <p:nvPr/>
          </p:nvSpPr>
          <p:spPr>
            <a:xfrm rot="1080000">
              <a:off x="3432781" y="1084678"/>
              <a:ext cx="416674" cy="3829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000"/>
              </a:lvl1pPr>
            </a:lstStyle>
            <a:p>
              <a:pPr/>
              <a:r>
                <a:t>11</a:t>
              </a:r>
            </a:p>
          </p:txBody>
        </p:sp>
        <p:sp>
          <p:nvSpPr>
            <p:cNvPr id="892" name="5"/>
            <p:cNvSpPr txBox="1"/>
            <p:nvPr/>
          </p:nvSpPr>
          <p:spPr>
            <a:xfrm>
              <a:off x="2551121" y="1997985"/>
              <a:ext cx="299100" cy="3829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000"/>
              </a:lvl1pPr>
            </a:lstStyle>
            <a:p>
              <a:pPr/>
              <a:r>
                <a:t>5</a:t>
              </a:r>
            </a:p>
          </p:txBody>
        </p:sp>
        <p:sp>
          <p:nvSpPr>
            <p:cNvPr id="893" name="椭圆形"/>
            <p:cNvSpPr/>
            <p:nvPr/>
          </p:nvSpPr>
          <p:spPr>
            <a:xfrm>
              <a:off x="5308600" y="1871216"/>
              <a:ext cx="538759" cy="516030"/>
            </a:xfrm>
            <a:prstGeom prst="ellipse">
              <a:avLst/>
            </a:pr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894" name="线条"/>
            <p:cNvSpPr/>
            <p:nvPr/>
          </p:nvSpPr>
          <p:spPr>
            <a:xfrm flipV="1">
              <a:off x="645835" y="850773"/>
              <a:ext cx="4649089" cy="353986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895" name="椭圆形"/>
            <p:cNvSpPr/>
            <p:nvPr/>
          </p:nvSpPr>
          <p:spPr>
            <a:xfrm>
              <a:off x="5232400" y="575816"/>
              <a:ext cx="538759" cy="516030"/>
            </a:xfrm>
            <a:prstGeom prst="ellipse">
              <a:avLst/>
            </a:pr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896" name="9"/>
            <p:cNvSpPr txBox="1"/>
            <p:nvPr/>
          </p:nvSpPr>
          <p:spPr>
            <a:xfrm rot="21300000">
              <a:off x="2785860" y="688139"/>
              <a:ext cx="299100" cy="3829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000"/>
              </a:lvl1pPr>
            </a:lstStyle>
            <a:p>
              <a:pPr/>
              <a:r>
                <a:t>9</a:t>
              </a:r>
            </a:p>
          </p:txBody>
        </p:sp>
        <p:sp>
          <p:nvSpPr>
            <p:cNvPr id="897" name="v1"/>
            <p:cNvSpPr txBox="1"/>
            <p:nvPr/>
          </p:nvSpPr>
          <p:spPr>
            <a:xfrm>
              <a:off x="5403029" y="1938907"/>
              <a:ext cx="383767" cy="3829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>
                <a:defRPr sz="2000"/>
              </a:pPr>
              <a:r>
                <a:t>v</a:t>
              </a:r>
              <a:r>
                <a:rPr baseline="-5999"/>
                <a:t>1</a:t>
              </a:r>
            </a:p>
          </p:txBody>
        </p:sp>
        <p:sp>
          <p:nvSpPr>
            <p:cNvPr id="898" name="v2"/>
            <p:cNvSpPr txBox="1"/>
            <p:nvPr/>
          </p:nvSpPr>
          <p:spPr>
            <a:xfrm>
              <a:off x="5309896" y="648220"/>
              <a:ext cx="383767" cy="3829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>
                <a:defRPr sz="2000"/>
              </a:pPr>
              <a:r>
                <a:t>v</a:t>
              </a:r>
              <a:r>
                <a:rPr baseline="-5999"/>
                <a:t>2</a:t>
              </a:r>
            </a:p>
          </p:txBody>
        </p:sp>
        <p:sp>
          <p:nvSpPr>
            <p:cNvPr id="899" name="v3"/>
            <p:cNvSpPr txBox="1"/>
            <p:nvPr/>
          </p:nvSpPr>
          <p:spPr>
            <a:xfrm>
              <a:off x="4393848" y="409761"/>
              <a:ext cx="383767" cy="3829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>
                <a:defRPr sz="2000"/>
              </a:pPr>
              <a:r>
                <a:t>v</a:t>
              </a:r>
              <a:r>
                <a:rPr baseline="-5999"/>
                <a:t>3</a:t>
              </a:r>
            </a:p>
          </p:txBody>
        </p:sp>
        <p:sp>
          <p:nvSpPr>
            <p:cNvPr id="900" name="u1"/>
            <p:cNvSpPr txBox="1"/>
            <p:nvPr/>
          </p:nvSpPr>
          <p:spPr>
            <a:xfrm>
              <a:off x="835792" y="460561"/>
              <a:ext cx="383766" cy="3829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>
                <a:defRPr sz="2000"/>
              </a:pPr>
              <a:r>
                <a:t>u</a:t>
              </a:r>
              <a:r>
                <a:rPr baseline="-5999"/>
                <a:t>1</a:t>
              </a:r>
            </a:p>
          </p:txBody>
        </p:sp>
        <p:sp>
          <p:nvSpPr>
            <p:cNvPr id="901" name="u2"/>
            <p:cNvSpPr txBox="1"/>
            <p:nvPr/>
          </p:nvSpPr>
          <p:spPr>
            <a:xfrm>
              <a:off x="197454" y="997975"/>
              <a:ext cx="383766" cy="3829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>
                <a:defRPr sz="2000"/>
              </a:pPr>
              <a:r>
                <a:t>u</a:t>
              </a:r>
              <a:r>
                <a:rPr baseline="-5999"/>
                <a:t>2</a:t>
              </a:r>
            </a:p>
          </p:txBody>
        </p:sp>
        <p:sp>
          <p:nvSpPr>
            <p:cNvPr id="902" name="u"/>
            <p:cNvSpPr txBox="1"/>
            <p:nvPr/>
          </p:nvSpPr>
          <p:spPr>
            <a:xfrm>
              <a:off x="871077" y="2158243"/>
              <a:ext cx="299100" cy="3829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000"/>
              </a:lvl1pPr>
            </a:lstStyle>
            <a:p>
              <a:pPr/>
              <a:r>
                <a:t>u</a:t>
              </a:r>
            </a:p>
          </p:txBody>
        </p:sp>
        <p:sp>
          <p:nvSpPr>
            <p:cNvPr id="903" name="线条"/>
            <p:cNvSpPr/>
            <p:nvPr/>
          </p:nvSpPr>
          <p:spPr>
            <a:xfrm flipV="1">
              <a:off x="543780" y="740315"/>
              <a:ext cx="290120" cy="290120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904" name="线条"/>
            <p:cNvSpPr/>
            <p:nvPr/>
          </p:nvSpPr>
          <p:spPr>
            <a:xfrm flipH="1" flipV="1">
              <a:off x="520783" y="1391839"/>
              <a:ext cx="445218" cy="749557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905" name="椭圆形"/>
            <p:cNvSpPr/>
            <p:nvPr/>
          </p:nvSpPr>
          <p:spPr>
            <a:xfrm>
              <a:off x="119958" y="931416"/>
              <a:ext cx="538758" cy="516030"/>
            </a:xfrm>
            <a:prstGeom prst="ellipse">
              <a:avLst/>
            </a:pr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906" name="椭圆形"/>
            <p:cNvSpPr/>
            <p:nvPr/>
          </p:nvSpPr>
          <p:spPr>
            <a:xfrm>
              <a:off x="754062" y="381301"/>
              <a:ext cx="538759" cy="516030"/>
            </a:xfrm>
            <a:prstGeom prst="ellipse">
              <a:avLst/>
            </a:pr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907" name="椭圆形"/>
            <p:cNvSpPr/>
            <p:nvPr/>
          </p:nvSpPr>
          <p:spPr>
            <a:xfrm>
              <a:off x="754062" y="2112516"/>
              <a:ext cx="538759" cy="516030"/>
            </a:xfrm>
            <a:prstGeom prst="ellipse">
              <a:avLst/>
            </a:pr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908" name="u"/>
            <p:cNvSpPr txBox="1"/>
            <p:nvPr/>
          </p:nvSpPr>
          <p:spPr>
            <a:xfrm>
              <a:off x="871069" y="443743"/>
              <a:ext cx="299100" cy="3829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000"/>
              </a:lvl1pPr>
            </a:lstStyle>
            <a:p>
              <a:pPr/>
              <a:r>
                <a:t>u</a:t>
              </a:r>
            </a:p>
          </p:txBody>
        </p:sp>
        <p:sp>
          <p:nvSpPr>
            <p:cNvPr id="909" name="u1"/>
            <p:cNvSpPr txBox="1"/>
            <p:nvPr/>
          </p:nvSpPr>
          <p:spPr>
            <a:xfrm>
              <a:off x="197969" y="989843"/>
              <a:ext cx="383766" cy="3829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 lvl="1">
                <a:defRPr sz="2000"/>
              </a:pPr>
              <a:r>
                <a:t>u</a:t>
              </a:r>
              <a:r>
                <a:rPr baseline="-5999"/>
                <a:t>1</a:t>
              </a:r>
            </a:p>
          </p:txBody>
        </p:sp>
        <p:sp>
          <p:nvSpPr>
            <p:cNvPr id="910" name="u2"/>
            <p:cNvSpPr txBox="1"/>
            <p:nvPr/>
          </p:nvSpPr>
          <p:spPr>
            <a:xfrm>
              <a:off x="824758" y="2166375"/>
              <a:ext cx="383766" cy="3829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 lvl="1">
                <a:defRPr sz="2000"/>
              </a:pPr>
              <a:r>
                <a:t>u</a:t>
              </a:r>
              <a:r>
                <a:rPr baseline="-5999"/>
                <a:t>2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3" name="Shape 1138"/>
          <p:cNvSpPr txBox="1"/>
          <p:nvPr/>
        </p:nvSpPr>
        <p:spPr>
          <a:xfrm>
            <a:off x="3848100" y="67733"/>
            <a:ext cx="5435600" cy="9837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8" algn="ctr" defTabSz="1295400">
              <a:spcBef>
                <a:spcPts val="1900"/>
              </a:spcBef>
              <a:defRPr sz="4800">
                <a:uFill>
                  <a:solidFill>
                    <a:srgbClr val="000000"/>
                  </a:solidFill>
                </a:u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普里姆(Prim)算法</a:t>
            </a:r>
          </a:p>
        </p:txBody>
      </p:sp>
      <p:sp>
        <p:nvSpPr>
          <p:cNvPr id="914" name="新的顶点被“拉”入U以后，V - U中的顶点到U的最短边可能发生变化。…"/>
          <p:cNvSpPr txBox="1"/>
          <p:nvPr/>
        </p:nvSpPr>
        <p:spPr>
          <a:xfrm>
            <a:off x="457954" y="1437167"/>
            <a:ext cx="12342892" cy="12912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lnSpc>
                <a:spcPct val="120000"/>
              </a:lnSpc>
            </a:pPr>
            <a:r>
              <a:t>新的顶点被“</a:t>
            </a:r>
            <a:r>
              <a:rPr>
                <a:solidFill>
                  <a:schemeClr val="accent1"/>
                </a:solidFill>
              </a:rPr>
              <a:t>拉</a:t>
            </a:r>
            <a:r>
              <a:t>”入U以后，V - U中的顶点到U的最短边可能发生变化。</a:t>
            </a:r>
          </a:p>
          <a:p>
            <a:pPr>
              <a:lnSpc>
                <a:spcPct val="120000"/>
              </a:lnSpc>
            </a:pPr>
            <a:r>
              <a:t>下图中，u加入U后，顶点v连接到U的最短边就需要变更为权重为6的边。</a:t>
            </a:r>
          </a:p>
        </p:txBody>
      </p:sp>
      <p:sp>
        <p:nvSpPr>
          <p:cNvPr id="915" name="d[v] = min{d[v], w(u, v)}"/>
          <p:cNvSpPr txBox="1"/>
          <p:nvPr/>
        </p:nvSpPr>
        <p:spPr>
          <a:xfrm>
            <a:off x="3044500" y="7559336"/>
            <a:ext cx="4610043" cy="5050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900"/>
            </a:lvl1pPr>
          </a:lstStyle>
          <a:p>
            <a:pPr/>
            <a:r>
              <a:t>       d[v] = min{d[v], w(u, v)}</a:t>
            </a:r>
          </a:p>
        </p:txBody>
      </p:sp>
      <p:grpSp>
        <p:nvGrpSpPr>
          <p:cNvPr id="943" name="成组"/>
          <p:cNvGrpSpPr/>
          <p:nvPr/>
        </p:nvGrpSpPr>
        <p:grpSpPr>
          <a:xfrm>
            <a:off x="3515662" y="4161283"/>
            <a:ext cx="5928321" cy="3124598"/>
            <a:chOff x="0" y="0"/>
            <a:chExt cx="5928320" cy="3124596"/>
          </a:xfrm>
        </p:grpSpPr>
        <p:sp>
          <p:nvSpPr>
            <p:cNvPr id="916" name="圆角矩形"/>
            <p:cNvSpPr/>
            <p:nvPr/>
          </p:nvSpPr>
          <p:spPr>
            <a:xfrm>
              <a:off x="3983038" y="0"/>
              <a:ext cx="1945283" cy="3124597"/>
            </a:xfrm>
            <a:prstGeom prst="roundRect">
              <a:avLst>
                <a:gd name="adj" fmla="val 12793"/>
              </a:avLst>
            </a:pr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algn="ctr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917" name="圆角矩形"/>
            <p:cNvSpPr/>
            <p:nvPr/>
          </p:nvSpPr>
          <p:spPr>
            <a:xfrm>
              <a:off x="0" y="0"/>
              <a:ext cx="1945283" cy="3124597"/>
            </a:xfrm>
            <a:prstGeom prst="roundRect">
              <a:avLst>
                <a:gd name="adj" fmla="val 12793"/>
              </a:avLst>
            </a:pr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algn="ctr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918" name="椭圆形"/>
            <p:cNvSpPr/>
            <p:nvPr/>
          </p:nvSpPr>
          <p:spPr>
            <a:xfrm>
              <a:off x="4318000" y="347216"/>
              <a:ext cx="538759" cy="516030"/>
            </a:xfrm>
            <a:prstGeom prst="ellipse">
              <a:avLst/>
            </a:pr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919" name="椭圆形"/>
            <p:cNvSpPr/>
            <p:nvPr/>
          </p:nvSpPr>
          <p:spPr>
            <a:xfrm>
              <a:off x="1231900" y="2110180"/>
              <a:ext cx="538759" cy="516030"/>
            </a:xfrm>
            <a:prstGeom prst="ellipse">
              <a:avLst/>
            </a:pr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920" name="线条"/>
            <p:cNvSpPr/>
            <p:nvPr/>
          </p:nvSpPr>
          <p:spPr>
            <a:xfrm>
              <a:off x="1293522" y="639316"/>
              <a:ext cx="3029775" cy="1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921" name="U"/>
            <p:cNvSpPr txBox="1"/>
            <p:nvPr/>
          </p:nvSpPr>
          <p:spPr>
            <a:xfrm>
              <a:off x="782169" y="1434343"/>
              <a:ext cx="355530" cy="3829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000"/>
              </a:lvl1pPr>
            </a:lstStyle>
            <a:p>
              <a:pPr/>
              <a:r>
                <a:t>U</a:t>
              </a:r>
            </a:p>
          </p:txBody>
        </p:sp>
        <p:sp>
          <p:nvSpPr>
            <p:cNvPr id="922" name="V - U"/>
            <p:cNvSpPr txBox="1"/>
            <p:nvPr/>
          </p:nvSpPr>
          <p:spPr>
            <a:xfrm>
              <a:off x="4714414" y="1434343"/>
              <a:ext cx="745957" cy="3829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000"/>
              </a:lvl1pPr>
            </a:lstStyle>
            <a:p>
              <a:pPr/>
              <a:r>
                <a:t>V - U</a:t>
              </a:r>
            </a:p>
          </p:txBody>
        </p:sp>
        <p:sp>
          <p:nvSpPr>
            <p:cNvPr id="923" name="v"/>
            <p:cNvSpPr txBox="1"/>
            <p:nvPr/>
          </p:nvSpPr>
          <p:spPr>
            <a:xfrm>
              <a:off x="1328277" y="2168607"/>
              <a:ext cx="299100" cy="3829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000"/>
              </a:lvl1pPr>
            </a:lstStyle>
            <a:p>
              <a:pPr/>
              <a:r>
                <a:t>v</a:t>
              </a:r>
            </a:p>
          </p:txBody>
        </p:sp>
        <p:sp>
          <p:nvSpPr>
            <p:cNvPr id="924" name="线条"/>
            <p:cNvSpPr/>
            <p:nvPr/>
          </p:nvSpPr>
          <p:spPr>
            <a:xfrm flipV="1">
              <a:off x="1776197" y="2112916"/>
              <a:ext cx="3539565" cy="255576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925" name="线条"/>
            <p:cNvSpPr/>
            <p:nvPr/>
          </p:nvSpPr>
          <p:spPr>
            <a:xfrm>
              <a:off x="855757" y="2357830"/>
              <a:ext cx="391081" cy="1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926" name="7"/>
            <p:cNvSpPr txBox="1"/>
            <p:nvPr/>
          </p:nvSpPr>
          <p:spPr>
            <a:xfrm>
              <a:off x="2658860" y="281739"/>
              <a:ext cx="299100" cy="3829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000"/>
              </a:lvl1pPr>
            </a:lstStyle>
            <a:p>
              <a:pPr/>
              <a:r>
                <a:t>7</a:t>
              </a:r>
            </a:p>
          </p:txBody>
        </p:sp>
        <p:sp>
          <p:nvSpPr>
            <p:cNvPr id="927" name="6"/>
            <p:cNvSpPr txBox="1"/>
            <p:nvPr/>
          </p:nvSpPr>
          <p:spPr>
            <a:xfrm rot="21360000">
              <a:off x="2950324" y="1872604"/>
              <a:ext cx="299100" cy="3829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000"/>
              </a:lvl1pPr>
            </a:lstStyle>
            <a:p>
              <a:pPr/>
              <a:r>
                <a:t>6</a:t>
              </a:r>
            </a:p>
          </p:txBody>
        </p:sp>
        <p:sp>
          <p:nvSpPr>
            <p:cNvPr id="928" name="椭圆形"/>
            <p:cNvSpPr/>
            <p:nvPr/>
          </p:nvSpPr>
          <p:spPr>
            <a:xfrm>
              <a:off x="5308600" y="1871216"/>
              <a:ext cx="538759" cy="516030"/>
            </a:xfrm>
            <a:prstGeom prst="ellipse">
              <a:avLst/>
            </a:pr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929" name="线条"/>
            <p:cNvSpPr/>
            <p:nvPr/>
          </p:nvSpPr>
          <p:spPr>
            <a:xfrm flipV="1">
              <a:off x="645835" y="850773"/>
              <a:ext cx="4649089" cy="353986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930" name="椭圆形"/>
            <p:cNvSpPr/>
            <p:nvPr/>
          </p:nvSpPr>
          <p:spPr>
            <a:xfrm>
              <a:off x="5232400" y="575816"/>
              <a:ext cx="538759" cy="516030"/>
            </a:xfrm>
            <a:prstGeom prst="ellipse">
              <a:avLst/>
            </a:pr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931" name="9"/>
            <p:cNvSpPr txBox="1"/>
            <p:nvPr/>
          </p:nvSpPr>
          <p:spPr>
            <a:xfrm rot="21300000">
              <a:off x="2785860" y="688139"/>
              <a:ext cx="299100" cy="3829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000"/>
              </a:lvl1pPr>
            </a:lstStyle>
            <a:p>
              <a:pPr/>
              <a:r>
                <a:t>9</a:t>
              </a:r>
            </a:p>
          </p:txBody>
        </p:sp>
        <p:sp>
          <p:nvSpPr>
            <p:cNvPr id="932" name="v1"/>
            <p:cNvSpPr txBox="1"/>
            <p:nvPr/>
          </p:nvSpPr>
          <p:spPr>
            <a:xfrm>
              <a:off x="5403029" y="1938907"/>
              <a:ext cx="383767" cy="3829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>
                <a:defRPr sz="2000"/>
              </a:pPr>
              <a:r>
                <a:t>v</a:t>
              </a:r>
              <a:r>
                <a:rPr baseline="-5999"/>
                <a:t>1</a:t>
              </a:r>
            </a:p>
          </p:txBody>
        </p:sp>
        <p:sp>
          <p:nvSpPr>
            <p:cNvPr id="933" name="v2"/>
            <p:cNvSpPr txBox="1"/>
            <p:nvPr/>
          </p:nvSpPr>
          <p:spPr>
            <a:xfrm>
              <a:off x="5309896" y="648220"/>
              <a:ext cx="383767" cy="3829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>
                <a:defRPr sz="2000"/>
              </a:pPr>
              <a:r>
                <a:t>v</a:t>
              </a:r>
              <a:r>
                <a:rPr baseline="-5999"/>
                <a:t>2</a:t>
              </a:r>
            </a:p>
          </p:txBody>
        </p:sp>
        <p:sp>
          <p:nvSpPr>
            <p:cNvPr id="934" name="v3"/>
            <p:cNvSpPr txBox="1"/>
            <p:nvPr/>
          </p:nvSpPr>
          <p:spPr>
            <a:xfrm>
              <a:off x="4393848" y="409761"/>
              <a:ext cx="383767" cy="3829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>
                <a:defRPr sz="2000"/>
              </a:pPr>
              <a:r>
                <a:t>v</a:t>
              </a:r>
              <a:r>
                <a:rPr baseline="-5999"/>
                <a:t>3</a:t>
              </a:r>
            </a:p>
          </p:txBody>
        </p:sp>
        <p:sp>
          <p:nvSpPr>
            <p:cNvPr id="935" name="线条"/>
            <p:cNvSpPr/>
            <p:nvPr/>
          </p:nvSpPr>
          <p:spPr>
            <a:xfrm flipV="1">
              <a:off x="543780" y="740315"/>
              <a:ext cx="290120" cy="290120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936" name="线条"/>
            <p:cNvSpPr/>
            <p:nvPr/>
          </p:nvSpPr>
          <p:spPr>
            <a:xfrm flipH="1" flipV="1">
              <a:off x="403302" y="1393766"/>
              <a:ext cx="159498" cy="756821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937" name="椭圆形"/>
            <p:cNvSpPr/>
            <p:nvPr/>
          </p:nvSpPr>
          <p:spPr>
            <a:xfrm>
              <a:off x="754062" y="381301"/>
              <a:ext cx="538759" cy="516030"/>
            </a:xfrm>
            <a:prstGeom prst="ellipse">
              <a:avLst/>
            </a:pr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938" name="椭圆形"/>
            <p:cNvSpPr/>
            <p:nvPr/>
          </p:nvSpPr>
          <p:spPr>
            <a:xfrm>
              <a:off x="119958" y="931416"/>
              <a:ext cx="538758" cy="516030"/>
            </a:xfrm>
            <a:prstGeom prst="ellipse">
              <a:avLst/>
            </a:pr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939" name="椭圆形"/>
            <p:cNvSpPr/>
            <p:nvPr/>
          </p:nvSpPr>
          <p:spPr>
            <a:xfrm>
              <a:off x="309562" y="2099816"/>
              <a:ext cx="538759" cy="516030"/>
            </a:xfrm>
            <a:prstGeom prst="ellipse">
              <a:avLst/>
            </a:pr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940" name="u"/>
            <p:cNvSpPr txBox="1"/>
            <p:nvPr/>
          </p:nvSpPr>
          <p:spPr>
            <a:xfrm>
              <a:off x="871069" y="443743"/>
              <a:ext cx="299100" cy="3829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000"/>
              </a:lvl1pPr>
            </a:lstStyle>
            <a:p>
              <a:pPr/>
              <a:r>
                <a:t>u</a:t>
              </a:r>
            </a:p>
          </p:txBody>
        </p:sp>
        <p:sp>
          <p:nvSpPr>
            <p:cNvPr id="941" name="u1"/>
            <p:cNvSpPr txBox="1"/>
            <p:nvPr/>
          </p:nvSpPr>
          <p:spPr>
            <a:xfrm>
              <a:off x="197969" y="989843"/>
              <a:ext cx="383766" cy="3829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 lvl="1">
                <a:defRPr sz="2000"/>
              </a:pPr>
              <a:r>
                <a:t>u</a:t>
              </a:r>
              <a:r>
                <a:rPr baseline="-5999"/>
                <a:t>1</a:t>
              </a:r>
            </a:p>
          </p:txBody>
        </p:sp>
        <p:sp>
          <p:nvSpPr>
            <p:cNvPr id="942" name="u2"/>
            <p:cNvSpPr txBox="1"/>
            <p:nvPr/>
          </p:nvSpPr>
          <p:spPr>
            <a:xfrm>
              <a:off x="392958" y="2166375"/>
              <a:ext cx="383766" cy="3829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 lvl="1">
                <a:defRPr sz="2000"/>
              </a:pPr>
              <a:r>
                <a:t>u</a:t>
              </a:r>
              <a:r>
                <a:rPr baseline="-5999"/>
                <a:t>2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5" name="Shape 1138"/>
          <p:cNvSpPr txBox="1"/>
          <p:nvPr/>
        </p:nvSpPr>
        <p:spPr>
          <a:xfrm>
            <a:off x="3848100" y="67733"/>
            <a:ext cx="5435600" cy="9837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8" algn="ctr" defTabSz="1295400">
              <a:spcBef>
                <a:spcPts val="1900"/>
              </a:spcBef>
              <a:defRPr sz="4800">
                <a:uFill>
                  <a:solidFill>
                    <a:srgbClr val="000000"/>
                  </a:solidFill>
                </a:u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普里姆(Prim)算法</a:t>
            </a:r>
          </a:p>
        </p:txBody>
      </p:sp>
      <p:grpSp>
        <p:nvGrpSpPr>
          <p:cNvPr id="959" name="成组"/>
          <p:cNvGrpSpPr/>
          <p:nvPr/>
        </p:nvGrpSpPr>
        <p:grpSpPr>
          <a:xfrm>
            <a:off x="33481" y="1621283"/>
            <a:ext cx="5928321" cy="3124598"/>
            <a:chOff x="0" y="0"/>
            <a:chExt cx="5928320" cy="3124596"/>
          </a:xfrm>
        </p:grpSpPr>
        <p:sp>
          <p:nvSpPr>
            <p:cNvPr id="946" name="圆角矩形"/>
            <p:cNvSpPr/>
            <p:nvPr/>
          </p:nvSpPr>
          <p:spPr>
            <a:xfrm>
              <a:off x="3983037" y="0"/>
              <a:ext cx="1945284" cy="3124597"/>
            </a:xfrm>
            <a:prstGeom prst="roundRect">
              <a:avLst>
                <a:gd name="adj" fmla="val 12793"/>
              </a:avLst>
            </a:pr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algn="ctr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947" name="圆角矩形"/>
            <p:cNvSpPr/>
            <p:nvPr/>
          </p:nvSpPr>
          <p:spPr>
            <a:xfrm>
              <a:off x="0" y="0"/>
              <a:ext cx="1945283" cy="3124597"/>
            </a:xfrm>
            <a:prstGeom prst="roundRect">
              <a:avLst>
                <a:gd name="adj" fmla="val 12793"/>
              </a:avLst>
            </a:pr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algn="ctr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948" name="椭圆形"/>
            <p:cNvSpPr/>
            <p:nvPr/>
          </p:nvSpPr>
          <p:spPr>
            <a:xfrm>
              <a:off x="754062" y="381301"/>
              <a:ext cx="538759" cy="516030"/>
            </a:xfrm>
            <a:prstGeom prst="ellipse">
              <a:avLst/>
            </a:pr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949" name="椭圆形"/>
            <p:cNvSpPr/>
            <p:nvPr/>
          </p:nvSpPr>
          <p:spPr>
            <a:xfrm>
              <a:off x="4876800" y="2391916"/>
              <a:ext cx="538759" cy="516030"/>
            </a:xfrm>
            <a:prstGeom prst="ellipse">
              <a:avLst/>
            </a:pr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950" name="椭圆形"/>
            <p:cNvSpPr/>
            <p:nvPr/>
          </p:nvSpPr>
          <p:spPr>
            <a:xfrm>
              <a:off x="4106862" y="1071116"/>
              <a:ext cx="538759" cy="516030"/>
            </a:xfrm>
            <a:prstGeom prst="ellipse">
              <a:avLst/>
            </a:pr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951" name="椭圆形"/>
            <p:cNvSpPr/>
            <p:nvPr/>
          </p:nvSpPr>
          <p:spPr>
            <a:xfrm>
              <a:off x="4318000" y="347216"/>
              <a:ext cx="538759" cy="516030"/>
            </a:xfrm>
            <a:prstGeom prst="ellipse">
              <a:avLst/>
            </a:pr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952" name="椭圆形"/>
            <p:cNvSpPr/>
            <p:nvPr/>
          </p:nvSpPr>
          <p:spPr>
            <a:xfrm>
              <a:off x="5219700" y="499616"/>
              <a:ext cx="538759" cy="516030"/>
            </a:xfrm>
            <a:prstGeom prst="ellipse">
              <a:avLst/>
            </a:pr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953" name="椭圆形"/>
            <p:cNvSpPr/>
            <p:nvPr/>
          </p:nvSpPr>
          <p:spPr>
            <a:xfrm>
              <a:off x="5308600" y="1871216"/>
              <a:ext cx="538759" cy="516030"/>
            </a:xfrm>
            <a:prstGeom prst="ellipse">
              <a:avLst/>
            </a:pr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954" name="椭圆形"/>
            <p:cNvSpPr/>
            <p:nvPr/>
          </p:nvSpPr>
          <p:spPr>
            <a:xfrm>
              <a:off x="4292600" y="2150616"/>
              <a:ext cx="538759" cy="516030"/>
            </a:xfrm>
            <a:prstGeom prst="ellipse">
              <a:avLst/>
            </a:pr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955" name="线条"/>
            <p:cNvSpPr/>
            <p:nvPr/>
          </p:nvSpPr>
          <p:spPr>
            <a:xfrm>
              <a:off x="1270495" y="723545"/>
              <a:ext cx="3043359" cy="1626707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956" name="U"/>
            <p:cNvSpPr txBox="1"/>
            <p:nvPr/>
          </p:nvSpPr>
          <p:spPr>
            <a:xfrm>
              <a:off x="782169" y="1434343"/>
              <a:ext cx="355530" cy="3829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000"/>
              </a:lvl1pPr>
            </a:lstStyle>
            <a:p>
              <a:pPr/>
              <a:r>
                <a:t>U</a:t>
              </a:r>
            </a:p>
          </p:txBody>
        </p:sp>
        <p:sp>
          <p:nvSpPr>
            <p:cNvPr id="957" name="V - U"/>
            <p:cNvSpPr txBox="1"/>
            <p:nvPr/>
          </p:nvSpPr>
          <p:spPr>
            <a:xfrm>
              <a:off x="4714414" y="1434343"/>
              <a:ext cx="745956" cy="3829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000"/>
              </a:lvl1pPr>
            </a:lstStyle>
            <a:p>
              <a:pPr/>
              <a:r>
                <a:t>V - U</a:t>
              </a:r>
            </a:p>
          </p:txBody>
        </p:sp>
        <p:sp>
          <p:nvSpPr>
            <p:cNvPr id="958" name="u"/>
            <p:cNvSpPr txBox="1"/>
            <p:nvPr/>
          </p:nvSpPr>
          <p:spPr>
            <a:xfrm>
              <a:off x="871069" y="451875"/>
              <a:ext cx="299100" cy="3829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000"/>
              </a:lvl1pPr>
            </a:lstStyle>
            <a:p>
              <a:pPr/>
              <a:r>
                <a:t>u</a:t>
              </a:r>
            </a:p>
          </p:txBody>
        </p:sp>
      </p:grpSp>
      <p:grpSp>
        <p:nvGrpSpPr>
          <p:cNvPr id="983" name="成组"/>
          <p:cNvGrpSpPr/>
          <p:nvPr/>
        </p:nvGrpSpPr>
        <p:grpSpPr>
          <a:xfrm>
            <a:off x="7071662" y="1621283"/>
            <a:ext cx="5928321" cy="3124598"/>
            <a:chOff x="0" y="0"/>
            <a:chExt cx="5928320" cy="3124596"/>
          </a:xfrm>
        </p:grpSpPr>
        <p:sp>
          <p:nvSpPr>
            <p:cNvPr id="960" name="圆角矩形"/>
            <p:cNvSpPr/>
            <p:nvPr/>
          </p:nvSpPr>
          <p:spPr>
            <a:xfrm>
              <a:off x="3983038" y="0"/>
              <a:ext cx="1945283" cy="3124597"/>
            </a:xfrm>
            <a:prstGeom prst="roundRect">
              <a:avLst>
                <a:gd name="adj" fmla="val 12793"/>
              </a:avLst>
            </a:pr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algn="ctr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961" name="圆角矩形"/>
            <p:cNvSpPr/>
            <p:nvPr/>
          </p:nvSpPr>
          <p:spPr>
            <a:xfrm>
              <a:off x="0" y="0"/>
              <a:ext cx="1945283" cy="3124597"/>
            </a:xfrm>
            <a:prstGeom prst="roundRect">
              <a:avLst>
                <a:gd name="adj" fmla="val 12793"/>
              </a:avLst>
            </a:pr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algn="ctr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962" name="椭圆形"/>
            <p:cNvSpPr/>
            <p:nvPr/>
          </p:nvSpPr>
          <p:spPr>
            <a:xfrm>
              <a:off x="4318000" y="347216"/>
              <a:ext cx="538759" cy="516030"/>
            </a:xfrm>
            <a:prstGeom prst="ellipse">
              <a:avLst/>
            </a:pr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963" name="椭圆形"/>
            <p:cNvSpPr/>
            <p:nvPr/>
          </p:nvSpPr>
          <p:spPr>
            <a:xfrm>
              <a:off x="5219700" y="499616"/>
              <a:ext cx="538759" cy="516030"/>
            </a:xfrm>
            <a:prstGeom prst="ellipse">
              <a:avLst/>
            </a:pr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964" name="椭圆形"/>
            <p:cNvSpPr/>
            <p:nvPr/>
          </p:nvSpPr>
          <p:spPr>
            <a:xfrm>
              <a:off x="5308600" y="1871216"/>
              <a:ext cx="538759" cy="516030"/>
            </a:xfrm>
            <a:prstGeom prst="ellipse">
              <a:avLst/>
            </a:pr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965" name="椭圆形"/>
            <p:cNvSpPr/>
            <p:nvPr/>
          </p:nvSpPr>
          <p:spPr>
            <a:xfrm>
              <a:off x="4292600" y="2099816"/>
              <a:ext cx="538759" cy="516030"/>
            </a:xfrm>
            <a:prstGeom prst="ellipse">
              <a:avLst/>
            </a:pr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966" name="线条"/>
            <p:cNvSpPr/>
            <p:nvPr/>
          </p:nvSpPr>
          <p:spPr>
            <a:xfrm>
              <a:off x="1270496" y="723545"/>
              <a:ext cx="3043358" cy="1626707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967" name="U"/>
            <p:cNvSpPr txBox="1"/>
            <p:nvPr/>
          </p:nvSpPr>
          <p:spPr>
            <a:xfrm>
              <a:off x="782169" y="1434343"/>
              <a:ext cx="355530" cy="3829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000"/>
              </a:lvl1pPr>
            </a:lstStyle>
            <a:p>
              <a:pPr/>
              <a:r>
                <a:t>U</a:t>
              </a:r>
            </a:p>
          </p:txBody>
        </p:sp>
        <p:sp>
          <p:nvSpPr>
            <p:cNvPr id="968" name="V - U"/>
            <p:cNvSpPr txBox="1"/>
            <p:nvPr/>
          </p:nvSpPr>
          <p:spPr>
            <a:xfrm>
              <a:off x="4714414" y="1434343"/>
              <a:ext cx="745957" cy="3829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000"/>
              </a:lvl1pPr>
            </a:lstStyle>
            <a:p>
              <a:pPr/>
              <a:r>
                <a:t>V - U</a:t>
              </a:r>
            </a:p>
          </p:txBody>
        </p:sp>
        <p:sp>
          <p:nvSpPr>
            <p:cNvPr id="969" name="v"/>
            <p:cNvSpPr txBox="1"/>
            <p:nvPr/>
          </p:nvSpPr>
          <p:spPr>
            <a:xfrm>
              <a:off x="4388977" y="2158243"/>
              <a:ext cx="299100" cy="3829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000"/>
              </a:lvl1pPr>
            </a:lstStyle>
            <a:p>
              <a:pPr/>
              <a:r>
                <a:t>v</a:t>
              </a:r>
            </a:p>
          </p:txBody>
        </p:sp>
        <p:sp>
          <p:nvSpPr>
            <p:cNvPr id="970" name="线条"/>
            <p:cNvSpPr/>
            <p:nvPr/>
          </p:nvSpPr>
          <p:spPr>
            <a:xfrm>
              <a:off x="648791" y="1210322"/>
              <a:ext cx="3646559" cy="1139930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971" name="线条"/>
            <p:cNvSpPr/>
            <p:nvPr/>
          </p:nvSpPr>
          <p:spPr>
            <a:xfrm>
              <a:off x="1287557" y="2357830"/>
              <a:ext cx="3009236" cy="1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972" name="8"/>
            <p:cNvSpPr txBox="1"/>
            <p:nvPr/>
          </p:nvSpPr>
          <p:spPr>
            <a:xfrm rot="1800000">
              <a:off x="2614409" y="1136935"/>
              <a:ext cx="299100" cy="3829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000"/>
              </a:lvl1pPr>
            </a:lstStyle>
            <a:p>
              <a:pPr/>
              <a:r>
                <a:t>8</a:t>
              </a:r>
            </a:p>
          </p:txBody>
        </p:sp>
        <p:sp>
          <p:nvSpPr>
            <p:cNvPr id="973" name="10"/>
            <p:cNvSpPr txBox="1"/>
            <p:nvPr/>
          </p:nvSpPr>
          <p:spPr>
            <a:xfrm rot="1080000">
              <a:off x="2030209" y="1352835"/>
              <a:ext cx="426100" cy="3829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000"/>
              </a:lvl1pPr>
            </a:lstStyle>
            <a:p>
              <a:pPr/>
              <a:r>
                <a:t>10</a:t>
              </a:r>
            </a:p>
          </p:txBody>
        </p:sp>
        <p:sp>
          <p:nvSpPr>
            <p:cNvPr id="974" name="5"/>
            <p:cNvSpPr txBox="1"/>
            <p:nvPr/>
          </p:nvSpPr>
          <p:spPr>
            <a:xfrm>
              <a:off x="2551121" y="1997985"/>
              <a:ext cx="299100" cy="3829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000"/>
              </a:lvl1pPr>
            </a:lstStyle>
            <a:p>
              <a:pPr/>
              <a:r>
                <a:t>5</a:t>
              </a:r>
            </a:p>
          </p:txBody>
        </p:sp>
        <p:sp>
          <p:nvSpPr>
            <p:cNvPr id="975" name="线条"/>
            <p:cNvSpPr/>
            <p:nvPr/>
          </p:nvSpPr>
          <p:spPr>
            <a:xfrm flipV="1">
              <a:off x="543780" y="740315"/>
              <a:ext cx="290120" cy="290120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976" name="椭圆形"/>
            <p:cNvSpPr/>
            <p:nvPr/>
          </p:nvSpPr>
          <p:spPr>
            <a:xfrm>
              <a:off x="754062" y="381301"/>
              <a:ext cx="538759" cy="516030"/>
            </a:xfrm>
            <a:prstGeom prst="ellipse">
              <a:avLst/>
            </a:pr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977" name="线条"/>
            <p:cNvSpPr/>
            <p:nvPr/>
          </p:nvSpPr>
          <p:spPr>
            <a:xfrm flipH="1" flipV="1">
              <a:off x="520783" y="1391839"/>
              <a:ext cx="445218" cy="749557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978" name="椭圆形"/>
            <p:cNvSpPr/>
            <p:nvPr/>
          </p:nvSpPr>
          <p:spPr>
            <a:xfrm>
              <a:off x="119958" y="931416"/>
              <a:ext cx="538758" cy="516030"/>
            </a:xfrm>
            <a:prstGeom prst="ellipse">
              <a:avLst/>
            </a:pr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979" name="椭圆形"/>
            <p:cNvSpPr/>
            <p:nvPr/>
          </p:nvSpPr>
          <p:spPr>
            <a:xfrm>
              <a:off x="754062" y="2112516"/>
              <a:ext cx="538759" cy="516030"/>
            </a:xfrm>
            <a:prstGeom prst="ellipse">
              <a:avLst/>
            </a:pr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980" name="u"/>
            <p:cNvSpPr txBox="1"/>
            <p:nvPr/>
          </p:nvSpPr>
          <p:spPr>
            <a:xfrm>
              <a:off x="871069" y="443743"/>
              <a:ext cx="299100" cy="3829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000"/>
              </a:lvl1pPr>
            </a:lstStyle>
            <a:p>
              <a:pPr/>
              <a:r>
                <a:t>u</a:t>
              </a:r>
            </a:p>
          </p:txBody>
        </p:sp>
        <p:sp>
          <p:nvSpPr>
            <p:cNvPr id="981" name="u1"/>
            <p:cNvSpPr txBox="1"/>
            <p:nvPr/>
          </p:nvSpPr>
          <p:spPr>
            <a:xfrm>
              <a:off x="197969" y="989843"/>
              <a:ext cx="383766" cy="3829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 lvl="1">
                <a:defRPr sz="2000"/>
              </a:pPr>
              <a:r>
                <a:t>u</a:t>
              </a:r>
              <a:r>
                <a:rPr baseline="-5999"/>
                <a:t>1</a:t>
              </a:r>
            </a:p>
          </p:txBody>
        </p:sp>
        <p:sp>
          <p:nvSpPr>
            <p:cNvPr id="982" name="u2"/>
            <p:cNvSpPr txBox="1"/>
            <p:nvPr/>
          </p:nvSpPr>
          <p:spPr>
            <a:xfrm>
              <a:off x="824758" y="2166375"/>
              <a:ext cx="383766" cy="3829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 lvl="1">
                <a:defRPr sz="2000"/>
              </a:pPr>
              <a:r>
                <a:t>u</a:t>
              </a:r>
              <a:r>
                <a:rPr baseline="-5999"/>
                <a:t>2</a:t>
              </a:r>
            </a:p>
          </p:txBody>
        </p:sp>
      </p:grpSp>
      <p:grpSp>
        <p:nvGrpSpPr>
          <p:cNvPr id="1015" name="成组"/>
          <p:cNvGrpSpPr/>
          <p:nvPr/>
        </p:nvGrpSpPr>
        <p:grpSpPr>
          <a:xfrm>
            <a:off x="33481" y="5727083"/>
            <a:ext cx="5928321" cy="3124598"/>
            <a:chOff x="0" y="0"/>
            <a:chExt cx="5928320" cy="3124596"/>
          </a:xfrm>
        </p:grpSpPr>
        <p:sp>
          <p:nvSpPr>
            <p:cNvPr id="984" name="圆角矩形"/>
            <p:cNvSpPr/>
            <p:nvPr/>
          </p:nvSpPr>
          <p:spPr>
            <a:xfrm>
              <a:off x="3983038" y="0"/>
              <a:ext cx="1945283" cy="3124597"/>
            </a:xfrm>
            <a:prstGeom prst="roundRect">
              <a:avLst>
                <a:gd name="adj" fmla="val 12793"/>
              </a:avLst>
            </a:pr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algn="ctr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985" name="圆角矩形"/>
            <p:cNvSpPr/>
            <p:nvPr/>
          </p:nvSpPr>
          <p:spPr>
            <a:xfrm>
              <a:off x="0" y="0"/>
              <a:ext cx="1945283" cy="3124597"/>
            </a:xfrm>
            <a:prstGeom prst="roundRect">
              <a:avLst>
                <a:gd name="adj" fmla="val 12793"/>
              </a:avLst>
            </a:pr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algn="ctr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986" name="椭圆形"/>
            <p:cNvSpPr/>
            <p:nvPr/>
          </p:nvSpPr>
          <p:spPr>
            <a:xfrm>
              <a:off x="4318000" y="347216"/>
              <a:ext cx="538759" cy="516030"/>
            </a:xfrm>
            <a:prstGeom prst="ellipse">
              <a:avLst/>
            </a:pr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987" name="椭圆形"/>
            <p:cNvSpPr/>
            <p:nvPr/>
          </p:nvSpPr>
          <p:spPr>
            <a:xfrm>
              <a:off x="4292600" y="2099816"/>
              <a:ext cx="538759" cy="516030"/>
            </a:xfrm>
            <a:prstGeom prst="ellipse">
              <a:avLst/>
            </a:pr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988" name="线条"/>
            <p:cNvSpPr/>
            <p:nvPr/>
          </p:nvSpPr>
          <p:spPr>
            <a:xfrm>
              <a:off x="1293522" y="639316"/>
              <a:ext cx="3029775" cy="1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989" name="U"/>
            <p:cNvSpPr txBox="1"/>
            <p:nvPr/>
          </p:nvSpPr>
          <p:spPr>
            <a:xfrm>
              <a:off x="782169" y="1434343"/>
              <a:ext cx="355530" cy="3829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000"/>
              </a:lvl1pPr>
            </a:lstStyle>
            <a:p>
              <a:pPr/>
              <a:r>
                <a:t>U</a:t>
              </a:r>
            </a:p>
          </p:txBody>
        </p:sp>
        <p:sp>
          <p:nvSpPr>
            <p:cNvPr id="990" name="V - U"/>
            <p:cNvSpPr txBox="1"/>
            <p:nvPr/>
          </p:nvSpPr>
          <p:spPr>
            <a:xfrm>
              <a:off x="4714414" y="1434343"/>
              <a:ext cx="745957" cy="3829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000"/>
              </a:lvl1pPr>
            </a:lstStyle>
            <a:p>
              <a:pPr/>
              <a:r>
                <a:t>V - U</a:t>
              </a:r>
            </a:p>
          </p:txBody>
        </p:sp>
        <p:sp>
          <p:nvSpPr>
            <p:cNvPr id="991" name="v"/>
            <p:cNvSpPr txBox="1"/>
            <p:nvPr/>
          </p:nvSpPr>
          <p:spPr>
            <a:xfrm>
              <a:off x="4414377" y="2158243"/>
              <a:ext cx="299100" cy="3829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000"/>
              </a:lvl1pPr>
            </a:lstStyle>
            <a:p>
              <a:pPr/>
              <a:r>
                <a:t>v</a:t>
              </a:r>
            </a:p>
          </p:txBody>
        </p:sp>
        <p:sp>
          <p:nvSpPr>
            <p:cNvPr id="992" name="线条"/>
            <p:cNvSpPr/>
            <p:nvPr/>
          </p:nvSpPr>
          <p:spPr>
            <a:xfrm>
              <a:off x="1290458" y="709362"/>
              <a:ext cx="4075283" cy="1339656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993" name="线条"/>
            <p:cNvSpPr/>
            <p:nvPr/>
          </p:nvSpPr>
          <p:spPr>
            <a:xfrm>
              <a:off x="1287557" y="2357830"/>
              <a:ext cx="3009236" cy="1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994" name="7"/>
            <p:cNvSpPr txBox="1"/>
            <p:nvPr/>
          </p:nvSpPr>
          <p:spPr>
            <a:xfrm>
              <a:off x="2658860" y="281739"/>
              <a:ext cx="299100" cy="3829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000"/>
              </a:lvl1pPr>
            </a:lstStyle>
            <a:p>
              <a:pPr/>
              <a:r>
                <a:t>7</a:t>
              </a:r>
            </a:p>
          </p:txBody>
        </p:sp>
        <p:sp>
          <p:nvSpPr>
            <p:cNvPr id="995" name="11"/>
            <p:cNvSpPr txBox="1"/>
            <p:nvPr/>
          </p:nvSpPr>
          <p:spPr>
            <a:xfrm rot="1080000">
              <a:off x="3432781" y="1084678"/>
              <a:ext cx="416674" cy="3829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000"/>
              </a:lvl1pPr>
            </a:lstStyle>
            <a:p>
              <a:pPr/>
              <a:r>
                <a:t>11</a:t>
              </a:r>
            </a:p>
          </p:txBody>
        </p:sp>
        <p:sp>
          <p:nvSpPr>
            <p:cNvPr id="996" name="5"/>
            <p:cNvSpPr txBox="1"/>
            <p:nvPr/>
          </p:nvSpPr>
          <p:spPr>
            <a:xfrm>
              <a:off x="2551121" y="1997985"/>
              <a:ext cx="299100" cy="3829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000"/>
              </a:lvl1pPr>
            </a:lstStyle>
            <a:p>
              <a:pPr/>
              <a:r>
                <a:t>5</a:t>
              </a:r>
            </a:p>
          </p:txBody>
        </p:sp>
        <p:sp>
          <p:nvSpPr>
            <p:cNvPr id="997" name="椭圆形"/>
            <p:cNvSpPr/>
            <p:nvPr/>
          </p:nvSpPr>
          <p:spPr>
            <a:xfrm>
              <a:off x="5308600" y="1871216"/>
              <a:ext cx="538759" cy="516030"/>
            </a:xfrm>
            <a:prstGeom prst="ellipse">
              <a:avLst/>
            </a:pr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998" name="线条"/>
            <p:cNvSpPr/>
            <p:nvPr/>
          </p:nvSpPr>
          <p:spPr>
            <a:xfrm flipV="1">
              <a:off x="645835" y="850773"/>
              <a:ext cx="4649089" cy="353986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999" name="椭圆形"/>
            <p:cNvSpPr/>
            <p:nvPr/>
          </p:nvSpPr>
          <p:spPr>
            <a:xfrm>
              <a:off x="5232400" y="575816"/>
              <a:ext cx="538759" cy="516030"/>
            </a:xfrm>
            <a:prstGeom prst="ellipse">
              <a:avLst/>
            </a:pr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000" name="9"/>
            <p:cNvSpPr txBox="1"/>
            <p:nvPr/>
          </p:nvSpPr>
          <p:spPr>
            <a:xfrm rot="21300000">
              <a:off x="2785860" y="688139"/>
              <a:ext cx="299100" cy="3829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000"/>
              </a:lvl1pPr>
            </a:lstStyle>
            <a:p>
              <a:pPr/>
              <a:r>
                <a:t>9</a:t>
              </a:r>
            </a:p>
          </p:txBody>
        </p:sp>
        <p:sp>
          <p:nvSpPr>
            <p:cNvPr id="1001" name="v1"/>
            <p:cNvSpPr txBox="1"/>
            <p:nvPr/>
          </p:nvSpPr>
          <p:spPr>
            <a:xfrm>
              <a:off x="5403029" y="1938907"/>
              <a:ext cx="383767" cy="3829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>
                <a:defRPr sz="2000"/>
              </a:pPr>
              <a:r>
                <a:t>v</a:t>
              </a:r>
              <a:r>
                <a:rPr baseline="-5999"/>
                <a:t>1</a:t>
              </a:r>
            </a:p>
          </p:txBody>
        </p:sp>
        <p:sp>
          <p:nvSpPr>
            <p:cNvPr id="1002" name="v2"/>
            <p:cNvSpPr txBox="1"/>
            <p:nvPr/>
          </p:nvSpPr>
          <p:spPr>
            <a:xfrm>
              <a:off x="5309896" y="648220"/>
              <a:ext cx="383767" cy="3829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>
                <a:defRPr sz="2000"/>
              </a:pPr>
              <a:r>
                <a:t>v</a:t>
              </a:r>
              <a:r>
                <a:rPr baseline="-5999"/>
                <a:t>2</a:t>
              </a:r>
            </a:p>
          </p:txBody>
        </p:sp>
        <p:sp>
          <p:nvSpPr>
            <p:cNvPr id="1003" name="v3"/>
            <p:cNvSpPr txBox="1"/>
            <p:nvPr/>
          </p:nvSpPr>
          <p:spPr>
            <a:xfrm>
              <a:off x="4393848" y="409761"/>
              <a:ext cx="383767" cy="3829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>
                <a:defRPr sz="2000"/>
              </a:pPr>
              <a:r>
                <a:t>v</a:t>
              </a:r>
              <a:r>
                <a:rPr baseline="-5999"/>
                <a:t>3</a:t>
              </a:r>
            </a:p>
          </p:txBody>
        </p:sp>
        <p:sp>
          <p:nvSpPr>
            <p:cNvPr id="1004" name="u1"/>
            <p:cNvSpPr txBox="1"/>
            <p:nvPr/>
          </p:nvSpPr>
          <p:spPr>
            <a:xfrm>
              <a:off x="835792" y="460561"/>
              <a:ext cx="383766" cy="3829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>
                <a:defRPr sz="2000"/>
              </a:pPr>
              <a:r>
                <a:t>u</a:t>
              </a:r>
              <a:r>
                <a:rPr baseline="-5999"/>
                <a:t>1</a:t>
              </a:r>
            </a:p>
          </p:txBody>
        </p:sp>
        <p:sp>
          <p:nvSpPr>
            <p:cNvPr id="1005" name="u2"/>
            <p:cNvSpPr txBox="1"/>
            <p:nvPr/>
          </p:nvSpPr>
          <p:spPr>
            <a:xfrm>
              <a:off x="197454" y="997975"/>
              <a:ext cx="383766" cy="3829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>
                <a:defRPr sz="2000"/>
              </a:pPr>
              <a:r>
                <a:t>u</a:t>
              </a:r>
              <a:r>
                <a:rPr baseline="-5999"/>
                <a:t>2</a:t>
              </a:r>
            </a:p>
          </p:txBody>
        </p:sp>
        <p:sp>
          <p:nvSpPr>
            <p:cNvPr id="1006" name="u"/>
            <p:cNvSpPr txBox="1"/>
            <p:nvPr/>
          </p:nvSpPr>
          <p:spPr>
            <a:xfrm>
              <a:off x="871077" y="2158243"/>
              <a:ext cx="299100" cy="3829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000"/>
              </a:lvl1pPr>
            </a:lstStyle>
            <a:p>
              <a:pPr/>
              <a:r>
                <a:t>u</a:t>
              </a:r>
            </a:p>
          </p:txBody>
        </p:sp>
        <p:sp>
          <p:nvSpPr>
            <p:cNvPr id="1007" name="线条"/>
            <p:cNvSpPr/>
            <p:nvPr/>
          </p:nvSpPr>
          <p:spPr>
            <a:xfrm flipV="1">
              <a:off x="543780" y="740315"/>
              <a:ext cx="290120" cy="290120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008" name="线条"/>
            <p:cNvSpPr/>
            <p:nvPr/>
          </p:nvSpPr>
          <p:spPr>
            <a:xfrm flipH="1" flipV="1">
              <a:off x="520783" y="1391839"/>
              <a:ext cx="445218" cy="749557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009" name="椭圆形"/>
            <p:cNvSpPr/>
            <p:nvPr/>
          </p:nvSpPr>
          <p:spPr>
            <a:xfrm>
              <a:off x="119958" y="931416"/>
              <a:ext cx="538758" cy="516030"/>
            </a:xfrm>
            <a:prstGeom prst="ellipse">
              <a:avLst/>
            </a:pr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010" name="椭圆形"/>
            <p:cNvSpPr/>
            <p:nvPr/>
          </p:nvSpPr>
          <p:spPr>
            <a:xfrm>
              <a:off x="754062" y="381301"/>
              <a:ext cx="538759" cy="516030"/>
            </a:xfrm>
            <a:prstGeom prst="ellipse">
              <a:avLst/>
            </a:pr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011" name="椭圆形"/>
            <p:cNvSpPr/>
            <p:nvPr/>
          </p:nvSpPr>
          <p:spPr>
            <a:xfrm>
              <a:off x="754062" y="2112516"/>
              <a:ext cx="538759" cy="516030"/>
            </a:xfrm>
            <a:prstGeom prst="ellipse">
              <a:avLst/>
            </a:pr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012" name="u"/>
            <p:cNvSpPr txBox="1"/>
            <p:nvPr/>
          </p:nvSpPr>
          <p:spPr>
            <a:xfrm>
              <a:off x="871069" y="443743"/>
              <a:ext cx="299100" cy="3829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000"/>
              </a:lvl1pPr>
            </a:lstStyle>
            <a:p>
              <a:pPr/>
              <a:r>
                <a:t>u</a:t>
              </a:r>
            </a:p>
          </p:txBody>
        </p:sp>
        <p:sp>
          <p:nvSpPr>
            <p:cNvPr id="1013" name="u1"/>
            <p:cNvSpPr txBox="1"/>
            <p:nvPr/>
          </p:nvSpPr>
          <p:spPr>
            <a:xfrm>
              <a:off x="197969" y="989843"/>
              <a:ext cx="383766" cy="3829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 lvl="1">
                <a:defRPr sz="2000"/>
              </a:pPr>
              <a:r>
                <a:t>u</a:t>
              </a:r>
              <a:r>
                <a:rPr baseline="-5999"/>
                <a:t>1</a:t>
              </a:r>
            </a:p>
          </p:txBody>
        </p:sp>
        <p:sp>
          <p:nvSpPr>
            <p:cNvPr id="1014" name="u2"/>
            <p:cNvSpPr txBox="1"/>
            <p:nvPr/>
          </p:nvSpPr>
          <p:spPr>
            <a:xfrm>
              <a:off x="824758" y="2166375"/>
              <a:ext cx="383766" cy="3829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 lvl="1">
                <a:defRPr sz="2000"/>
              </a:pPr>
              <a:r>
                <a:t>u</a:t>
              </a:r>
              <a:r>
                <a:rPr baseline="-5999"/>
                <a:t>2</a:t>
              </a:r>
            </a:p>
          </p:txBody>
        </p:sp>
      </p:grpSp>
      <p:grpSp>
        <p:nvGrpSpPr>
          <p:cNvPr id="1043" name="成组"/>
          <p:cNvGrpSpPr/>
          <p:nvPr/>
        </p:nvGrpSpPr>
        <p:grpSpPr>
          <a:xfrm>
            <a:off x="7071662" y="5727083"/>
            <a:ext cx="5928321" cy="3124598"/>
            <a:chOff x="0" y="0"/>
            <a:chExt cx="5928320" cy="3124596"/>
          </a:xfrm>
        </p:grpSpPr>
        <p:sp>
          <p:nvSpPr>
            <p:cNvPr id="1016" name="圆角矩形"/>
            <p:cNvSpPr/>
            <p:nvPr/>
          </p:nvSpPr>
          <p:spPr>
            <a:xfrm>
              <a:off x="3983038" y="0"/>
              <a:ext cx="1945283" cy="3124597"/>
            </a:xfrm>
            <a:prstGeom prst="roundRect">
              <a:avLst>
                <a:gd name="adj" fmla="val 12793"/>
              </a:avLst>
            </a:pr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algn="ctr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017" name="圆角矩形"/>
            <p:cNvSpPr/>
            <p:nvPr/>
          </p:nvSpPr>
          <p:spPr>
            <a:xfrm>
              <a:off x="0" y="0"/>
              <a:ext cx="1945283" cy="3124597"/>
            </a:xfrm>
            <a:prstGeom prst="roundRect">
              <a:avLst>
                <a:gd name="adj" fmla="val 12793"/>
              </a:avLst>
            </a:pr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algn="ctr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018" name="椭圆形"/>
            <p:cNvSpPr/>
            <p:nvPr/>
          </p:nvSpPr>
          <p:spPr>
            <a:xfrm>
              <a:off x="4318000" y="347216"/>
              <a:ext cx="538759" cy="516030"/>
            </a:xfrm>
            <a:prstGeom prst="ellipse">
              <a:avLst/>
            </a:pr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019" name="椭圆形"/>
            <p:cNvSpPr/>
            <p:nvPr/>
          </p:nvSpPr>
          <p:spPr>
            <a:xfrm>
              <a:off x="1231900" y="2110180"/>
              <a:ext cx="538759" cy="516030"/>
            </a:xfrm>
            <a:prstGeom prst="ellipse">
              <a:avLst/>
            </a:pr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020" name="线条"/>
            <p:cNvSpPr/>
            <p:nvPr/>
          </p:nvSpPr>
          <p:spPr>
            <a:xfrm>
              <a:off x="1293522" y="639316"/>
              <a:ext cx="3029775" cy="1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021" name="U"/>
            <p:cNvSpPr txBox="1"/>
            <p:nvPr/>
          </p:nvSpPr>
          <p:spPr>
            <a:xfrm>
              <a:off x="782169" y="1434343"/>
              <a:ext cx="355530" cy="3829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000"/>
              </a:lvl1pPr>
            </a:lstStyle>
            <a:p>
              <a:pPr/>
              <a:r>
                <a:t>U</a:t>
              </a:r>
            </a:p>
          </p:txBody>
        </p:sp>
        <p:sp>
          <p:nvSpPr>
            <p:cNvPr id="1022" name="V - U"/>
            <p:cNvSpPr txBox="1"/>
            <p:nvPr/>
          </p:nvSpPr>
          <p:spPr>
            <a:xfrm>
              <a:off x="4714414" y="1434343"/>
              <a:ext cx="745957" cy="3829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000"/>
              </a:lvl1pPr>
            </a:lstStyle>
            <a:p>
              <a:pPr/>
              <a:r>
                <a:t>V - U</a:t>
              </a:r>
            </a:p>
          </p:txBody>
        </p:sp>
        <p:sp>
          <p:nvSpPr>
            <p:cNvPr id="1023" name="v"/>
            <p:cNvSpPr txBox="1"/>
            <p:nvPr/>
          </p:nvSpPr>
          <p:spPr>
            <a:xfrm>
              <a:off x="1328277" y="2168607"/>
              <a:ext cx="299100" cy="3829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000"/>
              </a:lvl1pPr>
            </a:lstStyle>
            <a:p>
              <a:pPr/>
              <a:r>
                <a:t>v</a:t>
              </a:r>
            </a:p>
          </p:txBody>
        </p:sp>
        <p:sp>
          <p:nvSpPr>
            <p:cNvPr id="1024" name="线条"/>
            <p:cNvSpPr/>
            <p:nvPr/>
          </p:nvSpPr>
          <p:spPr>
            <a:xfrm flipV="1">
              <a:off x="1776197" y="2112916"/>
              <a:ext cx="3539565" cy="255576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025" name="线条"/>
            <p:cNvSpPr/>
            <p:nvPr/>
          </p:nvSpPr>
          <p:spPr>
            <a:xfrm>
              <a:off x="855757" y="2357830"/>
              <a:ext cx="391081" cy="1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026" name="7"/>
            <p:cNvSpPr txBox="1"/>
            <p:nvPr/>
          </p:nvSpPr>
          <p:spPr>
            <a:xfrm>
              <a:off x="2658860" y="281739"/>
              <a:ext cx="299100" cy="3829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000"/>
              </a:lvl1pPr>
            </a:lstStyle>
            <a:p>
              <a:pPr/>
              <a:r>
                <a:t>7</a:t>
              </a:r>
            </a:p>
          </p:txBody>
        </p:sp>
        <p:sp>
          <p:nvSpPr>
            <p:cNvPr id="1027" name="6"/>
            <p:cNvSpPr txBox="1"/>
            <p:nvPr/>
          </p:nvSpPr>
          <p:spPr>
            <a:xfrm rot="21360000">
              <a:off x="2950324" y="1872604"/>
              <a:ext cx="299100" cy="3829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000"/>
              </a:lvl1pPr>
            </a:lstStyle>
            <a:p>
              <a:pPr/>
              <a:r>
                <a:t>6</a:t>
              </a:r>
            </a:p>
          </p:txBody>
        </p:sp>
        <p:sp>
          <p:nvSpPr>
            <p:cNvPr id="1028" name="椭圆形"/>
            <p:cNvSpPr/>
            <p:nvPr/>
          </p:nvSpPr>
          <p:spPr>
            <a:xfrm>
              <a:off x="5308600" y="1871216"/>
              <a:ext cx="538759" cy="516030"/>
            </a:xfrm>
            <a:prstGeom prst="ellipse">
              <a:avLst/>
            </a:pr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029" name="线条"/>
            <p:cNvSpPr/>
            <p:nvPr/>
          </p:nvSpPr>
          <p:spPr>
            <a:xfrm flipV="1">
              <a:off x="645835" y="850773"/>
              <a:ext cx="4649089" cy="353986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030" name="椭圆形"/>
            <p:cNvSpPr/>
            <p:nvPr/>
          </p:nvSpPr>
          <p:spPr>
            <a:xfrm>
              <a:off x="5232400" y="575816"/>
              <a:ext cx="538759" cy="516030"/>
            </a:xfrm>
            <a:prstGeom prst="ellipse">
              <a:avLst/>
            </a:pr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031" name="9"/>
            <p:cNvSpPr txBox="1"/>
            <p:nvPr/>
          </p:nvSpPr>
          <p:spPr>
            <a:xfrm rot="21300000">
              <a:off x="2785860" y="688139"/>
              <a:ext cx="299100" cy="3829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000"/>
              </a:lvl1pPr>
            </a:lstStyle>
            <a:p>
              <a:pPr/>
              <a:r>
                <a:t>9</a:t>
              </a:r>
            </a:p>
          </p:txBody>
        </p:sp>
        <p:sp>
          <p:nvSpPr>
            <p:cNvPr id="1032" name="v1"/>
            <p:cNvSpPr txBox="1"/>
            <p:nvPr/>
          </p:nvSpPr>
          <p:spPr>
            <a:xfrm>
              <a:off x="5403029" y="1938907"/>
              <a:ext cx="383767" cy="3829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>
                <a:defRPr sz="2000"/>
              </a:pPr>
              <a:r>
                <a:t>v</a:t>
              </a:r>
              <a:r>
                <a:rPr baseline="-5999"/>
                <a:t>1</a:t>
              </a:r>
            </a:p>
          </p:txBody>
        </p:sp>
        <p:sp>
          <p:nvSpPr>
            <p:cNvPr id="1033" name="v2"/>
            <p:cNvSpPr txBox="1"/>
            <p:nvPr/>
          </p:nvSpPr>
          <p:spPr>
            <a:xfrm>
              <a:off x="5309896" y="648220"/>
              <a:ext cx="383767" cy="3829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>
                <a:defRPr sz="2000"/>
              </a:pPr>
              <a:r>
                <a:t>v</a:t>
              </a:r>
              <a:r>
                <a:rPr baseline="-5999"/>
                <a:t>2</a:t>
              </a:r>
            </a:p>
          </p:txBody>
        </p:sp>
        <p:sp>
          <p:nvSpPr>
            <p:cNvPr id="1034" name="v3"/>
            <p:cNvSpPr txBox="1"/>
            <p:nvPr/>
          </p:nvSpPr>
          <p:spPr>
            <a:xfrm>
              <a:off x="4393848" y="409761"/>
              <a:ext cx="383767" cy="3829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>
                <a:defRPr sz="2000"/>
              </a:pPr>
              <a:r>
                <a:t>v</a:t>
              </a:r>
              <a:r>
                <a:rPr baseline="-5999"/>
                <a:t>3</a:t>
              </a:r>
            </a:p>
          </p:txBody>
        </p:sp>
        <p:sp>
          <p:nvSpPr>
            <p:cNvPr id="1035" name="线条"/>
            <p:cNvSpPr/>
            <p:nvPr/>
          </p:nvSpPr>
          <p:spPr>
            <a:xfrm flipV="1">
              <a:off x="543780" y="740315"/>
              <a:ext cx="290120" cy="290120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036" name="线条"/>
            <p:cNvSpPr/>
            <p:nvPr/>
          </p:nvSpPr>
          <p:spPr>
            <a:xfrm flipH="1" flipV="1">
              <a:off x="403302" y="1393766"/>
              <a:ext cx="159498" cy="756821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037" name="椭圆形"/>
            <p:cNvSpPr/>
            <p:nvPr/>
          </p:nvSpPr>
          <p:spPr>
            <a:xfrm>
              <a:off x="754062" y="381301"/>
              <a:ext cx="538759" cy="516030"/>
            </a:xfrm>
            <a:prstGeom prst="ellipse">
              <a:avLst/>
            </a:pr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038" name="椭圆形"/>
            <p:cNvSpPr/>
            <p:nvPr/>
          </p:nvSpPr>
          <p:spPr>
            <a:xfrm>
              <a:off x="119958" y="931416"/>
              <a:ext cx="538758" cy="516030"/>
            </a:xfrm>
            <a:prstGeom prst="ellipse">
              <a:avLst/>
            </a:pr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039" name="椭圆形"/>
            <p:cNvSpPr/>
            <p:nvPr/>
          </p:nvSpPr>
          <p:spPr>
            <a:xfrm>
              <a:off x="309562" y="2099816"/>
              <a:ext cx="538759" cy="516030"/>
            </a:xfrm>
            <a:prstGeom prst="ellipse">
              <a:avLst/>
            </a:pr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040" name="u"/>
            <p:cNvSpPr txBox="1"/>
            <p:nvPr/>
          </p:nvSpPr>
          <p:spPr>
            <a:xfrm>
              <a:off x="871069" y="443743"/>
              <a:ext cx="299100" cy="3829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000"/>
              </a:lvl1pPr>
            </a:lstStyle>
            <a:p>
              <a:pPr/>
              <a:r>
                <a:t>u</a:t>
              </a:r>
            </a:p>
          </p:txBody>
        </p:sp>
        <p:sp>
          <p:nvSpPr>
            <p:cNvPr id="1041" name="u1"/>
            <p:cNvSpPr txBox="1"/>
            <p:nvPr/>
          </p:nvSpPr>
          <p:spPr>
            <a:xfrm>
              <a:off x="197969" y="989843"/>
              <a:ext cx="383766" cy="3829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 lvl="1">
                <a:defRPr sz="2000"/>
              </a:pPr>
              <a:r>
                <a:t>u</a:t>
              </a:r>
              <a:r>
                <a:rPr baseline="-5999"/>
                <a:t>1</a:t>
              </a:r>
            </a:p>
          </p:txBody>
        </p:sp>
        <p:sp>
          <p:nvSpPr>
            <p:cNvPr id="1042" name="u2"/>
            <p:cNvSpPr txBox="1"/>
            <p:nvPr/>
          </p:nvSpPr>
          <p:spPr>
            <a:xfrm>
              <a:off x="392958" y="2166375"/>
              <a:ext cx="383766" cy="3829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 lvl="1">
                <a:defRPr sz="2000"/>
              </a:pPr>
              <a:r>
                <a:t>u</a:t>
              </a:r>
              <a:r>
                <a:rPr baseline="-5999"/>
                <a:t>2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5" name="Shape 1138"/>
          <p:cNvSpPr txBox="1"/>
          <p:nvPr/>
        </p:nvSpPr>
        <p:spPr>
          <a:xfrm>
            <a:off x="3848100" y="67733"/>
            <a:ext cx="5435600" cy="9837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8" algn="ctr" defTabSz="1295400">
              <a:spcBef>
                <a:spcPts val="1900"/>
              </a:spcBef>
              <a:defRPr sz="4800">
                <a:uFill>
                  <a:solidFill>
                    <a:srgbClr val="000000"/>
                  </a:solidFill>
                </a:u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普里姆(Prim)算法</a:t>
            </a:r>
          </a:p>
        </p:txBody>
      </p:sp>
      <p:grpSp>
        <p:nvGrpSpPr>
          <p:cNvPr id="1048" name="成组"/>
          <p:cNvGrpSpPr/>
          <p:nvPr/>
        </p:nvGrpSpPr>
        <p:grpSpPr>
          <a:xfrm>
            <a:off x="149370" y="1164165"/>
            <a:ext cx="526759" cy="514777"/>
            <a:chOff x="0" y="0"/>
            <a:chExt cx="526758" cy="514775"/>
          </a:xfrm>
        </p:grpSpPr>
        <p:sp>
          <p:nvSpPr>
            <p:cNvPr id="1046" name="Shape 717"/>
            <p:cNvSpPr/>
            <p:nvPr/>
          </p:nvSpPr>
          <p:spPr>
            <a:xfrm>
              <a:off x="0" y="0"/>
              <a:ext cx="526759" cy="514776"/>
            </a:xfrm>
            <a:prstGeom prst="ellipse">
              <a:avLst/>
            </a:prstGeom>
            <a:noFill/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0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047" name="Shape 718"/>
            <p:cNvSpPr txBox="1"/>
            <p:nvPr/>
          </p:nvSpPr>
          <p:spPr>
            <a:xfrm>
              <a:off x="108751" y="56337"/>
              <a:ext cx="258454" cy="3575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38100" tIns="38100" rIns="38100" bIns="38100" numCol="1" anchor="ctr">
              <a:spAutoFit/>
            </a:bodyPr>
            <a:lstStyle>
              <a:lvl1pPr marR="56816" indent="56816" algn="ctr" defTabSz="1295400">
                <a:spcBef>
                  <a:spcPts val="1900"/>
                </a:spcBef>
                <a:defRPr sz="2000">
                  <a:uFill>
                    <a:solidFill>
                      <a:srgbClr val="1F497D"/>
                    </a:solidFill>
                  </a:uFill>
                </a:defRPr>
              </a:lvl1pPr>
            </a:lstStyle>
            <a:p>
              <a:pPr/>
              <a:r>
                <a:t>a</a:t>
              </a:r>
            </a:p>
          </p:txBody>
        </p:sp>
      </p:grpSp>
      <p:grpSp>
        <p:nvGrpSpPr>
          <p:cNvPr id="1055" name="成组"/>
          <p:cNvGrpSpPr/>
          <p:nvPr/>
        </p:nvGrpSpPr>
        <p:grpSpPr>
          <a:xfrm>
            <a:off x="1585610" y="1164165"/>
            <a:ext cx="1880174" cy="2056843"/>
            <a:chOff x="0" y="0"/>
            <a:chExt cx="1880173" cy="2056841"/>
          </a:xfrm>
        </p:grpSpPr>
        <p:sp>
          <p:nvSpPr>
            <p:cNvPr id="1049" name="Shape 717"/>
            <p:cNvSpPr/>
            <p:nvPr/>
          </p:nvSpPr>
          <p:spPr>
            <a:xfrm>
              <a:off x="0" y="0"/>
              <a:ext cx="526759" cy="514776"/>
            </a:xfrm>
            <a:prstGeom prst="ellipse">
              <a:avLst/>
            </a:prstGeom>
            <a:noFill/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0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050" name="Shape 718"/>
            <p:cNvSpPr txBox="1"/>
            <p:nvPr/>
          </p:nvSpPr>
          <p:spPr>
            <a:xfrm>
              <a:off x="108751" y="56337"/>
              <a:ext cx="258454" cy="3575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38100" tIns="38100" rIns="38100" bIns="38100" numCol="1" anchor="ctr">
              <a:spAutoFit/>
            </a:bodyPr>
            <a:lstStyle>
              <a:lvl1pPr marR="56816" indent="56816" algn="ctr" defTabSz="1295400">
                <a:spcBef>
                  <a:spcPts val="1900"/>
                </a:spcBef>
                <a:defRPr sz="2000">
                  <a:uFill>
                    <a:solidFill>
                      <a:srgbClr val="1F497D"/>
                    </a:solidFill>
                  </a:uFill>
                </a:defRPr>
              </a:lvl1pPr>
            </a:lstStyle>
            <a:p>
              <a:pPr/>
              <a:r>
                <a:t>a</a:t>
              </a:r>
            </a:p>
          </p:txBody>
        </p:sp>
        <p:sp>
          <p:nvSpPr>
            <p:cNvPr id="1051" name="Shape 729"/>
            <p:cNvSpPr/>
            <p:nvPr/>
          </p:nvSpPr>
          <p:spPr>
            <a:xfrm>
              <a:off x="1351493" y="1542063"/>
              <a:ext cx="528681" cy="514779"/>
            </a:xfrm>
            <a:prstGeom prst="ellipse">
              <a:avLst/>
            </a:prstGeom>
            <a:noFill/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0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052" name="Shape 730"/>
            <p:cNvSpPr txBox="1"/>
            <p:nvPr/>
          </p:nvSpPr>
          <p:spPr>
            <a:xfrm>
              <a:off x="1461206" y="1598400"/>
              <a:ext cx="258454" cy="3575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38100" tIns="38100" rIns="38100" bIns="38100" numCol="1" anchor="ctr">
              <a:spAutoFit/>
            </a:bodyPr>
            <a:lstStyle>
              <a:lvl1pPr marR="56816" indent="56816" algn="ctr" defTabSz="1295400">
                <a:spcBef>
                  <a:spcPts val="1900"/>
                </a:spcBef>
                <a:defRPr sz="2000">
                  <a:uFill>
                    <a:solidFill>
                      <a:srgbClr val="1F497D"/>
                    </a:solidFill>
                  </a:uFill>
                </a:defRPr>
              </a:lvl1pPr>
            </a:lstStyle>
            <a:p>
              <a:pPr/>
              <a:r>
                <a:t>e</a:t>
              </a:r>
            </a:p>
          </p:txBody>
        </p:sp>
        <p:sp>
          <p:nvSpPr>
            <p:cNvPr id="1053" name="Shape 739"/>
            <p:cNvSpPr/>
            <p:nvPr/>
          </p:nvSpPr>
          <p:spPr>
            <a:xfrm>
              <a:off x="451780" y="440267"/>
              <a:ext cx="972768" cy="1176304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054" name="Shape 751"/>
            <p:cNvSpPr txBox="1"/>
            <p:nvPr/>
          </p:nvSpPr>
          <p:spPr>
            <a:xfrm rot="3000000">
              <a:off x="824738" y="682695"/>
              <a:ext cx="426100" cy="3829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defTabSz="1295400">
                <a:spcBef>
                  <a:spcPts val="1900"/>
                </a:spcBef>
                <a:defRPr sz="2000">
                  <a:uFill>
                    <a:solidFill>
                      <a:srgbClr val="1F497D"/>
                    </a:solidFill>
                  </a:uFill>
                </a:defRPr>
              </a:lvl1pPr>
            </a:lstStyle>
            <a:p>
              <a:pPr/>
              <a:r>
                <a:t>14</a:t>
              </a:r>
            </a:p>
          </p:txBody>
        </p:sp>
      </p:grpSp>
      <p:grpSp>
        <p:nvGrpSpPr>
          <p:cNvPr id="1066" name="成组"/>
          <p:cNvGrpSpPr/>
          <p:nvPr/>
        </p:nvGrpSpPr>
        <p:grpSpPr>
          <a:xfrm>
            <a:off x="4239910" y="1164165"/>
            <a:ext cx="3529648" cy="2939634"/>
            <a:chOff x="0" y="0"/>
            <a:chExt cx="3529647" cy="2939632"/>
          </a:xfrm>
        </p:grpSpPr>
        <p:sp>
          <p:nvSpPr>
            <p:cNvPr id="1056" name="Shape 743"/>
            <p:cNvSpPr/>
            <p:nvPr/>
          </p:nvSpPr>
          <p:spPr>
            <a:xfrm>
              <a:off x="1854771" y="1921933"/>
              <a:ext cx="1169220" cy="657752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057" name="Shape 717"/>
            <p:cNvSpPr/>
            <p:nvPr/>
          </p:nvSpPr>
          <p:spPr>
            <a:xfrm>
              <a:off x="0" y="0"/>
              <a:ext cx="526759" cy="514776"/>
            </a:xfrm>
            <a:prstGeom prst="ellipse">
              <a:avLst/>
            </a:prstGeom>
            <a:noFill/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0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058" name="Shape 718"/>
            <p:cNvSpPr txBox="1"/>
            <p:nvPr/>
          </p:nvSpPr>
          <p:spPr>
            <a:xfrm>
              <a:off x="108751" y="56337"/>
              <a:ext cx="258454" cy="3575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38100" tIns="38100" rIns="38100" bIns="38100" numCol="1" anchor="ctr">
              <a:spAutoFit/>
            </a:bodyPr>
            <a:lstStyle>
              <a:lvl1pPr marR="56816" indent="56816" algn="ctr" defTabSz="1295400">
                <a:spcBef>
                  <a:spcPts val="1900"/>
                </a:spcBef>
                <a:defRPr sz="2000">
                  <a:uFill>
                    <a:solidFill>
                      <a:srgbClr val="1F497D"/>
                    </a:solidFill>
                  </a:uFill>
                </a:defRPr>
              </a:lvl1pPr>
            </a:lstStyle>
            <a:p>
              <a:pPr/>
              <a:r>
                <a:t>a</a:t>
              </a:r>
            </a:p>
          </p:txBody>
        </p:sp>
        <p:sp>
          <p:nvSpPr>
            <p:cNvPr id="1059" name="Shape 726"/>
            <p:cNvSpPr/>
            <p:nvPr/>
          </p:nvSpPr>
          <p:spPr>
            <a:xfrm>
              <a:off x="3006735" y="2424854"/>
              <a:ext cx="522913" cy="514779"/>
            </a:xfrm>
            <a:prstGeom prst="ellipse">
              <a:avLst/>
            </a:prstGeom>
            <a:noFill/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0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060" name="Shape 727"/>
            <p:cNvSpPr txBox="1"/>
            <p:nvPr/>
          </p:nvSpPr>
          <p:spPr>
            <a:xfrm>
              <a:off x="3093732" y="2506592"/>
              <a:ext cx="272717" cy="3575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38100" tIns="38100" rIns="38100" bIns="38100" numCol="1" anchor="ctr">
              <a:spAutoFit/>
            </a:bodyPr>
            <a:lstStyle>
              <a:lvl1pPr marR="56816" indent="56816" algn="ctr" defTabSz="1295400">
                <a:spcBef>
                  <a:spcPts val="1900"/>
                </a:spcBef>
                <a:defRPr sz="2000">
                  <a:uFill>
                    <a:solidFill>
                      <a:srgbClr val="1F497D"/>
                    </a:solidFill>
                  </a:uFill>
                </a:defRPr>
              </a:lvl1pPr>
            </a:lstStyle>
            <a:p>
              <a:pPr/>
              <a:r>
                <a:t>d</a:t>
              </a:r>
            </a:p>
          </p:txBody>
        </p:sp>
        <p:sp>
          <p:nvSpPr>
            <p:cNvPr id="1061" name="Shape 729"/>
            <p:cNvSpPr/>
            <p:nvPr/>
          </p:nvSpPr>
          <p:spPr>
            <a:xfrm>
              <a:off x="1351493" y="1542063"/>
              <a:ext cx="528681" cy="514779"/>
            </a:xfrm>
            <a:prstGeom prst="ellipse">
              <a:avLst/>
            </a:prstGeom>
            <a:noFill/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0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062" name="Shape 730"/>
            <p:cNvSpPr txBox="1"/>
            <p:nvPr/>
          </p:nvSpPr>
          <p:spPr>
            <a:xfrm>
              <a:off x="1461206" y="1598400"/>
              <a:ext cx="258454" cy="3575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38100" tIns="38100" rIns="38100" bIns="38100" numCol="1" anchor="ctr">
              <a:spAutoFit/>
            </a:bodyPr>
            <a:lstStyle>
              <a:lvl1pPr marR="56816" indent="56816" algn="ctr" defTabSz="1295400">
                <a:spcBef>
                  <a:spcPts val="1900"/>
                </a:spcBef>
                <a:defRPr sz="2000">
                  <a:uFill>
                    <a:solidFill>
                      <a:srgbClr val="1F497D"/>
                    </a:solidFill>
                  </a:uFill>
                </a:defRPr>
              </a:lvl1pPr>
            </a:lstStyle>
            <a:p>
              <a:pPr/>
              <a:r>
                <a:t>e</a:t>
              </a:r>
            </a:p>
          </p:txBody>
        </p:sp>
        <p:sp>
          <p:nvSpPr>
            <p:cNvPr id="1063" name="Shape 739"/>
            <p:cNvSpPr/>
            <p:nvPr/>
          </p:nvSpPr>
          <p:spPr>
            <a:xfrm>
              <a:off x="451780" y="440267"/>
              <a:ext cx="972768" cy="1176304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064" name="Shape 751"/>
            <p:cNvSpPr txBox="1"/>
            <p:nvPr/>
          </p:nvSpPr>
          <p:spPr>
            <a:xfrm rot="3000000">
              <a:off x="824738" y="682695"/>
              <a:ext cx="426100" cy="3829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defTabSz="1295400">
                <a:spcBef>
                  <a:spcPts val="1900"/>
                </a:spcBef>
                <a:defRPr sz="2000">
                  <a:uFill>
                    <a:solidFill>
                      <a:srgbClr val="1F497D"/>
                    </a:solidFill>
                  </a:uFill>
                </a:defRPr>
              </a:lvl1pPr>
            </a:lstStyle>
            <a:p>
              <a:pPr/>
              <a:r>
                <a:t>14</a:t>
              </a:r>
            </a:p>
          </p:txBody>
        </p:sp>
        <p:sp>
          <p:nvSpPr>
            <p:cNvPr id="1065" name="Shape 755"/>
            <p:cNvSpPr txBox="1"/>
            <p:nvPr/>
          </p:nvSpPr>
          <p:spPr>
            <a:xfrm rot="1800000">
              <a:off x="2297055" y="1858433"/>
              <a:ext cx="299100" cy="3829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defTabSz="1295400">
                <a:spcBef>
                  <a:spcPts val="1900"/>
                </a:spcBef>
                <a:defRPr sz="2000">
                  <a:uFill>
                    <a:solidFill>
                      <a:srgbClr val="1F497D"/>
                    </a:solidFill>
                  </a:uFill>
                </a:defRPr>
              </a:lvl1pPr>
            </a:lstStyle>
            <a:p>
              <a:pPr/>
              <a:r>
                <a:t>8</a:t>
              </a:r>
            </a:p>
          </p:txBody>
        </p:sp>
      </p:grpSp>
      <p:grpSp>
        <p:nvGrpSpPr>
          <p:cNvPr id="1081" name="成组"/>
          <p:cNvGrpSpPr/>
          <p:nvPr/>
        </p:nvGrpSpPr>
        <p:grpSpPr>
          <a:xfrm>
            <a:off x="8418210" y="1164165"/>
            <a:ext cx="5094592" cy="2939634"/>
            <a:chOff x="0" y="0"/>
            <a:chExt cx="5094591" cy="2939632"/>
          </a:xfrm>
        </p:grpSpPr>
        <p:sp>
          <p:nvSpPr>
            <p:cNvPr id="1067" name="Shape 745"/>
            <p:cNvSpPr/>
            <p:nvPr/>
          </p:nvSpPr>
          <p:spPr>
            <a:xfrm flipH="1">
              <a:off x="3505469" y="1223151"/>
              <a:ext cx="1126566" cy="1323060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068" name="Shape 743"/>
            <p:cNvSpPr/>
            <p:nvPr/>
          </p:nvSpPr>
          <p:spPr>
            <a:xfrm>
              <a:off x="1854771" y="1921933"/>
              <a:ext cx="1169220" cy="657752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069" name="Shape 717"/>
            <p:cNvSpPr/>
            <p:nvPr/>
          </p:nvSpPr>
          <p:spPr>
            <a:xfrm>
              <a:off x="0" y="0"/>
              <a:ext cx="526759" cy="514776"/>
            </a:xfrm>
            <a:prstGeom prst="ellipse">
              <a:avLst/>
            </a:prstGeom>
            <a:noFill/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0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070" name="Shape 718"/>
            <p:cNvSpPr txBox="1"/>
            <p:nvPr/>
          </p:nvSpPr>
          <p:spPr>
            <a:xfrm>
              <a:off x="108751" y="56337"/>
              <a:ext cx="258454" cy="3575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38100" tIns="38100" rIns="38100" bIns="38100" numCol="1" anchor="ctr">
              <a:spAutoFit/>
            </a:bodyPr>
            <a:lstStyle>
              <a:lvl1pPr marR="56816" indent="56816" algn="ctr" defTabSz="1295400">
                <a:spcBef>
                  <a:spcPts val="1900"/>
                </a:spcBef>
                <a:defRPr sz="2000">
                  <a:uFill>
                    <a:solidFill>
                      <a:srgbClr val="1F497D"/>
                    </a:solidFill>
                  </a:uFill>
                </a:defRPr>
              </a:lvl1pPr>
            </a:lstStyle>
            <a:p>
              <a:pPr/>
              <a:r>
                <a:t>a</a:t>
              </a:r>
            </a:p>
          </p:txBody>
        </p:sp>
        <p:sp>
          <p:nvSpPr>
            <p:cNvPr id="1071" name="Shape 723"/>
            <p:cNvSpPr/>
            <p:nvPr/>
          </p:nvSpPr>
          <p:spPr>
            <a:xfrm>
              <a:off x="4571679" y="804333"/>
              <a:ext cx="522913" cy="514777"/>
            </a:xfrm>
            <a:prstGeom prst="ellipse">
              <a:avLst/>
            </a:prstGeom>
            <a:noFill/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0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072" name="Shape 724"/>
            <p:cNvSpPr txBox="1"/>
            <p:nvPr/>
          </p:nvSpPr>
          <p:spPr>
            <a:xfrm>
              <a:off x="4691208" y="877322"/>
              <a:ext cx="258454" cy="3575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38100" tIns="38100" rIns="38100" bIns="38100" numCol="1" anchor="ctr">
              <a:spAutoFit/>
            </a:bodyPr>
            <a:lstStyle>
              <a:lvl1pPr marR="56816" indent="56816" algn="ctr" defTabSz="1295400">
                <a:spcBef>
                  <a:spcPts val="1900"/>
                </a:spcBef>
                <a:defRPr sz="2000">
                  <a:uFill>
                    <a:solidFill>
                      <a:srgbClr val="1F497D"/>
                    </a:solidFill>
                  </a:uFill>
                </a:defRPr>
              </a:lvl1pPr>
            </a:lstStyle>
            <a:p>
              <a:pPr/>
              <a:r>
                <a:t>c</a:t>
              </a:r>
            </a:p>
          </p:txBody>
        </p:sp>
        <p:sp>
          <p:nvSpPr>
            <p:cNvPr id="1073" name="Shape 726"/>
            <p:cNvSpPr/>
            <p:nvPr/>
          </p:nvSpPr>
          <p:spPr>
            <a:xfrm>
              <a:off x="3006735" y="2424854"/>
              <a:ext cx="522913" cy="514779"/>
            </a:xfrm>
            <a:prstGeom prst="ellipse">
              <a:avLst/>
            </a:prstGeom>
            <a:noFill/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0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074" name="Shape 727"/>
            <p:cNvSpPr txBox="1"/>
            <p:nvPr/>
          </p:nvSpPr>
          <p:spPr>
            <a:xfrm>
              <a:off x="3093732" y="2506592"/>
              <a:ext cx="272717" cy="3575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38100" tIns="38100" rIns="38100" bIns="38100" numCol="1" anchor="ctr">
              <a:spAutoFit/>
            </a:bodyPr>
            <a:lstStyle>
              <a:lvl1pPr marR="56816" indent="56816" algn="ctr" defTabSz="1295400">
                <a:spcBef>
                  <a:spcPts val="1900"/>
                </a:spcBef>
                <a:defRPr sz="2000">
                  <a:uFill>
                    <a:solidFill>
                      <a:srgbClr val="1F497D"/>
                    </a:solidFill>
                  </a:uFill>
                </a:defRPr>
              </a:lvl1pPr>
            </a:lstStyle>
            <a:p>
              <a:pPr/>
              <a:r>
                <a:t>d</a:t>
              </a:r>
            </a:p>
          </p:txBody>
        </p:sp>
        <p:sp>
          <p:nvSpPr>
            <p:cNvPr id="1075" name="Shape 729"/>
            <p:cNvSpPr/>
            <p:nvPr/>
          </p:nvSpPr>
          <p:spPr>
            <a:xfrm>
              <a:off x="1351493" y="1542063"/>
              <a:ext cx="528681" cy="514779"/>
            </a:xfrm>
            <a:prstGeom prst="ellipse">
              <a:avLst/>
            </a:prstGeom>
            <a:noFill/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0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076" name="Shape 730"/>
            <p:cNvSpPr txBox="1"/>
            <p:nvPr/>
          </p:nvSpPr>
          <p:spPr>
            <a:xfrm>
              <a:off x="1461206" y="1598400"/>
              <a:ext cx="258454" cy="3575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38100" tIns="38100" rIns="38100" bIns="38100" numCol="1" anchor="ctr">
              <a:spAutoFit/>
            </a:bodyPr>
            <a:lstStyle>
              <a:lvl1pPr marR="56816" indent="56816" algn="ctr" defTabSz="1295400">
                <a:spcBef>
                  <a:spcPts val="1900"/>
                </a:spcBef>
                <a:defRPr sz="2000">
                  <a:uFill>
                    <a:solidFill>
                      <a:srgbClr val="1F497D"/>
                    </a:solidFill>
                  </a:uFill>
                </a:defRPr>
              </a:lvl1pPr>
            </a:lstStyle>
            <a:p>
              <a:pPr/>
              <a:r>
                <a:t>e</a:t>
              </a:r>
            </a:p>
          </p:txBody>
        </p:sp>
        <p:sp>
          <p:nvSpPr>
            <p:cNvPr id="1077" name="Shape 739"/>
            <p:cNvSpPr/>
            <p:nvPr/>
          </p:nvSpPr>
          <p:spPr>
            <a:xfrm>
              <a:off x="451780" y="440267"/>
              <a:ext cx="972768" cy="1176304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078" name="Shape 751"/>
            <p:cNvSpPr txBox="1"/>
            <p:nvPr/>
          </p:nvSpPr>
          <p:spPr>
            <a:xfrm rot="3000000">
              <a:off x="824738" y="682695"/>
              <a:ext cx="426100" cy="3829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defTabSz="1295400">
                <a:spcBef>
                  <a:spcPts val="1900"/>
                </a:spcBef>
                <a:defRPr sz="2000">
                  <a:uFill>
                    <a:solidFill>
                      <a:srgbClr val="1F497D"/>
                    </a:solidFill>
                  </a:uFill>
                </a:defRPr>
              </a:lvl1pPr>
            </a:lstStyle>
            <a:p>
              <a:pPr/>
              <a:r>
                <a:t>14</a:t>
              </a:r>
            </a:p>
          </p:txBody>
        </p:sp>
        <p:sp>
          <p:nvSpPr>
            <p:cNvPr id="1079" name="Shape 755"/>
            <p:cNvSpPr txBox="1"/>
            <p:nvPr/>
          </p:nvSpPr>
          <p:spPr>
            <a:xfrm rot="1800000">
              <a:off x="2297055" y="1858433"/>
              <a:ext cx="299100" cy="3829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defTabSz="1295400">
                <a:spcBef>
                  <a:spcPts val="1900"/>
                </a:spcBef>
                <a:defRPr sz="2000">
                  <a:uFill>
                    <a:solidFill>
                      <a:srgbClr val="1F497D"/>
                    </a:solidFill>
                  </a:uFill>
                </a:defRPr>
              </a:lvl1pPr>
            </a:lstStyle>
            <a:p>
              <a:pPr/>
              <a:r>
                <a:t>8</a:t>
              </a:r>
            </a:p>
          </p:txBody>
        </p:sp>
        <p:sp>
          <p:nvSpPr>
            <p:cNvPr id="1080" name="Shape 757"/>
            <p:cNvSpPr txBox="1"/>
            <p:nvPr/>
          </p:nvSpPr>
          <p:spPr>
            <a:xfrm rot="18300000">
              <a:off x="4004903" y="1824002"/>
              <a:ext cx="299100" cy="3829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defTabSz="1295400">
                <a:spcBef>
                  <a:spcPts val="1900"/>
                </a:spcBef>
                <a:defRPr sz="2000">
                  <a:uFill>
                    <a:solidFill>
                      <a:srgbClr val="1F497D"/>
                    </a:solidFill>
                  </a:uFill>
                </a:defRPr>
              </a:lvl1pPr>
            </a:lstStyle>
            <a:p>
              <a:pPr/>
              <a:r>
                <a:t>3</a:t>
              </a:r>
            </a:p>
          </p:txBody>
        </p:sp>
      </p:grpSp>
      <p:grpSp>
        <p:nvGrpSpPr>
          <p:cNvPr id="1100" name="成组"/>
          <p:cNvGrpSpPr/>
          <p:nvPr/>
        </p:nvGrpSpPr>
        <p:grpSpPr>
          <a:xfrm>
            <a:off x="-2707316" y="5466725"/>
            <a:ext cx="5094592" cy="2939633"/>
            <a:chOff x="0" y="0"/>
            <a:chExt cx="5094591" cy="2939632"/>
          </a:xfrm>
        </p:grpSpPr>
        <p:sp>
          <p:nvSpPr>
            <p:cNvPr id="1082" name="Shape 745"/>
            <p:cNvSpPr/>
            <p:nvPr/>
          </p:nvSpPr>
          <p:spPr>
            <a:xfrm flipH="1">
              <a:off x="3505469" y="1223151"/>
              <a:ext cx="1126566" cy="1323060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083" name="Shape 744"/>
            <p:cNvSpPr/>
            <p:nvPr/>
          </p:nvSpPr>
          <p:spPr>
            <a:xfrm>
              <a:off x="3304719" y="293510"/>
              <a:ext cx="1278440" cy="661531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084" name="Shape 743"/>
            <p:cNvSpPr/>
            <p:nvPr/>
          </p:nvSpPr>
          <p:spPr>
            <a:xfrm>
              <a:off x="1854771" y="1921933"/>
              <a:ext cx="1169220" cy="657751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085" name="Shape 717"/>
            <p:cNvSpPr/>
            <p:nvPr/>
          </p:nvSpPr>
          <p:spPr>
            <a:xfrm>
              <a:off x="0" y="0"/>
              <a:ext cx="526759" cy="514776"/>
            </a:xfrm>
            <a:prstGeom prst="ellipse">
              <a:avLst/>
            </a:prstGeom>
            <a:noFill/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0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086" name="Shape 718"/>
            <p:cNvSpPr txBox="1"/>
            <p:nvPr/>
          </p:nvSpPr>
          <p:spPr>
            <a:xfrm>
              <a:off x="108751" y="56337"/>
              <a:ext cx="258454" cy="3575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38100" tIns="38100" rIns="38100" bIns="38100" numCol="1" anchor="ctr">
              <a:spAutoFit/>
            </a:bodyPr>
            <a:lstStyle>
              <a:lvl1pPr marR="56816" indent="56816" algn="ctr" defTabSz="1295400">
                <a:spcBef>
                  <a:spcPts val="1900"/>
                </a:spcBef>
                <a:defRPr sz="2000">
                  <a:uFill>
                    <a:solidFill>
                      <a:srgbClr val="1F497D"/>
                    </a:solidFill>
                  </a:uFill>
                </a:defRPr>
              </a:lvl1pPr>
            </a:lstStyle>
            <a:p>
              <a:pPr/>
              <a:r>
                <a:t>a</a:t>
              </a:r>
            </a:p>
          </p:txBody>
        </p:sp>
        <p:sp>
          <p:nvSpPr>
            <p:cNvPr id="1087" name="Shape 720"/>
            <p:cNvSpPr/>
            <p:nvPr/>
          </p:nvSpPr>
          <p:spPr>
            <a:xfrm>
              <a:off x="2777961" y="0"/>
              <a:ext cx="526759" cy="514776"/>
            </a:xfrm>
            <a:prstGeom prst="ellipse">
              <a:avLst/>
            </a:prstGeom>
            <a:noFill/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0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088" name="Shape 721"/>
            <p:cNvSpPr txBox="1"/>
            <p:nvPr/>
          </p:nvSpPr>
          <p:spPr>
            <a:xfrm>
              <a:off x="2904981" y="81737"/>
              <a:ext cx="272717" cy="3575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38100" tIns="38100" rIns="38100" bIns="38100" numCol="1" anchor="ctr">
              <a:spAutoFit/>
            </a:bodyPr>
            <a:lstStyle>
              <a:lvl1pPr marR="56816" indent="56816" algn="ctr" defTabSz="1295400">
                <a:spcBef>
                  <a:spcPts val="1900"/>
                </a:spcBef>
                <a:defRPr sz="2000">
                  <a:uFill>
                    <a:solidFill>
                      <a:srgbClr val="1F497D"/>
                    </a:solidFill>
                  </a:uFill>
                </a:defRPr>
              </a:lvl1pPr>
            </a:lstStyle>
            <a:p>
              <a:pPr/>
              <a:r>
                <a:t>b</a:t>
              </a:r>
            </a:p>
          </p:txBody>
        </p:sp>
        <p:sp>
          <p:nvSpPr>
            <p:cNvPr id="1089" name="Shape 723"/>
            <p:cNvSpPr/>
            <p:nvPr/>
          </p:nvSpPr>
          <p:spPr>
            <a:xfrm>
              <a:off x="4571679" y="804333"/>
              <a:ext cx="522913" cy="514777"/>
            </a:xfrm>
            <a:prstGeom prst="ellipse">
              <a:avLst/>
            </a:prstGeom>
            <a:noFill/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0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090" name="Shape 724"/>
            <p:cNvSpPr txBox="1"/>
            <p:nvPr/>
          </p:nvSpPr>
          <p:spPr>
            <a:xfrm>
              <a:off x="4691208" y="877322"/>
              <a:ext cx="258454" cy="3575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38100" tIns="38100" rIns="38100" bIns="38100" numCol="1" anchor="ctr">
              <a:spAutoFit/>
            </a:bodyPr>
            <a:lstStyle>
              <a:lvl1pPr marR="56816" indent="56816" algn="ctr" defTabSz="1295400">
                <a:spcBef>
                  <a:spcPts val="1900"/>
                </a:spcBef>
                <a:defRPr sz="2000">
                  <a:uFill>
                    <a:solidFill>
                      <a:srgbClr val="1F497D"/>
                    </a:solidFill>
                  </a:uFill>
                </a:defRPr>
              </a:lvl1pPr>
            </a:lstStyle>
            <a:p>
              <a:pPr/>
              <a:r>
                <a:t>c</a:t>
              </a:r>
            </a:p>
          </p:txBody>
        </p:sp>
        <p:sp>
          <p:nvSpPr>
            <p:cNvPr id="1091" name="Shape 726"/>
            <p:cNvSpPr/>
            <p:nvPr/>
          </p:nvSpPr>
          <p:spPr>
            <a:xfrm>
              <a:off x="3006735" y="2424854"/>
              <a:ext cx="522913" cy="514779"/>
            </a:xfrm>
            <a:prstGeom prst="ellipse">
              <a:avLst/>
            </a:prstGeom>
            <a:noFill/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0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092" name="Shape 727"/>
            <p:cNvSpPr txBox="1"/>
            <p:nvPr/>
          </p:nvSpPr>
          <p:spPr>
            <a:xfrm>
              <a:off x="3093732" y="2506591"/>
              <a:ext cx="272717" cy="3575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38100" tIns="38100" rIns="38100" bIns="38100" numCol="1" anchor="ctr">
              <a:spAutoFit/>
            </a:bodyPr>
            <a:lstStyle>
              <a:lvl1pPr marR="56816" indent="56816" algn="ctr" defTabSz="1295400">
                <a:spcBef>
                  <a:spcPts val="1900"/>
                </a:spcBef>
                <a:defRPr sz="2000">
                  <a:uFill>
                    <a:solidFill>
                      <a:srgbClr val="1F497D"/>
                    </a:solidFill>
                  </a:uFill>
                </a:defRPr>
              </a:lvl1pPr>
            </a:lstStyle>
            <a:p>
              <a:pPr/>
              <a:r>
                <a:t>d</a:t>
              </a:r>
            </a:p>
          </p:txBody>
        </p:sp>
        <p:sp>
          <p:nvSpPr>
            <p:cNvPr id="1093" name="Shape 729"/>
            <p:cNvSpPr/>
            <p:nvPr/>
          </p:nvSpPr>
          <p:spPr>
            <a:xfrm>
              <a:off x="1351493" y="1542062"/>
              <a:ext cx="528681" cy="514779"/>
            </a:xfrm>
            <a:prstGeom prst="ellipse">
              <a:avLst/>
            </a:prstGeom>
            <a:noFill/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0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094" name="Shape 730"/>
            <p:cNvSpPr txBox="1"/>
            <p:nvPr/>
          </p:nvSpPr>
          <p:spPr>
            <a:xfrm>
              <a:off x="1461206" y="1598400"/>
              <a:ext cx="258454" cy="3575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38100" tIns="38100" rIns="38100" bIns="38100" numCol="1" anchor="ctr">
              <a:spAutoFit/>
            </a:bodyPr>
            <a:lstStyle>
              <a:lvl1pPr marR="56816" indent="56816" algn="ctr" defTabSz="1295400">
                <a:spcBef>
                  <a:spcPts val="1900"/>
                </a:spcBef>
                <a:defRPr sz="2000">
                  <a:uFill>
                    <a:solidFill>
                      <a:srgbClr val="1F497D"/>
                    </a:solidFill>
                  </a:uFill>
                </a:defRPr>
              </a:lvl1pPr>
            </a:lstStyle>
            <a:p>
              <a:pPr/>
              <a:r>
                <a:t>e</a:t>
              </a:r>
            </a:p>
          </p:txBody>
        </p:sp>
        <p:sp>
          <p:nvSpPr>
            <p:cNvPr id="1095" name="Shape 739"/>
            <p:cNvSpPr/>
            <p:nvPr/>
          </p:nvSpPr>
          <p:spPr>
            <a:xfrm>
              <a:off x="451780" y="440267"/>
              <a:ext cx="972768" cy="1176304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096" name="Shape 750"/>
            <p:cNvSpPr txBox="1"/>
            <p:nvPr/>
          </p:nvSpPr>
          <p:spPr>
            <a:xfrm rot="1680000">
              <a:off x="3743097" y="198966"/>
              <a:ext cx="299100" cy="3829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defTabSz="1295400">
                <a:spcBef>
                  <a:spcPts val="1900"/>
                </a:spcBef>
                <a:defRPr sz="2000">
                  <a:uFill>
                    <a:solidFill>
                      <a:srgbClr val="1F497D"/>
                    </a:solidFill>
                  </a:uFill>
                </a:defRPr>
              </a:lvl1pPr>
            </a:lstStyle>
            <a:p>
              <a:pPr/>
              <a:r>
                <a:t>5</a:t>
              </a:r>
            </a:p>
          </p:txBody>
        </p:sp>
        <p:sp>
          <p:nvSpPr>
            <p:cNvPr id="1097" name="Shape 751"/>
            <p:cNvSpPr txBox="1"/>
            <p:nvPr/>
          </p:nvSpPr>
          <p:spPr>
            <a:xfrm rot="3000000">
              <a:off x="824738" y="682694"/>
              <a:ext cx="426100" cy="3829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defTabSz="1295400">
                <a:spcBef>
                  <a:spcPts val="1900"/>
                </a:spcBef>
                <a:defRPr sz="2000">
                  <a:uFill>
                    <a:solidFill>
                      <a:srgbClr val="1F497D"/>
                    </a:solidFill>
                  </a:uFill>
                </a:defRPr>
              </a:lvl1pPr>
            </a:lstStyle>
            <a:p>
              <a:pPr/>
              <a:r>
                <a:t>14</a:t>
              </a:r>
            </a:p>
          </p:txBody>
        </p:sp>
        <p:sp>
          <p:nvSpPr>
            <p:cNvPr id="1098" name="Shape 755"/>
            <p:cNvSpPr txBox="1"/>
            <p:nvPr/>
          </p:nvSpPr>
          <p:spPr>
            <a:xfrm rot="1800000">
              <a:off x="2297054" y="1858433"/>
              <a:ext cx="299100" cy="3829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defTabSz="1295400">
                <a:spcBef>
                  <a:spcPts val="1900"/>
                </a:spcBef>
                <a:defRPr sz="2000">
                  <a:uFill>
                    <a:solidFill>
                      <a:srgbClr val="1F497D"/>
                    </a:solidFill>
                  </a:uFill>
                </a:defRPr>
              </a:lvl1pPr>
            </a:lstStyle>
            <a:p>
              <a:pPr/>
              <a:r>
                <a:t>8</a:t>
              </a:r>
            </a:p>
          </p:txBody>
        </p:sp>
        <p:sp>
          <p:nvSpPr>
            <p:cNvPr id="1099" name="Shape 757"/>
            <p:cNvSpPr txBox="1"/>
            <p:nvPr/>
          </p:nvSpPr>
          <p:spPr>
            <a:xfrm rot="18300000">
              <a:off x="4004903" y="1824002"/>
              <a:ext cx="299100" cy="3829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defTabSz="1295400">
                <a:spcBef>
                  <a:spcPts val="1900"/>
                </a:spcBef>
                <a:defRPr sz="2000">
                  <a:uFill>
                    <a:solidFill>
                      <a:srgbClr val="1F497D"/>
                    </a:solidFill>
                  </a:uFill>
                </a:defRPr>
              </a:lvl1pPr>
            </a:lstStyle>
            <a:p>
              <a:pPr/>
              <a:r>
                <a:t>3</a:t>
              </a:r>
            </a:p>
          </p:txBody>
        </p:sp>
      </p:grpSp>
      <p:grpSp>
        <p:nvGrpSpPr>
          <p:cNvPr id="1123" name="成组"/>
          <p:cNvGrpSpPr/>
          <p:nvPr/>
        </p:nvGrpSpPr>
        <p:grpSpPr>
          <a:xfrm>
            <a:off x="3221001" y="5466725"/>
            <a:ext cx="5694401" cy="2939633"/>
            <a:chOff x="0" y="0"/>
            <a:chExt cx="5694399" cy="2939632"/>
          </a:xfrm>
        </p:grpSpPr>
        <p:sp>
          <p:nvSpPr>
            <p:cNvPr id="1101" name="Shape 733"/>
            <p:cNvSpPr txBox="1"/>
            <p:nvPr/>
          </p:nvSpPr>
          <p:spPr>
            <a:xfrm>
              <a:off x="86997" y="2468492"/>
              <a:ext cx="272717" cy="3575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38100" tIns="38100" rIns="38100" bIns="38100" numCol="1" anchor="ctr">
              <a:spAutoFit/>
            </a:bodyPr>
            <a:lstStyle>
              <a:lvl1pPr marR="56816" indent="56816" algn="ctr" defTabSz="1295400">
                <a:spcBef>
                  <a:spcPts val="1900"/>
                </a:spcBef>
                <a:defRPr sz="2000">
                  <a:uFill>
                    <a:solidFill>
                      <a:srgbClr val="1F497D"/>
                    </a:solidFill>
                  </a:uFill>
                </a:defRPr>
              </a:lvl1pPr>
            </a:lstStyle>
            <a:p>
              <a:pPr/>
              <a:r>
                <a:t>g</a:t>
              </a:r>
            </a:p>
          </p:txBody>
        </p:sp>
        <p:sp>
          <p:nvSpPr>
            <p:cNvPr id="1102" name="Shape 742"/>
            <p:cNvSpPr/>
            <p:nvPr/>
          </p:nvSpPr>
          <p:spPr>
            <a:xfrm flipV="1">
              <a:off x="522910" y="1905957"/>
              <a:ext cx="1452696" cy="739315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103" name="Shape 745"/>
            <p:cNvSpPr/>
            <p:nvPr/>
          </p:nvSpPr>
          <p:spPr>
            <a:xfrm flipH="1">
              <a:off x="4105278" y="1223151"/>
              <a:ext cx="1126566" cy="1323060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104" name="Shape 744"/>
            <p:cNvSpPr/>
            <p:nvPr/>
          </p:nvSpPr>
          <p:spPr>
            <a:xfrm>
              <a:off x="3904527" y="293511"/>
              <a:ext cx="1278440" cy="661531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105" name="Shape 743"/>
            <p:cNvSpPr/>
            <p:nvPr/>
          </p:nvSpPr>
          <p:spPr>
            <a:xfrm>
              <a:off x="2454580" y="1921933"/>
              <a:ext cx="1169219" cy="657751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106" name="Shape 717"/>
            <p:cNvSpPr/>
            <p:nvPr/>
          </p:nvSpPr>
          <p:spPr>
            <a:xfrm>
              <a:off x="599808" y="0"/>
              <a:ext cx="526759" cy="514776"/>
            </a:xfrm>
            <a:prstGeom prst="ellipse">
              <a:avLst/>
            </a:prstGeom>
            <a:noFill/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0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107" name="Shape 718"/>
            <p:cNvSpPr txBox="1"/>
            <p:nvPr/>
          </p:nvSpPr>
          <p:spPr>
            <a:xfrm>
              <a:off x="708559" y="56337"/>
              <a:ext cx="258454" cy="3575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38100" tIns="38100" rIns="38100" bIns="38100" numCol="1" anchor="ctr">
              <a:spAutoFit/>
            </a:bodyPr>
            <a:lstStyle>
              <a:lvl1pPr marR="56816" indent="56816" algn="ctr" defTabSz="1295400">
                <a:spcBef>
                  <a:spcPts val="1900"/>
                </a:spcBef>
                <a:defRPr sz="2000">
                  <a:uFill>
                    <a:solidFill>
                      <a:srgbClr val="1F497D"/>
                    </a:solidFill>
                  </a:uFill>
                </a:defRPr>
              </a:lvl1pPr>
            </a:lstStyle>
            <a:p>
              <a:pPr/>
              <a:r>
                <a:t>a</a:t>
              </a:r>
            </a:p>
          </p:txBody>
        </p:sp>
        <p:sp>
          <p:nvSpPr>
            <p:cNvPr id="1108" name="Shape 720"/>
            <p:cNvSpPr/>
            <p:nvPr/>
          </p:nvSpPr>
          <p:spPr>
            <a:xfrm>
              <a:off x="3377769" y="0"/>
              <a:ext cx="526759" cy="514776"/>
            </a:xfrm>
            <a:prstGeom prst="ellipse">
              <a:avLst/>
            </a:prstGeom>
            <a:noFill/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0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109" name="Shape 721"/>
            <p:cNvSpPr txBox="1"/>
            <p:nvPr/>
          </p:nvSpPr>
          <p:spPr>
            <a:xfrm>
              <a:off x="3504790" y="81737"/>
              <a:ext cx="272717" cy="3575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38100" tIns="38100" rIns="38100" bIns="38100" numCol="1" anchor="ctr">
              <a:spAutoFit/>
            </a:bodyPr>
            <a:lstStyle>
              <a:lvl1pPr marR="56816" indent="56816" algn="ctr" defTabSz="1295400">
                <a:spcBef>
                  <a:spcPts val="1900"/>
                </a:spcBef>
                <a:defRPr sz="2000">
                  <a:uFill>
                    <a:solidFill>
                      <a:srgbClr val="1F497D"/>
                    </a:solidFill>
                  </a:uFill>
                </a:defRPr>
              </a:lvl1pPr>
            </a:lstStyle>
            <a:p>
              <a:pPr/>
              <a:r>
                <a:t>b</a:t>
              </a:r>
            </a:p>
          </p:txBody>
        </p:sp>
        <p:sp>
          <p:nvSpPr>
            <p:cNvPr id="1110" name="Shape 723"/>
            <p:cNvSpPr/>
            <p:nvPr/>
          </p:nvSpPr>
          <p:spPr>
            <a:xfrm>
              <a:off x="5171487" y="804333"/>
              <a:ext cx="522913" cy="514777"/>
            </a:xfrm>
            <a:prstGeom prst="ellipse">
              <a:avLst/>
            </a:prstGeom>
            <a:noFill/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0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111" name="Shape 724"/>
            <p:cNvSpPr txBox="1"/>
            <p:nvPr/>
          </p:nvSpPr>
          <p:spPr>
            <a:xfrm>
              <a:off x="5291016" y="877322"/>
              <a:ext cx="258455" cy="3575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38100" tIns="38100" rIns="38100" bIns="38100" numCol="1" anchor="ctr">
              <a:spAutoFit/>
            </a:bodyPr>
            <a:lstStyle>
              <a:lvl1pPr marR="56816" indent="56816" algn="ctr" defTabSz="1295400">
                <a:spcBef>
                  <a:spcPts val="1900"/>
                </a:spcBef>
                <a:defRPr sz="2000">
                  <a:uFill>
                    <a:solidFill>
                      <a:srgbClr val="1F497D"/>
                    </a:solidFill>
                  </a:uFill>
                </a:defRPr>
              </a:lvl1pPr>
            </a:lstStyle>
            <a:p>
              <a:pPr/>
              <a:r>
                <a:t>c</a:t>
              </a:r>
            </a:p>
          </p:txBody>
        </p:sp>
        <p:sp>
          <p:nvSpPr>
            <p:cNvPr id="1112" name="Shape 726"/>
            <p:cNvSpPr/>
            <p:nvPr/>
          </p:nvSpPr>
          <p:spPr>
            <a:xfrm>
              <a:off x="3606543" y="2424854"/>
              <a:ext cx="522913" cy="514779"/>
            </a:xfrm>
            <a:prstGeom prst="ellipse">
              <a:avLst/>
            </a:prstGeom>
            <a:noFill/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0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113" name="Shape 727"/>
            <p:cNvSpPr txBox="1"/>
            <p:nvPr/>
          </p:nvSpPr>
          <p:spPr>
            <a:xfrm>
              <a:off x="3693540" y="2506592"/>
              <a:ext cx="272717" cy="3575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38100" tIns="38100" rIns="38100" bIns="38100" numCol="1" anchor="ctr">
              <a:spAutoFit/>
            </a:bodyPr>
            <a:lstStyle>
              <a:lvl1pPr marR="56816" indent="56816" algn="ctr" defTabSz="1295400">
                <a:spcBef>
                  <a:spcPts val="1900"/>
                </a:spcBef>
                <a:defRPr sz="2000">
                  <a:uFill>
                    <a:solidFill>
                      <a:srgbClr val="1F497D"/>
                    </a:solidFill>
                  </a:uFill>
                </a:defRPr>
              </a:lvl1pPr>
            </a:lstStyle>
            <a:p>
              <a:pPr/>
              <a:r>
                <a:t>d</a:t>
              </a:r>
            </a:p>
          </p:txBody>
        </p:sp>
        <p:sp>
          <p:nvSpPr>
            <p:cNvPr id="1114" name="Shape 729"/>
            <p:cNvSpPr/>
            <p:nvPr/>
          </p:nvSpPr>
          <p:spPr>
            <a:xfrm>
              <a:off x="1951301" y="1542062"/>
              <a:ext cx="528681" cy="514779"/>
            </a:xfrm>
            <a:prstGeom prst="ellipse">
              <a:avLst/>
            </a:prstGeom>
            <a:noFill/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0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115" name="Shape 730"/>
            <p:cNvSpPr txBox="1"/>
            <p:nvPr/>
          </p:nvSpPr>
          <p:spPr>
            <a:xfrm>
              <a:off x="2061014" y="1598400"/>
              <a:ext cx="258455" cy="3575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38100" tIns="38100" rIns="38100" bIns="38100" numCol="1" anchor="ctr">
              <a:spAutoFit/>
            </a:bodyPr>
            <a:lstStyle>
              <a:lvl1pPr marR="56816" indent="56816" algn="ctr" defTabSz="1295400">
                <a:spcBef>
                  <a:spcPts val="1900"/>
                </a:spcBef>
                <a:defRPr sz="2000">
                  <a:uFill>
                    <a:solidFill>
                      <a:srgbClr val="1F497D"/>
                    </a:solidFill>
                  </a:uFill>
                </a:defRPr>
              </a:lvl1pPr>
            </a:lstStyle>
            <a:p>
              <a:pPr/>
              <a:r>
                <a:t>e</a:t>
              </a:r>
            </a:p>
          </p:txBody>
        </p:sp>
        <p:sp>
          <p:nvSpPr>
            <p:cNvPr id="1116" name="Shape 732"/>
            <p:cNvSpPr/>
            <p:nvPr/>
          </p:nvSpPr>
          <p:spPr>
            <a:xfrm>
              <a:off x="0" y="2424854"/>
              <a:ext cx="522913" cy="514779"/>
            </a:xfrm>
            <a:prstGeom prst="ellipse">
              <a:avLst/>
            </a:prstGeom>
            <a:noFill/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0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117" name="Shape 739"/>
            <p:cNvSpPr/>
            <p:nvPr/>
          </p:nvSpPr>
          <p:spPr>
            <a:xfrm>
              <a:off x="1051588" y="440267"/>
              <a:ext cx="972768" cy="1176304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118" name="Shape 750"/>
            <p:cNvSpPr txBox="1"/>
            <p:nvPr/>
          </p:nvSpPr>
          <p:spPr>
            <a:xfrm rot="1680000">
              <a:off x="4342905" y="198966"/>
              <a:ext cx="299100" cy="3829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defTabSz="1295400">
                <a:spcBef>
                  <a:spcPts val="1900"/>
                </a:spcBef>
                <a:defRPr sz="2000">
                  <a:uFill>
                    <a:solidFill>
                      <a:srgbClr val="1F497D"/>
                    </a:solidFill>
                  </a:uFill>
                </a:defRPr>
              </a:lvl1pPr>
            </a:lstStyle>
            <a:p>
              <a:pPr/>
              <a:r>
                <a:t>5</a:t>
              </a:r>
            </a:p>
          </p:txBody>
        </p:sp>
        <p:sp>
          <p:nvSpPr>
            <p:cNvPr id="1119" name="Shape 751"/>
            <p:cNvSpPr txBox="1"/>
            <p:nvPr/>
          </p:nvSpPr>
          <p:spPr>
            <a:xfrm rot="3000000">
              <a:off x="1424546" y="682695"/>
              <a:ext cx="426100" cy="3829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defTabSz="1295400">
                <a:spcBef>
                  <a:spcPts val="1900"/>
                </a:spcBef>
                <a:defRPr sz="2000">
                  <a:uFill>
                    <a:solidFill>
                      <a:srgbClr val="1F497D"/>
                    </a:solidFill>
                  </a:uFill>
                </a:defRPr>
              </a:lvl1pPr>
            </a:lstStyle>
            <a:p>
              <a:pPr/>
              <a:r>
                <a:t>14</a:t>
              </a:r>
            </a:p>
          </p:txBody>
        </p:sp>
        <p:sp>
          <p:nvSpPr>
            <p:cNvPr id="1120" name="Shape 754"/>
            <p:cNvSpPr txBox="1"/>
            <p:nvPr/>
          </p:nvSpPr>
          <p:spPr>
            <a:xfrm rot="20040000">
              <a:off x="984709" y="1916854"/>
              <a:ext cx="426100" cy="3829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defTabSz="1295400">
                <a:spcBef>
                  <a:spcPts val="1900"/>
                </a:spcBef>
                <a:defRPr sz="2000">
                  <a:uFill>
                    <a:solidFill>
                      <a:srgbClr val="1F497D"/>
                    </a:solidFill>
                  </a:uFill>
                </a:defRPr>
              </a:lvl1pPr>
            </a:lstStyle>
            <a:p>
              <a:pPr/>
              <a:r>
                <a:t>16</a:t>
              </a:r>
            </a:p>
          </p:txBody>
        </p:sp>
        <p:sp>
          <p:nvSpPr>
            <p:cNvPr id="1121" name="Shape 755"/>
            <p:cNvSpPr txBox="1"/>
            <p:nvPr/>
          </p:nvSpPr>
          <p:spPr>
            <a:xfrm rot="1800000">
              <a:off x="2896863" y="1858433"/>
              <a:ext cx="299100" cy="3829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defTabSz="1295400">
                <a:spcBef>
                  <a:spcPts val="1900"/>
                </a:spcBef>
                <a:defRPr sz="2000">
                  <a:uFill>
                    <a:solidFill>
                      <a:srgbClr val="1F497D"/>
                    </a:solidFill>
                  </a:uFill>
                </a:defRPr>
              </a:lvl1pPr>
            </a:lstStyle>
            <a:p>
              <a:pPr/>
              <a:r>
                <a:t>8</a:t>
              </a:r>
            </a:p>
          </p:txBody>
        </p:sp>
        <p:sp>
          <p:nvSpPr>
            <p:cNvPr id="1122" name="Shape 757"/>
            <p:cNvSpPr txBox="1"/>
            <p:nvPr/>
          </p:nvSpPr>
          <p:spPr>
            <a:xfrm rot="18300000">
              <a:off x="4604711" y="1824002"/>
              <a:ext cx="299100" cy="3829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defTabSz="1295400">
                <a:spcBef>
                  <a:spcPts val="1900"/>
                </a:spcBef>
                <a:defRPr sz="2000">
                  <a:uFill>
                    <a:solidFill>
                      <a:srgbClr val="1F497D"/>
                    </a:solidFill>
                  </a:uFill>
                </a:defRPr>
              </a:lvl1pPr>
            </a:lstStyle>
            <a:p>
              <a:pPr/>
              <a:r>
                <a:t>3</a:t>
              </a:r>
            </a:p>
          </p:txBody>
        </p:sp>
      </p:grpSp>
      <p:grpSp>
        <p:nvGrpSpPr>
          <p:cNvPr id="1150" name="成组"/>
          <p:cNvGrpSpPr/>
          <p:nvPr/>
        </p:nvGrpSpPr>
        <p:grpSpPr>
          <a:xfrm>
            <a:off x="9456701" y="5466725"/>
            <a:ext cx="5694401" cy="4041429"/>
            <a:chOff x="0" y="0"/>
            <a:chExt cx="5694399" cy="4041427"/>
          </a:xfrm>
        </p:grpSpPr>
        <p:sp>
          <p:nvSpPr>
            <p:cNvPr id="1124" name="Shape 742"/>
            <p:cNvSpPr/>
            <p:nvPr/>
          </p:nvSpPr>
          <p:spPr>
            <a:xfrm flipV="1">
              <a:off x="522910" y="1905957"/>
              <a:ext cx="1452697" cy="739315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125" name="Shape 745"/>
            <p:cNvSpPr/>
            <p:nvPr/>
          </p:nvSpPr>
          <p:spPr>
            <a:xfrm flipH="1">
              <a:off x="4105278" y="1223151"/>
              <a:ext cx="1126566" cy="1323060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126" name="Shape 744"/>
            <p:cNvSpPr/>
            <p:nvPr/>
          </p:nvSpPr>
          <p:spPr>
            <a:xfrm>
              <a:off x="3904527" y="293511"/>
              <a:ext cx="1278440" cy="661531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127" name="Shape 743"/>
            <p:cNvSpPr/>
            <p:nvPr/>
          </p:nvSpPr>
          <p:spPr>
            <a:xfrm>
              <a:off x="2454580" y="1921934"/>
              <a:ext cx="1169219" cy="657751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128" name="Shape 717"/>
            <p:cNvSpPr/>
            <p:nvPr/>
          </p:nvSpPr>
          <p:spPr>
            <a:xfrm>
              <a:off x="599808" y="0"/>
              <a:ext cx="526759" cy="514776"/>
            </a:xfrm>
            <a:prstGeom prst="ellipse">
              <a:avLst/>
            </a:prstGeom>
            <a:noFill/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0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129" name="Shape 718"/>
            <p:cNvSpPr txBox="1"/>
            <p:nvPr/>
          </p:nvSpPr>
          <p:spPr>
            <a:xfrm>
              <a:off x="708559" y="56337"/>
              <a:ext cx="258454" cy="3575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38100" tIns="38100" rIns="38100" bIns="38100" numCol="1" anchor="ctr">
              <a:spAutoFit/>
            </a:bodyPr>
            <a:lstStyle>
              <a:lvl1pPr marR="56816" indent="56816" algn="ctr" defTabSz="1295400">
                <a:spcBef>
                  <a:spcPts val="1900"/>
                </a:spcBef>
                <a:defRPr sz="2000">
                  <a:uFill>
                    <a:solidFill>
                      <a:srgbClr val="1F497D"/>
                    </a:solidFill>
                  </a:uFill>
                </a:defRPr>
              </a:lvl1pPr>
            </a:lstStyle>
            <a:p>
              <a:pPr/>
              <a:r>
                <a:t>a</a:t>
              </a:r>
            </a:p>
          </p:txBody>
        </p:sp>
        <p:sp>
          <p:nvSpPr>
            <p:cNvPr id="1130" name="Shape 720"/>
            <p:cNvSpPr/>
            <p:nvPr/>
          </p:nvSpPr>
          <p:spPr>
            <a:xfrm>
              <a:off x="3377769" y="0"/>
              <a:ext cx="526759" cy="514776"/>
            </a:xfrm>
            <a:prstGeom prst="ellipse">
              <a:avLst/>
            </a:prstGeom>
            <a:noFill/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0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131" name="Shape 721"/>
            <p:cNvSpPr txBox="1"/>
            <p:nvPr/>
          </p:nvSpPr>
          <p:spPr>
            <a:xfrm>
              <a:off x="3504790" y="81737"/>
              <a:ext cx="272717" cy="3575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38100" tIns="38100" rIns="38100" bIns="38100" numCol="1" anchor="ctr">
              <a:spAutoFit/>
            </a:bodyPr>
            <a:lstStyle>
              <a:lvl1pPr marR="56816" indent="56816" algn="ctr" defTabSz="1295400">
                <a:spcBef>
                  <a:spcPts val="1900"/>
                </a:spcBef>
                <a:defRPr sz="2000">
                  <a:uFill>
                    <a:solidFill>
                      <a:srgbClr val="1F497D"/>
                    </a:solidFill>
                  </a:uFill>
                </a:defRPr>
              </a:lvl1pPr>
            </a:lstStyle>
            <a:p>
              <a:pPr/>
              <a:r>
                <a:t>b</a:t>
              </a:r>
            </a:p>
          </p:txBody>
        </p:sp>
        <p:sp>
          <p:nvSpPr>
            <p:cNvPr id="1132" name="Shape 723"/>
            <p:cNvSpPr/>
            <p:nvPr/>
          </p:nvSpPr>
          <p:spPr>
            <a:xfrm>
              <a:off x="5171487" y="804333"/>
              <a:ext cx="522913" cy="514777"/>
            </a:xfrm>
            <a:prstGeom prst="ellipse">
              <a:avLst/>
            </a:prstGeom>
            <a:noFill/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0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133" name="Shape 724"/>
            <p:cNvSpPr txBox="1"/>
            <p:nvPr/>
          </p:nvSpPr>
          <p:spPr>
            <a:xfrm>
              <a:off x="5291016" y="877322"/>
              <a:ext cx="258455" cy="3575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38100" tIns="38100" rIns="38100" bIns="38100" numCol="1" anchor="ctr">
              <a:spAutoFit/>
            </a:bodyPr>
            <a:lstStyle>
              <a:lvl1pPr marR="56816" indent="56816" algn="ctr" defTabSz="1295400">
                <a:spcBef>
                  <a:spcPts val="1900"/>
                </a:spcBef>
                <a:defRPr sz="2000">
                  <a:uFill>
                    <a:solidFill>
                      <a:srgbClr val="1F497D"/>
                    </a:solidFill>
                  </a:uFill>
                </a:defRPr>
              </a:lvl1pPr>
            </a:lstStyle>
            <a:p>
              <a:pPr/>
              <a:r>
                <a:t>c</a:t>
              </a:r>
            </a:p>
          </p:txBody>
        </p:sp>
        <p:sp>
          <p:nvSpPr>
            <p:cNvPr id="1134" name="Shape 726"/>
            <p:cNvSpPr/>
            <p:nvPr/>
          </p:nvSpPr>
          <p:spPr>
            <a:xfrm>
              <a:off x="3606543" y="2424854"/>
              <a:ext cx="522913" cy="514779"/>
            </a:xfrm>
            <a:prstGeom prst="ellipse">
              <a:avLst/>
            </a:prstGeom>
            <a:noFill/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0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135" name="Shape 727"/>
            <p:cNvSpPr txBox="1"/>
            <p:nvPr/>
          </p:nvSpPr>
          <p:spPr>
            <a:xfrm>
              <a:off x="3693540" y="2506591"/>
              <a:ext cx="272717" cy="3575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38100" tIns="38100" rIns="38100" bIns="38100" numCol="1" anchor="ctr">
              <a:spAutoFit/>
            </a:bodyPr>
            <a:lstStyle>
              <a:lvl1pPr marR="56816" indent="56816" algn="ctr" defTabSz="1295400">
                <a:spcBef>
                  <a:spcPts val="1900"/>
                </a:spcBef>
                <a:defRPr sz="2000">
                  <a:uFill>
                    <a:solidFill>
                      <a:srgbClr val="1F497D"/>
                    </a:solidFill>
                  </a:uFill>
                </a:defRPr>
              </a:lvl1pPr>
            </a:lstStyle>
            <a:p>
              <a:pPr/>
              <a:r>
                <a:t>d</a:t>
              </a:r>
            </a:p>
          </p:txBody>
        </p:sp>
        <p:sp>
          <p:nvSpPr>
            <p:cNvPr id="1136" name="Shape 729"/>
            <p:cNvSpPr/>
            <p:nvPr/>
          </p:nvSpPr>
          <p:spPr>
            <a:xfrm>
              <a:off x="1951301" y="1542062"/>
              <a:ext cx="528681" cy="514779"/>
            </a:xfrm>
            <a:prstGeom prst="ellipse">
              <a:avLst/>
            </a:prstGeom>
            <a:noFill/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0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137" name="Shape 730"/>
            <p:cNvSpPr txBox="1"/>
            <p:nvPr/>
          </p:nvSpPr>
          <p:spPr>
            <a:xfrm>
              <a:off x="2061014" y="1598400"/>
              <a:ext cx="258455" cy="3575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38100" tIns="38100" rIns="38100" bIns="38100" numCol="1" anchor="ctr">
              <a:spAutoFit/>
            </a:bodyPr>
            <a:lstStyle>
              <a:lvl1pPr marR="56816" indent="56816" algn="ctr" defTabSz="1295400">
                <a:spcBef>
                  <a:spcPts val="1900"/>
                </a:spcBef>
                <a:defRPr sz="2000">
                  <a:uFill>
                    <a:solidFill>
                      <a:srgbClr val="1F497D"/>
                    </a:solidFill>
                  </a:uFill>
                </a:defRPr>
              </a:lvl1pPr>
            </a:lstStyle>
            <a:p>
              <a:pPr/>
              <a:r>
                <a:t>e</a:t>
              </a:r>
            </a:p>
          </p:txBody>
        </p:sp>
        <p:sp>
          <p:nvSpPr>
            <p:cNvPr id="1138" name="Shape 732"/>
            <p:cNvSpPr/>
            <p:nvPr/>
          </p:nvSpPr>
          <p:spPr>
            <a:xfrm>
              <a:off x="0" y="2424854"/>
              <a:ext cx="522913" cy="514779"/>
            </a:xfrm>
            <a:prstGeom prst="ellipse">
              <a:avLst/>
            </a:prstGeom>
            <a:noFill/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0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139" name="Shape 733"/>
            <p:cNvSpPr txBox="1"/>
            <p:nvPr/>
          </p:nvSpPr>
          <p:spPr>
            <a:xfrm>
              <a:off x="86998" y="2468491"/>
              <a:ext cx="272717" cy="3575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38100" tIns="38100" rIns="38100" bIns="38100" numCol="1" anchor="ctr">
              <a:spAutoFit/>
            </a:bodyPr>
            <a:lstStyle>
              <a:lvl1pPr marR="56816" indent="56816" algn="ctr" defTabSz="1295400">
                <a:spcBef>
                  <a:spcPts val="1900"/>
                </a:spcBef>
                <a:defRPr sz="2000">
                  <a:uFill>
                    <a:solidFill>
                      <a:srgbClr val="1F497D"/>
                    </a:solidFill>
                  </a:uFill>
                </a:defRPr>
              </a:lvl1pPr>
            </a:lstStyle>
            <a:p>
              <a:pPr/>
              <a:r>
                <a:t>g</a:t>
              </a:r>
            </a:p>
          </p:txBody>
        </p:sp>
        <p:sp>
          <p:nvSpPr>
            <p:cNvPr id="1140" name="Shape 735"/>
            <p:cNvSpPr/>
            <p:nvPr/>
          </p:nvSpPr>
          <p:spPr>
            <a:xfrm>
              <a:off x="2253127" y="3526649"/>
              <a:ext cx="522915" cy="514779"/>
            </a:xfrm>
            <a:prstGeom prst="ellipse">
              <a:avLst/>
            </a:prstGeom>
            <a:noFill/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0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141" name="Shape 736"/>
            <p:cNvSpPr txBox="1"/>
            <p:nvPr/>
          </p:nvSpPr>
          <p:spPr>
            <a:xfrm>
              <a:off x="2361334" y="3608387"/>
              <a:ext cx="230301" cy="3575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38100" tIns="38100" rIns="38100" bIns="38100" numCol="1" anchor="ctr">
              <a:spAutoFit/>
            </a:bodyPr>
            <a:lstStyle>
              <a:lvl1pPr marR="56816" indent="56816" algn="ctr" defTabSz="1295400">
                <a:spcBef>
                  <a:spcPts val="1900"/>
                </a:spcBef>
                <a:defRPr sz="2000">
                  <a:uFill>
                    <a:solidFill>
                      <a:srgbClr val="1F497D"/>
                    </a:solidFill>
                  </a:uFill>
                </a:defRPr>
              </a:lvl1pPr>
            </a:lstStyle>
            <a:p>
              <a:pPr/>
              <a:r>
                <a:t>f</a:t>
              </a:r>
            </a:p>
          </p:txBody>
        </p:sp>
        <p:sp>
          <p:nvSpPr>
            <p:cNvPr id="1142" name="Shape 739"/>
            <p:cNvSpPr/>
            <p:nvPr/>
          </p:nvSpPr>
          <p:spPr>
            <a:xfrm>
              <a:off x="1051588" y="440267"/>
              <a:ext cx="972768" cy="1176304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143" name="Shape 748"/>
            <p:cNvSpPr/>
            <p:nvPr/>
          </p:nvSpPr>
          <p:spPr>
            <a:xfrm flipH="1">
              <a:off x="2765261" y="2865121"/>
              <a:ext cx="903560" cy="808286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144" name="Shape 750"/>
            <p:cNvSpPr txBox="1"/>
            <p:nvPr/>
          </p:nvSpPr>
          <p:spPr>
            <a:xfrm rot="1680000">
              <a:off x="4342905" y="198966"/>
              <a:ext cx="299100" cy="3829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defTabSz="1295400">
                <a:spcBef>
                  <a:spcPts val="1900"/>
                </a:spcBef>
                <a:defRPr sz="2000">
                  <a:uFill>
                    <a:solidFill>
                      <a:srgbClr val="1F497D"/>
                    </a:solidFill>
                  </a:uFill>
                </a:defRPr>
              </a:lvl1pPr>
            </a:lstStyle>
            <a:p>
              <a:pPr/>
              <a:r>
                <a:t>5</a:t>
              </a:r>
            </a:p>
          </p:txBody>
        </p:sp>
        <p:sp>
          <p:nvSpPr>
            <p:cNvPr id="1145" name="Shape 751"/>
            <p:cNvSpPr txBox="1"/>
            <p:nvPr/>
          </p:nvSpPr>
          <p:spPr>
            <a:xfrm rot="3000000">
              <a:off x="1424546" y="682695"/>
              <a:ext cx="426100" cy="3829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defTabSz="1295400">
                <a:spcBef>
                  <a:spcPts val="1900"/>
                </a:spcBef>
                <a:defRPr sz="2000">
                  <a:uFill>
                    <a:solidFill>
                      <a:srgbClr val="1F497D"/>
                    </a:solidFill>
                  </a:uFill>
                </a:defRPr>
              </a:lvl1pPr>
            </a:lstStyle>
            <a:p>
              <a:pPr/>
              <a:r>
                <a:t>14</a:t>
              </a:r>
            </a:p>
          </p:txBody>
        </p:sp>
        <p:sp>
          <p:nvSpPr>
            <p:cNvPr id="1146" name="Shape 754"/>
            <p:cNvSpPr txBox="1"/>
            <p:nvPr/>
          </p:nvSpPr>
          <p:spPr>
            <a:xfrm rot="20040000">
              <a:off x="984709" y="1916853"/>
              <a:ext cx="426100" cy="3829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defTabSz="1295400">
                <a:spcBef>
                  <a:spcPts val="1900"/>
                </a:spcBef>
                <a:defRPr sz="2000">
                  <a:uFill>
                    <a:solidFill>
                      <a:srgbClr val="1F497D"/>
                    </a:solidFill>
                  </a:uFill>
                </a:defRPr>
              </a:lvl1pPr>
            </a:lstStyle>
            <a:p>
              <a:pPr/>
              <a:r>
                <a:t>16</a:t>
              </a:r>
            </a:p>
          </p:txBody>
        </p:sp>
        <p:sp>
          <p:nvSpPr>
            <p:cNvPr id="1147" name="Shape 755"/>
            <p:cNvSpPr txBox="1"/>
            <p:nvPr/>
          </p:nvSpPr>
          <p:spPr>
            <a:xfrm rot="1800000">
              <a:off x="2896863" y="1858433"/>
              <a:ext cx="299100" cy="3829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defTabSz="1295400">
                <a:spcBef>
                  <a:spcPts val="1900"/>
                </a:spcBef>
                <a:defRPr sz="2000">
                  <a:uFill>
                    <a:solidFill>
                      <a:srgbClr val="1F497D"/>
                    </a:solidFill>
                  </a:uFill>
                </a:defRPr>
              </a:lvl1pPr>
            </a:lstStyle>
            <a:p>
              <a:pPr/>
              <a:r>
                <a:t>8</a:t>
              </a:r>
            </a:p>
          </p:txBody>
        </p:sp>
        <p:sp>
          <p:nvSpPr>
            <p:cNvPr id="1148" name="Shape 756"/>
            <p:cNvSpPr txBox="1"/>
            <p:nvPr/>
          </p:nvSpPr>
          <p:spPr>
            <a:xfrm rot="19200000">
              <a:off x="3087886" y="3257410"/>
              <a:ext cx="426100" cy="3829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defTabSz="1295400">
                <a:spcBef>
                  <a:spcPts val="1900"/>
                </a:spcBef>
                <a:defRPr sz="2000">
                  <a:uFill>
                    <a:solidFill>
                      <a:srgbClr val="1F497D"/>
                    </a:solidFill>
                  </a:uFill>
                </a:defRPr>
              </a:lvl1pPr>
            </a:lstStyle>
            <a:p>
              <a:pPr/>
              <a:r>
                <a:t>21</a:t>
              </a:r>
            </a:p>
          </p:txBody>
        </p:sp>
        <p:sp>
          <p:nvSpPr>
            <p:cNvPr id="1149" name="Shape 757"/>
            <p:cNvSpPr txBox="1"/>
            <p:nvPr/>
          </p:nvSpPr>
          <p:spPr>
            <a:xfrm rot="18300000">
              <a:off x="4604711" y="1824002"/>
              <a:ext cx="299100" cy="3829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defTabSz="1295400">
                <a:spcBef>
                  <a:spcPts val="1900"/>
                </a:spcBef>
                <a:defRPr sz="2000">
                  <a:uFill>
                    <a:solidFill>
                      <a:srgbClr val="1F497D"/>
                    </a:solidFill>
                  </a:uFill>
                </a:defRPr>
              </a:lvl1pPr>
            </a:lstStyle>
            <a:p>
              <a:pPr/>
              <a:r>
                <a:t>3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2" name="Shape 1138"/>
          <p:cNvSpPr txBox="1"/>
          <p:nvPr/>
        </p:nvSpPr>
        <p:spPr>
          <a:xfrm>
            <a:off x="3848100" y="67733"/>
            <a:ext cx="5435600" cy="9837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8" algn="ctr" defTabSz="1295400">
              <a:spcBef>
                <a:spcPts val="1900"/>
              </a:spcBef>
              <a:defRPr sz="4800">
                <a:uFill>
                  <a:solidFill>
                    <a:srgbClr val="000000"/>
                  </a:solidFill>
                </a:u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普里姆(Prim)算法</a:t>
            </a:r>
          </a:p>
        </p:txBody>
      </p:sp>
      <p:grpSp>
        <p:nvGrpSpPr>
          <p:cNvPr id="1189" name="成组"/>
          <p:cNvGrpSpPr/>
          <p:nvPr/>
        </p:nvGrpSpPr>
        <p:grpSpPr>
          <a:xfrm>
            <a:off x="973102" y="2314221"/>
            <a:ext cx="6690244" cy="5113588"/>
            <a:chOff x="0" y="0"/>
            <a:chExt cx="6690243" cy="5113586"/>
          </a:xfrm>
        </p:grpSpPr>
        <p:sp>
          <p:nvSpPr>
            <p:cNvPr id="1153" name="Shape 742"/>
            <p:cNvSpPr/>
            <p:nvPr/>
          </p:nvSpPr>
          <p:spPr>
            <a:xfrm flipV="1">
              <a:off x="522910" y="1962401"/>
              <a:ext cx="1452696" cy="739315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154" name="Shape 745"/>
            <p:cNvSpPr/>
            <p:nvPr/>
          </p:nvSpPr>
          <p:spPr>
            <a:xfrm flipH="1">
              <a:off x="4105278" y="1279595"/>
              <a:ext cx="1126566" cy="1323060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155" name="Shape 744"/>
            <p:cNvSpPr/>
            <p:nvPr/>
          </p:nvSpPr>
          <p:spPr>
            <a:xfrm>
              <a:off x="3904527" y="349955"/>
              <a:ext cx="1278440" cy="661531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156" name="Shape 743"/>
            <p:cNvSpPr/>
            <p:nvPr/>
          </p:nvSpPr>
          <p:spPr>
            <a:xfrm>
              <a:off x="2454580" y="1978377"/>
              <a:ext cx="1169219" cy="657752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157" name="Shape 741"/>
            <p:cNvSpPr/>
            <p:nvPr/>
          </p:nvSpPr>
          <p:spPr>
            <a:xfrm flipH="1">
              <a:off x="312604" y="558517"/>
              <a:ext cx="452142" cy="1910083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158" name="Shape 717"/>
            <p:cNvSpPr/>
            <p:nvPr/>
          </p:nvSpPr>
          <p:spPr>
            <a:xfrm>
              <a:off x="599808" y="56444"/>
              <a:ext cx="526759" cy="514777"/>
            </a:xfrm>
            <a:prstGeom prst="ellipse">
              <a:avLst/>
            </a:prstGeom>
            <a:noFill/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0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159" name="Shape 718"/>
            <p:cNvSpPr/>
            <p:nvPr/>
          </p:nvSpPr>
          <p:spPr>
            <a:xfrm>
              <a:off x="837785" y="291536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38100" tIns="38100" rIns="38100" bIns="38100" numCol="1" anchor="ctr">
              <a:spAutoFit/>
            </a:bodyPr>
            <a:lstStyle>
              <a:lvl1pPr marR="56816" indent="56816" algn="ctr" defTabSz="1295400">
                <a:spcBef>
                  <a:spcPts val="1900"/>
                </a:spcBef>
                <a:defRPr sz="2000">
                  <a:uFill>
                    <a:solidFill>
                      <a:srgbClr val="1F497D"/>
                    </a:solidFill>
                  </a:uFill>
                </a:defRPr>
              </a:lvl1pPr>
            </a:lstStyle>
            <a:p>
              <a:pPr/>
              <a:r>
                <a:t>a</a:t>
              </a:r>
            </a:p>
          </p:txBody>
        </p:sp>
        <p:sp>
          <p:nvSpPr>
            <p:cNvPr id="1160" name="Shape 720"/>
            <p:cNvSpPr/>
            <p:nvPr/>
          </p:nvSpPr>
          <p:spPr>
            <a:xfrm>
              <a:off x="3377769" y="56444"/>
              <a:ext cx="526759" cy="514777"/>
            </a:xfrm>
            <a:prstGeom prst="ellipse">
              <a:avLst/>
            </a:prstGeom>
            <a:noFill/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0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161" name="Shape 721"/>
            <p:cNvSpPr/>
            <p:nvPr/>
          </p:nvSpPr>
          <p:spPr>
            <a:xfrm>
              <a:off x="3641148" y="316936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38100" tIns="38100" rIns="38100" bIns="38100" numCol="1" anchor="ctr">
              <a:spAutoFit/>
            </a:bodyPr>
            <a:lstStyle>
              <a:lvl1pPr marR="56816" indent="56816" algn="ctr" defTabSz="1295400">
                <a:spcBef>
                  <a:spcPts val="1900"/>
                </a:spcBef>
                <a:defRPr sz="2000">
                  <a:uFill>
                    <a:solidFill>
                      <a:srgbClr val="1F497D"/>
                    </a:solidFill>
                  </a:uFill>
                </a:defRPr>
              </a:lvl1pPr>
            </a:lstStyle>
            <a:p>
              <a:pPr/>
              <a:r>
                <a:t>b</a:t>
              </a:r>
            </a:p>
          </p:txBody>
        </p:sp>
        <p:sp>
          <p:nvSpPr>
            <p:cNvPr id="1162" name="Shape 723"/>
            <p:cNvSpPr/>
            <p:nvPr/>
          </p:nvSpPr>
          <p:spPr>
            <a:xfrm>
              <a:off x="5171487" y="860777"/>
              <a:ext cx="522913" cy="514777"/>
            </a:xfrm>
            <a:prstGeom prst="ellipse">
              <a:avLst/>
            </a:prstGeom>
            <a:noFill/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0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163" name="Shape 724"/>
            <p:cNvSpPr/>
            <p:nvPr/>
          </p:nvSpPr>
          <p:spPr>
            <a:xfrm>
              <a:off x="5420243" y="1112521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38100" tIns="38100" rIns="38100" bIns="38100" numCol="1" anchor="ctr">
              <a:spAutoFit/>
            </a:bodyPr>
            <a:lstStyle>
              <a:lvl1pPr marR="56816" indent="56816" algn="ctr" defTabSz="1295400">
                <a:spcBef>
                  <a:spcPts val="1900"/>
                </a:spcBef>
                <a:defRPr sz="2000">
                  <a:uFill>
                    <a:solidFill>
                      <a:srgbClr val="1F497D"/>
                    </a:solidFill>
                  </a:uFill>
                </a:defRPr>
              </a:lvl1pPr>
            </a:lstStyle>
            <a:p>
              <a:pPr/>
              <a:r>
                <a:t>c</a:t>
              </a:r>
            </a:p>
          </p:txBody>
        </p:sp>
        <p:sp>
          <p:nvSpPr>
            <p:cNvPr id="1164" name="Shape 726"/>
            <p:cNvSpPr/>
            <p:nvPr/>
          </p:nvSpPr>
          <p:spPr>
            <a:xfrm>
              <a:off x="3606543" y="2481298"/>
              <a:ext cx="522913" cy="514779"/>
            </a:xfrm>
            <a:prstGeom prst="ellipse">
              <a:avLst/>
            </a:prstGeom>
            <a:noFill/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0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165" name="Shape 727"/>
            <p:cNvSpPr/>
            <p:nvPr/>
          </p:nvSpPr>
          <p:spPr>
            <a:xfrm>
              <a:off x="3829898" y="2741791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38100" tIns="38100" rIns="38100" bIns="38100" numCol="1" anchor="ctr">
              <a:spAutoFit/>
            </a:bodyPr>
            <a:lstStyle>
              <a:lvl1pPr marR="56816" indent="56816" algn="ctr" defTabSz="1295400">
                <a:spcBef>
                  <a:spcPts val="1900"/>
                </a:spcBef>
                <a:defRPr sz="2000">
                  <a:uFill>
                    <a:solidFill>
                      <a:srgbClr val="1F497D"/>
                    </a:solidFill>
                  </a:uFill>
                </a:defRPr>
              </a:lvl1pPr>
            </a:lstStyle>
            <a:p>
              <a:pPr/>
              <a:r>
                <a:t>d</a:t>
              </a:r>
            </a:p>
          </p:txBody>
        </p:sp>
        <p:sp>
          <p:nvSpPr>
            <p:cNvPr id="1166" name="Shape 729"/>
            <p:cNvSpPr/>
            <p:nvPr/>
          </p:nvSpPr>
          <p:spPr>
            <a:xfrm>
              <a:off x="1951301" y="1598507"/>
              <a:ext cx="528681" cy="514779"/>
            </a:xfrm>
            <a:prstGeom prst="ellipse">
              <a:avLst/>
            </a:prstGeom>
            <a:noFill/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0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167" name="Shape 730"/>
            <p:cNvSpPr/>
            <p:nvPr/>
          </p:nvSpPr>
          <p:spPr>
            <a:xfrm>
              <a:off x="2190241" y="1833599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38100" tIns="38100" rIns="38100" bIns="38100" numCol="1" anchor="ctr">
              <a:spAutoFit/>
            </a:bodyPr>
            <a:lstStyle>
              <a:lvl1pPr marR="56816" indent="56816" algn="ctr" defTabSz="1295400">
                <a:spcBef>
                  <a:spcPts val="1900"/>
                </a:spcBef>
                <a:defRPr sz="2000">
                  <a:uFill>
                    <a:solidFill>
                      <a:srgbClr val="1F497D"/>
                    </a:solidFill>
                  </a:uFill>
                </a:defRPr>
              </a:lvl1pPr>
            </a:lstStyle>
            <a:p>
              <a:pPr/>
              <a:r>
                <a:t>e</a:t>
              </a:r>
            </a:p>
          </p:txBody>
        </p:sp>
        <p:sp>
          <p:nvSpPr>
            <p:cNvPr id="1168" name="Shape 732"/>
            <p:cNvSpPr/>
            <p:nvPr/>
          </p:nvSpPr>
          <p:spPr>
            <a:xfrm>
              <a:off x="0" y="2481298"/>
              <a:ext cx="522913" cy="514779"/>
            </a:xfrm>
            <a:prstGeom prst="ellipse">
              <a:avLst/>
            </a:prstGeom>
            <a:noFill/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0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169" name="Shape 733"/>
            <p:cNvSpPr/>
            <p:nvPr/>
          </p:nvSpPr>
          <p:spPr>
            <a:xfrm>
              <a:off x="223355" y="2703691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38100" tIns="38100" rIns="38100" bIns="38100" numCol="1" anchor="ctr">
              <a:spAutoFit/>
            </a:bodyPr>
            <a:lstStyle>
              <a:lvl1pPr marR="56816" indent="56816" algn="ctr" defTabSz="1295400">
                <a:spcBef>
                  <a:spcPts val="1900"/>
                </a:spcBef>
                <a:defRPr sz="2000">
                  <a:uFill>
                    <a:solidFill>
                      <a:srgbClr val="1F497D"/>
                    </a:solidFill>
                  </a:uFill>
                </a:defRPr>
              </a:lvl1pPr>
            </a:lstStyle>
            <a:p>
              <a:pPr/>
              <a:r>
                <a:t>g</a:t>
              </a:r>
            </a:p>
          </p:txBody>
        </p:sp>
        <p:sp>
          <p:nvSpPr>
            <p:cNvPr id="1170" name="Shape 735"/>
            <p:cNvSpPr/>
            <p:nvPr/>
          </p:nvSpPr>
          <p:spPr>
            <a:xfrm>
              <a:off x="2253127" y="3583093"/>
              <a:ext cx="522915" cy="514779"/>
            </a:xfrm>
            <a:prstGeom prst="ellipse">
              <a:avLst/>
            </a:prstGeom>
            <a:noFill/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0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171" name="Shape 736"/>
            <p:cNvSpPr/>
            <p:nvPr/>
          </p:nvSpPr>
          <p:spPr>
            <a:xfrm>
              <a:off x="2476483" y="3843586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38100" tIns="38100" rIns="38100" bIns="38100" numCol="1" anchor="ctr">
              <a:spAutoFit/>
            </a:bodyPr>
            <a:lstStyle>
              <a:lvl1pPr marR="56816" indent="56816" algn="ctr" defTabSz="1295400">
                <a:spcBef>
                  <a:spcPts val="1900"/>
                </a:spcBef>
                <a:defRPr sz="2000">
                  <a:uFill>
                    <a:solidFill>
                      <a:srgbClr val="1F497D"/>
                    </a:solidFill>
                  </a:uFill>
                </a:defRPr>
              </a:lvl1pPr>
            </a:lstStyle>
            <a:p>
              <a:pPr/>
              <a:r>
                <a:t>f</a:t>
              </a:r>
            </a:p>
          </p:txBody>
        </p:sp>
        <p:sp>
          <p:nvSpPr>
            <p:cNvPr id="1172" name="Shape 738"/>
            <p:cNvSpPr/>
            <p:nvPr/>
          </p:nvSpPr>
          <p:spPr>
            <a:xfrm>
              <a:off x="1126564" y="349955"/>
              <a:ext cx="2251207" cy="2260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173" name="Shape 739"/>
            <p:cNvSpPr/>
            <p:nvPr/>
          </p:nvSpPr>
          <p:spPr>
            <a:xfrm>
              <a:off x="1051588" y="496711"/>
              <a:ext cx="972768" cy="1176304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174" name="Shape 740"/>
            <p:cNvSpPr/>
            <p:nvPr/>
          </p:nvSpPr>
          <p:spPr>
            <a:xfrm flipH="1">
              <a:off x="2403081" y="496711"/>
              <a:ext cx="1049667" cy="1176304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175" name="Shape 746"/>
            <p:cNvSpPr/>
            <p:nvPr/>
          </p:nvSpPr>
          <p:spPr>
            <a:xfrm>
              <a:off x="3679597" y="571217"/>
              <a:ext cx="149954" cy="1910083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176" name="Shape 747"/>
            <p:cNvSpPr/>
            <p:nvPr/>
          </p:nvSpPr>
          <p:spPr>
            <a:xfrm>
              <a:off x="449856" y="2921565"/>
              <a:ext cx="1803274" cy="808286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177" name="Shape 748"/>
            <p:cNvSpPr/>
            <p:nvPr/>
          </p:nvSpPr>
          <p:spPr>
            <a:xfrm flipH="1">
              <a:off x="2765261" y="2921565"/>
              <a:ext cx="903560" cy="808286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178" name="Shape 749"/>
            <p:cNvSpPr/>
            <p:nvPr/>
          </p:nvSpPr>
          <p:spPr>
            <a:xfrm>
              <a:off x="1974546" y="0"/>
              <a:ext cx="1270001" cy="1270000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defTabSz="1295400">
                <a:spcBef>
                  <a:spcPts val="1900"/>
                </a:spcBef>
                <a:defRPr sz="2000">
                  <a:uFill>
                    <a:solidFill>
                      <a:srgbClr val="1F497D"/>
                    </a:solidFill>
                  </a:uFill>
                </a:defRPr>
              </a:lvl1pPr>
            </a:lstStyle>
            <a:p>
              <a:pPr/>
              <a:r>
                <a:t>19</a:t>
              </a:r>
            </a:p>
          </p:txBody>
        </p:sp>
        <p:sp>
          <p:nvSpPr>
            <p:cNvPr id="1179" name="Shape 750"/>
            <p:cNvSpPr/>
            <p:nvPr/>
          </p:nvSpPr>
          <p:spPr>
            <a:xfrm>
              <a:off x="4450293" y="207612"/>
              <a:ext cx="525116" cy="1717573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defTabSz="1295400">
                <a:spcBef>
                  <a:spcPts val="1900"/>
                </a:spcBef>
                <a:defRPr sz="2000">
                  <a:uFill>
                    <a:solidFill>
                      <a:srgbClr val="1F497D"/>
                    </a:solidFill>
                  </a:uFill>
                </a:defRPr>
              </a:lvl1pPr>
            </a:lstStyle>
            <a:p>
              <a:pPr/>
              <a:r>
                <a:t>5</a:t>
              </a:r>
            </a:p>
          </p:txBody>
        </p:sp>
        <p:sp>
          <p:nvSpPr>
            <p:cNvPr id="1180" name="Shape 751"/>
            <p:cNvSpPr/>
            <p:nvPr/>
          </p:nvSpPr>
          <p:spPr>
            <a:xfrm flipH="1">
              <a:off x="1490777" y="644324"/>
              <a:ext cx="156537" cy="1789217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defTabSz="1295400">
                <a:spcBef>
                  <a:spcPts val="1900"/>
                </a:spcBef>
                <a:defRPr sz="2000">
                  <a:uFill>
                    <a:solidFill>
                      <a:srgbClr val="1F497D"/>
                    </a:solidFill>
                  </a:uFill>
                </a:defRPr>
              </a:lvl1pPr>
            </a:lstStyle>
            <a:p>
              <a:pPr/>
              <a:r>
                <a:t>14</a:t>
              </a:r>
            </a:p>
          </p:txBody>
        </p:sp>
        <p:sp>
          <p:nvSpPr>
            <p:cNvPr id="1181" name="Shape 752"/>
            <p:cNvSpPr/>
            <p:nvPr/>
          </p:nvSpPr>
          <p:spPr>
            <a:xfrm>
              <a:off x="209211" y="1057693"/>
              <a:ext cx="898027" cy="1555427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defTabSz="1295400">
                <a:spcBef>
                  <a:spcPts val="1900"/>
                </a:spcBef>
                <a:defRPr sz="2000">
                  <a:uFill>
                    <a:solidFill>
                      <a:srgbClr val="1F497D"/>
                    </a:solidFill>
                  </a:uFill>
                </a:defRPr>
              </a:lvl1pPr>
            </a:lstStyle>
            <a:p>
              <a:pPr/>
              <a:r>
                <a:t>18</a:t>
              </a:r>
            </a:p>
          </p:txBody>
        </p:sp>
        <p:sp>
          <p:nvSpPr>
            <p:cNvPr id="1182" name="Shape 753"/>
            <p:cNvSpPr/>
            <p:nvPr/>
          </p:nvSpPr>
          <p:spPr>
            <a:xfrm>
              <a:off x="1137081" y="3214377"/>
              <a:ext cx="614287" cy="1687737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defTabSz="1295400">
                <a:spcBef>
                  <a:spcPts val="1900"/>
                </a:spcBef>
                <a:defRPr sz="20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27</a:t>
              </a:r>
            </a:p>
          </p:txBody>
        </p:sp>
        <p:sp>
          <p:nvSpPr>
            <p:cNvPr id="1183" name="Shape 754"/>
            <p:cNvSpPr/>
            <p:nvPr/>
          </p:nvSpPr>
          <p:spPr>
            <a:xfrm>
              <a:off x="922342" y="2086069"/>
              <a:ext cx="1698201" cy="584738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defTabSz="1295400">
                <a:spcBef>
                  <a:spcPts val="1900"/>
                </a:spcBef>
                <a:defRPr sz="2000">
                  <a:uFill>
                    <a:solidFill>
                      <a:srgbClr val="1F497D"/>
                    </a:solidFill>
                  </a:uFill>
                </a:defRPr>
              </a:lvl1pPr>
            </a:lstStyle>
            <a:p>
              <a:pPr/>
              <a:r>
                <a:t>16</a:t>
              </a:r>
            </a:p>
          </p:txBody>
        </p:sp>
        <p:sp>
          <p:nvSpPr>
            <p:cNvPr id="1184" name="Shape 755"/>
            <p:cNvSpPr/>
            <p:nvPr/>
          </p:nvSpPr>
          <p:spPr>
            <a:xfrm>
              <a:off x="3012626" y="1865753"/>
              <a:ext cx="464853" cy="1734853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defTabSz="1295400">
                <a:spcBef>
                  <a:spcPts val="1900"/>
                </a:spcBef>
                <a:defRPr sz="2000">
                  <a:uFill>
                    <a:solidFill>
                      <a:srgbClr val="1F497D"/>
                    </a:solidFill>
                  </a:uFill>
                </a:defRPr>
              </a:lvl1pPr>
            </a:lstStyle>
            <a:p>
              <a:pPr/>
              <a:r>
                <a:t>8</a:t>
              </a:r>
            </a:p>
          </p:txBody>
        </p:sp>
        <p:sp>
          <p:nvSpPr>
            <p:cNvPr id="1185" name="Shape 756"/>
            <p:cNvSpPr/>
            <p:nvPr/>
          </p:nvSpPr>
          <p:spPr>
            <a:xfrm>
              <a:off x="3014665" y="3495592"/>
              <a:ext cx="1789218" cy="156537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defTabSz="1295400">
                <a:spcBef>
                  <a:spcPts val="1900"/>
                </a:spcBef>
                <a:defRPr sz="2000">
                  <a:uFill>
                    <a:solidFill>
                      <a:srgbClr val="1F497D"/>
                    </a:solidFill>
                  </a:uFill>
                </a:defRPr>
              </a:lvl1pPr>
            </a:lstStyle>
            <a:p>
              <a:pPr/>
              <a:r>
                <a:t>21</a:t>
              </a:r>
            </a:p>
          </p:txBody>
        </p:sp>
        <p:sp>
          <p:nvSpPr>
            <p:cNvPr id="1186" name="Shape 757"/>
            <p:cNvSpPr/>
            <p:nvPr/>
          </p:nvSpPr>
          <p:spPr>
            <a:xfrm flipV="1">
              <a:off x="4511652" y="1772710"/>
              <a:ext cx="1768766" cy="311882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defTabSz="1295400">
                <a:spcBef>
                  <a:spcPts val="1900"/>
                </a:spcBef>
                <a:defRPr sz="2000">
                  <a:uFill>
                    <a:solidFill>
                      <a:srgbClr val="1F497D"/>
                    </a:solidFill>
                  </a:uFill>
                </a:defRPr>
              </a:lvl1pPr>
            </a:lstStyle>
            <a:p>
              <a:pPr/>
              <a:r>
                <a:t>3</a:t>
              </a:r>
            </a:p>
          </p:txBody>
        </p:sp>
        <p:sp>
          <p:nvSpPr>
            <p:cNvPr id="1187" name="Shape 758"/>
            <p:cNvSpPr/>
            <p:nvPr/>
          </p:nvSpPr>
          <p:spPr>
            <a:xfrm flipV="1">
              <a:off x="2430155" y="966721"/>
              <a:ext cx="1793591" cy="93999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defTabSz="1295400">
                <a:spcBef>
                  <a:spcPts val="1900"/>
                </a:spcBef>
                <a:defRPr sz="2000">
                  <a:uFill>
                    <a:solidFill>
                      <a:srgbClr val="1F497D"/>
                    </a:solidFill>
                  </a:uFill>
                </a:defRPr>
              </a:lvl1pPr>
            </a:lstStyle>
            <a:p>
              <a:pPr/>
              <a:r>
                <a:t>12</a:t>
              </a:r>
            </a:p>
          </p:txBody>
        </p:sp>
        <p:sp>
          <p:nvSpPr>
            <p:cNvPr id="1188" name="Shape 759"/>
            <p:cNvSpPr/>
            <p:nvPr/>
          </p:nvSpPr>
          <p:spPr>
            <a:xfrm>
              <a:off x="3723075" y="975576"/>
              <a:ext cx="1375856" cy="1154480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defTabSz="1295400">
                <a:spcBef>
                  <a:spcPts val="1900"/>
                </a:spcBef>
                <a:defRPr sz="2000">
                  <a:uFill>
                    <a:solidFill>
                      <a:srgbClr val="1F497D"/>
                    </a:solidFill>
                  </a:uFill>
                </a:defRPr>
              </a:lvl1pPr>
            </a:lstStyle>
            <a:p>
              <a:pPr/>
              <a:r>
                <a:t>7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1" name="Shape 1138"/>
          <p:cNvSpPr txBox="1"/>
          <p:nvPr/>
        </p:nvSpPr>
        <p:spPr>
          <a:xfrm>
            <a:off x="3848100" y="67733"/>
            <a:ext cx="5435600" cy="9837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8" algn="ctr" defTabSz="1295400">
              <a:spcBef>
                <a:spcPts val="1900"/>
              </a:spcBef>
              <a:defRPr sz="4800">
                <a:uFill>
                  <a:solidFill>
                    <a:srgbClr val="000000"/>
                  </a:solidFill>
                </a:u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普里姆(Prim)算法</a:t>
            </a:r>
          </a:p>
        </p:txBody>
      </p:sp>
      <p:grpSp>
        <p:nvGrpSpPr>
          <p:cNvPr id="1214" name="成组"/>
          <p:cNvGrpSpPr/>
          <p:nvPr/>
        </p:nvGrpSpPr>
        <p:grpSpPr>
          <a:xfrm>
            <a:off x="-1832685" y="1225972"/>
            <a:ext cx="5706186" cy="4041429"/>
            <a:chOff x="0" y="0"/>
            <a:chExt cx="5706185" cy="4041428"/>
          </a:xfrm>
        </p:grpSpPr>
        <p:sp>
          <p:nvSpPr>
            <p:cNvPr id="1192" name="Shape 717"/>
            <p:cNvSpPr/>
            <p:nvPr/>
          </p:nvSpPr>
          <p:spPr>
            <a:xfrm>
              <a:off x="611594" y="0"/>
              <a:ext cx="526759" cy="514776"/>
            </a:xfrm>
            <a:prstGeom prst="ellipse">
              <a:avLst/>
            </a:prstGeom>
            <a:noFill/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0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193" name="Shape 718"/>
            <p:cNvSpPr txBox="1"/>
            <p:nvPr/>
          </p:nvSpPr>
          <p:spPr>
            <a:xfrm>
              <a:off x="621561" y="56337"/>
              <a:ext cx="456023" cy="3575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38100" tIns="38100" rIns="38100" bIns="38100" numCol="1" anchor="ctr">
              <a:spAutoFit/>
            </a:bodyPr>
            <a:lstStyle>
              <a:lvl1pPr marR="56816" indent="56816" algn="ctr" defTabSz="1295400">
                <a:spcBef>
                  <a:spcPts val="1900"/>
                </a:spcBef>
                <a:defRPr sz="2000">
                  <a:uFill>
                    <a:solidFill>
                      <a:srgbClr val="1F497D"/>
                    </a:solidFill>
                  </a:uFill>
                </a:defRPr>
              </a:lvl1pPr>
            </a:lstStyle>
            <a:p>
              <a:pPr/>
              <a:r>
                <a:t>a:0</a:t>
              </a:r>
            </a:p>
          </p:txBody>
        </p:sp>
        <p:sp>
          <p:nvSpPr>
            <p:cNvPr id="1194" name="Shape 720"/>
            <p:cNvSpPr/>
            <p:nvPr/>
          </p:nvSpPr>
          <p:spPr>
            <a:xfrm>
              <a:off x="3389555" y="0"/>
              <a:ext cx="526759" cy="514776"/>
            </a:xfrm>
            <a:prstGeom prst="ellipse">
              <a:avLst/>
            </a:prstGeom>
            <a:noFill/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0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195" name="Shape 721"/>
            <p:cNvSpPr txBox="1"/>
            <p:nvPr/>
          </p:nvSpPr>
          <p:spPr>
            <a:xfrm>
              <a:off x="3417792" y="81737"/>
              <a:ext cx="470286" cy="3575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38100" tIns="38100" rIns="38100" bIns="38100" numCol="1" anchor="ctr">
              <a:spAutoFit/>
            </a:bodyPr>
            <a:lstStyle>
              <a:lvl1pPr marR="56816" indent="56816" algn="ctr" defTabSz="1295400">
                <a:spcBef>
                  <a:spcPts val="1900"/>
                </a:spcBef>
                <a:defRPr sz="2000">
                  <a:uFill>
                    <a:solidFill>
                      <a:srgbClr val="1F497D"/>
                    </a:solidFill>
                  </a:uFill>
                </a:defRPr>
              </a:lvl1pPr>
            </a:lstStyle>
            <a:p>
              <a:pPr/>
              <a:r>
                <a:t>b:0</a:t>
              </a:r>
            </a:p>
          </p:txBody>
        </p:sp>
        <p:sp>
          <p:nvSpPr>
            <p:cNvPr id="1196" name="Shape 723"/>
            <p:cNvSpPr/>
            <p:nvPr/>
          </p:nvSpPr>
          <p:spPr>
            <a:xfrm>
              <a:off x="5183273" y="804333"/>
              <a:ext cx="522913" cy="514777"/>
            </a:xfrm>
            <a:prstGeom prst="ellipse">
              <a:avLst/>
            </a:prstGeom>
            <a:noFill/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0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197" name="Shape 724"/>
            <p:cNvSpPr txBox="1"/>
            <p:nvPr/>
          </p:nvSpPr>
          <p:spPr>
            <a:xfrm>
              <a:off x="5204017" y="877322"/>
              <a:ext cx="456024" cy="3575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38100" tIns="38100" rIns="38100" bIns="38100" numCol="1" anchor="ctr">
              <a:spAutoFit/>
            </a:bodyPr>
            <a:lstStyle>
              <a:lvl1pPr marR="56816" indent="56816" algn="ctr" defTabSz="1295400">
                <a:spcBef>
                  <a:spcPts val="1900"/>
                </a:spcBef>
                <a:defRPr sz="2000">
                  <a:uFill>
                    <a:solidFill>
                      <a:srgbClr val="1F497D"/>
                    </a:solidFill>
                  </a:uFill>
                </a:defRPr>
              </a:lvl1pPr>
            </a:lstStyle>
            <a:p>
              <a:pPr/>
              <a:r>
                <a:t>c:0</a:t>
              </a:r>
            </a:p>
          </p:txBody>
        </p:sp>
        <p:sp>
          <p:nvSpPr>
            <p:cNvPr id="1198" name="Shape 726"/>
            <p:cNvSpPr/>
            <p:nvPr/>
          </p:nvSpPr>
          <p:spPr>
            <a:xfrm>
              <a:off x="3618329" y="2424854"/>
              <a:ext cx="522913" cy="514779"/>
            </a:xfrm>
            <a:prstGeom prst="ellipse">
              <a:avLst/>
            </a:prstGeom>
            <a:noFill/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0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199" name="Shape 727"/>
            <p:cNvSpPr txBox="1"/>
            <p:nvPr/>
          </p:nvSpPr>
          <p:spPr>
            <a:xfrm>
              <a:off x="3606541" y="2506592"/>
              <a:ext cx="470287" cy="3575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38100" tIns="38100" rIns="38100" bIns="38100" numCol="1" anchor="ctr">
              <a:spAutoFit/>
            </a:bodyPr>
            <a:lstStyle>
              <a:lvl1pPr marR="56816" indent="56816" algn="ctr" defTabSz="1295400">
                <a:spcBef>
                  <a:spcPts val="1900"/>
                </a:spcBef>
                <a:defRPr sz="2000">
                  <a:uFill>
                    <a:solidFill>
                      <a:srgbClr val="1F497D"/>
                    </a:solidFill>
                  </a:uFill>
                </a:defRPr>
              </a:lvl1pPr>
            </a:lstStyle>
            <a:p>
              <a:pPr/>
              <a:r>
                <a:t>d:0</a:t>
              </a:r>
            </a:p>
          </p:txBody>
        </p:sp>
        <p:sp>
          <p:nvSpPr>
            <p:cNvPr id="1200" name="Shape 729"/>
            <p:cNvSpPr/>
            <p:nvPr/>
          </p:nvSpPr>
          <p:spPr>
            <a:xfrm>
              <a:off x="1963087" y="1542062"/>
              <a:ext cx="528681" cy="514779"/>
            </a:xfrm>
            <a:prstGeom prst="ellipse">
              <a:avLst/>
            </a:prstGeom>
            <a:noFill/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0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201" name="Shape 730"/>
            <p:cNvSpPr txBox="1"/>
            <p:nvPr/>
          </p:nvSpPr>
          <p:spPr>
            <a:xfrm>
              <a:off x="1974016" y="1598400"/>
              <a:ext cx="456024" cy="3575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38100" tIns="38100" rIns="38100" bIns="38100" numCol="1" anchor="ctr">
              <a:spAutoFit/>
            </a:bodyPr>
            <a:lstStyle>
              <a:lvl1pPr marR="56816" indent="56816" algn="ctr" defTabSz="1295400">
                <a:spcBef>
                  <a:spcPts val="1900"/>
                </a:spcBef>
                <a:defRPr sz="2000">
                  <a:uFill>
                    <a:solidFill>
                      <a:srgbClr val="1F497D"/>
                    </a:solidFill>
                  </a:uFill>
                </a:defRPr>
              </a:lvl1pPr>
            </a:lstStyle>
            <a:p>
              <a:pPr/>
              <a:r>
                <a:t>e:0</a:t>
              </a:r>
            </a:p>
          </p:txBody>
        </p:sp>
        <p:sp>
          <p:nvSpPr>
            <p:cNvPr id="1202" name="Shape 732"/>
            <p:cNvSpPr/>
            <p:nvPr/>
          </p:nvSpPr>
          <p:spPr>
            <a:xfrm>
              <a:off x="11786" y="2424854"/>
              <a:ext cx="522913" cy="514779"/>
            </a:xfrm>
            <a:prstGeom prst="ellipse">
              <a:avLst/>
            </a:prstGeom>
            <a:noFill/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0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203" name="Shape 733"/>
            <p:cNvSpPr txBox="1"/>
            <p:nvPr/>
          </p:nvSpPr>
          <p:spPr>
            <a:xfrm>
              <a:off x="0" y="2468492"/>
              <a:ext cx="470286" cy="3575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38100" tIns="38100" rIns="38100" bIns="38100" numCol="1" anchor="ctr">
              <a:spAutoFit/>
            </a:bodyPr>
            <a:lstStyle>
              <a:lvl1pPr marR="56816" indent="56816" algn="ctr" defTabSz="1295400">
                <a:spcBef>
                  <a:spcPts val="1900"/>
                </a:spcBef>
                <a:defRPr sz="2000">
                  <a:uFill>
                    <a:solidFill>
                      <a:srgbClr val="1F497D"/>
                    </a:solidFill>
                  </a:uFill>
                </a:defRPr>
              </a:lvl1pPr>
            </a:lstStyle>
            <a:p>
              <a:pPr/>
              <a:r>
                <a:t>g:6</a:t>
              </a:r>
            </a:p>
          </p:txBody>
        </p:sp>
        <p:sp>
          <p:nvSpPr>
            <p:cNvPr id="1204" name="Shape 735"/>
            <p:cNvSpPr/>
            <p:nvPr/>
          </p:nvSpPr>
          <p:spPr>
            <a:xfrm>
              <a:off x="2264914" y="3526650"/>
              <a:ext cx="522915" cy="514779"/>
            </a:xfrm>
            <a:prstGeom prst="ellipse">
              <a:avLst/>
            </a:prstGeom>
            <a:noFill/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0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205" name="Shape 736"/>
            <p:cNvSpPr txBox="1"/>
            <p:nvPr/>
          </p:nvSpPr>
          <p:spPr>
            <a:xfrm>
              <a:off x="2274336" y="3608387"/>
              <a:ext cx="427870" cy="3575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38100" tIns="38100" rIns="38100" bIns="38100" numCol="1" anchor="ctr">
              <a:spAutoFit/>
            </a:bodyPr>
            <a:lstStyle>
              <a:lvl1pPr marR="56816" indent="56816" algn="ctr" defTabSz="1295400">
                <a:spcBef>
                  <a:spcPts val="1900"/>
                </a:spcBef>
                <a:defRPr sz="2000">
                  <a:uFill>
                    <a:solidFill>
                      <a:srgbClr val="1F497D"/>
                    </a:solidFill>
                  </a:uFill>
                </a:defRPr>
              </a:lvl1pPr>
            </a:lstStyle>
            <a:p>
              <a:pPr/>
              <a:r>
                <a:t>f:5</a:t>
              </a:r>
            </a:p>
          </p:txBody>
        </p:sp>
        <p:sp>
          <p:nvSpPr>
            <p:cNvPr id="1206" name="Shape 745"/>
            <p:cNvSpPr/>
            <p:nvPr/>
          </p:nvSpPr>
          <p:spPr>
            <a:xfrm flipH="1">
              <a:off x="4129764" y="1252222"/>
              <a:ext cx="1126566" cy="1323060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207" name="Shape 757"/>
            <p:cNvSpPr txBox="1"/>
            <p:nvPr/>
          </p:nvSpPr>
          <p:spPr>
            <a:xfrm rot="18300000">
              <a:off x="4629197" y="1853073"/>
              <a:ext cx="299100" cy="3829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defTabSz="1295400">
                <a:spcBef>
                  <a:spcPts val="1900"/>
                </a:spcBef>
                <a:defRPr sz="2000">
                  <a:uFill>
                    <a:solidFill>
                      <a:srgbClr val="1F497D"/>
                    </a:solidFill>
                  </a:uFill>
                </a:defRPr>
              </a:lvl1pPr>
            </a:lstStyle>
            <a:p>
              <a:pPr/>
              <a:r>
                <a:t>3</a:t>
              </a:r>
            </a:p>
          </p:txBody>
        </p:sp>
        <p:sp>
          <p:nvSpPr>
            <p:cNvPr id="1208" name="Shape 744"/>
            <p:cNvSpPr/>
            <p:nvPr/>
          </p:nvSpPr>
          <p:spPr>
            <a:xfrm>
              <a:off x="3916314" y="283633"/>
              <a:ext cx="1278440" cy="661531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209" name="Shape 750"/>
            <p:cNvSpPr txBox="1"/>
            <p:nvPr/>
          </p:nvSpPr>
          <p:spPr>
            <a:xfrm rot="1680000">
              <a:off x="4354692" y="189089"/>
              <a:ext cx="299100" cy="3829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defTabSz="1295400">
                <a:spcBef>
                  <a:spcPts val="1900"/>
                </a:spcBef>
                <a:defRPr sz="2000">
                  <a:uFill>
                    <a:solidFill>
                      <a:srgbClr val="1F497D"/>
                    </a:solidFill>
                  </a:uFill>
                </a:defRPr>
              </a:lvl1pPr>
            </a:lstStyle>
            <a:p>
              <a:pPr/>
              <a:r>
                <a:t>5</a:t>
              </a:r>
            </a:p>
          </p:txBody>
        </p:sp>
        <p:sp>
          <p:nvSpPr>
            <p:cNvPr id="1210" name="Shape 743"/>
            <p:cNvSpPr/>
            <p:nvPr/>
          </p:nvSpPr>
          <p:spPr>
            <a:xfrm>
              <a:off x="2466366" y="1921627"/>
              <a:ext cx="1169220" cy="657751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211" name="Shape 755"/>
            <p:cNvSpPr txBox="1"/>
            <p:nvPr/>
          </p:nvSpPr>
          <p:spPr>
            <a:xfrm rot="1800000">
              <a:off x="2908650" y="1858127"/>
              <a:ext cx="299100" cy="3829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defTabSz="1295400">
                <a:spcBef>
                  <a:spcPts val="1900"/>
                </a:spcBef>
                <a:defRPr sz="2000">
                  <a:uFill>
                    <a:solidFill>
                      <a:srgbClr val="1F497D"/>
                    </a:solidFill>
                  </a:uFill>
                </a:defRPr>
              </a:lvl1pPr>
            </a:lstStyle>
            <a:p>
              <a:pPr/>
              <a:r>
                <a:t>8</a:t>
              </a:r>
            </a:p>
          </p:txBody>
        </p:sp>
        <p:sp>
          <p:nvSpPr>
            <p:cNvPr id="1212" name="Shape 739"/>
            <p:cNvSpPr/>
            <p:nvPr/>
          </p:nvSpPr>
          <p:spPr>
            <a:xfrm>
              <a:off x="1076075" y="439985"/>
              <a:ext cx="972768" cy="1176304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213" name="Shape 751"/>
            <p:cNvSpPr txBox="1"/>
            <p:nvPr/>
          </p:nvSpPr>
          <p:spPr>
            <a:xfrm rot="3000000">
              <a:off x="1449033" y="682413"/>
              <a:ext cx="426100" cy="3829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defTabSz="1295400">
                <a:spcBef>
                  <a:spcPts val="1900"/>
                </a:spcBef>
                <a:defRPr sz="2000">
                  <a:uFill>
                    <a:solidFill>
                      <a:srgbClr val="1F497D"/>
                    </a:solidFill>
                  </a:uFill>
                </a:defRPr>
              </a:lvl1pPr>
            </a:lstStyle>
            <a:p>
              <a:pPr/>
              <a:r>
                <a:t>14</a:t>
              </a:r>
            </a:p>
          </p:txBody>
        </p:sp>
      </p:grpSp>
      <p:grpSp>
        <p:nvGrpSpPr>
          <p:cNvPr id="1239" name="成组"/>
          <p:cNvGrpSpPr/>
          <p:nvPr/>
        </p:nvGrpSpPr>
        <p:grpSpPr>
          <a:xfrm>
            <a:off x="4123615" y="1225972"/>
            <a:ext cx="5706186" cy="4041429"/>
            <a:chOff x="0" y="0"/>
            <a:chExt cx="5706185" cy="4041428"/>
          </a:xfrm>
        </p:grpSpPr>
        <p:sp>
          <p:nvSpPr>
            <p:cNvPr id="1215" name="Shape 717"/>
            <p:cNvSpPr/>
            <p:nvPr/>
          </p:nvSpPr>
          <p:spPr>
            <a:xfrm>
              <a:off x="611594" y="0"/>
              <a:ext cx="526759" cy="514776"/>
            </a:xfrm>
            <a:prstGeom prst="ellipse">
              <a:avLst/>
            </a:prstGeom>
            <a:noFill/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0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216" name="Shape 718"/>
            <p:cNvSpPr txBox="1"/>
            <p:nvPr/>
          </p:nvSpPr>
          <p:spPr>
            <a:xfrm>
              <a:off x="621561" y="56337"/>
              <a:ext cx="456023" cy="3575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38100" tIns="38100" rIns="38100" bIns="38100" numCol="1" anchor="ctr">
              <a:spAutoFit/>
            </a:bodyPr>
            <a:lstStyle>
              <a:lvl1pPr marR="56816" indent="56816" algn="ctr" defTabSz="1295400">
                <a:spcBef>
                  <a:spcPts val="1900"/>
                </a:spcBef>
                <a:defRPr sz="2000">
                  <a:uFill>
                    <a:solidFill>
                      <a:srgbClr val="1F497D"/>
                    </a:solidFill>
                  </a:uFill>
                </a:defRPr>
              </a:lvl1pPr>
            </a:lstStyle>
            <a:p>
              <a:pPr/>
              <a:r>
                <a:t>a:0</a:t>
              </a:r>
            </a:p>
          </p:txBody>
        </p:sp>
        <p:sp>
          <p:nvSpPr>
            <p:cNvPr id="1217" name="Shape 720"/>
            <p:cNvSpPr/>
            <p:nvPr/>
          </p:nvSpPr>
          <p:spPr>
            <a:xfrm>
              <a:off x="3389555" y="0"/>
              <a:ext cx="526759" cy="514776"/>
            </a:xfrm>
            <a:prstGeom prst="ellipse">
              <a:avLst/>
            </a:prstGeom>
            <a:noFill/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0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218" name="Shape 721"/>
            <p:cNvSpPr txBox="1"/>
            <p:nvPr/>
          </p:nvSpPr>
          <p:spPr>
            <a:xfrm>
              <a:off x="3417792" y="81737"/>
              <a:ext cx="470286" cy="3575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38100" tIns="38100" rIns="38100" bIns="38100" numCol="1" anchor="ctr">
              <a:spAutoFit/>
            </a:bodyPr>
            <a:lstStyle>
              <a:lvl1pPr marR="56816" indent="56816" algn="ctr" defTabSz="1295400">
                <a:spcBef>
                  <a:spcPts val="1900"/>
                </a:spcBef>
                <a:defRPr sz="2000">
                  <a:uFill>
                    <a:solidFill>
                      <a:srgbClr val="1F497D"/>
                    </a:solidFill>
                  </a:uFill>
                </a:defRPr>
              </a:lvl1pPr>
            </a:lstStyle>
            <a:p>
              <a:pPr/>
              <a:r>
                <a:t>b:0</a:t>
              </a:r>
            </a:p>
          </p:txBody>
        </p:sp>
        <p:sp>
          <p:nvSpPr>
            <p:cNvPr id="1219" name="Shape 723"/>
            <p:cNvSpPr/>
            <p:nvPr/>
          </p:nvSpPr>
          <p:spPr>
            <a:xfrm>
              <a:off x="5183273" y="804333"/>
              <a:ext cx="522913" cy="514777"/>
            </a:xfrm>
            <a:prstGeom prst="ellipse">
              <a:avLst/>
            </a:prstGeom>
            <a:noFill/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0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220" name="Shape 724"/>
            <p:cNvSpPr txBox="1"/>
            <p:nvPr/>
          </p:nvSpPr>
          <p:spPr>
            <a:xfrm>
              <a:off x="5204017" y="877322"/>
              <a:ext cx="456024" cy="3575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38100" tIns="38100" rIns="38100" bIns="38100" numCol="1" anchor="ctr">
              <a:spAutoFit/>
            </a:bodyPr>
            <a:lstStyle>
              <a:lvl1pPr marR="56816" indent="56816" algn="ctr" defTabSz="1295400">
                <a:spcBef>
                  <a:spcPts val="1900"/>
                </a:spcBef>
                <a:defRPr sz="2000">
                  <a:uFill>
                    <a:solidFill>
                      <a:srgbClr val="1F497D"/>
                    </a:solidFill>
                  </a:uFill>
                </a:defRPr>
              </a:lvl1pPr>
            </a:lstStyle>
            <a:p>
              <a:pPr/>
              <a:r>
                <a:t>c:0</a:t>
              </a:r>
            </a:p>
          </p:txBody>
        </p:sp>
        <p:sp>
          <p:nvSpPr>
            <p:cNvPr id="1221" name="Shape 726"/>
            <p:cNvSpPr/>
            <p:nvPr/>
          </p:nvSpPr>
          <p:spPr>
            <a:xfrm>
              <a:off x="3618329" y="2424854"/>
              <a:ext cx="522913" cy="514779"/>
            </a:xfrm>
            <a:prstGeom prst="ellipse">
              <a:avLst/>
            </a:prstGeom>
            <a:noFill/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0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222" name="Shape 727"/>
            <p:cNvSpPr txBox="1"/>
            <p:nvPr/>
          </p:nvSpPr>
          <p:spPr>
            <a:xfrm>
              <a:off x="3606541" y="2506592"/>
              <a:ext cx="470287" cy="3575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38100" tIns="38100" rIns="38100" bIns="38100" numCol="1" anchor="ctr">
              <a:spAutoFit/>
            </a:bodyPr>
            <a:lstStyle>
              <a:lvl1pPr marR="56816" indent="56816" algn="ctr" defTabSz="1295400">
                <a:spcBef>
                  <a:spcPts val="1900"/>
                </a:spcBef>
                <a:defRPr sz="2000">
                  <a:uFill>
                    <a:solidFill>
                      <a:srgbClr val="1F497D"/>
                    </a:solidFill>
                  </a:uFill>
                </a:defRPr>
              </a:lvl1pPr>
            </a:lstStyle>
            <a:p>
              <a:pPr/>
              <a:r>
                <a:t>d:0</a:t>
              </a:r>
            </a:p>
          </p:txBody>
        </p:sp>
        <p:sp>
          <p:nvSpPr>
            <p:cNvPr id="1223" name="Shape 729"/>
            <p:cNvSpPr/>
            <p:nvPr/>
          </p:nvSpPr>
          <p:spPr>
            <a:xfrm>
              <a:off x="1963087" y="1542062"/>
              <a:ext cx="528681" cy="514779"/>
            </a:xfrm>
            <a:prstGeom prst="ellipse">
              <a:avLst/>
            </a:prstGeom>
            <a:noFill/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0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224" name="Shape 730"/>
            <p:cNvSpPr txBox="1"/>
            <p:nvPr/>
          </p:nvSpPr>
          <p:spPr>
            <a:xfrm>
              <a:off x="1974016" y="1598400"/>
              <a:ext cx="456024" cy="3575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38100" tIns="38100" rIns="38100" bIns="38100" numCol="1" anchor="ctr">
              <a:spAutoFit/>
            </a:bodyPr>
            <a:lstStyle>
              <a:lvl1pPr marR="56816" indent="56816" algn="ctr" defTabSz="1295400">
                <a:spcBef>
                  <a:spcPts val="1900"/>
                </a:spcBef>
                <a:defRPr sz="2000">
                  <a:uFill>
                    <a:solidFill>
                      <a:srgbClr val="1F497D"/>
                    </a:solidFill>
                  </a:uFill>
                </a:defRPr>
              </a:lvl1pPr>
            </a:lstStyle>
            <a:p>
              <a:pPr/>
              <a:r>
                <a:t>e:0</a:t>
              </a:r>
            </a:p>
          </p:txBody>
        </p:sp>
        <p:sp>
          <p:nvSpPr>
            <p:cNvPr id="1225" name="Shape 732"/>
            <p:cNvSpPr/>
            <p:nvPr/>
          </p:nvSpPr>
          <p:spPr>
            <a:xfrm>
              <a:off x="11786" y="2424854"/>
              <a:ext cx="522913" cy="514779"/>
            </a:xfrm>
            <a:prstGeom prst="ellipse">
              <a:avLst/>
            </a:prstGeom>
            <a:noFill/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0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226" name="Shape 733"/>
            <p:cNvSpPr txBox="1"/>
            <p:nvPr/>
          </p:nvSpPr>
          <p:spPr>
            <a:xfrm>
              <a:off x="0" y="2468492"/>
              <a:ext cx="470286" cy="3575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38100" tIns="38100" rIns="38100" bIns="38100" numCol="1" anchor="ctr">
              <a:spAutoFit/>
            </a:bodyPr>
            <a:lstStyle>
              <a:lvl1pPr marR="56816" indent="56816" algn="ctr" defTabSz="1295400">
                <a:spcBef>
                  <a:spcPts val="1900"/>
                </a:spcBef>
                <a:defRPr sz="2000">
                  <a:uFill>
                    <a:solidFill>
                      <a:srgbClr val="1F497D"/>
                    </a:solidFill>
                  </a:uFill>
                </a:defRPr>
              </a:lvl1pPr>
            </a:lstStyle>
            <a:p>
              <a:pPr/>
              <a:r>
                <a:t>g:0</a:t>
              </a:r>
            </a:p>
          </p:txBody>
        </p:sp>
        <p:sp>
          <p:nvSpPr>
            <p:cNvPr id="1227" name="Shape 735"/>
            <p:cNvSpPr/>
            <p:nvPr/>
          </p:nvSpPr>
          <p:spPr>
            <a:xfrm>
              <a:off x="2264914" y="3526650"/>
              <a:ext cx="522915" cy="514779"/>
            </a:xfrm>
            <a:prstGeom prst="ellipse">
              <a:avLst/>
            </a:prstGeom>
            <a:noFill/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0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228" name="Shape 736"/>
            <p:cNvSpPr txBox="1"/>
            <p:nvPr/>
          </p:nvSpPr>
          <p:spPr>
            <a:xfrm>
              <a:off x="2274336" y="3608387"/>
              <a:ext cx="427870" cy="3575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38100" tIns="38100" rIns="38100" bIns="38100" numCol="1" anchor="ctr">
              <a:spAutoFit/>
            </a:bodyPr>
            <a:lstStyle>
              <a:lvl1pPr marR="56816" indent="56816" algn="ctr" defTabSz="1295400">
                <a:spcBef>
                  <a:spcPts val="1900"/>
                </a:spcBef>
                <a:defRPr sz="2000">
                  <a:uFill>
                    <a:solidFill>
                      <a:srgbClr val="1F497D"/>
                    </a:solidFill>
                  </a:uFill>
                </a:defRPr>
              </a:lvl1pPr>
            </a:lstStyle>
            <a:p>
              <a:pPr/>
              <a:r>
                <a:t>f:5</a:t>
              </a:r>
            </a:p>
          </p:txBody>
        </p:sp>
        <p:sp>
          <p:nvSpPr>
            <p:cNvPr id="1229" name="Shape 745"/>
            <p:cNvSpPr/>
            <p:nvPr/>
          </p:nvSpPr>
          <p:spPr>
            <a:xfrm flipH="1">
              <a:off x="4129764" y="1252222"/>
              <a:ext cx="1126566" cy="1323060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230" name="Shape 757"/>
            <p:cNvSpPr txBox="1"/>
            <p:nvPr/>
          </p:nvSpPr>
          <p:spPr>
            <a:xfrm rot="18300000">
              <a:off x="4629197" y="1853073"/>
              <a:ext cx="299100" cy="3829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defTabSz="1295400">
                <a:spcBef>
                  <a:spcPts val="1900"/>
                </a:spcBef>
                <a:defRPr sz="2000">
                  <a:uFill>
                    <a:solidFill>
                      <a:srgbClr val="1F497D"/>
                    </a:solidFill>
                  </a:uFill>
                </a:defRPr>
              </a:lvl1pPr>
            </a:lstStyle>
            <a:p>
              <a:pPr/>
              <a:r>
                <a:t>3</a:t>
              </a:r>
            </a:p>
          </p:txBody>
        </p:sp>
        <p:sp>
          <p:nvSpPr>
            <p:cNvPr id="1231" name="Shape 744"/>
            <p:cNvSpPr/>
            <p:nvPr/>
          </p:nvSpPr>
          <p:spPr>
            <a:xfrm>
              <a:off x="3916313" y="283633"/>
              <a:ext cx="1278440" cy="661531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232" name="Shape 750"/>
            <p:cNvSpPr txBox="1"/>
            <p:nvPr/>
          </p:nvSpPr>
          <p:spPr>
            <a:xfrm rot="1680000">
              <a:off x="4354691" y="189089"/>
              <a:ext cx="299100" cy="3829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defTabSz="1295400">
                <a:spcBef>
                  <a:spcPts val="1900"/>
                </a:spcBef>
                <a:defRPr sz="2000">
                  <a:uFill>
                    <a:solidFill>
                      <a:srgbClr val="1F497D"/>
                    </a:solidFill>
                  </a:uFill>
                </a:defRPr>
              </a:lvl1pPr>
            </a:lstStyle>
            <a:p>
              <a:pPr/>
              <a:r>
                <a:t>5</a:t>
              </a:r>
            </a:p>
          </p:txBody>
        </p:sp>
        <p:sp>
          <p:nvSpPr>
            <p:cNvPr id="1233" name="Shape 743"/>
            <p:cNvSpPr/>
            <p:nvPr/>
          </p:nvSpPr>
          <p:spPr>
            <a:xfrm>
              <a:off x="2466365" y="1921627"/>
              <a:ext cx="1169220" cy="657751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234" name="Shape 755"/>
            <p:cNvSpPr txBox="1"/>
            <p:nvPr/>
          </p:nvSpPr>
          <p:spPr>
            <a:xfrm rot="1800000">
              <a:off x="2908650" y="1858127"/>
              <a:ext cx="299100" cy="3829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defTabSz="1295400">
                <a:spcBef>
                  <a:spcPts val="1900"/>
                </a:spcBef>
                <a:defRPr sz="2000">
                  <a:uFill>
                    <a:solidFill>
                      <a:srgbClr val="1F497D"/>
                    </a:solidFill>
                  </a:uFill>
                </a:defRPr>
              </a:lvl1pPr>
            </a:lstStyle>
            <a:p>
              <a:pPr/>
              <a:r>
                <a:t>8</a:t>
              </a:r>
            </a:p>
          </p:txBody>
        </p:sp>
        <p:sp>
          <p:nvSpPr>
            <p:cNvPr id="1235" name="Shape 739"/>
            <p:cNvSpPr/>
            <p:nvPr/>
          </p:nvSpPr>
          <p:spPr>
            <a:xfrm>
              <a:off x="1076075" y="439985"/>
              <a:ext cx="972768" cy="1176304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236" name="Shape 751"/>
            <p:cNvSpPr txBox="1"/>
            <p:nvPr/>
          </p:nvSpPr>
          <p:spPr>
            <a:xfrm rot="3000000">
              <a:off x="1449032" y="682413"/>
              <a:ext cx="426100" cy="3829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defTabSz="1295400">
                <a:spcBef>
                  <a:spcPts val="1900"/>
                </a:spcBef>
                <a:defRPr sz="2000">
                  <a:uFill>
                    <a:solidFill>
                      <a:srgbClr val="1F497D"/>
                    </a:solidFill>
                  </a:uFill>
                </a:defRPr>
              </a:lvl1pPr>
            </a:lstStyle>
            <a:p>
              <a:pPr/>
              <a:r>
                <a:t>14</a:t>
              </a:r>
            </a:p>
          </p:txBody>
        </p:sp>
        <p:sp>
          <p:nvSpPr>
            <p:cNvPr id="1237" name="Shape 742"/>
            <p:cNvSpPr/>
            <p:nvPr/>
          </p:nvSpPr>
          <p:spPr>
            <a:xfrm flipV="1">
              <a:off x="521997" y="1868848"/>
              <a:ext cx="1452696" cy="739315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238" name="Shape 754"/>
            <p:cNvSpPr txBox="1"/>
            <p:nvPr/>
          </p:nvSpPr>
          <p:spPr>
            <a:xfrm rot="20040000">
              <a:off x="983795" y="1879744"/>
              <a:ext cx="426100" cy="3829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defTabSz="1295400">
                <a:spcBef>
                  <a:spcPts val="1900"/>
                </a:spcBef>
                <a:defRPr sz="2000">
                  <a:uFill>
                    <a:solidFill>
                      <a:srgbClr val="1F497D"/>
                    </a:solidFill>
                  </a:uFill>
                </a:defRPr>
              </a:lvl1pPr>
            </a:lstStyle>
            <a:p>
              <a:pPr/>
              <a:r>
                <a:t>16</a:t>
              </a:r>
            </a:p>
          </p:txBody>
        </p:sp>
      </p:grpSp>
      <p:grpSp>
        <p:nvGrpSpPr>
          <p:cNvPr id="1266" name="成组"/>
          <p:cNvGrpSpPr/>
          <p:nvPr/>
        </p:nvGrpSpPr>
        <p:grpSpPr>
          <a:xfrm>
            <a:off x="9940215" y="1225972"/>
            <a:ext cx="5706187" cy="4041429"/>
            <a:chOff x="0" y="0"/>
            <a:chExt cx="5706186" cy="4041428"/>
          </a:xfrm>
        </p:grpSpPr>
        <p:sp>
          <p:nvSpPr>
            <p:cNvPr id="1240" name="Shape 717"/>
            <p:cNvSpPr/>
            <p:nvPr/>
          </p:nvSpPr>
          <p:spPr>
            <a:xfrm>
              <a:off x="611594" y="0"/>
              <a:ext cx="526759" cy="514776"/>
            </a:xfrm>
            <a:prstGeom prst="ellipse">
              <a:avLst/>
            </a:prstGeom>
            <a:noFill/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0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241" name="Shape 718"/>
            <p:cNvSpPr txBox="1"/>
            <p:nvPr/>
          </p:nvSpPr>
          <p:spPr>
            <a:xfrm>
              <a:off x="621561" y="56337"/>
              <a:ext cx="456023" cy="3575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38100" tIns="38100" rIns="38100" bIns="38100" numCol="1" anchor="ctr">
              <a:spAutoFit/>
            </a:bodyPr>
            <a:lstStyle>
              <a:lvl1pPr marR="56816" indent="56816" algn="ctr" defTabSz="1295400">
                <a:spcBef>
                  <a:spcPts val="1900"/>
                </a:spcBef>
                <a:defRPr sz="2000">
                  <a:uFill>
                    <a:solidFill>
                      <a:srgbClr val="1F497D"/>
                    </a:solidFill>
                  </a:uFill>
                </a:defRPr>
              </a:lvl1pPr>
            </a:lstStyle>
            <a:p>
              <a:pPr/>
              <a:r>
                <a:t>a:0</a:t>
              </a:r>
            </a:p>
          </p:txBody>
        </p:sp>
        <p:sp>
          <p:nvSpPr>
            <p:cNvPr id="1242" name="Shape 720"/>
            <p:cNvSpPr/>
            <p:nvPr/>
          </p:nvSpPr>
          <p:spPr>
            <a:xfrm>
              <a:off x="3389555" y="0"/>
              <a:ext cx="526759" cy="514776"/>
            </a:xfrm>
            <a:prstGeom prst="ellipse">
              <a:avLst/>
            </a:prstGeom>
            <a:noFill/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0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243" name="Shape 721"/>
            <p:cNvSpPr txBox="1"/>
            <p:nvPr/>
          </p:nvSpPr>
          <p:spPr>
            <a:xfrm>
              <a:off x="3417792" y="81737"/>
              <a:ext cx="470286" cy="3575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38100" tIns="38100" rIns="38100" bIns="38100" numCol="1" anchor="ctr">
              <a:spAutoFit/>
            </a:bodyPr>
            <a:lstStyle>
              <a:lvl1pPr marR="56816" indent="56816" algn="ctr" defTabSz="1295400">
                <a:spcBef>
                  <a:spcPts val="1900"/>
                </a:spcBef>
                <a:defRPr sz="2000">
                  <a:uFill>
                    <a:solidFill>
                      <a:srgbClr val="1F497D"/>
                    </a:solidFill>
                  </a:uFill>
                </a:defRPr>
              </a:lvl1pPr>
            </a:lstStyle>
            <a:p>
              <a:pPr/>
              <a:r>
                <a:t>b:0</a:t>
              </a:r>
            </a:p>
          </p:txBody>
        </p:sp>
        <p:sp>
          <p:nvSpPr>
            <p:cNvPr id="1244" name="Shape 723"/>
            <p:cNvSpPr/>
            <p:nvPr/>
          </p:nvSpPr>
          <p:spPr>
            <a:xfrm>
              <a:off x="5183274" y="804333"/>
              <a:ext cx="522913" cy="514777"/>
            </a:xfrm>
            <a:prstGeom prst="ellipse">
              <a:avLst/>
            </a:prstGeom>
            <a:noFill/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0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245" name="Shape 724"/>
            <p:cNvSpPr txBox="1"/>
            <p:nvPr/>
          </p:nvSpPr>
          <p:spPr>
            <a:xfrm>
              <a:off x="5204018" y="877322"/>
              <a:ext cx="456024" cy="3575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38100" tIns="38100" rIns="38100" bIns="38100" numCol="1" anchor="ctr">
              <a:spAutoFit/>
            </a:bodyPr>
            <a:lstStyle>
              <a:lvl1pPr marR="56816" indent="56816" algn="ctr" defTabSz="1295400">
                <a:spcBef>
                  <a:spcPts val="1900"/>
                </a:spcBef>
                <a:defRPr sz="2000">
                  <a:uFill>
                    <a:solidFill>
                      <a:srgbClr val="1F497D"/>
                    </a:solidFill>
                  </a:uFill>
                </a:defRPr>
              </a:lvl1pPr>
            </a:lstStyle>
            <a:p>
              <a:pPr/>
              <a:r>
                <a:t>c:0</a:t>
              </a:r>
            </a:p>
          </p:txBody>
        </p:sp>
        <p:sp>
          <p:nvSpPr>
            <p:cNvPr id="1246" name="Shape 726"/>
            <p:cNvSpPr/>
            <p:nvPr/>
          </p:nvSpPr>
          <p:spPr>
            <a:xfrm>
              <a:off x="3618329" y="2424854"/>
              <a:ext cx="522913" cy="514779"/>
            </a:xfrm>
            <a:prstGeom prst="ellipse">
              <a:avLst/>
            </a:prstGeom>
            <a:noFill/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0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247" name="Shape 727"/>
            <p:cNvSpPr txBox="1"/>
            <p:nvPr/>
          </p:nvSpPr>
          <p:spPr>
            <a:xfrm>
              <a:off x="3606542" y="2506592"/>
              <a:ext cx="470286" cy="3575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38100" tIns="38100" rIns="38100" bIns="38100" numCol="1" anchor="ctr">
              <a:spAutoFit/>
            </a:bodyPr>
            <a:lstStyle>
              <a:lvl1pPr marR="56816" indent="56816" algn="ctr" defTabSz="1295400">
                <a:spcBef>
                  <a:spcPts val="1900"/>
                </a:spcBef>
                <a:defRPr sz="2000">
                  <a:uFill>
                    <a:solidFill>
                      <a:srgbClr val="1F497D"/>
                    </a:solidFill>
                  </a:uFill>
                </a:defRPr>
              </a:lvl1pPr>
            </a:lstStyle>
            <a:p>
              <a:pPr/>
              <a:r>
                <a:t>d:0</a:t>
              </a:r>
            </a:p>
          </p:txBody>
        </p:sp>
        <p:sp>
          <p:nvSpPr>
            <p:cNvPr id="1248" name="Shape 729"/>
            <p:cNvSpPr/>
            <p:nvPr/>
          </p:nvSpPr>
          <p:spPr>
            <a:xfrm>
              <a:off x="1963087" y="1542062"/>
              <a:ext cx="528681" cy="514779"/>
            </a:xfrm>
            <a:prstGeom prst="ellipse">
              <a:avLst/>
            </a:prstGeom>
            <a:noFill/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0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249" name="Shape 730"/>
            <p:cNvSpPr txBox="1"/>
            <p:nvPr/>
          </p:nvSpPr>
          <p:spPr>
            <a:xfrm>
              <a:off x="1974016" y="1598400"/>
              <a:ext cx="456024" cy="3575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38100" tIns="38100" rIns="38100" bIns="38100" numCol="1" anchor="ctr">
              <a:spAutoFit/>
            </a:bodyPr>
            <a:lstStyle>
              <a:lvl1pPr marR="56816" indent="56816" algn="ctr" defTabSz="1295400">
                <a:spcBef>
                  <a:spcPts val="1900"/>
                </a:spcBef>
                <a:defRPr sz="2000">
                  <a:uFill>
                    <a:solidFill>
                      <a:srgbClr val="1F497D"/>
                    </a:solidFill>
                  </a:uFill>
                </a:defRPr>
              </a:lvl1pPr>
            </a:lstStyle>
            <a:p>
              <a:pPr/>
              <a:r>
                <a:t>e:0</a:t>
              </a:r>
            </a:p>
          </p:txBody>
        </p:sp>
        <p:sp>
          <p:nvSpPr>
            <p:cNvPr id="1250" name="Shape 732"/>
            <p:cNvSpPr/>
            <p:nvPr/>
          </p:nvSpPr>
          <p:spPr>
            <a:xfrm>
              <a:off x="11786" y="2424854"/>
              <a:ext cx="522913" cy="514779"/>
            </a:xfrm>
            <a:prstGeom prst="ellipse">
              <a:avLst/>
            </a:prstGeom>
            <a:noFill/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0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251" name="Shape 733"/>
            <p:cNvSpPr txBox="1"/>
            <p:nvPr/>
          </p:nvSpPr>
          <p:spPr>
            <a:xfrm>
              <a:off x="0" y="2468492"/>
              <a:ext cx="470286" cy="3575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38100" tIns="38100" rIns="38100" bIns="38100" numCol="1" anchor="ctr">
              <a:spAutoFit/>
            </a:bodyPr>
            <a:lstStyle>
              <a:lvl1pPr marR="56816" indent="56816" algn="ctr" defTabSz="1295400">
                <a:spcBef>
                  <a:spcPts val="1900"/>
                </a:spcBef>
                <a:defRPr sz="2000">
                  <a:uFill>
                    <a:solidFill>
                      <a:srgbClr val="1F497D"/>
                    </a:solidFill>
                  </a:uFill>
                </a:defRPr>
              </a:lvl1pPr>
            </a:lstStyle>
            <a:p>
              <a:pPr/>
              <a:r>
                <a:t>g:0</a:t>
              </a:r>
            </a:p>
          </p:txBody>
        </p:sp>
        <p:sp>
          <p:nvSpPr>
            <p:cNvPr id="1252" name="Shape 735"/>
            <p:cNvSpPr/>
            <p:nvPr/>
          </p:nvSpPr>
          <p:spPr>
            <a:xfrm>
              <a:off x="2264914" y="3526650"/>
              <a:ext cx="522915" cy="514779"/>
            </a:xfrm>
            <a:prstGeom prst="ellipse">
              <a:avLst/>
            </a:prstGeom>
            <a:noFill/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0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253" name="Shape 736"/>
            <p:cNvSpPr txBox="1"/>
            <p:nvPr/>
          </p:nvSpPr>
          <p:spPr>
            <a:xfrm>
              <a:off x="2274336" y="3608387"/>
              <a:ext cx="427870" cy="3575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38100" tIns="38100" rIns="38100" bIns="38100" numCol="1" anchor="ctr">
              <a:spAutoFit/>
            </a:bodyPr>
            <a:lstStyle>
              <a:lvl1pPr marR="56816" indent="56816" algn="ctr" defTabSz="1295400">
                <a:spcBef>
                  <a:spcPts val="1900"/>
                </a:spcBef>
                <a:defRPr sz="2000">
                  <a:uFill>
                    <a:solidFill>
                      <a:srgbClr val="1F497D"/>
                    </a:solidFill>
                  </a:uFill>
                </a:defRPr>
              </a:lvl1pPr>
            </a:lstStyle>
            <a:p>
              <a:pPr/>
              <a:r>
                <a:t>f:0</a:t>
              </a:r>
            </a:p>
          </p:txBody>
        </p:sp>
        <p:sp>
          <p:nvSpPr>
            <p:cNvPr id="1254" name="Shape 745"/>
            <p:cNvSpPr/>
            <p:nvPr/>
          </p:nvSpPr>
          <p:spPr>
            <a:xfrm flipH="1">
              <a:off x="4129765" y="1252222"/>
              <a:ext cx="1126565" cy="1323060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255" name="Shape 757"/>
            <p:cNvSpPr txBox="1"/>
            <p:nvPr/>
          </p:nvSpPr>
          <p:spPr>
            <a:xfrm rot="18300000">
              <a:off x="4629197" y="1853073"/>
              <a:ext cx="299100" cy="3829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defTabSz="1295400">
                <a:spcBef>
                  <a:spcPts val="1900"/>
                </a:spcBef>
                <a:defRPr sz="2000">
                  <a:uFill>
                    <a:solidFill>
                      <a:srgbClr val="1F497D"/>
                    </a:solidFill>
                  </a:uFill>
                </a:defRPr>
              </a:lvl1pPr>
            </a:lstStyle>
            <a:p>
              <a:pPr/>
              <a:r>
                <a:t>3</a:t>
              </a:r>
            </a:p>
          </p:txBody>
        </p:sp>
        <p:sp>
          <p:nvSpPr>
            <p:cNvPr id="1256" name="Shape 744"/>
            <p:cNvSpPr/>
            <p:nvPr/>
          </p:nvSpPr>
          <p:spPr>
            <a:xfrm>
              <a:off x="3916313" y="283633"/>
              <a:ext cx="1278440" cy="661531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257" name="Shape 750"/>
            <p:cNvSpPr txBox="1"/>
            <p:nvPr/>
          </p:nvSpPr>
          <p:spPr>
            <a:xfrm rot="1680000">
              <a:off x="4354691" y="189089"/>
              <a:ext cx="299100" cy="3829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defTabSz="1295400">
                <a:spcBef>
                  <a:spcPts val="1900"/>
                </a:spcBef>
                <a:defRPr sz="2000">
                  <a:uFill>
                    <a:solidFill>
                      <a:srgbClr val="1F497D"/>
                    </a:solidFill>
                  </a:uFill>
                </a:defRPr>
              </a:lvl1pPr>
            </a:lstStyle>
            <a:p>
              <a:pPr/>
              <a:r>
                <a:t>5</a:t>
              </a:r>
            </a:p>
          </p:txBody>
        </p:sp>
        <p:sp>
          <p:nvSpPr>
            <p:cNvPr id="1258" name="Shape 743"/>
            <p:cNvSpPr/>
            <p:nvPr/>
          </p:nvSpPr>
          <p:spPr>
            <a:xfrm>
              <a:off x="2466365" y="1921627"/>
              <a:ext cx="1169220" cy="657751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259" name="Shape 755"/>
            <p:cNvSpPr txBox="1"/>
            <p:nvPr/>
          </p:nvSpPr>
          <p:spPr>
            <a:xfrm rot="1800000">
              <a:off x="2908650" y="1858127"/>
              <a:ext cx="299100" cy="3829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defTabSz="1295400">
                <a:spcBef>
                  <a:spcPts val="1900"/>
                </a:spcBef>
                <a:defRPr sz="2000">
                  <a:uFill>
                    <a:solidFill>
                      <a:srgbClr val="1F497D"/>
                    </a:solidFill>
                  </a:uFill>
                </a:defRPr>
              </a:lvl1pPr>
            </a:lstStyle>
            <a:p>
              <a:pPr/>
              <a:r>
                <a:t>8</a:t>
              </a:r>
            </a:p>
          </p:txBody>
        </p:sp>
        <p:sp>
          <p:nvSpPr>
            <p:cNvPr id="1260" name="Shape 739"/>
            <p:cNvSpPr/>
            <p:nvPr/>
          </p:nvSpPr>
          <p:spPr>
            <a:xfrm>
              <a:off x="1076075" y="439985"/>
              <a:ext cx="972768" cy="1176304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261" name="Shape 751"/>
            <p:cNvSpPr txBox="1"/>
            <p:nvPr/>
          </p:nvSpPr>
          <p:spPr>
            <a:xfrm rot="3000000">
              <a:off x="1449032" y="682413"/>
              <a:ext cx="426100" cy="3829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defTabSz="1295400">
                <a:spcBef>
                  <a:spcPts val="1900"/>
                </a:spcBef>
                <a:defRPr sz="2000">
                  <a:uFill>
                    <a:solidFill>
                      <a:srgbClr val="1F497D"/>
                    </a:solidFill>
                  </a:uFill>
                </a:defRPr>
              </a:lvl1pPr>
            </a:lstStyle>
            <a:p>
              <a:pPr/>
              <a:r>
                <a:t>14</a:t>
              </a:r>
            </a:p>
          </p:txBody>
        </p:sp>
        <p:sp>
          <p:nvSpPr>
            <p:cNvPr id="1262" name="Shape 742"/>
            <p:cNvSpPr/>
            <p:nvPr/>
          </p:nvSpPr>
          <p:spPr>
            <a:xfrm flipV="1">
              <a:off x="521997" y="1868848"/>
              <a:ext cx="1452696" cy="739315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263" name="Shape 754"/>
            <p:cNvSpPr txBox="1"/>
            <p:nvPr/>
          </p:nvSpPr>
          <p:spPr>
            <a:xfrm rot="20040000">
              <a:off x="983795" y="1879744"/>
              <a:ext cx="426100" cy="3829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defTabSz="1295400">
                <a:spcBef>
                  <a:spcPts val="1900"/>
                </a:spcBef>
                <a:defRPr sz="2000">
                  <a:uFill>
                    <a:solidFill>
                      <a:srgbClr val="1F497D"/>
                    </a:solidFill>
                  </a:uFill>
                </a:defRPr>
              </a:lvl1pPr>
            </a:lstStyle>
            <a:p>
              <a:pPr/>
              <a:r>
                <a:t>16</a:t>
              </a:r>
            </a:p>
          </p:txBody>
        </p:sp>
        <p:sp>
          <p:nvSpPr>
            <p:cNvPr id="1264" name="Shape 748"/>
            <p:cNvSpPr/>
            <p:nvPr/>
          </p:nvSpPr>
          <p:spPr>
            <a:xfrm flipH="1">
              <a:off x="2764348" y="2836896"/>
              <a:ext cx="903560" cy="808286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265" name="Shape 756"/>
            <p:cNvSpPr txBox="1"/>
            <p:nvPr/>
          </p:nvSpPr>
          <p:spPr>
            <a:xfrm rot="19200000">
              <a:off x="3086973" y="3229185"/>
              <a:ext cx="426100" cy="3829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R="57798" defTabSz="1295400">
                <a:spcBef>
                  <a:spcPts val="1900"/>
                </a:spcBef>
                <a:defRPr sz="2000">
                  <a:uFill>
                    <a:solidFill>
                      <a:srgbClr val="1F497D"/>
                    </a:solidFill>
                  </a:uFill>
                </a:defRPr>
              </a:lvl1pPr>
            </a:lstStyle>
            <a:p>
              <a:pPr/>
              <a:r>
                <a:t>21</a:t>
              </a:r>
            </a:p>
          </p:txBody>
        </p:sp>
      </p:grpSp>
      <p:sp>
        <p:nvSpPr>
          <p:cNvPr id="1267" name="'"/>
          <p:cNvSpPr txBox="1"/>
          <p:nvPr/>
        </p:nvSpPr>
        <p:spPr>
          <a:xfrm>
            <a:off x="6035350" y="4618192"/>
            <a:ext cx="240747" cy="5172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'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" name="Shape 234"/>
          <p:cNvSpPr txBox="1"/>
          <p:nvPr/>
        </p:nvSpPr>
        <p:spPr>
          <a:xfrm>
            <a:off x="907907" y="25400"/>
            <a:ext cx="11201403" cy="952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8" algn="ctr" defTabSz="1295400">
              <a:lnSpc>
                <a:spcPct val="125000"/>
              </a:lnSpc>
              <a:defRPr sz="48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并查集</a:t>
            </a:r>
          </a:p>
        </p:txBody>
      </p:sp>
      <p:sp>
        <p:nvSpPr>
          <p:cNvPr id="1270" name="只支持集合的合并操作和成员查找(判定)操作的集合。"/>
          <p:cNvSpPr txBox="1"/>
          <p:nvPr/>
        </p:nvSpPr>
        <p:spPr>
          <a:xfrm>
            <a:off x="668330" y="1131803"/>
            <a:ext cx="8587735" cy="609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marR="57798" defTabSz="1295400"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</a:defRPr>
            </a:pPr>
            <a:r>
              <a:t>只支持集合的</a:t>
            </a:r>
            <a:r>
              <a:rPr>
                <a:solidFill>
                  <a:schemeClr val="accent1"/>
                </a:solidFill>
              </a:rPr>
              <a:t>合并</a:t>
            </a:r>
            <a:r>
              <a:t>操作和成员</a:t>
            </a:r>
            <a:r>
              <a:rPr>
                <a:solidFill>
                  <a:schemeClr val="accent1"/>
                </a:solidFill>
              </a:rPr>
              <a:t>查找</a:t>
            </a:r>
            <a:r>
              <a:t>(判定)操作的集合。</a:t>
            </a:r>
          </a:p>
        </p:txBody>
      </p:sp>
      <p:sp>
        <p:nvSpPr>
          <p:cNvPr id="1271" name="集合：{2, 4, 6, 8}                   集合: {1, 3, 5, 7, 9}"/>
          <p:cNvSpPr txBox="1"/>
          <p:nvPr/>
        </p:nvSpPr>
        <p:spPr>
          <a:xfrm>
            <a:off x="668330" y="1919203"/>
            <a:ext cx="7354421" cy="609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marR="57798" defTabSz="1295400"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集合：{2, 4, 6, 8}                   集合: {1, 3, 5, 7, 9}</a:t>
            </a:r>
          </a:p>
        </p:txBody>
      </p:sp>
      <p:sp>
        <p:nvSpPr>
          <p:cNvPr id="1272" name="集合：{2, 4, 6, 8, 1, 3, 5, 7, 9}"/>
          <p:cNvSpPr txBox="1"/>
          <p:nvPr/>
        </p:nvSpPr>
        <p:spPr>
          <a:xfrm>
            <a:off x="1942510" y="3793683"/>
            <a:ext cx="4602862" cy="609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marR="57798" defTabSz="1295400"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集合：{2, 4, 6, 8, 1, 3, 5, 7, 9}</a:t>
            </a:r>
          </a:p>
        </p:txBody>
      </p:sp>
      <p:sp>
        <p:nvSpPr>
          <p:cNvPr id="1273" name="箭头"/>
          <p:cNvSpPr/>
          <p:nvPr/>
        </p:nvSpPr>
        <p:spPr>
          <a:xfrm rot="5400000">
            <a:off x="3826836" y="2777163"/>
            <a:ext cx="1270001" cy="719474"/>
          </a:xfrm>
          <a:prstGeom prst="rightArrow">
            <a:avLst>
              <a:gd name="adj1" fmla="val 44020"/>
              <a:gd name="adj2" fmla="val 97160"/>
            </a:avLst>
          </a:prstGeom>
          <a:solidFill>
            <a:srgbClr val="FFFFFF"/>
          </a:solidFill>
          <a:ln w="25400">
            <a:solidFill>
              <a:srgbClr val="000000"/>
            </a:solidFill>
          </a:ln>
        </p:spPr>
        <p:txBody>
          <a:bodyPr lIns="50800" tIns="50800" rIns="50800" bIns="50800" anchor="ctr"/>
          <a:lstStyle/>
          <a:p>
            <a:pPr marR="57798" defTabSz="1295400"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1274" name="集合名：以某个元素作为集合名，例如: 集合2: {2,  4, 6, 8}"/>
          <p:cNvSpPr txBox="1"/>
          <p:nvPr/>
        </p:nvSpPr>
        <p:spPr>
          <a:xfrm>
            <a:off x="668330" y="5045031"/>
            <a:ext cx="9156556" cy="609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marR="57798" defTabSz="1295400"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</a:defRPr>
            </a:pPr>
            <a:r>
              <a:rPr>
                <a:solidFill>
                  <a:schemeClr val="accent1"/>
                </a:solidFill>
              </a:rPr>
              <a:t>集合名</a:t>
            </a:r>
            <a:r>
              <a:t>：以</a:t>
            </a:r>
            <a:r>
              <a:rPr>
                <a:solidFill>
                  <a:schemeClr val="accent1"/>
                </a:solidFill>
              </a:rPr>
              <a:t>某个元素</a:t>
            </a:r>
            <a:r>
              <a:t>作为集合名，例如: 集合2: {2,  4, 6, 8}</a:t>
            </a:r>
          </a:p>
        </p:txBody>
      </p:sp>
      <p:grpSp>
        <p:nvGrpSpPr>
          <p:cNvPr id="1286" name="成组"/>
          <p:cNvGrpSpPr/>
          <p:nvPr/>
        </p:nvGrpSpPr>
        <p:grpSpPr>
          <a:xfrm>
            <a:off x="4832412" y="6061864"/>
            <a:ext cx="2187508" cy="1790421"/>
            <a:chOff x="0" y="0"/>
            <a:chExt cx="2187507" cy="1790419"/>
          </a:xfrm>
        </p:grpSpPr>
        <p:sp>
          <p:nvSpPr>
            <p:cNvPr id="1275" name="Shape 452"/>
            <p:cNvSpPr/>
            <p:nvPr/>
          </p:nvSpPr>
          <p:spPr>
            <a:xfrm>
              <a:off x="1261534" y="561057"/>
              <a:ext cx="613707" cy="613708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prstDash val="solid"/>
              <a:round/>
              <a:headEnd type="arrow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276" name="Shape 459"/>
            <p:cNvSpPr/>
            <p:nvPr/>
          </p:nvSpPr>
          <p:spPr>
            <a:xfrm>
              <a:off x="1101231" y="607060"/>
              <a:ext cx="2260" cy="548360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prstDash val="solid"/>
              <a:round/>
              <a:headEnd type="arrow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277" name="Shape 461"/>
            <p:cNvSpPr/>
            <p:nvPr/>
          </p:nvSpPr>
          <p:spPr>
            <a:xfrm>
              <a:off x="789940" y="0"/>
              <a:ext cx="609603" cy="609602"/>
            </a:xfrm>
            <a:prstGeom prst="ellipse">
              <a:avLst/>
            </a:prstGeom>
            <a:noFill/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278" name="Shape 462"/>
            <p:cNvSpPr txBox="1"/>
            <p:nvPr/>
          </p:nvSpPr>
          <p:spPr>
            <a:xfrm>
              <a:off x="902829" y="118534"/>
              <a:ext cx="402450" cy="3829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algn="ctr" defTabSz="1295400">
                <a:spcBef>
                  <a:spcPts val="1900"/>
                </a:spcBef>
                <a:defRPr sz="2000">
                  <a:uFill>
                    <a:solidFill>
                      <a:srgbClr val="FEE8F7"/>
                    </a:solidFill>
                  </a:uFill>
                </a:defRPr>
              </a:lvl1pPr>
            </a:lstStyle>
            <a:p>
              <a:pPr/>
              <a:r>
                <a:t>2</a:t>
              </a:r>
            </a:p>
          </p:txBody>
        </p:sp>
        <p:sp>
          <p:nvSpPr>
            <p:cNvPr id="1279" name="Shape 464"/>
            <p:cNvSpPr/>
            <p:nvPr/>
          </p:nvSpPr>
          <p:spPr>
            <a:xfrm>
              <a:off x="0" y="1180817"/>
              <a:ext cx="609602" cy="609603"/>
            </a:xfrm>
            <a:prstGeom prst="ellipse">
              <a:avLst/>
            </a:prstGeom>
            <a:noFill/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280" name="Shape 465"/>
            <p:cNvSpPr txBox="1"/>
            <p:nvPr/>
          </p:nvSpPr>
          <p:spPr>
            <a:xfrm>
              <a:off x="81843" y="1299352"/>
              <a:ext cx="420516" cy="3829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algn="ctr" defTabSz="1295400">
                <a:spcBef>
                  <a:spcPts val="1900"/>
                </a:spcBef>
                <a:defRPr sz="2000">
                  <a:uFill>
                    <a:solidFill>
                      <a:srgbClr val="FEE8F7"/>
                    </a:solidFill>
                  </a:uFill>
                </a:defRPr>
              </a:lvl1pPr>
            </a:lstStyle>
            <a:p>
              <a:pPr/>
              <a:r>
                <a:t>4</a:t>
              </a:r>
            </a:p>
          </p:txBody>
        </p:sp>
        <p:sp>
          <p:nvSpPr>
            <p:cNvPr id="1281" name="Shape 467"/>
            <p:cNvSpPr/>
            <p:nvPr/>
          </p:nvSpPr>
          <p:spPr>
            <a:xfrm>
              <a:off x="799253" y="1180817"/>
              <a:ext cx="609603" cy="609603"/>
            </a:xfrm>
            <a:prstGeom prst="ellipse">
              <a:avLst/>
            </a:prstGeom>
            <a:noFill/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282" name="Shape 468"/>
            <p:cNvSpPr txBox="1"/>
            <p:nvPr/>
          </p:nvSpPr>
          <p:spPr>
            <a:xfrm>
              <a:off x="893797" y="1299352"/>
              <a:ext cx="420515" cy="3829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algn="ctr" defTabSz="1295400">
                <a:spcBef>
                  <a:spcPts val="1900"/>
                </a:spcBef>
                <a:defRPr sz="2000">
                  <a:uFill>
                    <a:solidFill>
                      <a:srgbClr val="FEE8F7"/>
                    </a:solidFill>
                  </a:uFill>
                </a:defRPr>
              </a:lvl1pPr>
            </a:lstStyle>
            <a:p>
              <a:pPr/>
              <a:r>
                <a:t>6</a:t>
              </a:r>
            </a:p>
          </p:txBody>
        </p:sp>
        <p:sp>
          <p:nvSpPr>
            <p:cNvPr id="1283" name="Shape 470"/>
            <p:cNvSpPr/>
            <p:nvPr/>
          </p:nvSpPr>
          <p:spPr>
            <a:xfrm>
              <a:off x="1577905" y="1180817"/>
              <a:ext cx="609603" cy="609603"/>
            </a:xfrm>
            <a:prstGeom prst="ellipse">
              <a:avLst/>
            </a:prstGeom>
            <a:noFill/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284" name="Shape 471"/>
            <p:cNvSpPr txBox="1"/>
            <p:nvPr/>
          </p:nvSpPr>
          <p:spPr>
            <a:xfrm>
              <a:off x="1675553" y="1299352"/>
              <a:ext cx="414307" cy="3829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algn="ctr" defTabSz="1295400">
                <a:spcBef>
                  <a:spcPts val="1900"/>
                </a:spcBef>
                <a:defRPr sz="2000">
                  <a:uFill>
                    <a:solidFill>
                      <a:srgbClr val="FEE8F7"/>
                    </a:solidFill>
                  </a:uFill>
                </a:defRPr>
              </a:lvl1pPr>
            </a:lstStyle>
            <a:p>
              <a:pPr/>
              <a:r>
                <a:t>8</a:t>
              </a:r>
            </a:p>
          </p:txBody>
        </p:sp>
        <p:sp>
          <p:nvSpPr>
            <p:cNvPr id="1285" name="Shape 452"/>
            <p:cNvSpPr/>
            <p:nvPr/>
          </p:nvSpPr>
          <p:spPr>
            <a:xfrm flipH="1">
              <a:off x="321734" y="561057"/>
              <a:ext cx="613707" cy="613708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prstDash val="solid"/>
              <a:round/>
              <a:headEnd type="arrow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8" name="Shape 234"/>
          <p:cNvSpPr txBox="1"/>
          <p:nvPr/>
        </p:nvSpPr>
        <p:spPr>
          <a:xfrm>
            <a:off x="907907" y="25400"/>
            <a:ext cx="11201403" cy="952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8" algn="ctr" defTabSz="1295400">
              <a:lnSpc>
                <a:spcPct val="125000"/>
              </a:lnSpc>
              <a:defRPr sz="48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并查集的查找</a:t>
            </a:r>
          </a:p>
        </p:txBody>
      </p:sp>
      <p:sp>
        <p:nvSpPr>
          <p:cNvPr id="1289" name="查找某个元素属于哪个结合。"/>
          <p:cNvSpPr txBox="1"/>
          <p:nvPr/>
        </p:nvSpPr>
        <p:spPr>
          <a:xfrm>
            <a:off x="668330" y="1131803"/>
            <a:ext cx="4794900" cy="609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marR="57798" defTabSz="1295400"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查找某个元素属于哪个结合。</a:t>
            </a:r>
          </a:p>
        </p:txBody>
      </p:sp>
      <p:grpSp>
        <p:nvGrpSpPr>
          <p:cNvPr id="1307" name="成组"/>
          <p:cNvGrpSpPr/>
          <p:nvPr/>
        </p:nvGrpSpPr>
        <p:grpSpPr>
          <a:xfrm>
            <a:off x="4344534" y="2258215"/>
            <a:ext cx="2767482" cy="3547825"/>
            <a:chOff x="0" y="0"/>
            <a:chExt cx="2767481" cy="3547824"/>
          </a:xfrm>
        </p:grpSpPr>
        <p:sp>
          <p:nvSpPr>
            <p:cNvPr id="1290" name="{2,  4,  6,  8 }"/>
            <p:cNvSpPr txBox="1"/>
            <p:nvPr/>
          </p:nvSpPr>
          <p:spPr>
            <a:xfrm>
              <a:off x="387795" y="3054930"/>
              <a:ext cx="2113662" cy="4928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marR="57798" defTabSz="1295400"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lvl1pPr>
            </a:lstStyle>
            <a:p>
              <a:pPr/>
              <a:r>
                <a:t>{2,  4,  6,  8 }</a:t>
              </a:r>
            </a:p>
          </p:txBody>
        </p:sp>
        <p:sp>
          <p:nvSpPr>
            <p:cNvPr id="1291" name="线条"/>
            <p:cNvSpPr/>
            <p:nvPr/>
          </p:nvSpPr>
          <p:spPr>
            <a:xfrm flipV="1">
              <a:off x="2118227" y="1759449"/>
              <a:ext cx="432571" cy="1384273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custDash>
                <a:ds d="200000" sp="200000"/>
              </a:custDash>
              <a:miter lim="400000"/>
              <a:tailEnd type="arrow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292" name="线条"/>
            <p:cNvSpPr/>
            <p:nvPr/>
          </p:nvSpPr>
          <p:spPr>
            <a:xfrm flipH="1" flipV="1">
              <a:off x="866360" y="1761060"/>
              <a:ext cx="306611" cy="1382186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custDash>
                <a:ds d="200000" sp="200000"/>
              </a:custDash>
              <a:miter lim="400000"/>
              <a:tailEnd type="arrow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293" name="线条"/>
            <p:cNvSpPr/>
            <p:nvPr/>
          </p:nvSpPr>
          <p:spPr>
            <a:xfrm flipV="1">
              <a:off x="1673727" y="1763237"/>
              <a:ext cx="1" cy="1380485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custDash>
                <a:ds d="200000" sp="200000"/>
              </a:custDash>
              <a:miter lim="400000"/>
              <a:tailEnd type="arrow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308" name="连接线"/>
            <p:cNvSpPr/>
            <p:nvPr/>
          </p:nvSpPr>
          <p:spPr>
            <a:xfrm>
              <a:off x="-1" y="27926"/>
              <a:ext cx="1446353" cy="318592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6479" h="19642" fill="norm" stroke="1" extrusionOk="0">
                  <a:moveTo>
                    <a:pt x="9019" y="19642"/>
                  </a:moveTo>
                  <a:cubicBezTo>
                    <a:pt x="-5121" y="4416"/>
                    <a:pt x="-2634" y="-1958"/>
                    <a:pt x="16479" y="520"/>
                  </a:cubicBezTo>
                </a:path>
              </a:pathLst>
            </a:custGeom>
            <a:noFill/>
            <a:ln w="25400" cap="flat">
              <a:solidFill>
                <a:srgbClr val="000000"/>
              </a:solidFill>
              <a:custDash>
                <a:ds d="200000" sp="200000"/>
              </a:custDash>
              <a:miter lim="400000"/>
              <a:tailEnd type="arrow" w="med" len="med"/>
            </a:ln>
            <a:effectLst/>
          </p:spPr>
          <p:txBody>
            <a:bodyPr/>
            <a:lstStyle/>
            <a:p>
              <a:pPr/>
            </a:p>
          </p:txBody>
        </p:sp>
        <p:grpSp>
          <p:nvGrpSpPr>
            <p:cNvPr id="1306" name="成组"/>
            <p:cNvGrpSpPr/>
            <p:nvPr/>
          </p:nvGrpSpPr>
          <p:grpSpPr>
            <a:xfrm>
              <a:off x="579973" y="0"/>
              <a:ext cx="2187509" cy="1790420"/>
              <a:chOff x="0" y="0"/>
              <a:chExt cx="2187507" cy="1790419"/>
            </a:xfrm>
          </p:grpSpPr>
          <p:sp>
            <p:nvSpPr>
              <p:cNvPr id="1295" name="Shape 452"/>
              <p:cNvSpPr/>
              <p:nvPr/>
            </p:nvSpPr>
            <p:spPr>
              <a:xfrm>
                <a:off x="1261534" y="561057"/>
                <a:ext cx="613707" cy="613708"/>
              </a:xfrm>
              <a:prstGeom prst="line">
                <a:avLst/>
              </a:prstGeom>
              <a:noFill/>
              <a:ln w="12700" cap="sq">
                <a:solidFill>
                  <a:srgbClr val="000000"/>
                </a:solidFill>
                <a:prstDash val="solid"/>
                <a:round/>
                <a:headEnd type="arrow" w="med" len="med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296" name="Shape 459"/>
              <p:cNvSpPr/>
              <p:nvPr/>
            </p:nvSpPr>
            <p:spPr>
              <a:xfrm>
                <a:off x="1101231" y="607060"/>
                <a:ext cx="2260" cy="548360"/>
              </a:xfrm>
              <a:prstGeom prst="line">
                <a:avLst/>
              </a:prstGeom>
              <a:noFill/>
              <a:ln w="12700" cap="sq">
                <a:solidFill>
                  <a:srgbClr val="000000"/>
                </a:solidFill>
                <a:prstDash val="solid"/>
                <a:round/>
                <a:headEnd type="arrow" w="med" len="med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297" name="Shape 461"/>
              <p:cNvSpPr/>
              <p:nvPr/>
            </p:nvSpPr>
            <p:spPr>
              <a:xfrm>
                <a:off x="789940" y="0"/>
                <a:ext cx="609603" cy="609602"/>
              </a:xfrm>
              <a:prstGeom prst="ellipse">
                <a:avLst/>
              </a:prstGeom>
              <a:noFill/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298" name="Shape 462"/>
              <p:cNvSpPr txBox="1"/>
              <p:nvPr/>
            </p:nvSpPr>
            <p:spPr>
              <a:xfrm>
                <a:off x="902829" y="118534"/>
                <a:ext cx="402450" cy="38291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spAutoFit/>
              </a:bodyPr>
              <a:lstStyle>
                <a:lvl1pPr marR="57798" algn="ctr" defTabSz="1295400">
                  <a:spcBef>
                    <a:spcPts val="1900"/>
                  </a:spcBef>
                  <a:defRPr sz="2000"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2</a:t>
                </a:r>
              </a:p>
            </p:txBody>
          </p:sp>
          <p:sp>
            <p:nvSpPr>
              <p:cNvPr id="1299" name="Shape 464"/>
              <p:cNvSpPr/>
              <p:nvPr/>
            </p:nvSpPr>
            <p:spPr>
              <a:xfrm>
                <a:off x="0" y="1180817"/>
                <a:ext cx="609602" cy="609603"/>
              </a:xfrm>
              <a:prstGeom prst="ellipse">
                <a:avLst/>
              </a:prstGeom>
              <a:noFill/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300" name="Shape 465"/>
              <p:cNvSpPr txBox="1"/>
              <p:nvPr/>
            </p:nvSpPr>
            <p:spPr>
              <a:xfrm>
                <a:off x="81843" y="1299352"/>
                <a:ext cx="420516" cy="38291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spAutoFit/>
              </a:bodyPr>
              <a:lstStyle>
                <a:lvl1pPr marR="57798" algn="ctr" defTabSz="1295400">
                  <a:spcBef>
                    <a:spcPts val="1900"/>
                  </a:spcBef>
                  <a:defRPr sz="2000"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4</a:t>
                </a:r>
              </a:p>
            </p:txBody>
          </p:sp>
          <p:sp>
            <p:nvSpPr>
              <p:cNvPr id="1301" name="Shape 467"/>
              <p:cNvSpPr/>
              <p:nvPr/>
            </p:nvSpPr>
            <p:spPr>
              <a:xfrm>
                <a:off x="799253" y="1180817"/>
                <a:ext cx="609603" cy="609603"/>
              </a:xfrm>
              <a:prstGeom prst="ellipse">
                <a:avLst/>
              </a:prstGeom>
              <a:noFill/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302" name="Shape 468"/>
              <p:cNvSpPr txBox="1"/>
              <p:nvPr/>
            </p:nvSpPr>
            <p:spPr>
              <a:xfrm>
                <a:off x="893797" y="1299352"/>
                <a:ext cx="420515" cy="38291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spAutoFit/>
              </a:bodyPr>
              <a:lstStyle>
                <a:lvl1pPr marR="57798" algn="ctr" defTabSz="1295400">
                  <a:spcBef>
                    <a:spcPts val="1900"/>
                  </a:spcBef>
                  <a:defRPr sz="2000"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6</a:t>
                </a:r>
              </a:p>
            </p:txBody>
          </p:sp>
          <p:sp>
            <p:nvSpPr>
              <p:cNvPr id="1303" name="Shape 470"/>
              <p:cNvSpPr/>
              <p:nvPr/>
            </p:nvSpPr>
            <p:spPr>
              <a:xfrm>
                <a:off x="1577905" y="1180817"/>
                <a:ext cx="609603" cy="609603"/>
              </a:xfrm>
              <a:prstGeom prst="ellipse">
                <a:avLst/>
              </a:prstGeom>
              <a:noFill/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304" name="Shape 471"/>
              <p:cNvSpPr txBox="1"/>
              <p:nvPr/>
            </p:nvSpPr>
            <p:spPr>
              <a:xfrm>
                <a:off x="1675553" y="1299352"/>
                <a:ext cx="414307" cy="38291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spAutoFit/>
              </a:bodyPr>
              <a:lstStyle>
                <a:lvl1pPr marR="57798" algn="ctr" defTabSz="1295400">
                  <a:spcBef>
                    <a:spcPts val="1900"/>
                  </a:spcBef>
                  <a:defRPr sz="2000"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8</a:t>
                </a:r>
              </a:p>
            </p:txBody>
          </p:sp>
          <p:sp>
            <p:nvSpPr>
              <p:cNvPr id="1305" name="Shape 452"/>
              <p:cNvSpPr/>
              <p:nvPr/>
            </p:nvSpPr>
            <p:spPr>
              <a:xfrm flipH="1">
                <a:off x="321734" y="561057"/>
                <a:ext cx="613707" cy="613708"/>
              </a:xfrm>
              <a:prstGeom prst="line">
                <a:avLst/>
              </a:prstGeom>
              <a:noFill/>
              <a:ln w="12700" cap="sq">
                <a:solidFill>
                  <a:srgbClr val="000000"/>
                </a:solidFill>
                <a:prstDash val="solid"/>
                <a:round/>
                <a:headEnd type="arrow" w="med" len="med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</p:grpSp>
      </p:grpSp>
    </p:spTree>
  </p:cSld>
  <p:clrMapOvr>
    <a:masterClrMapping/>
  </p:clrMapOvr>
  <p:transition xmlns:p14="http://schemas.microsoft.com/office/powerpoint/2010/main" spd="med" advClick="1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" name="Shape 234"/>
          <p:cNvSpPr txBox="1"/>
          <p:nvPr/>
        </p:nvSpPr>
        <p:spPr>
          <a:xfrm>
            <a:off x="907907" y="25400"/>
            <a:ext cx="11201403" cy="952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8" algn="ctr" defTabSz="1295400">
              <a:lnSpc>
                <a:spcPct val="125000"/>
              </a:lnSpc>
              <a:defRPr sz="48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并查集的合并-重量规则</a:t>
            </a:r>
          </a:p>
        </p:txBody>
      </p:sp>
      <p:sp>
        <p:nvSpPr>
          <p:cNvPr id="1311" name="结点数多的集合作为根"/>
          <p:cNvSpPr txBox="1"/>
          <p:nvPr/>
        </p:nvSpPr>
        <p:spPr>
          <a:xfrm>
            <a:off x="477830" y="1120579"/>
            <a:ext cx="3728100" cy="609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marR="57798" defTabSz="1295400"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结点数多的集合作为根</a:t>
            </a:r>
          </a:p>
        </p:txBody>
      </p:sp>
      <p:grpSp>
        <p:nvGrpSpPr>
          <p:cNvPr id="1339" name="成组"/>
          <p:cNvGrpSpPr/>
          <p:nvPr/>
        </p:nvGrpSpPr>
        <p:grpSpPr>
          <a:xfrm>
            <a:off x="6625287" y="2490078"/>
            <a:ext cx="4369733" cy="2900402"/>
            <a:chOff x="0" y="0"/>
            <a:chExt cx="4369732" cy="2900400"/>
          </a:xfrm>
        </p:grpSpPr>
        <p:grpSp>
          <p:nvGrpSpPr>
            <p:cNvPr id="1323" name="成组"/>
            <p:cNvGrpSpPr/>
            <p:nvPr/>
          </p:nvGrpSpPr>
          <p:grpSpPr>
            <a:xfrm>
              <a:off x="2182224" y="1109981"/>
              <a:ext cx="2187509" cy="1790420"/>
              <a:chOff x="0" y="0"/>
              <a:chExt cx="2187507" cy="1790419"/>
            </a:xfrm>
          </p:grpSpPr>
          <p:sp>
            <p:nvSpPr>
              <p:cNvPr id="1312" name="Shape 452"/>
              <p:cNvSpPr/>
              <p:nvPr/>
            </p:nvSpPr>
            <p:spPr>
              <a:xfrm>
                <a:off x="1261534" y="561057"/>
                <a:ext cx="613707" cy="613708"/>
              </a:xfrm>
              <a:prstGeom prst="line">
                <a:avLst/>
              </a:prstGeom>
              <a:noFill/>
              <a:ln w="12700" cap="sq">
                <a:solidFill>
                  <a:srgbClr val="000000"/>
                </a:solidFill>
                <a:prstDash val="solid"/>
                <a:round/>
                <a:headEnd type="arrow" w="med" len="med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313" name="Shape 459"/>
              <p:cNvSpPr/>
              <p:nvPr/>
            </p:nvSpPr>
            <p:spPr>
              <a:xfrm>
                <a:off x="1101231" y="607060"/>
                <a:ext cx="2260" cy="548360"/>
              </a:xfrm>
              <a:prstGeom prst="line">
                <a:avLst/>
              </a:prstGeom>
              <a:noFill/>
              <a:ln w="12700" cap="sq">
                <a:solidFill>
                  <a:srgbClr val="000000"/>
                </a:solidFill>
                <a:prstDash val="solid"/>
                <a:round/>
                <a:headEnd type="arrow" w="med" len="med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314" name="Shape 461"/>
              <p:cNvSpPr/>
              <p:nvPr/>
            </p:nvSpPr>
            <p:spPr>
              <a:xfrm>
                <a:off x="789940" y="0"/>
                <a:ext cx="609603" cy="609602"/>
              </a:xfrm>
              <a:prstGeom prst="ellipse">
                <a:avLst/>
              </a:prstGeom>
              <a:noFill/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315" name="Shape 462"/>
              <p:cNvSpPr txBox="1"/>
              <p:nvPr/>
            </p:nvSpPr>
            <p:spPr>
              <a:xfrm>
                <a:off x="902829" y="118534"/>
                <a:ext cx="402450" cy="38291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spAutoFit/>
              </a:bodyPr>
              <a:lstStyle>
                <a:lvl1pPr marR="57798" algn="ctr" defTabSz="1295400">
                  <a:spcBef>
                    <a:spcPts val="1900"/>
                  </a:spcBef>
                  <a:defRPr sz="2000"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2</a:t>
                </a:r>
              </a:p>
            </p:txBody>
          </p:sp>
          <p:sp>
            <p:nvSpPr>
              <p:cNvPr id="1316" name="Shape 464"/>
              <p:cNvSpPr/>
              <p:nvPr/>
            </p:nvSpPr>
            <p:spPr>
              <a:xfrm>
                <a:off x="0" y="1180817"/>
                <a:ext cx="609602" cy="609603"/>
              </a:xfrm>
              <a:prstGeom prst="ellipse">
                <a:avLst/>
              </a:prstGeom>
              <a:noFill/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317" name="Shape 465"/>
              <p:cNvSpPr txBox="1"/>
              <p:nvPr/>
            </p:nvSpPr>
            <p:spPr>
              <a:xfrm>
                <a:off x="81843" y="1299352"/>
                <a:ext cx="420516" cy="38291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spAutoFit/>
              </a:bodyPr>
              <a:lstStyle>
                <a:lvl1pPr marR="57798" algn="ctr" defTabSz="1295400">
                  <a:spcBef>
                    <a:spcPts val="1900"/>
                  </a:spcBef>
                  <a:defRPr sz="2000"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4</a:t>
                </a:r>
              </a:p>
            </p:txBody>
          </p:sp>
          <p:sp>
            <p:nvSpPr>
              <p:cNvPr id="1318" name="Shape 467"/>
              <p:cNvSpPr/>
              <p:nvPr/>
            </p:nvSpPr>
            <p:spPr>
              <a:xfrm>
                <a:off x="799253" y="1180817"/>
                <a:ext cx="609603" cy="609603"/>
              </a:xfrm>
              <a:prstGeom prst="ellipse">
                <a:avLst/>
              </a:prstGeom>
              <a:noFill/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319" name="Shape 468"/>
              <p:cNvSpPr txBox="1"/>
              <p:nvPr/>
            </p:nvSpPr>
            <p:spPr>
              <a:xfrm>
                <a:off x="893797" y="1299352"/>
                <a:ext cx="420515" cy="38291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spAutoFit/>
              </a:bodyPr>
              <a:lstStyle>
                <a:lvl1pPr marR="57798" algn="ctr" defTabSz="1295400">
                  <a:spcBef>
                    <a:spcPts val="1900"/>
                  </a:spcBef>
                  <a:defRPr sz="2000"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6</a:t>
                </a:r>
              </a:p>
            </p:txBody>
          </p:sp>
          <p:sp>
            <p:nvSpPr>
              <p:cNvPr id="1320" name="Shape 470"/>
              <p:cNvSpPr/>
              <p:nvPr/>
            </p:nvSpPr>
            <p:spPr>
              <a:xfrm>
                <a:off x="1577905" y="1180817"/>
                <a:ext cx="609603" cy="609603"/>
              </a:xfrm>
              <a:prstGeom prst="ellipse">
                <a:avLst/>
              </a:prstGeom>
              <a:noFill/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321" name="Shape 471"/>
              <p:cNvSpPr txBox="1"/>
              <p:nvPr/>
            </p:nvSpPr>
            <p:spPr>
              <a:xfrm>
                <a:off x="1675553" y="1299352"/>
                <a:ext cx="414307" cy="38291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spAutoFit/>
              </a:bodyPr>
              <a:lstStyle>
                <a:lvl1pPr marR="57798" algn="ctr" defTabSz="1295400">
                  <a:spcBef>
                    <a:spcPts val="1900"/>
                  </a:spcBef>
                  <a:defRPr sz="2000"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8</a:t>
                </a:r>
              </a:p>
            </p:txBody>
          </p:sp>
          <p:sp>
            <p:nvSpPr>
              <p:cNvPr id="1322" name="Shape 452"/>
              <p:cNvSpPr/>
              <p:nvPr/>
            </p:nvSpPr>
            <p:spPr>
              <a:xfrm flipH="1">
                <a:off x="321734" y="561057"/>
                <a:ext cx="613707" cy="613708"/>
              </a:xfrm>
              <a:prstGeom prst="line">
                <a:avLst/>
              </a:prstGeom>
              <a:noFill/>
              <a:ln w="12700" cap="sq">
                <a:solidFill>
                  <a:srgbClr val="000000"/>
                </a:solidFill>
                <a:prstDash val="solid"/>
                <a:round/>
                <a:headEnd type="arrow" w="med" len="med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</p:grpSp>
        <p:sp>
          <p:nvSpPr>
            <p:cNvPr id="1324" name="Shape 461"/>
            <p:cNvSpPr/>
            <p:nvPr/>
          </p:nvSpPr>
          <p:spPr>
            <a:xfrm>
              <a:off x="1501140" y="0"/>
              <a:ext cx="609603" cy="609602"/>
            </a:xfrm>
            <a:prstGeom prst="ellipse">
              <a:avLst/>
            </a:prstGeom>
            <a:noFill/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325" name="Shape 462"/>
            <p:cNvSpPr txBox="1"/>
            <p:nvPr/>
          </p:nvSpPr>
          <p:spPr>
            <a:xfrm>
              <a:off x="1652129" y="131234"/>
              <a:ext cx="307625" cy="3829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algn="ctr" defTabSz="1295400">
                <a:spcBef>
                  <a:spcPts val="1900"/>
                </a:spcBef>
                <a:defRPr sz="2000">
                  <a:uFill>
                    <a:solidFill>
                      <a:srgbClr val="FEE8F7"/>
                    </a:solidFill>
                  </a:uFill>
                </a:defRPr>
              </a:lvl1pPr>
            </a:lstStyle>
            <a:p>
              <a:pPr/>
              <a:r>
                <a:t>1</a:t>
              </a:r>
            </a:p>
          </p:txBody>
        </p:sp>
        <p:sp>
          <p:nvSpPr>
            <p:cNvPr id="1326" name="Shape 464"/>
            <p:cNvSpPr/>
            <p:nvPr/>
          </p:nvSpPr>
          <p:spPr>
            <a:xfrm>
              <a:off x="0" y="1116331"/>
              <a:ext cx="609602" cy="609603"/>
            </a:xfrm>
            <a:prstGeom prst="ellipse">
              <a:avLst/>
            </a:prstGeom>
            <a:noFill/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327" name="Shape 465"/>
            <p:cNvSpPr txBox="1"/>
            <p:nvPr/>
          </p:nvSpPr>
          <p:spPr>
            <a:xfrm>
              <a:off x="132643" y="1223998"/>
              <a:ext cx="361812" cy="3829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algn="ctr" defTabSz="1295400">
                <a:spcBef>
                  <a:spcPts val="1900"/>
                </a:spcBef>
                <a:defRPr sz="2000">
                  <a:uFill>
                    <a:solidFill>
                      <a:srgbClr val="FEE8F7"/>
                    </a:solidFill>
                  </a:uFill>
                </a:defRPr>
              </a:lvl1pPr>
            </a:lstStyle>
            <a:p>
              <a:pPr/>
              <a:r>
                <a:t>3</a:t>
              </a:r>
            </a:p>
          </p:txBody>
        </p:sp>
        <p:sp>
          <p:nvSpPr>
            <p:cNvPr id="1328" name="Shape 467"/>
            <p:cNvSpPr/>
            <p:nvPr/>
          </p:nvSpPr>
          <p:spPr>
            <a:xfrm>
              <a:off x="824652" y="1116331"/>
              <a:ext cx="609603" cy="609603"/>
            </a:xfrm>
            <a:prstGeom prst="ellipse">
              <a:avLst/>
            </a:prstGeom>
            <a:noFill/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329" name="Shape 468"/>
            <p:cNvSpPr txBox="1"/>
            <p:nvPr/>
          </p:nvSpPr>
          <p:spPr>
            <a:xfrm>
              <a:off x="969997" y="1223998"/>
              <a:ext cx="304555" cy="3829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algn="ctr" defTabSz="1295400">
                <a:spcBef>
                  <a:spcPts val="1900"/>
                </a:spcBef>
                <a:defRPr sz="2000">
                  <a:uFill>
                    <a:solidFill>
                      <a:srgbClr val="FEE8F7"/>
                    </a:solidFill>
                  </a:uFill>
                </a:defRPr>
              </a:lvl1pPr>
            </a:lstStyle>
            <a:p>
              <a:pPr/>
              <a:r>
                <a:t>5</a:t>
              </a:r>
            </a:p>
          </p:txBody>
        </p:sp>
        <p:sp>
          <p:nvSpPr>
            <p:cNvPr id="1330" name="Shape 470"/>
            <p:cNvSpPr/>
            <p:nvPr/>
          </p:nvSpPr>
          <p:spPr>
            <a:xfrm>
              <a:off x="1489005" y="1116331"/>
              <a:ext cx="609603" cy="609603"/>
            </a:xfrm>
            <a:prstGeom prst="ellipse">
              <a:avLst/>
            </a:prstGeom>
            <a:noFill/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331" name="Shape 471"/>
            <p:cNvSpPr txBox="1"/>
            <p:nvPr/>
          </p:nvSpPr>
          <p:spPr>
            <a:xfrm>
              <a:off x="1637453" y="1223998"/>
              <a:ext cx="386399" cy="3829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algn="ctr" defTabSz="1295400">
                <a:spcBef>
                  <a:spcPts val="1900"/>
                </a:spcBef>
                <a:defRPr sz="2000">
                  <a:uFill>
                    <a:solidFill>
                      <a:srgbClr val="FEE8F7"/>
                    </a:solidFill>
                  </a:uFill>
                </a:defRPr>
              </a:lvl1pPr>
            </a:lstStyle>
            <a:p>
              <a:pPr/>
              <a:r>
                <a:t>7</a:t>
              </a:r>
            </a:p>
          </p:txBody>
        </p:sp>
        <p:sp>
          <p:nvSpPr>
            <p:cNvPr id="1332" name="Shape 470"/>
            <p:cNvSpPr/>
            <p:nvPr/>
          </p:nvSpPr>
          <p:spPr>
            <a:xfrm>
              <a:off x="2162106" y="1116331"/>
              <a:ext cx="609602" cy="609603"/>
            </a:xfrm>
            <a:prstGeom prst="ellipse">
              <a:avLst/>
            </a:prstGeom>
            <a:noFill/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333" name="Shape 471"/>
            <p:cNvSpPr txBox="1"/>
            <p:nvPr/>
          </p:nvSpPr>
          <p:spPr>
            <a:xfrm>
              <a:off x="2323253" y="1223998"/>
              <a:ext cx="386399" cy="3829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algn="ctr" defTabSz="1295400">
                <a:spcBef>
                  <a:spcPts val="1900"/>
                </a:spcBef>
                <a:defRPr sz="2000">
                  <a:uFill>
                    <a:solidFill>
                      <a:srgbClr val="FEE8F7"/>
                    </a:solidFill>
                  </a:uFill>
                </a:defRPr>
              </a:lvl1pPr>
            </a:lstStyle>
            <a:p>
              <a:pPr/>
              <a:r>
                <a:t>9</a:t>
              </a:r>
            </a:p>
          </p:txBody>
        </p:sp>
        <p:sp>
          <p:nvSpPr>
            <p:cNvPr id="1334" name="Shape 451"/>
            <p:cNvSpPr/>
            <p:nvPr/>
          </p:nvSpPr>
          <p:spPr>
            <a:xfrm>
              <a:off x="1994997" y="537919"/>
              <a:ext cx="1278291" cy="569132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prstDash val="solid"/>
              <a:round/>
              <a:headEnd type="arrow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335" name="Shape 451"/>
            <p:cNvSpPr/>
            <p:nvPr/>
          </p:nvSpPr>
          <p:spPr>
            <a:xfrm flipH="1">
              <a:off x="318597" y="537919"/>
              <a:ext cx="1278291" cy="569132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prstDash val="solid"/>
              <a:round/>
              <a:headEnd type="arrow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336" name="Shape 459"/>
            <p:cNvSpPr/>
            <p:nvPr/>
          </p:nvSpPr>
          <p:spPr>
            <a:xfrm>
              <a:off x="1861421" y="600645"/>
              <a:ext cx="612059" cy="513579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prstDash val="solid"/>
              <a:round/>
              <a:headEnd type="arrow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337" name="Shape 459"/>
            <p:cNvSpPr/>
            <p:nvPr/>
          </p:nvSpPr>
          <p:spPr>
            <a:xfrm>
              <a:off x="1799150" y="618947"/>
              <a:ext cx="1" cy="502568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prstDash val="solid"/>
              <a:round/>
              <a:headEnd type="arrow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338" name="Shape 459"/>
            <p:cNvSpPr/>
            <p:nvPr/>
          </p:nvSpPr>
          <p:spPr>
            <a:xfrm flipH="1">
              <a:off x="1134080" y="600645"/>
              <a:ext cx="612059" cy="513579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prstDash val="solid"/>
              <a:round/>
              <a:headEnd type="arrow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</p:grpSp>
      <p:grpSp>
        <p:nvGrpSpPr>
          <p:cNvPr id="1351" name="成组"/>
          <p:cNvGrpSpPr/>
          <p:nvPr/>
        </p:nvGrpSpPr>
        <p:grpSpPr>
          <a:xfrm>
            <a:off x="755712" y="2490078"/>
            <a:ext cx="2187508" cy="1790421"/>
            <a:chOff x="0" y="0"/>
            <a:chExt cx="2187507" cy="1790419"/>
          </a:xfrm>
        </p:grpSpPr>
        <p:sp>
          <p:nvSpPr>
            <p:cNvPr id="1340" name="Shape 452"/>
            <p:cNvSpPr/>
            <p:nvPr/>
          </p:nvSpPr>
          <p:spPr>
            <a:xfrm>
              <a:off x="1261534" y="561057"/>
              <a:ext cx="613707" cy="613708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prstDash val="solid"/>
              <a:round/>
              <a:headEnd type="arrow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341" name="Shape 459"/>
            <p:cNvSpPr/>
            <p:nvPr/>
          </p:nvSpPr>
          <p:spPr>
            <a:xfrm>
              <a:off x="1101231" y="607060"/>
              <a:ext cx="2260" cy="548360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prstDash val="solid"/>
              <a:round/>
              <a:headEnd type="arrow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342" name="Shape 461"/>
            <p:cNvSpPr/>
            <p:nvPr/>
          </p:nvSpPr>
          <p:spPr>
            <a:xfrm>
              <a:off x="789940" y="0"/>
              <a:ext cx="609603" cy="609602"/>
            </a:xfrm>
            <a:prstGeom prst="ellipse">
              <a:avLst/>
            </a:prstGeom>
            <a:noFill/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343" name="Shape 462"/>
            <p:cNvSpPr txBox="1"/>
            <p:nvPr/>
          </p:nvSpPr>
          <p:spPr>
            <a:xfrm>
              <a:off x="902829" y="118534"/>
              <a:ext cx="402450" cy="3829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algn="ctr" defTabSz="1295400">
                <a:spcBef>
                  <a:spcPts val="1900"/>
                </a:spcBef>
                <a:defRPr sz="2000">
                  <a:uFill>
                    <a:solidFill>
                      <a:srgbClr val="FEE8F7"/>
                    </a:solidFill>
                  </a:uFill>
                </a:defRPr>
              </a:lvl1pPr>
            </a:lstStyle>
            <a:p>
              <a:pPr/>
              <a:r>
                <a:t>2</a:t>
              </a:r>
            </a:p>
          </p:txBody>
        </p:sp>
        <p:sp>
          <p:nvSpPr>
            <p:cNvPr id="1344" name="Shape 464"/>
            <p:cNvSpPr/>
            <p:nvPr/>
          </p:nvSpPr>
          <p:spPr>
            <a:xfrm>
              <a:off x="0" y="1180817"/>
              <a:ext cx="609602" cy="609603"/>
            </a:xfrm>
            <a:prstGeom prst="ellipse">
              <a:avLst/>
            </a:prstGeom>
            <a:noFill/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345" name="Shape 465"/>
            <p:cNvSpPr txBox="1"/>
            <p:nvPr/>
          </p:nvSpPr>
          <p:spPr>
            <a:xfrm>
              <a:off x="81843" y="1299352"/>
              <a:ext cx="420516" cy="3829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algn="ctr" defTabSz="1295400">
                <a:spcBef>
                  <a:spcPts val="1900"/>
                </a:spcBef>
                <a:defRPr sz="2000">
                  <a:uFill>
                    <a:solidFill>
                      <a:srgbClr val="FEE8F7"/>
                    </a:solidFill>
                  </a:uFill>
                </a:defRPr>
              </a:lvl1pPr>
            </a:lstStyle>
            <a:p>
              <a:pPr/>
              <a:r>
                <a:t>4</a:t>
              </a:r>
            </a:p>
          </p:txBody>
        </p:sp>
        <p:sp>
          <p:nvSpPr>
            <p:cNvPr id="1346" name="Shape 467"/>
            <p:cNvSpPr/>
            <p:nvPr/>
          </p:nvSpPr>
          <p:spPr>
            <a:xfrm>
              <a:off x="799253" y="1180817"/>
              <a:ext cx="609603" cy="609603"/>
            </a:xfrm>
            <a:prstGeom prst="ellipse">
              <a:avLst/>
            </a:prstGeom>
            <a:noFill/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347" name="Shape 468"/>
            <p:cNvSpPr txBox="1"/>
            <p:nvPr/>
          </p:nvSpPr>
          <p:spPr>
            <a:xfrm>
              <a:off x="893797" y="1299352"/>
              <a:ext cx="420515" cy="3829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algn="ctr" defTabSz="1295400">
                <a:spcBef>
                  <a:spcPts val="1900"/>
                </a:spcBef>
                <a:defRPr sz="2000">
                  <a:uFill>
                    <a:solidFill>
                      <a:srgbClr val="FEE8F7"/>
                    </a:solidFill>
                  </a:uFill>
                </a:defRPr>
              </a:lvl1pPr>
            </a:lstStyle>
            <a:p>
              <a:pPr/>
              <a:r>
                <a:t>6</a:t>
              </a:r>
            </a:p>
          </p:txBody>
        </p:sp>
        <p:sp>
          <p:nvSpPr>
            <p:cNvPr id="1348" name="Shape 470"/>
            <p:cNvSpPr/>
            <p:nvPr/>
          </p:nvSpPr>
          <p:spPr>
            <a:xfrm>
              <a:off x="1577905" y="1180817"/>
              <a:ext cx="609603" cy="609603"/>
            </a:xfrm>
            <a:prstGeom prst="ellipse">
              <a:avLst/>
            </a:prstGeom>
            <a:noFill/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349" name="Shape 471"/>
            <p:cNvSpPr txBox="1"/>
            <p:nvPr/>
          </p:nvSpPr>
          <p:spPr>
            <a:xfrm>
              <a:off x="1675553" y="1299352"/>
              <a:ext cx="414307" cy="3829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algn="ctr" defTabSz="1295400">
                <a:spcBef>
                  <a:spcPts val="1900"/>
                </a:spcBef>
                <a:defRPr sz="2000">
                  <a:uFill>
                    <a:solidFill>
                      <a:srgbClr val="FEE8F7"/>
                    </a:solidFill>
                  </a:uFill>
                </a:defRPr>
              </a:lvl1pPr>
            </a:lstStyle>
            <a:p>
              <a:pPr/>
              <a:r>
                <a:t>8</a:t>
              </a:r>
            </a:p>
          </p:txBody>
        </p:sp>
        <p:sp>
          <p:nvSpPr>
            <p:cNvPr id="1350" name="Shape 452"/>
            <p:cNvSpPr/>
            <p:nvPr/>
          </p:nvSpPr>
          <p:spPr>
            <a:xfrm flipH="1">
              <a:off x="321734" y="561057"/>
              <a:ext cx="613707" cy="613708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prstDash val="solid"/>
              <a:round/>
              <a:headEnd type="arrow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</p:grpSp>
      <p:grpSp>
        <p:nvGrpSpPr>
          <p:cNvPr id="1366" name="成组"/>
          <p:cNvGrpSpPr/>
          <p:nvPr/>
        </p:nvGrpSpPr>
        <p:grpSpPr>
          <a:xfrm>
            <a:off x="3488387" y="2490078"/>
            <a:ext cx="2720909" cy="1713234"/>
            <a:chOff x="0" y="0"/>
            <a:chExt cx="2720907" cy="1713233"/>
          </a:xfrm>
        </p:grpSpPr>
        <p:sp>
          <p:nvSpPr>
            <p:cNvPr id="1352" name="Shape 461"/>
            <p:cNvSpPr/>
            <p:nvPr/>
          </p:nvSpPr>
          <p:spPr>
            <a:xfrm>
              <a:off x="1069340" y="0"/>
              <a:ext cx="609603" cy="609602"/>
            </a:xfrm>
            <a:prstGeom prst="ellipse">
              <a:avLst/>
            </a:prstGeom>
            <a:noFill/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353" name="Shape 462"/>
            <p:cNvSpPr txBox="1"/>
            <p:nvPr/>
          </p:nvSpPr>
          <p:spPr>
            <a:xfrm>
              <a:off x="1220329" y="118534"/>
              <a:ext cx="307625" cy="3829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algn="ctr" defTabSz="1295400">
                <a:spcBef>
                  <a:spcPts val="1900"/>
                </a:spcBef>
                <a:defRPr sz="2000">
                  <a:uFill>
                    <a:solidFill>
                      <a:srgbClr val="FEE8F7"/>
                    </a:solidFill>
                  </a:uFill>
                </a:defRPr>
              </a:lvl1pPr>
            </a:lstStyle>
            <a:p>
              <a:pPr/>
              <a:r>
                <a:t>1</a:t>
              </a:r>
            </a:p>
          </p:txBody>
        </p:sp>
        <p:sp>
          <p:nvSpPr>
            <p:cNvPr id="1354" name="Shape 464"/>
            <p:cNvSpPr/>
            <p:nvPr/>
          </p:nvSpPr>
          <p:spPr>
            <a:xfrm>
              <a:off x="0" y="1103631"/>
              <a:ext cx="609602" cy="609603"/>
            </a:xfrm>
            <a:prstGeom prst="ellipse">
              <a:avLst/>
            </a:prstGeom>
            <a:noFill/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355" name="Shape 465"/>
            <p:cNvSpPr txBox="1"/>
            <p:nvPr/>
          </p:nvSpPr>
          <p:spPr>
            <a:xfrm>
              <a:off x="119943" y="1223998"/>
              <a:ext cx="361812" cy="3829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algn="ctr" defTabSz="1295400">
                <a:spcBef>
                  <a:spcPts val="1900"/>
                </a:spcBef>
                <a:defRPr sz="2000">
                  <a:uFill>
                    <a:solidFill>
                      <a:srgbClr val="FEE8F7"/>
                    </a:solidFill>
                  </a:uFill>
                </a:defRPr>
              </a:lvl1pPr>
            </a:lstStyle>
            <a:p>
              <a:pPr/>
              <a:r>
                <a:t>3</a:t>
              </a:r>
            </a:p>
          </p:txBody>
        </p:sp>
        <p:sp>
          <p:nvSpPr>
            <p:cNvPr id="1356" name="Shape 467"/>
            <p:cNvSpPr/>
            <p:nvPr/>
          </p:nvSpPr>
          <p:spPr>
            <a:xfrm>
              <a:off x="697652" y="1103631"/>
              <a:ext cx="609603" cy="609603"/>
            </a:xfrm>
            <a:prstGeom prst="ellipse">
              <a:avLst/>
            </a:prstGeom>
            <a:noFill/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357" name="Shape 468"/>
            <p:cNvSpPr txBox="1"/>
            <p:nvPr/>
          </p:nvSpPr>
          <p:spPr>
            <a:xfrm>
              <a:off x="842997" y="1223998"/>
              <a:ext cx="304555" cy="3829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algn="ctr" defTabSz="1295400">
                <a:spcBef>
                  <a:spcPts val="1900"/>
                </a:spcBef>
                <a:defRPr sz="2000">
                  <a:uFill>
                    <a:solidFill>
                      <a:srgbClr val="FEE8F7"/>
                    </a:solidFill>
                  </a:uFill>
                </a:defRPr>
              </a:lvl1pPr>
            </a:lstStyle>
            <a:p>
              <a:pPr/>
              <a:r>
                <a:t>5</a:t>
              </a:r>
            </a:p>
          </p:txBody>
        </p:sp>
        <p:sp>
          <p:nvSpPr>
            <p:cNvPr id="1358" name="Shape 470"/>
            <p:cNvSpPr/>
            <p:nvPr/>
          </p:nvSpPr>
          <p:spPr>
            <a:xfrm>
              <a:off x="1400105" y="1103631"/>
              <a:ext cx="609603" cy="609603"/>
            </a:xfrm>
            <a:prstGeom prst="ellipse">
              <a:avLst/>
            </a:prstGeom>
            <a:noFill/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359" name="Shape 471"/>
            <p:cNvSpPr txBox="1"/>
            <p:nvPr/>
          </p:nvSpPr>
          <p:spPr>
            <a:xfrm>
              <a:off x="1523153" y="1223998"/>
              <a:ext cx="386399" cy="3829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algn="ctr" defTabSz="1295400">
                <a:spcBef>
                  <a:spcPts val="1900"/>
                </a:spcBef>
                <a:defRPr sz="2000">
                  <a:uFill>
                    <a:solidFill>
                      <a:srgbClr val="FEE8F7"/>
                    </a:solidFill>
                  </a:uFill>
                </a:defRPr>
              </a:lvl1pPr>
            </a:lstStyle>
            <a:p>
              <a:pPr/>
              <a:r>
                <a:t>7</a:t>
              </a:r>
            </a:p>
          </p:txBody>
        </p:sp>
        <p:sp>
          <p:nvSpPr>
            <p:cNvPr id="1360" name="Shape 470"/>
            <p:cNvSpPr/>
            <p:nvPr/>
          </p:nvSpPr>
          <p:spPr>
            <a:xfrm>
              <a:off x="2111306" y="1103631"/>
              <a:ext cx="609602" cy="609603"/>
            </a:xfrm>
            <a:prstGeom prst="ellipse">
              <a:avLst/>
            </a:prstGeom>
            <a:noFill/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361" name="Shape 471"/>
            <p:cNvSpPr txBox="1"/>
            <p:nvPr/>
          </p:nvSpPr>
          <p:spPr>
            <a:xfrm>
              <a:off x="2234353" y="1223998"/>
              <a:ext cx="386399" cy="3829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algn="ctr" defTabSz="1295400">
                <a:spcBef>
                  <a:spcPts val="1900"/>
                </a:spcBef>
                <a:defRPr sz="2000">
                  <a:uFill>
                    <a:solidFill>
                      <a:srgbClr val="FEE8F7"/>
                    </a:solidFill>
                  </a:uFill>
                </a:defRPr>
              </a:lvl1pPr>
            </a:lstStyle>
            <a:p>
              <a:pPr/>
              <a:r>
                <a:t>9</a:t>
              </a:r>
            </a:p>
          </p:txBody>
        </p:sp>
        <p:sp>
          <p:nvSpPr>
            <p:cNvPr id="1362" name="Shape 451"/>
            <p:cNvSpPr/>
            <p:nvPr/>
          </p:nvSpPr>
          <p:spPr>
            <a:xfrm>
              <a:off x="1558625" y="544836"/>
              <a:ext cx="859111" cy="557914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prstDash val="solid"/>
              <a:round/>
              <a:headEnd type="arrow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363" name="Shape 459"/>
            <p:cNvSpPr/>
            <p:nvPr/>
          </p:nvSpPr>
          <p:spPr>
            <a:xfrm>
              <a:off x="1412589" y="603477"/>
              <a:ext cx="293147" cy="507745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prstDash val="solid"/>
              <a:round/>
              <a:headEnd type="arrow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364" name="Shape 459"/>
            <p:cNvSpPr/>
            <p:nvPr/>
          </p:nvSpPr>
          <p:spPr>
            <a:xfrm flipH="1">
              <a:off x="1007325" y="603477"/>
              <a:ext cx="293147" cy="507745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prstDash val="solid"/>
              <a:round/>
              <a:headEnd type="arrow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365" name="Shape 451"/>
            <p:cNvSpPr/>
            <p:nvPr/>
          </p:nvSpPr>
          <p:spPr>
            <a:xfrm flipH="1">
              <a:off x="315479" y="544836"/>
              <a:ext cx="859111" cy="557914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prstDash val="solid"/>
              <a:round/>
              <a:headEnd type="arrow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</p:grpSp>
      <p:grpSp>
        <p:nvGrpSpPr>
          <p:cNvPr id="1384" name="成组"/>
          <p:cNvGrpSpPr/>
          <p:nvPr/>
        </p:nvGrpSpPr>
        <p:grpSpPr>
          <a:xfrm>
            <a:off x="3725455" y="5715489"/>
            <a:ext cx="2246772" cy="3645753"/>
            <a:chOff x="0" y="0"/>
            <a:chExt cx="2246771" cy="3645751"/>
          </a:xfrm>
        </p:grpSpPr>
        <p:sp>
          <p:nvSpPr>
            <p:cNvPr id="1367" name="Shape 455"/>
            <p:cNvSpPr/>
            <p:nvPr/>
          </p:nvSpPr>
          <p:spPr>
            <a:xfrm>
              <a:off x="1122396" y="605649"/>
              <a:ext cx="2260" cy="393701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prstDash val="solid"/>
              <a:round/>
              <a:headEnd type="arrow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368" name="Shape 458"/>
            <p:cNvSpPr/>
            <p:nvPr/>
          </p:nvSpPr>
          <p:spPr>
            <a:xfrm>
              <a:off x="1332788" y="2526419"/>
              <a:ext cx="612305" cy="513785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prstDash val="solid"/>
              <a:round/>
              <a:headEnd type="arrow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369" name="Shape 470"/>
            <p:cNvSpPr/>
            <p:nvPr/>
          </p:nvSpPr>
          <p:spPr>
            <a:xfrm>
              <a:off x="815340" y="0"/>
              <a:ext cx="609603" cy="609602"/>
            </a:xfrm>
            <a:prstGeom prst="ellipse">
              <a:avLst/>
            </a:prstGeom>
            <a:noFill/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370" name="Shape 479"/>
            <p:cNvSpPr/>
            <p:nvPr/>
          </p:nvSpPr>
          <p:spPr>
            <a:xfrm>
              <a:off x="815340" y="1009509"/>
              <a:ext cx="609603" cy="609603"/>
            </a:xfrm>
            <a:prstGeom prst="ellipse">
              <a:avLst/>
            </a:prstGeom>
            <a:noFill/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371" name="Shape 482"/>
            <p:cNvSpPr/>
            <p:nvPr/>
          </p:nvSpPr>
          <p:spPr>
            <a:xfrm>
              <a:off x="815340" y="2009142"/>
              <a:ext cx="609603" cy="609603"/>
            </a:xfrm>
            <a:prstGeom prst="ellipse">
              <a:avLst/>
            </a:prstGeom>
            <a:noFill/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372" name="Shape 485"/>
            <p:cNvSpPr/>
            <p:nvPr/>
          </p:nvSpPr>
          <p:spPr>
            <a:xfrm>
              <a:off x="0" y="3036149"/>
              <a:ext cx="609600" cy="609603"/>
            </a:xfrm>
            <a:prstGeom prst="ellipse">
              <a:avLst/>
            </a:prstGeom>
            <a:noFill/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373" name="Shape 488"/>
            <p:cNvSpPr/>
            <p:nvPr/>
          </p:nvSpPr>
          <p:spPr>
            <a:xfrm>
              <a:off x="815340" y="3036149"/>
              <a:ext cx="609603" cy="609603"/>
            </a:xfrm>
            <a:prstGeom prst="ellipse">
              <a:avLst/>
            </a:prstGeom>
            <a:noFill/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374" name="Shape 491"/>
            <p:cNvSpPr/>
            <p:nvPr/>
          </p:nvSpPr>
          <p:spPr>
            <a:xfrm>
              <a:off x="1637169" y="3036149"/>
              <a:ext cx="609603" cy="609603"/>
            </a:xfrm>
            <a:prstGeom prst="ellipse">
              <a:avLst/>
            </a:prstGeom>
            <a:noFill/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375" name="1"/>
            <p:cNvSpPr txBox="1"/>
            <p:nvPr/>
          </p:nvSpPr>
          <p:spPr>
            <a:xfrm>
              <a:off x="951499" y="114475"/>
              <a:ext cx="299100" cy="3829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algn="ctr">
                <a:defRPr sz="2000"/>
              </a:lvl1pPr>
            </a:lstStyle>
            <a:p>
              <a:pPr/>
              <a:r>
                <a:t>1</a:t>
              </a:r>
            </a:p>
          </p:txBody>
        </p:sp>
        <p:sp>
          <p:nvSpPr>
            <p:cNvPr id="1376" name="Shape 455"/>
            <p:cNvSpPr/>
            <p:nvPr/>
          </p:nvSpPr>
          <p:spPr>
            <a:xfrm>
              <a:off x="1122396" y="1614895"/>
              <a:ext cx="2260" cy="393701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prstDash val="solid"/>
              <a:round/>
              <a:headEnd type="arrow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377" name="Shape 455"/>
            <p:cNvSpPr/>
            <p:nvPr/>
          </p:nvSpPr>
          <p:spPr>
            <a:xfrm>
              <a:off x="1122396" y="2624140"/>
              <a:ext cx="2260" cy="393701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prstDash val="solid"/>
              <a:round/>
              <a:headEnd type="arrow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378" name="Shape 458"/>
            <p:cNvSpPr/>
            <p:nvPr/>
          </p:nvSpPr>
          <p:spPr>
            <a:xfrm flipH="1">
              <a:off x="302770" y="2526419"/>
              <a:ext cx="612305" cy="513785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prstDash val="solid"/>
              <a:round/>
              <a:headEnd type="arrow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379" name="3"/>
            <p:cNvSpPr txBox="1"/>
            <p:nvPr/>
          </p:nvSpPr>
          <p:spPr>
            <a:xfrm>
              <a:off x="951499" y="1122855"/>
              <a:ext cx="299100" cy="3829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algn="ctr">
                <a:defRPr sz="2000"/>
              </a:lvl1pPr>
            </a:lstStyle>
            <a:p>
              <a:pPr/>
              <a:r>
                <a:t>3</a:t>
              </a:r>
            </a:p>
          </p:txBody>
        </p:sp>
        <p:sp>
          <p:nvSpPr>
            <p:cNvPr id="1380" name="5"/>
            <p:cNvSpPr txBox="1"/>
            <p:nvPr/>
          </p:nvSpPr>
          <p:spPr>
            <a:xfrm>
              <a:off x="951499" y="2146715"/>
              <a:ext cx="299100" cy="3829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algn="ctr">
                <a:defRPr sz="2000"/>
              </a:lvl1pPr>
            </a:lstStyle>
            <a:p>
              <a:pPr/>
              <a:r>
                <a:t>5</a:t>
              </a:r>
            </a:p>
          </p:txBody>
        </p:sp>
        <p:sp>
          <p:nvSpPr>
            <p:cNvPr id="1381" name="7"/>
            <p:cNvSpPr txBox="1"/>
            <p:nvPr/>
          </p:nvSpPr>
          <p:spPr>
            <a:xfrm>
              <a:off x="104450" y="3149495"/>
              <a:ext cx="299100" cy="3829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algn="ctr">
                <a:defRPr sz="2000"/>
              </a:lvl1pPr>
            </a:lstStyle>
            <a:p>
              <a:pPr/>
              <a:r>
                <a:t>7</a:t>
              </a:r>
            </a:p>
          </p:txBody>
        </p:sp>
        <p:sp>
          <p:nvSpPr>
            <p:cNvPr id="1382" name="9"/>
            <p:cNvSpPr txBox="1"/>
            <p:nvPr/>
          </p:nvSpPr>
          <p:spPr>
            <a:xfrm>
              <a:off x="951499" y="3149495"/>
              <a:ext cx="299100" cy="3829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algn="ctr">
                <a:defRPr sz="2000"/>
              </a:lvl1pPr>
            </a:lstStyle>
            <a:p>
              <a:pPr/>
              <a:r>
                <a:t>9</a:t>
              </a:r>
            </a:p>
          </p:txBody>
        </p:sp>
        <p:sp>
          <p:nvSpPr>
            <p:cNvPr id="1383" name="11"/>
            <p:cNvSpPr txBox="1"/>
            <p:nvPr/>
          </p:nvSpPr>
          <p:spPr>
            <a:xfrm>
              <a:off x="1730912" y="3149495"/>
              <a:ext cx="416674" cy="3829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algn="ctr">
                <a:defRPr sz="2000"/>
              </a:lvl1pPr>
            </a:lstStyle>
            <a:p>
              <a:pPr/>
              <a:r>
                <a:t>11</a:t>
              </a:r>
            </a:p>
          </p:txBody>
        </p:sp>
      </p:grpSp>
      <p:grpSp>
        <p:nvGrpSpPr>
          <p:cNvPr id="1393" name="成组"/>
          <p:cNvGrpSpPr/>
          <p:nvPr/>
        </p:nvGrpSpPr>
        <p:grpSpPr>
          <a:xfrm>
            <a:off x="870011" y="5715489"/>
            <a:ext cx="1958909" cy="1595687"/>
            <a:chOff x="0" y="0"/>
            <a:chExt cx="1958907" cy="1595686"/>
          </a:xfrm>
        </p:grpSpPr>
        <p:sp>
          <p:nvSpPr>
            <p:cNvPr id="1385" name="Shape 452"/>
            <p:cNvSpPr/>
            <p:nvPr/>
          </p:nvSpPr>
          <p:spPr>
            <a:xfrm>
              <a:off x="1198034" y="522958"/>
              <a:ext cx="458766" cy="458766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prstDash val="solid"/>
              <a:round/>
              <a:headEnd type="arrow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386" name="Shape 461"/>
            <p:cNvSpPr/>
            <p:nvPr/>
          </p:nvSpPr>
          <p:spPr>
            <a:xfrm>
              <a:off x="675640" y="0"/>
              <a:ext cx="609603" cy="609602"/>
            </a:xfrm>
            <a:prstGeom prst="ellipse">
              <a:avLst/>
            </a:prstGeom>
            <a:noFill/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387" name="Shape 462"/>
            <p:cNvSpPr txBox="1"/>
            <p:nvPr/>
          </p:nvSpPr>
          <p:spPr>
            <a:xfrm>
              <a:off x="788529" y="105834"/>
              <a:ext cx="380160" cy="3829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algn="ctr" defTabSz="1295400">
                <a:spcBef>
                  <a:spcPts val="1900"/>
                </a:spcBef>
                <a:defRPr sz="2000">
                  <a:uFill>
                    <a:solidFill>
                      <a:srgbClr val="FEE8F7"/>
                    </a:solidFill>
                  </a:uFill>
                </a:defRPr>
              </a:lvl1pPr>
            </a:lstStyle>
            <a:p>
              <a:pPr/>
              <a:r>
                <a:t>2</a:t>
              </a:r>
            </a:p>
          </p:txBody>
        </p:sp>
        <p:sp>
          <p:nvSpPr>
            <p:cNvPr id="1388" name="Shape 464"/>
            <p:cNvSpPr/>
            <p:nvPr/>
          </p:nvSpPr>
          <p:spPr>
            <a:xfrm>
              <a:off x="0" y="986084"/>
              <a:ext cx="609602" cy="609603"/>
            </a:xfrm>
            <a:prstGeom prst="ellipse">
              <a:avLst/>
            </a:prstGeom>
            <a:noFill/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389" name="Shape 465"/>
            <p:cNvSpPr txBox="1"/>
            <p:nvPr/>
          </p:nvSpPr>
          <p:spPr>
            <a:xfrm>
              <a:off x="56443" y="1091918"/>
              <a:ext cx="467361" cy="3829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algn="ctr" defTabSz="1295400">
                <a:spcBef>
                  <a:spcPts val="1900"/>
                </a:spcBef>
                <a:defRPr sz="2000">
                  <a:uFill>
                    <a:solidFill>
                      <a:srgbClr val="FEE8F7"/>
                    </a:solidFill>
                  </a:uFill>
                </a:defRPr>
              </a:lvl1pPr>
            </a:lstStyle>
            <a:p>
              <a:pPr/>
              <a:r>
                <a:t>4</a:t>
              </a:r>
            </a:p>
          </p:txBody>
        </p:sp>
        <p:sp>
          <p:nvSpPr>
            <p:cNvPr id="1390" name="Shape 470"/>
            <p:cNvSpPr/>
            <p:nvPr/>
          </p:nvSpPr>
          <p:spPr>
            <a:xfrm>
              <a:off x="1349305" y="986084"/>
              <a:ext cx="609603" cy="609603"/>
            </a:xfrm>
            <a:prstGeom prst="ellipse">
              <a:avLst/>
            </a:prstGeom>
            <a:noFill/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391" name="Shape 471"/>
            <p:cNvSpPr txBox="1"/>
            <p:nvPr/>
          </p:nvSpPr>
          <p:spPr>
            <a:xfrm>
              <a:off x="1472353" y="1091918"/>
              <a:ext cx="380160" cy="3829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algn="ctr" defTabSz="1295400">
                <a:spcBef>
                  <a:spcPts val="1900"/>
                </a:spcBef>
                <a:defRPr sz="2000">
                  <a:uFill>
                    <a:solidFill>
                      <a:srgbClr val="FEE8F7"/>
                    </a:solidFill>
                  </a:uFill>
                </a:defRPr>
              </a:lvl1pPr>
            </a:lstStyle>
            <a:p>
              <a:pPr/>
              <a:r>
                <a:t>6</a:t>
              </a:r>
            </a:p>
          </p:txBody>
        </p:sp>
        <p:sp>
          <p:nvSpPr>
            <p:cNvPr id="1392" name="Shape 452"/>
            <p:cNvSpPr/>
            <p:nvPr/>
          </p:nvSpPr>
          <p:spPr>
            <a:xfrm flipH="1">
              <a:off x="309034" y="522958"/>
              <a:ext cx="458766" cy="458766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prstDash val="solid"/>
              <a:round/>
              <a:headEnd type="arrow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</p:grpSp>
      <p:grpSp>
        <p:nvGrpSpPr>
          <p:cNvPr id="1421" name="成组"/>
          <p:cNvGrpSpPr/>
          <p:nvPr/>
        </p:nvGrpSpPr>
        <p:grpSpPr>
          <a:xfrm>
            <a:off x="6561665" y="5715489"/>
            <a:ext cx="4274541" cy="3645753"/>
            <a:chOff x="0" y="0"/>
            <a:chExt cx="4274540" cy="3645751"/>
          </a:xfrm>
        </p:grpSpPr>
        <p:grpSp>
          <p:nvGrpSpPr>
            <p:cNvPr id="1402" name="成组"/>
            <p:cNvGrpSpPr/>
            <p:nvPr/>
          </p:nvGrpSpPr>
          <p:grpSpPr>
            <a:xfrm>
              <a:off x="2315632" y="1003159"/>
              <a:ext cx="1958909" cy="1595688"/>
              <a:chOff x="0" y="0"/>
              <a:chExt cx="1958907" cy="1595686"/>
            </a:xfrm>
          </p:grpSpPr>
          <p:sp>
            <p:nvSpPr>
              <p:cNvPr id="1394" name="Shape 452"/>
              <p:cNvSpPr/>
              <p:nvPr/>
            </p:nvSpPr>
            <p:spPr>
              <a:xfrm>
                <a:off x="1198034" y="522958"/>
                <a:ext cx="458766" cy="458766"/>
              </a:xfrm>
              <a:prstGeom prst="line">
                <a:avLst/>
              </a:prstGeom>
              <a:noFill/>
              <a:ln w="12700" cap="sq">
                <a:solidFill>
                  <a:srgbClr val="000000"/>
                </a:solidFill>
                <a:prstDash val="solid"/>
                <a:round/>
                <a:headEnd type="arrow" w="med" len="med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395" name="Shape 461"/>
              <p:cNvSpPr/>
              <p:nvPr/>
            </p:nvSpPr>
            <p:spPr>
              <a:xfrm>
                <a:off x="675640" y="0"/>
                <a:ext cx="609603" cy="609602"/>
              </a:xfrm>
              <a:prstGeom prst="ellipse">
                <a:avLst/>
              </a:prstGeom>
              <a:noFill/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396" name="Shape 462"/>
              <p:cNvSpPr txBox="1"/>
              <p:nvPr/>
            </p:nvSpPr>
            <p:spPr>
              <a:xfrm>
                <a:off x="788529" y="105834"/>
                <a:ext cx="380160" cy="38291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spAutoFit/>
              </a:bodyPr>
              <a:lstStyle>
                <a:lvl1pPr marR="57798" algn="ctr" defTabSz="1295400">
                  <a:spcBef>
                    <a:spcPts val="1900"/>
                  </a:spcBef>
                  <a:defRPr sz="2000"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2</a:t>
                </a:r>
              </a:p>
            </p:txBody>
          </p:sp>
          <p:sp>
            <p:nvSpPr>
              <p:cNvPr id="1397" name="Shape 464"/>
              <p:cNvSpPr/>
              <p:nvPr/>
            </p:nvSpPr>
            <p:spPr>
              <a:xfrm>
                <a:off x="0" y="986084"/>
                <a:ext cx="609602" cy="609603"/>
              </a:xfrm>
              <a:prstGeom prst="ellipse">
                <a:avLst/>
              </a:prstGeom>
              <a:noFill/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398" name="Shape 465"/>
              <p:cNvSpPr txBox="1"/>
              <p:nvPr/>
            </p:nvSpPr>
            <p:spPr>
              <a:xfrm>
                <a:off x="56443" y="1091918"/>
                <a:ext cx="467361" cy="38291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spAutoFit/>
              </a:bodyPr>
              <a:lstStyle>
                <a:lvl1pPr marR="57798" algn="ctr" defTabSz="1295400">
                  <a:spcBef>
                    <a:spcPts val="1900"/>
                  </a:spcBef>
                  <a:defRPr sz="2000"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4</a:t>
                </a:r>
              </a:p>
            </p:txBody>
          </p:sp>
          <p:sp>
            <p:nvSpPr>
              <p:cNvPr id="1399" name="Shape 470"/>
              <p:cNvSpPr/>
              <p:nvPr/>
            </p:nvSpPr>
            <p:spPr>
              <a:xfrm>
                <a:off x="1349306" y="986084"/>
                <a:ext cx="609602" cy="609603"/>
              </a:xfrm>
              <a:prstGeom prst="ellipse">
                <a:avLst/>
              </a:prstGeom>
              <a:noFill/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400" name="Shape 471"/>
              <p:cNvSpPr txBox="1"/>
              <p:nvPr/>
            </p:nvSpPr>
            <p:spPr>
              <a:xfrm>
                <a:off x="1472353" y="1091918"/>
                <a:ext cx="380160" cy="38291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spAutoFit/>
              </a:bodyPr>
              <a:lstStyle>
                <a:lvl1pPr marR="57798" algn="ctr" defTabSz="1295400">
                  <a:spcBef>
                    <a:spcPts val="1900"/>
                  </a:spcBef>
                  <a:defRPr sz="2000"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6</a:t>
                </a:r>
              </a:p>
            </p:txBody>
          </p:sp>
          <p:sp>
            <p:nvSpPr>
              <p:cNvPr id="1401" name="Shape 452"/>
              <p:cNvSpPr/>
              <p:nvPr/>
            </p:nvSpPr>
            <p:spPr>
              <a:xfrm flipH="1">
                <a:off x="309034" y="522958"/>
                <a:ext cx="458766" cy="458766"/>
              </a:xfrm>
              <a:prstGeom prst="line">
                <a:avLst/>
              </a:prstGeom>
              <a:noFill/>
              <a:ln w="12700" cap="sq">
                <a:solidFill>
                  <a:srgbClr val="000000"/>
                </a:solidFill>
                <a:prstDash val="solid"/>
                <a:round/>
                <a:headEnd type="arrow" w="med" len="med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</p:grpSp>
        <p:sp>
          <p:nvSpPr>
            <p:cNvPr id="1403" name="Shape 458"/>
            <p:cNvSpPr/>
            <p:nvPr/>
          </p:nvSpPr>
          <p:spPr>
            <a:xfrm>
              <a:off x="1332788" y="2526419"/>
              <a:ext cx="612305" cy="513785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prstDash val="solid"/>
              <a:round/>
              <a:headEnd type="arrow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404" name="Shape 470"/>
            <p:cNvSpPr/>
            <p:nvPr/>
          </p:nvSpPr>
          <p:spPr>
            <a:xfrm>
              <a:off x="1907540" y="0"/>
              <a:ext cx="609603" cy="609602"/>
            </a:xfrm>
            <a:prstGeom prst="ellipse">
              <a:avLst/>
            </a:prstGeom>
            <a:noFill/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405" name="Shape 479"/>
            <p:cNvSpPr/>
            <p:nvPr/>
          </p:nvSpPr>
          <p:spPr>
            <a:xfrm>
              <a:off x="815340" y="1009509"/>
              <a:ext cx="609603" cy="609603"/>
            </a:xfrm>
            <a:prstGeom prst="ellipse">
              <a:avLst/>
            </a:prstGeom>
            <a:noFill/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406" name="Shape 482"/>
            <p:cNvSpPr/>
            <p:nvPr/>
          </p:nvSpPr>
          <p:spPr>
            <a:xfrm>
              <a:off x="815340" y="2009142"/>
              <a:ext cx="609603" cy="609603"/>
            </a:xfrm>
            <a:prstGeom prst="ellipse">
              <a:avLst/>
            </a:prstGeom>
            <a:noFill/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407" name="Shape 485"/>
            <p:cNvSpPr/>
            <p:nvPr/>
          </p:nvSpPr>
          <p:spPr>
            <a:xfrm>
              <a:off x="0" y="3036149"/>
              <a:ext cx="609600" cy="609603"/>
            </a:xfrm>
            <a:prstGeom prst="ellipse">
              <a:avLst/>
            </a:prstGeom>
            <a:noFill/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408" name="Shape 488"/>
            <p:cNvSpPr/>
            <p:nvPr/>
          </p:nvSpPr>
          <p:spPr>
            <a:xfrm>
              <a:off x="815340" y="3036149"/>
              <a:ext cx="609603" cy="609603"/>
            </a:xfrm>
            <a:prstGeom prst="ellipse">
              <a:avLst/>
            </a:prstGeom>
            <a:noFill/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409" name="Shape 491"/>
            <p:cNvSpPr/>
            <p:nvPr/>
          </p:nvSpPr>
          <p:spPr>
            <a:xfrm>
              <a:off x="1637169" y="3036149"/>
              <a:ext cx="609603" cy="609603"/>
            </a:xfrm>
            <a:prstGeom prst="ellipse">
              <a:avLst/>
            </a:prstGeom>
            <a:noFill/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410" name="1"/>
            <p:cNvSpPr txBox="1"/>
            <p:nvPr/>
          </p:nvSpPr>
          <p:spPr>
            <a:xfrm>
              <a:off x="2043699" y="114475"/>
              <a:ext cx="299100" cy="3829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algn="ctr">
                <a:defRPr sz="2000"/>
              </a:lvl1pPr>
            </a:lstStyle>
            <a:p>
              <a:pPr/>
              <a:r>
                <a:t>1</a:t>
              </a:r>
            </a:p>
          </p:txBody>
        </p:sp>
        <p:sp>
          <p:nvSpPr>
            <p:cNvPr id="1411" name="Shape 455"/>
            <p:cNvSpPr/>
            <p:nvPr/>
          </p:nvSpPr>
          <p:spPr>
            <a:xfrm>
              <a:off x="1122396" y="1614895"/>
              <a:ext cx="2260" cy="393701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prstDash val="solid"/>
              <a:round/>
              <a:headEnd type="arrow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412" name="Shape 455"/>
            <p:cNvSpPr/>
            <p:nvPr/>
          </p:nvSpPr>
          <p:spPr>
            <a:xfrm>
              <a:off x="1122396" y="2624141"/>
              <a:ext cx="2260" cy="393700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prstDash val="solid"/>
              <a:round/>
              <a:headEnd type="arrow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413" name="Shape 458"/>
            <p:cNvSpPr/>
            <p:nvPr/>
          </p:nvSpPr>
          <p:spPr>
            <a:xfrm flipH="1">
              <a:off x="302770" y="2526419"/>
              <a:ext cx="612305" cy="513785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prstDash val="solid"/>
              <a:round/>
              <a:headEnd type="arrow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414" name="3"/>
            <p:cNvSpPr txBox="1"/>
            <p:nvPr/>
          </p:nvSpPr>
          <p:spPr>
            <a:xfrm>
              <a:off x="951499" y="1122855"/>
              <a:ext cx="299100" cy="3829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algn="ctr">
                <a:defRPr sz="2000"/>
              </a:lvl1pPr>
            </a:lstStyle>
            <a:p>
              <a:pPr/>
              <a:r>
                <a:t>3</a:t>
              </a:r>
            </a:p>
          </p:txBody>
        </p:sp>
        <p:sp>
          <p:nvSpPr>
            <p:cNvPr id="1415" name="5"/>
            <p:cNvSpPr txBox="1"/>
            <p:nvPr/>
          </p:nvSpPr>
          <p:spPr>
            <a:xfrm>
              <a:off x="951499" y="2146715"/>
              <a:ext cx="299100" cy="3829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algn="ctr">
                <a:defRPr sz="2000"/>
              </a:lvl1pPr>
            </a:lstStyle>
            <a:p>
              <a:pPr/>
              <a:r>
                <a:t>5</a:t>
              </a:r>
            </a:p>
          </p:txBody>
        </p:sp>
        <p:sp>
          <p:nvSpPr>
            <p:cNvPr id="1416" name="7"/>
            <p:cNvSpPr txBox="1"/>
            <p:nvPr/>
          </p:nvSpPr>
          <p:spPr>
            <a:xfrm>
              <a:off x="104450" y="3149495"/>
              <a:ext cx="299100" cy="3829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algn="ctr">
                <a:defRPr sz="2000"/>
              </a:lvl1pPr>
            </a:lstStyle>
            <a:p>
              <a:pPr/>
              <a:r>
                <a:t>7</a:t>
              </a:r>
            </a:p>
          </p:txBody>
        </p:sp>
        <p:sp>
          <p:nvSpPr>
            <p:cNvPr id="1417" name="9"/>
            <p:cNvSpPr txBox="1"/>
            <p:nvPr/>
          </p:nvSpPr>
          <p:spPr>
            <a:xfrm>
              <a:off x="951499" y="3149495"/>
              <a:ext cx="299100" cy="3829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algn="ctr">
                <a:defRPr sz="2000"/>
              </a:lvl1pPr>
            </a:lstStyle>
            <a:p>
              <a:pPr/>
              <a:r>
                <a:t>9</a:t>
              </a:r>
            </a:p>
          </p:txBody>
        </p:sp>
        <p:sp>
          <p:nvSpPr>
            <p:cNvPr id="1418" name="11"/>
            <p:cNvSpPr txBox="1"/>
            <p:nvPr/>
          </p:nvSpPr>
          <p:spPr>
            <a:xfrm>
              <a:off x="1730912" y="3149495"/>
              <a:ext cx="416674" cy="3829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algn="ctr">
                <a:defRPr sz="2000"/>
              </a:lvl1pPr>
            </a:lstStyle>
            <a:p>
              <a:pPr/>
              <a:r>
                <a:t>11</a:t>
              </a:r>
            </a:p>
          </p:txBody>
        </p:sp>
        <p:sp>
          <p:nvSpPr>
            <p:cNvPr id="1419" name="Shape 452"/>
            <p:cNvSpPr/>
            <p:nvPr/>
          </p:nvSpPr>
          <p:spPr>
            <a:xfrm>
              <a:off x="2453712" y="482944"/>
              <a:ext cx="826541" cy="516481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prstDash val="solid"/>
              <a:round/>
              <a:headEnd type="arrow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420" name="Shape 452"/>
            <p:cNvSpPr/>
            <p:nvPr/>
          </p:nvSpPr>
          <p:spPr>
            <a:xfrm flipH="1">
              <a:off x="1132912" y="482944"/>
              <a:ext cx="826541" cy="516481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prstDash val="solid"/>
              <a:round/>
              <a:headEnd type="arrow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" name="Shape 234"/>
          <p:cNvSpPr txBox="1"/>
          <p:nvPr/>
        </p:nvSpPr>
        <p:spPr>
          <a:xfrm>
            <a:off x="907907" y="25400"/>
            <a:ext cx="11201403" cy="952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8" algn="ctr" defTabSz="1295400">
              <a:lnSpc>
                <a:spcPct val="125000"/>
              </a:lnSpc>
              <a:defRPr sz="48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并查集的合并-高度规则</a:t>
            </a:r>
          </a:p>
        </p:txBody>
      </p:sp>
      <p:sp>
        <p:nvSpPr>
          <p:cNvPr id="1424" name="层数多的集合作为根"/>
          <p:cNvSpPr txBox="1"/>
          <p:nvPr/>
        </p:nvSpPr>
        <p:spPr>
          <a:xfrm>
            <a:off x="452430" y="1133279"/>
            <a:ext cx="3372500" cy="609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marR="57798" defTabSz="1295400"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层数多的集合作为根</a:t>
            </a:r>
          </a:p>
        </p:txBody>
      </p:sp>
      <p:grpSp>
        <p:nvGrpSpPr>
          <p:cNvPr id="1442" name="成组"/>
          <p:cNvGrpSpPr/>
          <p:nvPr/>
        </p:nvGrpSpPr>
        <p:grpSpPr>
          <a:xfrm>
            <a:off x="3480322" y="4481969"/>
            <a:ext cx="2246773" cy="3645753"/>
            <a:chOff x="0" y="0"/>
            <a:chExt cx="2246771" cy="3645751"/>
          </a:xfrm>
        </p:grpSpPr>
        <p:sp>
          <p:nvSpPr>
            <p:cNvPr id="1425" name="Shape 455"/>
            <p:cNvSpPr/>
            <p:nvPr/>
          </p:nvSpPr>
          <p:spPr>
            <a:xfrm>
              <a:off x="1122396" y="605649"/>
              <a:ext cx="2260" cy="393701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prstDash val="solid"/>
              <a:round/>
              <a:headEnd type="arrow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426" name="Shape 458"/>
            <p:cNvSpPr/>
            <p:nvPr/>
          </p:nvSpPr>
          <p:spPr>
            <a:xfrm>
              <a:off x="1332788" y="2526419"/>
              <a:ext cx="612305" cy="513785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prstDash val="solid"/>
              <a:round/>
              <a:headEnd type="arrow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427" name="Shape 470"/>
            <p:cNvSpPr/>
            <p:nvPr/>
          </p:nvSpPr>
          <p:spPr>
            <a:xfrm>
              <a:off x="815340" y="0"/>
              <a:ext cx="609603" cy="609602"/>
            </a:xfrm>
            <a:prstGeom prst="ellipse">
              <a:avLst/>
            </a:prstGeom>
            <a:noFill/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428" name="Shape 479"/>
            <p:cNvSpPr/>
            <p:nvPr/>
          </p:nvSpPr>
          <p:spPr>
            <a:xfrm>
              <a:off x="815340" y="1009509"/>
              <a:ext cx="609603" cy="609603"/>
            </a:xfrm>
            <a:prstGeom prst="ellipse">
              <a:avLst/>
            </a:prstGeom>
            <a:noFill/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429" name="Shape 482"/>
            <p:cNvSpPr/>
            <p:nvPr/>
          </p:nvSpPr>
          <p:spPr>
            <a:xfrm>
              <a:off x="815340" y="2009142"/>
              <a:ext cx="609603" cy="609603"/>
            </a:xfrm>
            <a:prstGeom prst="ellipse">
              <a:avLst/>
            </a:prstGeom>
            <a:noFill/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430" name="Shape 485"/>
            <p:cNvSpPr/>
            <p:nvPr/>
          </p:nvSpPr>
          <p:spPr>
            <a:xfrm>
              <a:off x="0" y="3036149"/>
              <a:ext cx="609600" cy="609603"/>
            </a:xfrm>
            <a:prstGeom prst="ellipse">
              <a:avLst/>
            </a:prstGeom>
            <a:noFill/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431" name="Shape 488"/>
            <p:cNvSpPr/>
            <p:nvPr/>
          </p:nvSpPr>
          <p:spPr>
            <a:xfrm>
              <a:off x="815340" y="3036149"/>
              <a:ext cx="609603" cy="609603"/>
            </a:xfrm>
            <a:prstGeom prst="ellipse">
              <a:avLst/>
            </a:prstGeom>
            <a:noFill/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432" name="Shape 491"/>
            <p:cNvSpPr/>
            <p:nvPr/>
          </p:nvSpPr>
          <p:spPr>
            <a:xfrm>
              <a:off x="1637169" y="3036149"/>
              <a:ext cx="609603" cy="609603"/>
            </a:xfrm>
            <a:prstGeom prst="ellipse">
              <a:avLst/>
            </a:prstGeom>
            <a:noFill/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433" name="1"/>
            <p:cNvSpPr txBox="1"/>
            <p:nvPr/>
          </p:nvSpPr>
          <p:spPr>
            <a:xfrm>
              <a:off x="951499" y="114475"/>
              <a:ext cx="299100" cy="3829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algn="ctr">
                <a:defRPr sz="2000"/>
              </a:lvl1pPr>
            </a:lstStyle>
            <a:p>
              <a:pPr/>
              <a:r>
                <a:t>1</a:t>
              </a:r>
            </a:p>
          </p:txBody>
        </p:sp>
        <p:sp>
          <p:nvSpPr>
            <p:cNvPr id="1434" name="Shape 455"/>
            <p:cNvSpPr/>
            <p:nvPr/>
          </p:nvSpPr>
          <p:spPr>
            <a:xfrm>
              <a:off x="1122396" y="1614895"/>
              <a:ext cx="2260" cy="393701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prstDash val="solid"/>
              <a:round/>
              <a:headEnd type="arrow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435" name="Shape 455"/>
            <p:cNvSpPr/>
            <p:nvPr/>
          </p:nvSpPr>
          <p:spPr>
            <a:xfrm>
              <a:off x="1122396" y="2624140"/>
              <a:ext cx="2260" cy="393701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prstDash val="solid"/>
              <a:round/>
              <a:headEnd type="arrow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436" name="Shape 458"/>
            <p:cNvSpPr/>
            <p:nvPr/>
          </p:nvSpPr>
          <p:spPr>
            <a:xfrm flipH="1">
              <a:off x="302770" y="2526419"/>
              <a:ext cx="612305" cy="513785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prstDash val="solid"/>
              <a:round/>
              <a:headEnd type="arrow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437" name="3"/>
            <p:cNvSpPr txBox="1"/>
            <p:nvPr/>
          </p:nvSpPr>
          <p:spPr>
            <a:xfrm>
              <a:off x="951499" y="1122855"/>
              <a:ext cx="299100" cy="3829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algn="ctr">
                <a:defRPr sz="2000"/>
              </a:lvl1pPr>
            </a:lstStyle>
            <a:p>
              <a:pPr/>
              <a:r>
                <a:t>3</a:t>
              </a:r>
            </a:p>
          </p:txBody>
        </p:sp>
        <p:sp>
          <p:nvSpPr>
            <p:cNvPr id="1438" name="5"/>
            <p:cNvSpPr txBox="1"/>
            <p:nvPr/>
          </p:nvSpPr>
          <p:spPr>
            <a:xfrm>
              <a:off x="951499" y="2146715"/>
              <a:ext cx="299100" cy="3829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algn="ctr">
                <a:defRPr sz="2000"/>
              </a:lvl1pPr>
            </a:lstStyle>
            <a:p>
              <a:pPr/>
              <a:r>
                <a:t>5</a:t>
              </a:r>
            </a:p>
          </p:txBody>
        </p:sp>
        <p:sp>
          <p:nvSpPr>
            <p:cNvPr id="1439" name="7"/>
            <p:cNvSpPr txBox="1"/>
            <p:nvPr/>
          </p:nvSpPr>
          <p:spPr>
            <a:xfrm>
              <a:off x="104450" y="3149495"/>
              <a:ext cx="299100" cy="3829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algn="ctr">
                <a:defRPr sz="2000"/>
              </a:lvl1pPr>
            </a:lstStyle>
            <a:p>
              <a:pPr/>
              <a:r>
                <a:t>7</a:t>
              </a:r>
            </a:p>
          </p:txBody>
        </p:sp>
        <p:sp>
          <p:nvSpPr>
            <p:cNvPr id="1440" name="9"/>
            <p:cNvSpPr txBox="1"/>
            <p:nvPr/>
          </p:nvSpPr>
          <p:spPr>
            <a:xfrm>
              <a:off x="951499" y="3149495"/>
              <a:ext cx="299100" cy="3829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algn="ctr">
                <a:defRPr sz="2000"/>
              </a:lvl1pPr>
            </a:lstStyle>
            <a:p>
              <a:pPr/>
              <a:r>
                <a:t>9</a:t>
              </a:r>
            </a:p>
          </p:txBody>
        </p:sp>
        <p:sp>
          <p:nvSpPr>
            <p:cNvPr id="1441" name="11"/>
            <p:cNvSpPr txBox="1"/>
            <p:nvPr/>
          </p:nvSpPr>
          <p:spPr>
            <a:xfrm>
              <a:off x="1730912" y="3149495"/>
              <a:ext cx="416674" cy="3829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algn="ctr">
                <a:defRPr sz="2000"/>
              </a:lvl1pPr>
            </a:lstStyle>
            <a:p>
              <a:pPr/>
              <a:r>
                <a:t>11</a:t>
              </a:r>
            </a:p>
          </p:txBody>
        </p:sp>
      </p:grpSp>
      <p:grpSp>
        <p:nvGrpSpPr>
          <p:cNvPr id="1451" name="成组"/>
          <p:cNvGrpSpPr/>
          <p:nvPr/>
        </p:nvGrpSpPr>
        <p:grpSpPr>
          <a:xfrm>
            <a:off x="965197" y="4481969"/>
            <a:ext cx="1958909" cy="1595687"/>
            <a:chOff x="0" y="0"/>
            <a:chExt cx="1958907" cy="1595686"/>
          </a:xfrm>
        </p:grpSpPr>
        <p:sp>
          <p:nvSpPr>
            <p:cNvPr id="1443" name="Shape 452"/>
            <p:cNvSpPr/>
            <p:nvPr/>
          </p:nvSpPr>
          <p:spPr>
            <a:xfrm>
              <a:off x="1198034" y="522958"/>
              <a:ext cx="458766" cy="458766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prstDash val="solid"/>
              <a:round/>
              <a:headEnd type="arrow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444" name="Shape 461"/>
            <p:cNvSpPr/>
            <p:nvPr/>
          </p:nvSpPr>
          <p:spPr>
            <a:xfrm>
              <a:off x="675640" y="0"/>
              <a:ext cx="609603" cy="609602"/>
            </a:xfrm>
            <a:prstGeom prst="ellipse">
              <a:avLst/>
            </a:prstGeom>
            <a:noFill/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445" name="Shape 462"/>
            <p:cNvSpPr txBox="1"/>
            <p:nvPr/>
          </p:nvSpPr>
          <p:spPr>
            <a:xfrm>
              <a:off x="788529" y="105834"/>
              <a:ext cx="380160" cy="3829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algn="ctr" defTabSz="1295400">
                <a:spcBef>
                  <a:spcPts val="1900"/>
                </a:spcBef>
                <a:defRPr sz="2000">
                  <a:uFill>
                    <a:solidFill>
                      <a:srgbClr val="FEE8F7"/>
                    </a:solidFill>
                  </a:uFill>
                </a:defRPr>
              </a:lvl1pPr>
            </a:lstStyle>
            <a:p>
              <a:pPr/>
              <a:r>
                <a:t>2</a:t>
              </a:r>
            </a:p>
          </p:txBody>
        </p:sp>
        <p:sp>
          <p:nvSpPr>
            <p:cNvPr id="1446" name="Shape 464"/>
            <p:cNvSpPr/>
            <p:nvPr/>
          </p:nvSpPr>
          <p:spPr>
            <a:xfrm>
              <a:off x="0" y="986084"/>
              <a:ext cx="609602" cy="609603"/>
            </a:xfrm>
            <a:prstGeom prst="ellipse">
              <a:avLst/>
            </a:prstGeom>
            <a:noFill/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447" name="Shape 465"/>
            <p:cNvSpPr txBox="1"/>
            <p:nvPr/>
          </p:nvSpPr>
          <p:spPr>
            <a:xfrm>
              <a:off x="56443" y="1091918"/>
              <a:ext cx="467361" cy="3829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algn="ctr" defTabSz="1295400">
                <a:spcBef>
                  <a:spcPts val="1900"/>
                </a:spcBef>
                <a:defRPr sz="2000">
                  <a:uFill>
                    <a:solidFill>
                      <a:srgbClr val="FEE8F7"/>
                    </a:solidFill>
                  </a:uFill>
                </a:defRPr>
              </a:lvl1pPr>
            </a:lstStyle>
            <a:p>
              <a:pPr/>
              <a:r>
                <a:t>4</a:t>
              </a:r>
            </a:p>
          </p:txBody>
        </p:sp>
        <p:sp>
          <p:nvSpPr>
            <p:cNvPr id="1448" name="Shape 470"/>
            <p:cNvSpPr/>
            <p:nvPr/>
          </p:nvSpPr>
          <p:spPr>
            <a:xfrm>
              <a:off x="1349305" y="986084"/>
              <a:ext cx="609603" cy="609603"/>
            </a:xfrm>
            <a:prstGeom prst="ellipse">
              <a:avLst/>
            </a:prstGeom>
            <a:noFill/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449" name="Shape 471"/>
            <p:cNvSpPr txBox="1"/>
            <p:nvPr/>
          </p:nvSpPr>
          <p:spPr>
            <a:xfrm>
              <a:off x="1472353" y="1091918"/>
              <a:ext cx="380160" cy="3829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algn="ctr" defTabSz="1295400">
                <a:spcBef>
                  <a:spcPts val="1900"/>
                </a:spcBef>
                <a:defRPr sz="2000">
                  <a:uFill>
                    <a:solidFill>
                      <a:srgbClr val="FEE8F7"/>
                    </a:solidFill>
                  </a:uFill>
                </a:defRPr>
              </a:lvl1pPr>
            </a:lstStyle>
            <a:p>
              <a:pPr/>
              <a:r>
                <a:t>6</a:t>
              </a:r>
            </a:p>
          </p:txBody>
        </p:sp>
        <p:sp>
          <p:nvSpPr>
            <p:cNvPr id="1450" name="Shape 452"/>
            <p:cNvSpPr/>
            <p:nvPr/>
          </p:nvSpPr>
          <p:spPr>
            <a:xfrm flipH="1">
              <a:off x="309034" y="522958"/>
              <a:ext cx="458766" cy="458766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prstDash val="solid"/>
              <a:round/>
              <a:headEnd type="arrow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</p:grpSp>
      <p:grpSp>
        <p:nvGrpSpPr>
          <p:cNvPr id="1479" name="成组"/>
          <p:cNvGrpSpPr/>
          <p:nvPr/>
        </p:nvGrpSpPr>
        <p:grpSpPr>
          <a:xfrm>
            <a:off x="6879165" y="4481969"/>
            <a:ext cx="4274541" cy="3645753"/>
            <a:chOff x="0" y="0"/>
            <a:chExt cx="4274540" cy="3645751"/>
          </a:xfrm>
        </p:grpSpPr>
        <p:grpSp>
          <p:nvGrpSpPr>
            <p:cNvPr id="1460" name="成组"/>
            <p:cNvGrpSpPr/>
            <p:nvPr/>
          </p:nvGrpSpPr>
          <p:grpSpPr>
            <a:xfrm>
              <a:off x="2315632" y="1003159"/>
              <a:ext cx="1958909" cy="1595688"/>
              <a:chOff x="0" y="0"/>
              <a:chExt cx="1958907" cy="1595686"/>
            </a:xfrm>
          </p:grpSpPr>
          <p:sp>
            <p:nvSpPr>
              <p:cNvPr id="1452" name="Shape 452"/>
              <p:cNvSpPr/>
              <p:nvPr/>
            </p:nvSpPr>
            <p:spPr>
              <a:xfrm>
                <a:off x="1198034" y="522958"/>
                <a:ext cx="458766" cy="458766"/>
              </a:xfrm>
              <a:prstGeom prst="line">
                <a:avLst/>
              </a:prstGeom>
              <a:noFill/>
              <a:ln w="12700" cap="sq">
                <a:solidFill>
                  <a:srgbClr val="000000"/>
                </a:solidFill>
                <a:prstDash val="solid"/>
                <a:round/>
                <a:headEnd type="arrow" w="med" len="med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453" name="Shape 461"/>
              <p:cNvSpPr/>
              <p:nvPr/>
            </p:nvSpPr>
            <p:spPr>
              <a:xfrm>
                <a:off x="675640" y="0"/>
                <a:ext cx="609603" cy="609602"/>
              </a:xfrm>
              <a:prstGeom prst="ellipse">
                <a:avLst/>
              </a:prstGeom>
              <a:noFill/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454" name="Shape 462"/>
              <p:cNvSpPr txBox="1"/>
              <p:nvPr/>
            </p:nvSpPr>
            <p:spPr>
              <a:xfrm>
                <a:off x="788529" y="105834"/>
                <a:ext cx="380160" cy="38291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spAutoFit/>
              </a:bodyPr>
              <a:lstStyle>
                <a:lvl1pPr marR="57798" algn="ctr" defTabSz="1295400">
                  <a:spcBef>
                    <a:spcPts val="1900"/>
                  </a:spcBef>
                  <a:defRPr sz="2000"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2</a:t>
                </a:r>
              </a:p>
            </p:txBody>
          </p:sp>
          <p:sp>
            <p:nvSpPr>
              <p:cNvPr id="1455" name="Shape 464"/>
              <p:cNvSpPr/>
              <p:nvPr/>
            </p:nvSpPr>
            <p:spPr>
              <a:xfrm>
                <a:off x="0" y="986084"/>
                <a:ext cx="609602" cy="609603"/>
              </a:xfrm>
              <a:prstGeom prst="ellipse">
                <a:avLst/>
              </a:prstGeom>
              <a:noFill/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456" name="Shape 465"/>
              <p:cNvSpPr txBox="1"/>
              <p:nvPr/>
            </p:nvSpPr>
            <p:spPr>
              <a:xfrm>
                <a:off x="56443" y="1091918"/>
                <a:ext cx="467361" cy="38291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spAutoFit/>
              </a:bodyPr>
              <a:lstStyle>
                <a:lvl1pPr marR="57798" algn="ctr" defTabSz="1295400">
                  <a:spcBef>
                    <a:spcPts val="1900"/>
                  </a:spcBef>
                  <a:defRPr sz="2000"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4</a:t>
                </a:r>
              </a:p>
            </p:txBody>
          </p:sp>
          <p:sp>
            <p:nvSpPr>
              <p:cNvPr id="1457" name="Shape 470"/>
              <p:cNvSpPr/>
              <p:nvPr/>
            </p:nvSpPr>
            <p:spPr>
              <a:xfrm>
                <a:off x="1349306" y="986084"/>
                <a:ext cx="609602" cy="609603"/>
              </a:xfrm>
              <a:prstGeom prst="ellipse">
                <a:avLst/>
              </a:prstGeom>
              <a:noFill/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458" name="Shape 471"/>
              <p:cNvSpPr txBox="1"/>
              <p:nvPr/>
            </p:nvSpPr>
            <p:spPr>
              <a:xfrm>
                <a:off x="1472353" y="1091918"/>
                <a:ext cx="380160" cy="38291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spAutoFit/>
              </a:bodyPr>
              <a:lstStyle>
                <a:lvl1pPr marR="57798" algn="ctr" defTabSz="1295400">
                  <a:spcBef>
                    <a:spcPts val="1900"/>
                  </a:spcBef>
                  <a:defRPr sz="2000"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6</a:t>
                </a:r>
              </a:p>
            </p:txBody>
          </p:sp>
          <p:sp>
            <p:nvSpPr>
              <p:cNvPr id="1459" name="Shape 452"/>
              <p:cNvSpPr/>
              <p:nvPr/>
            </p:nvSpPr>
            <p:spPr>
              <a:xfrm flipH="1">
                <a:off x="309034" y="522958"/>
                <a:ext cx="458766" cy="458766"/>
              </a:xfrm>
              <a:prstGeom prst="line">
                <a:avLst/>
              </a:prstGeom>
              <a:noFill/>
              <a:ln w="12700" cap="sq">
                <a:solidFill>
                  <a:srgbClr val="000000"/>
                </a:solidFill>
                <a:prstDash val="solid"/>
                <a:round/>
                <a:headEnd type="arrow" w="med" len="med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</p:grpSp>
        <p:sp>
          <p:nvSpPr>
            <p:cNvPr id="1461" name="Shape 458"/>
            <p:cNvSpPr/>
            <p:nvPr/>
          </p:nvSpPr>
          <p:spPr>
            <a:xfrm>
              <a:off x="1332788" y="2526419"/>
              <a:ext cx="612305" cy="513785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prstDash val="solid"/>
              <a:round/>
              <a:headEnd type="arrow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462" name="Shape 470"/>
            <p:cNvSpPr/>
            <p:nvPr/>
          </p:nvSpPr>
          <p:spPr>
            <a:xfrm>
              <a:off x="1907540" y="0"/>
              <a:ext cx="609603" cy="609602"/>
            </a:xfrm>
            <a:prstGeom prst="ellipse">
              <a:avLst/>
            </a:prstGeom>
            <a:noFill/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463" name="Shape 479"/>
            <p:cNvSpPr/>
            <p:nvPr/>
          </p:nvSpPr>
          <p:spPr>
            <a:xfrm>
              <a:off x="815340" y="1009509"/>
              <a:ext cx="609603" cy="609603"/>
            </a:xfrm>
            <a:prstGeom prst="ellipse">
              <a:avLst/>
            </a:prstGeom>
            <a:noFill/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464" name="Shape 482"/>
            <p:cNvSpPr/>
            <p:nvPr/>
          </p:nvSpPr>
          <p:spPr>
            <a:xfrm>
              <a:off x="815340" y="2009142"/>
              <a:ext cx="609603" cy="609603"/>
            </a:xfrm>
            <a:prstGeom prst="ellipse">
              <a:avLst/>
            </a:prstGeom>
            <a:noFill/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465" name="Shape 485"/>
            <p:cNvSpPr/>
            <p:nvPr/>
          </p:nvSpPr>
          <p:spPr>
            <a:xfrm>
              <a:off x="0" y="3036149"/>
              <a:ext cx="609600" cy="609603"/>
            </a:xfrm>
            <a:prstGeom prst="ellipse">
              <a:avLst/>
            </a:prstGeom>
            <a:noFill/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466" name="Shape 488"/>
            <p:cNvSpPr/>
            <p:nvPr/>
          </p:nvSpPr>
          <p:spPr>
            <a:xfrm>
              <a:off x="815340" y="3036149"/>
              <a:ext cx="609603" cy="609603"/>
            </a:xfrm>
            <a:prstGeom prst="ellipse">
              <a:avLst/>
            </a:prstGeom>
            <a:noFill/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467" name="Shape 491"/>
            <p:cNvSpPr/>
            <p:nvPr/>
          </p:nvSpPr>
          <p:spPr>
            <a:xfrm>
              <a:off x="1637169" y="3036149"/>
              <a:ext cx="609603" cy="609603"/>
            </a:xfrm>
            <a:prstGeom prst="ellipse">
              <a:avLst/>
            </a:prstGeom>
            <a:noFill/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468" name="1"/>
            <p:cNvSpPr txBox="1"/>
            <p:nvPr/>
          </p:nvSpPr>
          <p:spPr>
            <a:xfrm>
              <a:off x="2043699" y="114475"/>
              <a:ext cx="299100" cy="3829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algn="ctr">
                <a:defRPr sz="2000"/>
              </a:lvl1pPr>
            </a:lstStyle>
            <a:p>
              <a:pPr/>
              <a:r>
                <a:t>1</a:t>
              </a:r>
            </a:p>
          </p:txBody>
        </p:sp>
        <p:sp>
          <p:nvSpPr>
            <p:cNvPr id="1469" name="Shape 455"/>
            <p:cNvSpPr/>
            <p:nvPr/>
          </p:nvSpPr>
          <p:spPr>
            <a:xfrm>
              <a:off x="1122396" y="1614895"/>
              <a:ext cx="2260" cy="393701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prstDash val="solid"/>
              <a:round/>
              <a:headEnd type="arrow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470" name="Shape 455"/>
            <p:cNvSpPr/>
            <p:nvPr/>
          </p:nvSpPr>
          <p:spPr>
            <a:xfrm>
              <a:off x="1122396" y="2624141"/>
              <a:ext cx="2260" cy="393700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prstDash val="solid"/>
              <a:round/>
              <a:headEnd type="arrow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471" name="Shape 458"/>
            <p:cNvSpPr/>
            <p:nvPr/>
          </p:nvSpPr>
          <p:spPr>
            <a:xfrm flipH="1">
              <a:off x="302770" y="2526419"/>
              <a:ext cx="612305" cy="513785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prstDash val="solid"/>
              <a:round/>
              <a:headEnd type="arrow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472" name="3"/>
            <p:cNvSpPr txBox="1"/>
            <p:nvPr/>
          </p:nvSpPr>
          <p:spPr>
            <a:xfrm>
              <a:off x="951499" y="1122855"/>
              <a:ext cx="299100" cy="3829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algn="ctr">
                <a:defRPr sz="2000"/>
              </a:lvl1pPr>
            </a:lstStyle>
            <a:p>
              <a:pPr/>
              <a:r>
                <a:t>3</a:t>
              </a:r>
            </a:p>
          </p:txBody>
        </p:sp>
        <p:sp>
          <p:nvSpPr>
            <p:cNvPr id="1473" name="5"/>
            <p:cNvSpPr txBox="1"/>
            <p:nvPr/>
          </p:nvSpPr>
          <p:spPr>
            <a:xfrm>
              <a:off x="951499" y="2146715"/>
              <a:ext cx="299100" cy="3829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algn="ctr">
                <a:defRPr sz="2000"/>
              </a:lvl1pPr>
            </a:lstStyle>
            <a:p>
              <a:pPr/>
              <a:r>
                <a:t>5</a:t>
              </a:r>
            </a:p>
          </p:txBody>
        </p:sp>
        <p:sp>
          <p:nvSpPr>
            <p:cNvPr id="1474" name="7"/>
            <p:cNvSpPr txBox="1"/>
            <p:nvPr/>
          </p:nvSpPr>
          <p:spPr>
            <a:xfrm>
              <a:off x="104450" y="3149495"/>
              <a:ext cx="299100" cy="3829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algn="ctr">
                <a:defRPr sz="2000"/>
              </a:lvl1pPr>
            </a:lstStyle>
            <a:p>
              <a:pPr/>
              <a:r>
                <a:t>7</a:t>
              </a:r>
            </a:p>
          </p:txBody>
        </p:sp>
        <p:sp>
          <p:nvSpPr>
            <p:cNvPr id="1475" name="9"/>
            <p:cNvSpPr txBox="1"/>
            <p:nvPr/>
          </p:nvSpPr>
          <p:spPr>
            <a:xfrm>
              <a:off x="951499" y="3149495"/>
              <a:ext cx="299100" cy="3829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algn="ctr">
                <a:defRPr sz="2000"/>
              </a:lvl1pPr>
            </a:lstStyle>
            <a:p>
              <a:pPr/>
              <a:r>
                <a:t>9</a:t>
              </a:r>
            </a:p>
          </p:txBody>
        </p:sp>
        <p:sp>
          <p:nvSpPr>
            <p:cNvPr id="1476" name="11"/>
            <p:cNvSpPr txBox="1"/>
            <p:nvPr/>
          </p:nvSpPr>
          <p:spPr>
            <a:xfrm>
              <a:off x="1730912" y="3149495"/>
              <a:ext cx="416674" cy="3829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algn="ctr">
                <a:defRPr sz="2000"/>
              </a:lvl1pPr>
            </a:lstStyle>
            <a:p>
              <a:pPr/>
              <a:r>
                <a:t>11</a:t>
              </a:r>
            </a:p>
          </p:txBody>
        </p:sp>
        <p:sp>
          <p:nvSpPr>
            <p:cNvPr id="1477" name="Shape 452"/>
            <p:cNvSpPr/>
            <p:nvPr/>
          </p:nvSpPr>
          <p:spPr>
            <a:xfrm>
              <a:off x="2453712" y="482944"/>
              <a:ext cx="826541" cy="516481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prstDash val="solid"/>
              <a:round/>
              <a:headEnd type="arrow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478" name="Shape 452"/>
            <p:cNvSpPr/>
            <p:nvPr/>
          </p:nvSpPr>
          <p:spPr>
            <a:xfrm flipH="1">
              <a:off x="1132912" y="482944"/>
              <a:ext cx="826541" cy="516481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prstDash val="solid"/>
              <a:round/>
              <a:headEnd type="arrow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1" name="Shape 234"/>
          <p:cNvSpPr txBox="1"/>
          <p:nvPr/>
        </p:nvSpPr>
        <p:spPr>
          <a:xfrm>
            <a:off x="907907" y="25400"/>
            <a:ext cx="11201403" cy="952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8" algn="ctr" defTabSz="1295400">
              <a:lnSpc>
                <a:spcPct val="125000"/>
              </a:lnSpc>
              <a:defRPr sz="48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并查集的合并-查询路径折叠</a:t>
            </a:r>
          </a:p>
        </p:txBody>
      </p:sp>
      <p:sp>
        <p:nvSpPr>
          <p:cNvPr id="1482" name="箭头"/>
          <p:cNvSpPr/>
          <p:nvPr/>
        </p:nvSpPr>
        <p:spPr>
          <a:xfrm flipH="1" rot="10800000">
            <a:off x="6035322" y="3557208"/>
            <a:ext cx="1270001" cy="719474"/>
          </a:xfrm>
          <a:prstGeom prst="rightArrow">
            <a:avLst>
              <a:gd name="adj1" fmla="val 44020"/>
              <a:gd name="adj2" fmla="val 97160"/>
            </a:avLst>
          </a:prstGeom>
          <a:solidFill>
            <a:srgbClr val="FFFFFF"/>
          </a:solidFill>
          <a:ln w="25400">
            <a:solidFill>
              <a:srgbClr val="000000"/>
            </a:solidFill>
          </a:ln>
        </p:spPr>
        <p:txBody>
          <a:bodyPr lIns="50800" tIns="50800" rIns="50800" bIns="50800" anchor="ctr"/>
          <a:lstStyle/>
          <a:p>
            <a:pPr marR="57798" defTabSz="1295400"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1483" name="查找的过程也附带着进行合并。…"/>
          <p:cNvSpPr txBox="1"/>
          <p:nvPr/>
        </p:nvSpPr>
        <p:spPr>
          <a:xfrm>
            <a:off x="447370" y="1169090"/>
            <a:ext cx="11906900" cy="1358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marR="57798" defTabSz="1295400"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</a:defRPr>
            </a:pPr>
            <a:r>
              <a:t>查找的过程也附带着进行合并。</a:t>
            </a:r>
          </a:p>
          <a:p>
            <a:pPr marR="57798" defTabSz="1295400">
              <a:spcBef>
                <a:spcPts val="1900"/>
              </a:spcBef>
              <a:defRPr sz="2800">
                <a:uFill>
                  <a:solidFill>
                    <a:srgbClr val="000000"/>
                  </a:solidFill>
                </a:uFill>
              </a:defRPr>
            </a:pPr>
            <a:r>
              <a:t>假设查找的结点是5，将5到根结点路径上的所有结点都作为根的孩子结点。</a:t>
            </a:r>
          </a:p>
        </p:txBody>
      </p:sp>
      <p:grpSp>
        <p:nvGrpSpPr>
          <p:cNvPr id="1511" name="成组"/>
          <p:cNvGrpSpPr/>
          <p:nvPr/>
        </p:nvGrpSpPr>
        <p:grpSpPr>
          <a:xfrm>
            <a:off x="808565" y="4583569"/>
            <a:ext cx="4274541" cy="3645753"/>
            <a:chOff x="0" y="0"/>
            <a:chExt cx="4274540" cy="3645751"/>
          </a:xfrm>
        </p:grpSpPr>
        <p:grpSp>
          <p:nvGrpSpPr>
            <p:cNvPr id="1492" name="成组"/>
            <p:cNvGrpSpPr/>
            <p:nvPr/>
          </p:nvGrpSpPr>
          <p:grpSpPr>
            <a:xfrm>
              <a:off x="2315632" y="1003159"/>
              <a:ext cx="1958909" cy="1595688"/>
              <a:chOff x="0" y="0"/>
              <a:chExt cx="1958907" cy="1595686"/>
            </a:xfrm>
          </p:grpSpPr>
          <p:sp>
            <p:nvSpPr>
              <p:cNvPr id="1484" name="Shape 452"/>
              <p:cNvSpPr/>
              <p:nvPr/>
            </p:nvSpPr>
            <p:spPr>
              <a:xfrm>
                <a:off x="1198034" y="522958"/>
                <a:ext cx="458766" cy="458766"/>
              </a:xfrm>
              <a:prstGeom prst="line">
                <a:avLst/>
              </a:prstGeom>
              <a:noFill/>
              <a:ln w="12700" cap="sq">
                <a:solidFill>
                  <a:srgbClr val="000000"/>
                </a:solidFill>
                <a:prstDash val="solid"/>
                <a:round/>
                <a:headEnd type="arrow" w="med" len="med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485" name="Shape 461"/>
              <p:cNvSpPr/>
              <p:nvPr/>
            </p:nvSpPr>
            <p:spPr>
              <a:xfrm>
                <a:off x="675640" y="0"/>
                <a:ext cx="609603" cy="609602"/>
              </a:xfrm>
              <a:prstGeom prst="ellipse">
                <a:avLst/>
              </a:prstGeom>
              <a:noFill/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486" name="Shape 462"/>
              <p:cNvSpPr txBox="1"/>
              <p:nvPr/>
            </p:nvSpPr>
            <p:spPr>
              <a:xfrm>
                <a:off x="788529" y="105834"/>
                <a:ext cx="380160" cy="38291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spAutoFit/>
              </a:bodyPr>
              <a:lstStyle>
                <a:lvl1pPr marR="57798" algn="ctr" defTabSz="1295400">
                  <a:spcBef>
                    <a:spcPts val="1900"/>
                  </a:spcBef>
                  <a:defRPr sz="2000"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2</a:t>
                </a:r>
              </a:p>
            </p:txBody>
          </p:sp>
          <p:sp>
            <p:nvSpPr>
              <p:cNvPr id="1487" name="Shape 464"/>
              <p:cNvSpPr/>
              <p:nvPr/>
            </p:nvSpPr>
            <p:spPr>
              <a:xfrm>
                <a:off x="0" y="986084"/>
                <a:ext cx="609602" cy="609603"/>
              </a:xfrm>
              <a:prstGeom prst="ellipse">
                <a:avLst/>
              </a:prstGeom>
              <a:noFill/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488" name="Shape 465"/>
              <p:cNvSpPr txBox="1"/>
              <p:nvPr/>
            </p:nvSpPr>
            <p:spPr>
              <a:xfrm>
                <a:off x="56443" y="1091918"/>
                <a:ext cx="467361" cy="38291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spAutoFit/>
              </a:bodyPr>
              <a:lstStyle>
                <a:lvl1pPr marR="57798" algn="ctr" defTabSz="1295400">
                  <a:spcBef>
                    <a:spcPts val="1900"/>
                  </a:spcBef>
                  <a:defRPr sz="2000"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4</a:t>
                </a:r>
              </a:p>
            </p:txBody>
          </p:sp>
          <p:sp>
            <p:nvSpPr>
              <p:cNvPr id="1489" name="Shape 470"/>
              <p:cNvSpPr/>
              <p:nvPr/>
            </p:nvSpPr>
            <p:spPr>
              <a:xfrm>
                <a:off x="1349306" y="986084"/>
                <a:ext cx="609602" cy="609603"/>
              </a:xfrm>
              <a:prstGeom prst="ellipse">
                <a:avLst/>
              </a:prstGeom>
              <a:noFill/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490" name="Shape 471"/>
              <p:cNvSpPr txBox="1"/>
              <p:nvPr/>
            </p:nvSpPr>
            <p:spPr>
              <a:xfrm>
                <a:off x="1472353" y="1091918"/>
                <a:ext cx="380160" cy="38291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spAutoFit/>
              </a:bodyPr>
              <a:lstStyle>
                <a:lvl1pPr marR="57798" algn="ctr" defTabSz="1295400">
                  <a:spcBef>
                    <a:spcPts val="1900"/>
                  </a:spcBef>
                  <a:defRPr sz="2000"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6</a:t>
                </a:r>
              </a:p>
            </p:txBody>
          </p:sp>
          <p:sp>
            <p:nvSpPr>
              <p:cNvPr id="1491" name="Shape 452"/>
              <p:cNvSpPr/>
              <p:nvPr/>
            </p:nvSpPr>
            <p:spPr>
              <a:xfrm flipH="1">
                <a:off x="309034" y="522958"/>
                <a:ext cx="458766" cy="458766"/>
              </a:xfrm>
              <a:prstGeom prst="line">
                <a:avLst/>
              </a:prstGeom>
              <a:noFill/>
              <a:ln w="12700" cap="sq">
                <a:solidFill>
                  <a:srgbClr val="000000"/>
                </a:solidFill>
                <a:prstDash val="solid"/>
                <a:round/>
                <a:headEnd type="arrow" w="med" len="med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</p:grpSp>
        <p:sp>
          <p:nvSpPr>
            <p:cNvPr id="1493" name="Shape 458"/>
            <p:cNvSpPr/>
            <p:nvPr/>
          </p:nvSpPr>
          <p:spPr>
            <a:xfrm>
              <a:off x="1332788" y="2526419"/>
              <a:ext cx="612305" cy="513785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prstDash val="solid"/>
              <a:round/>
              <a:headEnd type="arrow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494" name="Shape 470"/>
            <p:cNvSpPr/>
            <p:nvPr/>
          </p:nvSpPr>
          <p:spPr>
            <a:xfrm>
              <a:off x="1907540" y="0"/>
              <a:ext cx="609603" cy="609602"/>
            </a:xfrm>
            <a:prstGeom prst="ellipse">
              <a:avLst/>
            </a:prstGeom>
            <a:noFill/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495" name="Shape 479"/>
            <p:cNvSpPr/>
            <p:nvPr/>
          </p:nvSpPr>
          <p:spPr>
            <a:xfrm>
              <a:off x="815340" y="1009509"/>
              <a:ext cx="609603" cy="609603"/>
            </a:xfrm>
            <a:prstGeom prst="ellipse">
              <a:avLst/>
            </a:prstGeom>
            <a:noFill/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496" name="Shape 482"/>
            <p:cNvSpPr/>
            <p:nvPr/>
          </p:nvSpPr>
          <p:spPr>
            <a:xfrm>
              <a:off x="815340" y="2009142"/>
              <a:ext cx="609603" cy="609603"/>
            </a:xfrm>
            <a:prstGeom prst="ellipse">
              <a:avLst/>
            </a:prstGeom>
            <a:noFill/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497" name="Shape 485"/>
            <p:cNvSpPr/>
            <p:nvPr/>
          </p:nvSpPr>
          <p:spPr>
            <a:xfrm>
              <a:off x="0" y="3036149"/>
              <a:ext cx="609600" cy="609603"/>
            </a:xfrm>
            <a:prstGeom prst="ellipse">
              <a:avLst/>
            </a:prstGeom>
            <a:noFill/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498" name="Shape 488"/>
            <p:cNvSpPr/>
            <p:nvPr/>
          </p:nvSpPr>
          <p:spPr>
            <a:xfrm>
              <a:off x="815340" y="3036149"/>
              <a:ext cx="609603" cy="609603"/>
            </a:xfrm>
            <a:prstGeom prst="ellipse">
              <a:avLst/>
            </a:prstGeom>
            <a:noFill/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499" name="Shape 491"/>
            <p:cNvSpPr/>
            <p:nvPr/>
          </p:nvSpPr>
          <p:spPr>
            <a:xfrm>
              <a:off x="1637169" y="3036149"/>
              <a:ext cx="609603" cy="609603"/>
            </a:xfrm>
            <a:prstGeom prst="ellipse">
              <a:avLst/>
            </a:prstGeom>
            <a:noFill/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500" name="1"/>
            <p:cNvSpPr txBox="1"/>
            <p:nvPr/>
          </p:nvSpPr>
          <p:spPr>
            <a:xfrm>
              <a:off x="2043699" y="114475"/>
              <a:ext cx="299100" cy="3829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algn="ctr">
                <a:defRPr sz="2000"/>
              </a:lvl1pPr>
            </a:lstStyle>
            <a:p>
              <a:pPr/>
              <a:r>
                <a:t>1</a:t>
              </a:r>
            </a:p>
          </p:txBody>
        </p:sp>
        <p:sp>
          <p:nvSpPr>
            <p:cNvPr id="1501" name="Shape 455"/>
            <p:cNvSpPr/>
            <p:nvPr/>
          </p:nvSpPr>
          <p:spPr>
            <a:xfrm>
              <a:off x="1122396" y="1614895"/>
              <a:ext cx="2260" cy="393701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prstDash val="solid"/>
              <a:round/>
              <a:headEnd type="arrow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502" name="Shape 455"/>
            <p:cNvSpPr/>
            <p:nvPr/>
          </p:nvSpPr>
          <p:spPr>
            <a:xfrm>
              <a:off x="1122396" y="2624141"/>
              <a:ext cx="2260" cy="393700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prstDash val="solid"/>
              <a:round/>
              <a:headEnd type="arrow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503" name="Shape 458"/>
            <p:cNvSpPr/>
            <p:nvPr/>
          </p:nvSpPr>
          <p:spPr>
            <a:xfrm flipH="1">
              <a:off x="302770" y="2526419"/>
              <a:ext cx="612305" cy="513785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prstDash val="solid"/>
              <a:round/>
              <a:headEnd type="arrow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504" name="3"/>
            <p:cNvSpPr txBox="1"/>
            <p:nvPr/>
          </p:nvSpPr>
          <p:spPr>
            <a:xfrm>
              <a:off x="951499" y="1122855"/>
              <a:ext cx="299100" cy="3829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algn="ctr">
                <a:defRPr sz="2000"/>
              </a:lvl1pPr>
            </a:lstStyle>
            <a:p>
              <a:pPr/>
              <a:r>
                <a:t>3</a:t>
              </a:r>
            </a:p>
          </p:txBody>
        </p:sp>
        <p:sp>
          <p:nvSpPr>
            <p:cNvPr id="1505" name="5"/>
            <p:cNvSpPr txBox="1"/>
            <p:nvPr/>
          </p:nvSpPr>
          <p:spPr>
            <a:xfrm>
              <a:off x="951499" y="2146715"/>
              <a:ext cx="299100" cy="3829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algn="ctr">
                <a:defRPr sz="2000"/>
              </a:lvl1pPr>
            </a:lstStyle>
            <a:p>
              <a:pPr/>
              <a:r>
                <a:t>5</a:t>
              </a:r>
            </a:p>
          </p:txBody>
        </p:sp>
        <p:sp>
          <p:nvSpPr>
            <p:cNvPr id="1506" name="7"/>
            <p:cNvSpPr txBox="1"/>
            <p:nvPr/>
          </p:nvSpPr>
          <p:spPr>
            <a:xfrm>
              <a:off x="104450" y="3149495"/>
              <a:ext cx="299100" cy="3829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algn="ctr">
                <a:defRPr sz="2000"/>
              </a:lvl1pPr>
            </a:lstStyle>
            <a:p>
              <a:pPr/>
              <a:r>
                <a:t>7</a:t>
              </a:r>
            </a:p>
          </p:txBody>
        </p:sp>
        <p:sp>
          <p:nvSpPr>
            <p:cNvPr id="1507" name="9"/>
            <p:cNvSpPr txBox="1"/>
            <p:nvPr/>
          </p:nvSpPr>
          <p:spPr>
            <a:xfrm>
              <a:off x="951499" y="3149495"/>
              <a:ext cx="299100" cy="3829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algn="ctr">
                <a:defRPr sz="2000"/>
              </a:lvl1pPr>
            </a:lstStyle>
            <a:p>
              <a:pPr/>
              <a:r>
                <a:t>9</a:t>
              </a:r>
            </a:p>
          </p:txBody>
        </p:sp>
        <p:sp>
          <p:nvSpPr>
            <p:cNvPr id="1508" name="11"/>
            <p:cNvSpPr txBox="1"/>
            <p:nvPr/>
          </p:nvSpPr>
          <p:spPr>
            <a:xfrm>
              <a:off x="1730912" y="3149495"/>
              <a:ext cx="416674" cy="3829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algn="ctr">
                <a:defRPr sz="2000"/>
              </a:lvl1pPr>
            </a:lstStyle>
            <a:p>
              <a:pPr/>
              <a:r>
                <a:t>11</a:t>
              </a:r>
            </a:p>
          </p:txBody>
        </p:sp>
        <p:sp>
          <p:nvSpPr>
            <p:cNvPr id="1509" name="Shape 452"/>
            <p:cNvSpPr/>
            <p:nvPr/>
          </p:nvSpPr>
          <p:spPr>
            <a:xfrm>
              <a:off x="2453712" y="482944"/>
              <a:ext cx="826541" cy="516481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prstDash val="solid"/>
              <a:round/>
              <a:headEnd type="arrow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510" name="Shape 452"/>
            <p:cNvSpPr/>
            <p:nvPr/>
          </p:nvSpPr>
          <p:spPr>
            <a:xfrm flipH="1">
              <a:off x="1132912" y="482944"/>
              <a:ext cx="826541" cy="516481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prstDash val="solid"/>
              <a:round/>
              <a:headEnd type="arrow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</p:grpSp>
      <p:grpSp>
        <p:nvGrpSpPr>
          <p:cNvPr id="1540" name="成组"/>
          <p:cNvGrpSpPr/>
          <p:nvPr/>
        </p:nvGrpSpPr>
        <p:grpSpPr>
          <a:xfrm>
            <a:off x="5964765" y="4583569"/>
            <a:ext cx="4274541" cy="2627070"/>
            <a:chOff x="0" y="0"/>
            <a:chExt cx="4274540" cy="2627069"/>
          </a:xfrm>
        </p:grpSpPr>
        <p:grpSp>
          <p:nvGrpSpPr>
            <p:cNvPr id="1520" name="成组"/>
            <p:cNvGrpSpPr/>
            <p:nvPr/>
          </p:nvGrpSpPr>
          <p:grpSpPr>
            <a:xfrm>
              <a:off x="2315632" y="1015859"/>
              <a:ext cx="1958909" cy="1595688"/>
              <a:chOff x="0" y="0"/>
              <a:chExt cx="1958907" cy="1595686"/>
            </a:xfrm>
          </p:grpSpPr>
          <p:sp>
            <p:nvSpPr>
              <p:cNvPr id="1512" name="Shape 452"/>
              <p:cNvSpPr/>
              <p:nvPr/>
            </p:nvSpPr>
            <p:spPr>
              <a:xfrm>
                <a:off x="1198034" y="522958"/>
                <a:ext cx="458766" cy="458766"/>
              </a:xfrm>
              <a:prstGeom prst="line">
                <a:avLst/>
              </a:prstGeom>
              <a:noFill/>
              <a:ln w="12700" cap="sq">
                <a:solidFill>
                  <a:srgbClr val="000000"/>
                </a:solidFill>
                <a:prstDash val="solid"/>
                <a:round/>
                <a:headEnd type="arrow" w="med" len="med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513" name="Shape 461"/>
              <p:cNvSpPr/>
              <p:nvPr/>
            </p:nvSpPr>
            <p:spPr>
              <a:xfrm>
                <a:off x="675640" y="0"/>
                <a:ext cx="609603" cy="609602"/>
              </a:xfrm>
              <a:prstGeom prst="ellipse">
                <a:avLst/>
              </a:prstGeom>
              <a:noFill/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514" name="Shape 462"/>
              <p:cNvSpPr txBox="1"/>
              <p:nvPr/>
            </p:nvSpPr>
            <p:spPr>
              <a:xfrm>
                <a:off x="788529" y="105834"/>
                <a:ext cx="380160" cy="38291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spAutoFit/>
              </a:bodyPr>
              <a:lstStyle>
                <a:lvl1pPr marR="57798" algn="ctr" defTabSz="1295400">
                  <a:spcBef>
                    <a:spcPts val="1900"/>
                  </a:spcBef>
                  <a:defRPr sz="2000"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2</a:t>
                </a:r>
              </a:p>
            </p:txBody>
          </p:sp>
          <p:sp>
            <p:nvSpPr>
              <p:cNvPr id="1515" name="Shape 464"/>
              <p:cNvSpPr/>
              <p:nvPr/>
            </p:nvSpPr>
            <p:spPr>
              <a:xfrm>
                <a:off x="0" y="986084"/>
                <a:ext cx="609602" cy="609603"/>
              </a:xfrm>
              <a:prstGeom prst="ellipse">
                <a:avLst/>
              </a:prstGeom>
              <a:noFill/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516" name="Shape 465"/>
              <p:cNvSpPr txBox="1"/>
              <p:nvPr/>
            </p:nvSpPr>
            <p:spPr>
              <a:xfrm>
                <a:off x="56443" y="1091918"/>
                <a:ext cx="467361" cy="38291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spAutoFit/>
              </a:bodyPr>
              <a:lstStyle>
                <a:lvl1pPr marR="57798" algn="ctr" defTabSz="1295400">
                  <a:spcBef>
                    <a:spcPts val="1900"/>
                  </a:spcBef>
                  <a:defRPr sz="2000"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4</a:t>
                </a:r>
              </a:p>
            </p:txBody>
          </p:sp>
          <p:sp>
            <p:nvSpPr>
              <p:cNvPr id="1517" name="Shape 470"/>
              <p:cNvSpPr/>
              <p:nvPr/>
            </p:nvSpPr>
            <p:spPr>
              <a:xfrm>
                <a:off x="1349306" y="986084"/>
                <a:ext cx="609602" cy="609603"/>
              </a:xfrm>
              <a:prstGeom prst="ellipse">
                <a:avLst/>
              </a:prstGeom>
              <a:noFill/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518" name="Shape 471"/>
              <p:cNvSpPr txBox="1"/>
              <p:nvPr/>
            </p:nvSpPr>
            <p:spPr>
              <a:xfrm>
                <a:off x="1472353" y="1091918"/>
                <a:ext cx="380160" cy="38291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t">
                <a:spAutoFit/>
              </a:bodyPr>
              <a:lstStyle>
                <a:lvl1pPr marR="57798" algn="ctr" defTabSz="1295400">
                  <a:spcBef>
                    <a:spcPts val="1900"/>
                  </a:spcBef>
                  <a:defRPr sz="2000">
                    <a:uFill>
                      <a:solidFill>
                        <a:srgbClr val="FEE8F7"/>
                      </a:solidFill>
                    </a:uFill>
                  </a:defRPr>
                </a:lvl1pPr>
              </a:lstStyle>
              <a:p>
                <a:pPr/>
                <a:r>
                  <a:t>6</a:t>
                </a:r>
              </a:p>
            </p:txBody>
          </p:sp>
          <p:sp>
            <p:nvSpPr>
              <p:cNvPr id="1519" name="Shape 452"/>
              <p:cNvSpPr/>
              <p:nvPr/>
            </p:nvSpPr>
            <p:spPr>
              <a:xfrm flipH="1">
                <a:off x="309034" y="522958"/>
                <a:ext cx="458766" cy="458766"/>
              </a:xfrm>
              <a:prstGeom prst="line">
                <a:avLst/>
              </a:prstGeom>
              <a:noFill/>
              <a:ln w="12700" cap="sq">
                <a:solidFill>
                  <a:srgbClr val="000000"/>
                </a:solidFill>
                <a:prstDash val="solid"/>
                <a:round/>
                <a:headEnd type="arrow" w="med" len="med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</p:grpSp>
        <p:sp>
          <p:nvSpPr>
            <p:cNvPr id="1521" name="Shape 470"/>
            <p:cNvSpPr/>
            <p:nvPr/>
          </p:nvSpPr>
          <p:spPr>
            <a:xfrm>
              <a:off x="1907540" y="0"/>
              <a:ext cx="609603" cy="609602"/>
            </a:xfrm>
            <a:prstGeom prst="ellipse">
              <a:avLst/>
            </a:prstGeom>
            <a:noFill/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522" name="Shape 479"/>
            <p:cNvSpPr/>
            <p:nvPr/>
          </p:nvSpPr>
          <p:spPr>
            <a:xfrm>
              <a:off x="1907540" y="1009509"/>
              <a:ext cx="609603" cy="609603"/>
            </a:xfrm>
            <a:prstGeom prst="ellipse">
              <a:avLst/>
            </a:prstGeom>
            <a:noFill/>
            <a:ln w="1270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523" name="1"/>
            <p:cNvSpPr txBox="1"/>
            <p:nvPr/>
          </p:nvSpPr>
          <p:spPr>
            <a:xfrm>
              <a:off x="2043699" y="114475"/>
              <a:ext cx="299100" cy="3829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algn="ctr">
                <a:defRPr sz="2000"/>
              </a:lvl1pPr>
            </a:lstStyle>
            <a:p>
              <a:pPr/>
              <a:r>
                <a:t>1</a:t>
              </a:r>
            </a:p>
          </p:txBody>
        </p:sp>
        <p:sp>
          <p:nvSpPr>
            <p:cNvPr id="1524" name="Shape 455"/>
            <p:cNvSpPr/>
            <p:nvPr/>
          </p:nvSpPr>
          <p:spPr>
            <a:xfrm>
              <a:off x="2224640" y="604273"/>
              <a:ext cx="2260" cy="393701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prstDash val="solid"/>
              <a:round/>
              <a:headEnd type="arrow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525" name="3"/>
            <p:cNvSpPr txBox="1"/>
            <p:nvPr/>
          </p:nvSpPr>
          <p:spPr>
            <a:xfrm>
              <a:off x="2056399" y="1122855"/>
              <a:ext cx="299100" cy="3829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algn="ctr">
                <a:defRPr sz="2000"/>
              </a:lvl1pPr>
            </a:lstStyle>
            <a:p>
              <a:pPr/>
              <a:r>
                <a:t>3</a:t>
              </a:r>
            </a:p>
          </p:txBody>
        </p:sp>
        <p:grpSp>
          <p:nvGrpSpPr>
            <p:cNvPr id="1537" name="成组"/>
            <p:cNvGrpSpPr/>
            <p:nvPr/>
          </p:nvGrpSpPr>
          <p:grpSpPr>
            <a:xfrm>
              <a:off x="0" y="990459"/>
              <a:ext cx="2246772" cy="1636611"/>
              <a:chOff x="0" y="0"/>
              <a:chExt cx="2246771" cy="1636609"/>
            </a:xfrm>
          </p:grpSpPr>
          <p:sp>
            <p:nvSpPr>
              <p:cNvPr id="1526" name="Shape 458"/>
              <p:cNvSpPr/>
              <p:nvPr/>
            </p:nvSpPr>
            <p:spPr>
              <a:xfrm>
                <a:off x="1332788" y="517277"/>
                <a:ext cx="612305" cy="513785"/>
              </a:xfrm>
              <a:prstGeom prst="line">
                <a:avLst/>
              </a:prstGeom>
              <a:noFill/>
              <a:ln w="12700" cap="sq">
                <a:solidFill>
                  <a:srgbClr val="000000"/>
                </a:solidFill>
                <a:prstDash val="solid"/>
                <a:round/>
                <a:headEnd type="arrow" w="med" len="med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527" name="Shape 482"/>
              <p:cNvSpPr/>
              <p:nvPr/>
            </p:nvSpPr>
            <p:spPr>
              <a:xfrm>
                <a:off x="815340" y="0"/>
                <a:ext cx="609603" cy="609602"/>
              </a:xfrm>
              <a:prstGeom prst="ellipse">
                <a:avLst/>
              </a:prstGeom>
              <a:noFill/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528" name="Shape 485"/>
              <p:cNvSpPr/>
              <p:nvPr/>
            </p:nvSpPr>
            <p:spPr>
              <a:xfrm>
                <a:off x="0" y="1027007"/>
                <a:ext cx="609600" cy="609603"/>
              </a:xfrm>
              <a:prstGeom prst="ellipse">
                <a:avLst/>
              </a:prstGeom>
              <a:noFill/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529" name="Shape 488"/>
              <p:cNvSpPr/>
              <p:nvPr/>
            </p:nvSpPr>
            <p:spPr>
              <a:xfrm>
                <a:off x="815340" y="1027007"/>
                <a:ext cx="609603" cy="609603"/>
              </a:xfrm>
              <a:prstGeom prst="ellipse">
                <a:avLst/>
              </a:prstGeom>
              <a:noFill/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530" name="Shape 491"/>
              <p:cNvSpPr/>
              <p:nvPr/>
            </p:nvSpPr>
            <p:spPr>
              <a:xfrm>
                <a:off x="1637169" y="1027007"/>
                <a:ext cx="609603" cy="609603"/>
              </a:xfrm>
              <a:prstGeom prst="ellipse">
                <a:avLst/>
              </a:prstGeom>
              <a:noFill/>
              <a:ln w="12700" cap="sq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531" name="Shape 455"/>
              <p:cNvSpPr/>
              <p:nvPr/>
            </p:nvSpPr>
            <p:spPr>
              <a:xfrm>
                <a:off x="1122396" y="614998"/>
                <a:ext cx="2260" cy="393701"/>
              </a:xfrm>
              <a:prstGeom prst="line">
                <a:avLst/>
              </a:prstGeom>
              <a:noFill/>
              <a:ln w="12700" cap="sq">
                <a:solidFill>
                  <a:srgbClr val="000000"/>
                </a:solidFill>
                <a:prstDash val="solid"/>
                <a:round/>
                <a:headEnd type="arrow" w="med" len="med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532" name="Shape 458"/>
              <p:cNvSpPr/>
              <p:nvPr/>
            </p:nvSpPr>
            <p:spPr>
              <a:xfrm flipH="1">
                <a:off x="302770" y="517277"/>
                <a:ext cx="612305" cy="513785"/>
              </a:xfrm>
              <a:prstGeom prst="line">
                <a:avLst/>
              </a:prstGeom>
              <a:noFill/>
              <a:ln w="12700" cap="sq">
                <a:solidFill>
                  <a:srgbClr val="000000"/>
                </a:solidFill>
                <a:prstDash val="solid"/>
                <a:round/>
                <a:headEnd type="arrow" w="med" len="med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533" name="5"/>
              <p:cNvSpPr txBox="1"/>
              <p:nvPr/>
            </p:nvSpPr>
            <p:spPr>
              <a:xfrm>
                <a:off x="951499" y="137573"/>
                <a:ext cx="299100" cy="38291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 algn="ctr">
                  <a:defRPr sz="2000"/>
                </a:lvl1pPr>
              </a:lstStyle>
              <a:p>
                <a:pPr/>
                <a:r>
                  <a:t>5</a:t>
                </a:r>
              </a:p>
            </p:txBody>
          </p:sp>
          <p:sp>
            <p:nvSpPr>
              <p:cNvPr id="1534" name="7"/>
              <p:cNvSpPr txBox="1"/>
              <p:nvPr/>
            </p:nvSpPr>
            <p:spPr>
              <a:xfrm>
                <a:off x="104450" y="1140353"/>
                <a:ext cx="299100" cy="38291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 algn="ctr">
                  <a:defRPr sz="2000"/>
                </a:lvl1pPr>
              </a:lstStyle>
              <a:p>
                <a:pPr/>
                <a:r>
                  <a:t>7</a:t>
                </a:r>
              </a:p>
            </p:txBody>
          </p:sp>
          <p:sp>
            <p:nvSpPr>
              <p:cNvPr id="1535" name="9"/>
              <p:cNvSpPr txBox="1"/>
              <p:nvPr/>
            </p:nvSpPr>
            <p:spPr>
              <a:xfrm>
                <a:off x="951499" y="1140353"/>
                <a:ext cx="299100" cy="38291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 algn="ctr">
                  <a:defRPr sz="2000"/>
                </a:lvl1pPr>
              </a:lstStyle>
              <a:p>
                <a:pPr/>
                <a:r>
                  <a:t>9</a:t>
                </a:r>
              </a:p>
            </p:txBody>
          </p:sp>
          <p:sp>
            <p:nvSpPr>
              <p:cNvPr id="1536" name="11"/>
              <p:cNvSpPr txBox="1"/>
              <p:nvPr/>
            </p:nvSpPr>
            <p:spPr>
              <a:xfrm>
                <a:off x="1730912" y="1140353"/>
                <a:ext cx="416674" cy="38291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 algn="ctr">
                  <a:defRPr sz="2000"/>
                </a:lvl1pPr>
              </a:lstStyle>
              <a:p>
                <a:pPr/>
                <a:r>
                  <a:t>11</a:t>
                </a:r>
              </a:p>
            </p:txBody>
          </p:sp>
        </p:grpSp>
        <p:sp>
          <p:nvSpPr>
            <p:cNvPr id="1538" name="Shape 452"/>
            <p:cNvSpPr/>
            <p:nvPr/>
          </p:nvSpPr>
          <p:spPr>
            <a:xfrm>
              <a:off x="2453712" y="482944"/>
              <a:ext cx="826541" cy="516481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prstDash val="solid"/>
              <a:round/>
              <a:headEnd type="arrow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539" name="Shape 452"/>
            <p:cNvSpPr/>
            <p:nvPr/>
          </p:nvSpPr>
          <p:spPr>
            <a:xfrm flipH="1">
              <a:off x="1132912" y="482944"/>
              <a:ext cx="826541" cy="516481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prstDash val="solid"/>
              <a:round/>
              <a:headEnd type="arrow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2" name="Shape 458"/>
          <p:cNvSpPr txBox="1"/>
          <p:nvPr/>
        </p:nvSpPr>
        <p:spPr>
          <a:xfrm>
            <a:off x="3000585" y="95429"/>
            <a:ext cx="7924803" cy="9837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8" algn="ctr" defTabSz="1295400">
              <a:spcBef>
                <a:spcPts val="1900"/>
              </a:spcBef>
              <a:defRPr sz="4800">
                <a:uFill>
                  <a:solidFill>
                    <a:srgbClr val="000000"/>
                  </a:solidFill>
                </a:u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生成树(Spanning Tree)</a:t>
            </a:r>
          </a:p>
        </p:txBody>
      </p:sp>
      <p:sp>
        <p:nvSpPr>
          <p:cNvPr id="1543" name="Shape 459"/>
          <p:cNvSpPr txBox="1"/>
          <p:nvPr/>
        </p:nvSpPr>
        <p:spPr>
          <a:xfrm>
            <a:off x="891821" y="1691921"/>
            <a:ext cx="11176003" cy="22675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 marL="300789" indent="-300789">
              <a:lnSpc>
                <a:spcPct val="150000"/>
              </a:lnSpc>
              <a:buSzPct val="60000"/>
              <a:buBlip>
                <a:blip r:embed="rId2"/>
              </a:buBlip>
            </a:pPr>
            <a:r>
              <a:t>无向连通图</a:t>
            </a:r>
            <a:r>
              <a:rPr b="1"/>
              <a:t>G=(V, E)</a:t>
            </a:r>
            <a:r>
              <a:t>的生成树是</a:t>
            </a:r>
            <a:r>
              <a:rPr b="1"/>
              <a:t>G</a:t>
            </a:r>
            <a:r>
              <a:t>的极小连通子图，即包含</a:t>
            </a:r>
            <a:r>
              <a:rPr b="1"/>
              <a:t>G</a:t>
            </a:r>
          </a:p>
          <a:p>
            <a:pPr indent="0">
              <a:lnSpc>
                <a:spcPct val="150000"/>
              </a:lnSpc>
            </a:pPr>
            <a:r>
              <a:t>   的|V|个顶点和</a:t>
            </a:r>
            <a:r>
              <a:rPr b="1"/>
              <a:t>|V| - 1 </a:t>
            </a:r>
            <a:r>
              <a:t>条边的连通子图。</a:t>
            </a:r>
          </a:p>
          <a:p>
            <a:pPr marL="300789" indent="-300789">
              <a:lnSpc>
                <a:spcPct val="150000"/>
              </a:lnSpc>
              <a:buSzPct val="60000"/>
              <a:buBlip>
                <a:blip r:embed="rId2"/>
              </a:buBlip>
            </a:pPr>
            <a:r>
              <a:t>通过图的遍历算法，可以获得生成树。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78" name="Group 494"/>
          <p:cNvGrpSpPr/>
          <p:nvPr/>
        </p:nvGrpSpPr>
        <p:grpSpPr>
          <a:xfrm>
            <a:off x="869244" y="2214879"/>
            <a:ext cx="3993046" cy="3686956"/>
            <a:chOff x="0" y="0"/>
            <a:chExt cx="3993045" cy="3686954"/>
          </a:xfrm>
        </p:grpSpPr>
        <p:grpSp>
          <p:nvGrpSpPr>
            <p:cNvPr id="1547" name="Group 463"/>
            <p:cNvGrpSpPr/>
            <p:nvPr/>
          </p:nvGrpSpPr>
          <p:grpSpPr>
            <a:xfrm>
              <a:off x="1518555" y="-1"/>
              <a:ext cx="557879" cy="587063"/>
              <a:chOff x="0" y="0"/>
              <a:chExt cx="557878" cy="587061"/>
            </a:xfrm>
          </p:grpSpPr>
          <p:sp>
            <p:nvSpPr>
              <p:cNvPr id="1545" name="Shape 461"/>
              <p:cNvSpPr/>
              <p:nvPr/>
            </p:nvSpPr>
            <p:spPr>
              <a:xfrm>
                <a:off x="0" y="-1"/>
                <a:ext cx="557879" cy="587063"/>
              </a:xfrm>
              <a:prstGeom prst="ellipse">
                <a:avLst/>
              </a:prstGeom>
              <a:solidFill>
                <a:srgbClr val="CCFFCC"/>
              </a:solidFill>
              <a:ln w="28575" cap="sq">
                <a:solidFill>
                  <a:srgbClr val="333399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546" name="Shape 462"/>
              <p:cNvSpPr txBox="1"/>
              <p:nvPr/>
            </p:nvSpPr>
            <p:spPr>
              <a:xfrm>
                <a:off x="18411" y="38757"/>
                <a:ext cx="521053" cy="51575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/>
              <a:p>
                <a:pPr marR="56816" indent="56816" algn="ctr" defTabSz="1295400">
                  <a:spcBef>
                    <a:spcPts val="1900"/>
                  </a:spcBef>
                  <a:defRPr b="1" sz="2800">
                    <a:solidFill>
                      <a:srgbClr val="333399"/>
                    </a:solidFill>
                    <a:uFill>
                      <a:solidFill>
                        <a:srgbClr val="333399"/>
                      </a:solidFill>
                    </a:uFill>
                  </a:defRPr>
                </a:pPr>
                <a:r>
                  <a:t>V</a:t>
                </a:r>
                <a:r>
                  <a:rPr baseline="-19571"/>
                  <a:t>1</a:t>
                </a:r>
              </a:p>
            </p:txBody>
          </p:sp>
        </p:grpSp>
        <p:grpSp>
          <p:nvGrpSpPr>
            <p:cNvPr id="1550" name="Group 466"/>
            <p:cNvGrpSpPr/>
            <p:nvPr/>
          </p:nvGrpSpPr>
          <p:grpSpPr>
            <a:xfrm>
              <a:off x="559766" y="921737"/>
              <a:ext cx="557879" cy="587063"/>
              <a:chOff x="0" y="0"/>
              <a:chExt cx="557878" cy="587061"/>
            </a:xfrm>
          </p:grpSpPr>
          <p:sp>
            <p:nvSpPr>
              <p:cNvPr id="1548" name="Shape 464"/>
              <p:cNvSpPr/>
              <p:nvPr/>
            </p:nvSpPr>
            <p:spPr>
              <a:xfrm>
                <a:off x="0" y="-1"/>
                <a:ext cx="557879" cy="587063"/>
              </a:xfrm>
              <a:prstGeom prst="ellipse">
                <a:avLst/>
              </a:prstGeom>
              <a:solidFill>
                <a:srgbClr val="CCFFCC"/>
              </a:solidFill>
              <a:ln w="28575" cap="sq">
                <a:solidFill>
                  <a:srgbClr val="333399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549" name="Shape 465"/>
              <p:cNvSpPr txBox="1"/>
              <p:nvPr/>
            </p:nvSpPr>
            <p:spPr>
              <a:xfrm>
                <a:off x="18411" y="38757"/>
                <a:ext cx="521053" cy="51575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/>
              <a:p>
                <a:pPr marR="56816" indent="56816" algn="ctr" defTabSz="1295400">
                  <a:spcBef>
                    <a:spcPts val="1900"/>
                  </a:spcBef>
                  <a:defRPr b="1" sz="2800">
                    <a:solidFill>
                      <a:srgbClr val="333399"/>
                    </a:solidFill>
                    <a:uFill>
                      <a:solidFill>
                        <a:srgbClr val="333399"/>
                      </a:solidFill>
                    </a:uFill>
                  </a:defRPr>
                </a:pPr>
                <a:r>
                  <a:t>V</a:t>
                </a:r>
                <a:r>
                  <a:rPr baseline="-19571"/>
                  <a:t>2</a:t>
                </a:r>
              </a:p>
            </p:txBody>
          </p:sp>
        </p:grpSp>
        <p:grpSp>
          <p:nvGrpSpPr>
            <p:cNvPr id="1553" name="Group 469"/>
            <p:cNvGrpSpPr/>
            <p:nvPr/>
          </p:nvGrpSpPr>
          <p:grpSpPr>
            <a:xfrm>
              <a:off x="2715624" y="921737"/>
              <a:ext cx="558803" cy="587063"/>
              <a:chOff x="0" y="0"/>
              <a:chExt cx="558801" cy="587061"/>
            </a:xfrm>
          </p:grpSpPr>
          <p:sp>
            <p:nvSpPr>
              <p:cNvPr id="1551" name="Shape 467"/>
              <p:cNvSpPr/>
              <p:nvPr/>
            </p:nvSpPr>
            <p:spPr>
              <a:xfrm>
                <a:off x="0" y="-1"/>
                <a:ext cx="558802" cy="587063"/>
              </a:xfrm>
              <a:prstGeom prst="ellipse">
                <a:avLst/>
              </a:prstGeom>
              <a:solidFill>
                <a:srgbClr val="CCFFCC"/>
              </a:solidFill>
              <a:ln w="28575" cap="sq">
                <a:solidFill>
                  <a:srgbClr val="333399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552" name="Shape 468"/>
              <p:cNvSpPr txBox="1"/>
              <p:nvPr/>
            </p:nvSpPr>
            <p:spPr>
              <a:xfrm>
                <a:off x="19356" y="38757"/>
                <a:ext cx="521053" cy="51575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/>
              <a:p>
                <a:pPr marR="56816" indent="56816" algn="ctr" defTabSz="1295400">
                  <a:spcBef>
                    <a:spcPts val="1900"/>
                  </a:spcBef>
                  <a:defRPr b="1" sz="2800">
                    <a:solidFill>
                      <a:srgbClr val="333399"/>
                    </a:solidFill>
                    <a:uFill>
                      <a:solidFill>
                        <a:srgbClr val="333399"/>
                      </a:solidFill>
                    </a:uFill>
                  </a:defRPr>
                </a:pPr>
                <a:r>
                  <a:t>V</a:t>
                </a:r>
                <a:r>
                  <a:rPr baseline="-19571"/>
                  <a:t>3</a:t>
                </a:r>
              </a:p>
            </p:txBody>
          </p:sp>
        </p:grpSp>
        <p:grpSp>
          <p:nvGrpSpPr>
            <p:cNvPr id="1556" name="Group 472"/>
            <p:cNvGrpSpPr/>
            <p:nvPr/>
          </p:nvGrpSpPr>
          <p:grpSpPr>
            <a:xfrm>
              <a:off x="-1" y="1927602"/>
              <a:ext cx="558801" cy="587063"/>
              <a:chOff x="0" y="0"/>
              <a:chExt cx="558800" cy="587061"/>
            </a:xfrm>
          </p:grpSpPr>
          <p:sp>
            <p:nvSpPr>
              <p:cNvPr id="1554" name="Shape 470"/>
              <p:cNvSpPr/>
              <p:nvPr/>
            </p:nvSpPr>
            <p:spPr>
              <a:xfrm>
                <a:off x="-1" y="-1"/>
                <a:ext cx="558801" cy="587063"/>
              </a:xfrm>
              <a:prstGeom prst="ellipse">
                <a:avLst/>
              </a:prstGeom>
              <a:solidFill>
                <a:srgbClr val="CCFFCC"/>
              </a:solidFill>
              <a:ln w="28575" cap="sq">
                <a:solidFill>
                  <a:srgbClr val="333399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555" name="Shape 471"/>
              <p:cNvSpPr txBox="1"/>
              <p:nvPr/>
            </p:nvSpPr>
            <p:spPr>
              <a:xfrm>
                <a:off x="16101" y="38756"/>
                <a:ext cx="521054" cy="51575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/>
              <a:p>
                <a:pPr marR="56816" indent="56816" algn="ctr" defTabSz="1295400">
                  <a:spcBef>
                    <a:spcPts val="1900"/>
                  </a:spcBef>
                  <a:defRPr b="1" sz="2800">
                    <a:solidFill>
                      <a:srgbClr val="333399"/>
                    </a:solidFill>
                    <a:uFill>
                      <a:solidFill>
                        <a:srgbClr val="333399"/>
                      </a:solidFill>
                    </a:uFill>
                  </a:defRPr>
                </a:pPr>
                <a:r>
                  <a:t>V</a:t>
                </a:r>
                <a:r>
                  <a:rPr baseline="-19571"/>
                  <a:t>4</a:t>
                </a:r>
              </a:p>
            </p:txBody>
          </p:sp>
        </p:grpSp>
        <p:grpSp>
          <p:nvGrpSpPr>
            <p:cNvPr id="1559" name="Group 475"/>
            <p:cNvGrpSpPr/>
            <p:nvPr/>
          </p:nvGrpSpPr>
          <p:grpSpPr>
            <a:xfrm>
              <a:off x="1198959" y="1927602"/>
              <a:ext cx="557879" cy="587063"/>
              <a:chOff x="0" y="0"/>
              <a:chExt cx="557878" cy="587061"/>
            </a:xfrm>
          </p:grpSpPr>
          <p:sp>
            <p:nvSpPr>
              <p:cNvPr id="1557" name="Shape 473"/>
              <p:cNvSpPr/>
              <p:nvPr/>
            </p:nvSpPr>
            <p:spPr>
              <a:xfrm>
                <a:off x="0" y="-1"/>
                <a:ext cx="557879" cy="587063"/>
              </a:xfrm>
              <a:prstGeom prst="ellipse">
                <a:avLst/>
              </a:prstGeom>
              <a:solidFill>
                <a:srgbClr val="CCFFCC"/>
              </a:solidFill>
              <a:ln w="28575" cap="sq">
                <a:solidFill>
                  <a:srgbClr val="333399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558" name="Shape 474"/>
              <p:cNvSpPr txBox="1"/>
              <p:nvPr/>
            </p:nvSpPr>
            <p:spPr>
              <a:xfrm>
                <a:off x="18411" y="38756"/>
                <a:ext cx="521053" cy="51575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/>
              <a:p>
                <a:pPr marR="56816" indent="56816" algn="ctr" defTabSz="1295400">
                  <a:spcBef>
                    <a:spcPts val="1900"/>
                  </a:spcBef>
                  <a:defRPr b="1" sz="2800">
                    <a:solidFill>
                      <a:srgbClr val="333399"/>
                    </a:solidFill>
                    <a:uFill>
                      <a:solidFill>
                        <a:srgbClr val="333399"/>
                      </a:solidFill>
                    </a:uFill>
                  </a:defRPr>
                </a:pPr>
                <a:r>
                  <a:t>V</a:t>
                </a:r>
                <a:r>
                  <a:rPr baseline="-19571"/>
                  <a:t>5</a:t>
                </a:r>
              </a:p>
            </p:txBody>
          </p:sp>
        </p:grpSp>
        <p:grpSp>
          <p:nvGrpSpPr>
            <p:cNvPr id="1562" name="Group 478"/>
            <p:cNvGrpSpPr/>
            <p:nvPr/>
          </p:nvGrpSpPr>
          <p:grpSpPr>
            <a:xfrm>
              <a:off x="958789" y="3099892"/>
              <a:ext cx="558803" cy="587063"/>
              <a:chOff x="0" y="0"/>
              <a:chExt cx="558801" cy="587061"/>
            </a:xfrm>
          </p:grpSpPr>
          <p:sp>
            <p:nvSpPr>
              <p:cNvPr id="1560" name="Shape 476"/>
              <p:cNvSpPr/>
              <p:nvPr/>
            </p:nvSpPr>
            <p:spPr>
              <a:xfrm>
                <a:off x="0" y="-1"/>
                <a:ext cx="558802" cy="587063"/>
              </a:xfrm>
              <a:prstGeom prst="ellipse">
                <a:avLst/>
              </a:prstGeom>
              <a:solidFill>
                <a:srgbClr val="CCFFCC"/>
              </a:solidFill>
              <a:ln w="28575" cap="sq">
                <a:solidFill>
                  <a:srgbClr val="333399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561" name="Shape 477"/>
              <p:cNvSpPr txBox="1"/>
              <p:nvPr/>
            </p:nvSpPr>
            <p:spPr>
              <a:xfrm>
                <a:off x="19356" y="38757"/>
                <a:ext cx="521053" cy="51575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/>
              <a:p>
                <a:pPr marR="56816" indent="56816" algn="ctr" defTabSz="1295400">
                  <a:spcBef>
                    <a:spcPts val="1900"/>
                  </a:spcBef>
                  <a:defRPr b="1" sz="2800">
                    <a:solidFill>
                      <a:srgbClr val="333399"/>
                    </a:solidFill>
                    <a:uFill>
                      <a:solidFill>
                        <a:srgbClr val="333399"/>
                      </a:solidFill>
                    </a:uFill>
                  </a:defRPr>
                </a:pPr>
                <a:r>
                  <a:t>V</a:t>
                </a:r>
                <a:r>
                  <a:rPr baseline="-19571"/>
                  <a:t>8</a:t>
                </a:r>
              </a:p>
            </p:txBody>
          </p:sp>
        </p:grpSp>
        <p:grpSp>
          <p:nvGrpSpPr>
            <p:cNvPr id="1565" name="Group 481"/>
            <p:cNvGrpSpPr/>
            <p:nvPr/>
          </p:nvGrpSpPr>
          <p:grpSpPr>
            <a:xfrm>
              <a:off x="2237175" y="1927602"/>
              <a:ext cx="557879" cy="587063"/>
              <a:chOff x="0" y="0"/>
              <a:chExt cx="557878" cy="587061"/>
            </a:xfrm>
          </p:grpSpPr>
          <p:sp>
            <p:nvSpPr>
              <p:cNvPr id="1563" name="Shape 479"/>
              <p:cNvSpPr/>
              <p:nvPr/>
            </p:nvSpPr>
            <p:spPr>
              <a:xfrm>
                <a:off x="0" y="-1"/>
                <a:ext cx="557879" cy="587063"/>
              </a:xfrm>
              <a:prstGeom prst="ellipse">
                <a:avLst/>
              </a:prstGeom>
              <a:solidFill>
                <a:srgbClr val="CCFFCC"/>
              </a:solidFill>
              <a:ln w="28575" cap="sq">
                <a:solidFill>
                  <a:srgbClr val="333399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564" name="Shape 480"/>
              <p:cNvSpPr txBox="1"/>
              <p:nvPr/>
            </p:nvSpPr>
            <p:spPr>
              <a:xfrm>
                <a:off x="18411" y="38756"/>
                <a:ext cx="521053" cy="51575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/>
              <a:p>
                <a:pPr marR="56816" indent="56816" algn="ctr" defTabSz="1295400">
                  <a:spcBef>
                    <a:spcPts val="1900"/>
                  </a:spcBef>
                  <a:defRPr b="1" sz="2800">
                    <a:solidFill>
                      <a:srgbClr val="333399"/>
                    </a:solidFill>
                    <a:uFill>
                      <a:solidFill>
                        <a:srgbClr val="333399"/>
                      </a:solidFill>
                    </a:uFill>
                  </a:defRPr>
                </a:pPr>
                <a:r>
                  <a:t>V</a:t>
                </a:r>
                <a:r>
                  <a:rPr baseline="-19571"/>
                  <a:t>6</a:t>
                </a:r>
              </a:p>
            </p:txBody>
          </p:sp>
        </p:grpSp>
        <p:grpSp>
          <p:nvGrpSpPr>
            <p:cNvPr id="1568" name="Group 484"/>
            <p:cNvGrpSpPr/>
            <p:nvPr/>
          </p:nvGrpSpPr>
          <p:grpSpPr>
            <a:xfrm>
              <a:off x="3434243" y="1845304"/>
              <a:ext cx="558803" cy="587063"/>
              <a:chOff x="0" y="0"/>
              <a:chExt cx="558801" cy="587061"/>
            </a:xfrm>
          </p:grpSpPr>
          <p:sp>
            <p:nvSpPr>
              <p:cNvPr id="1566" name="Shape 482"/>
              <p:cNvSpPr/>
              <p:nvPr/>
            </p:nvSpPr>
            <p:spPr>
              <a:xfrm>
                <a:off x="0" y="-1"/>
                <a:ext cx="558802" cy="587063"/>
              </a:xfrm>
              <a:prstGeom prst="ellipse">
                <a:avLst/>
              </a:prstGeom>
              <a:solidFill>
                <a:srgbClr val="CCFFCC"/>
              </a:solidFill>
              <a:ln w="28575" cap="sq">
                <a:solidFill>
                  <a:srgbClr val="333399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567" name="Shape 483"/>
              <p:cNvSpPr txBox="1"/>
              <p:nvPr/>
            </p:nvSpPr>
            <p:spPr>
              <a:xfrm>
                <a:off x="19356" y="38756"/>
                <a:ext cx="521053" cy="51575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/>
              <a:p>
                <a:pPr marR="56816" indent="56816" algn="ctr" defTabSz="1295400">
                  <a:spcBef>
                    <a:spcPts val="1900"/>
                  </a:spcBef>
                  <a:defRPr b="1" sz="2800">
                    <a:solidFill>
                      <a:srgbClr val="333399"/>
                    </a:solidFill>
                    <a:uFill>
                      <a:solidFill>
                        <a:srgbClr val="333399"/>
                      </a:solidFill>
                    </a:uFill>
                  </a:defRPr>
                </a:pPr>
                <a:r>
                  <a:t>V</a:t>
                </a:r>
                <a:r>
                  <a:rPr baseline="-19571"/>
                  <a:t>7</a:t>
                </a:r>
              </a:p>
            </p:txBody>
          </p:sp>
        </p:grpSp>
        <p:sp>
          <p:nvSpPr>
            <p:cNvPr id="1569" name="Shape 485"/>
            <p:cNvSpPr/>
            <p:nvPr/>
          </p:nvSpPr>
          <p:spPr>
            <a:xfrm flipH="1">
              <a:off x="1038215" y="502932"/>
              <a:ext cx="558802" cy="502935"/>
            </a:xfrm>
            <a:prstGeom prst="line">
              <a:avLst/>
            </a:prstGeom>
            <a:noFill/>
            <a:ln w="25400" cap="sq">
              <a:solidFill>
                <a:srgbClr val="333399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570" name="Shape 486"/>
            <p:cNvSpPr/>
            <p:nvPr/>
          </p:nvSpPr>
          <p:spPr>
            <a:xfrm flipH="1">
              <a:off x="399022" y="1508796"/>
              <a:ext cx="317707" cy="420637"/>
            </a:xfrm>
            <a:prstGeom prst="line">
              <a:avLst/>
            </a:prstGeom>
            <a:noFill/>
            <a:ln w="25400" cap="sq">
              <a:solidFill>
                <a:srgbClr val="333399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571" name="Shape 487"/>
            <p:cNvSpPr/>
            <p:nvPr/>
          </p:nvSpPr>
          <p:spPr>
            <a:xfrm>
              <a:off x="399022" y="2514661"/>
              <a:ext cx="639195" cy="667531"/>
            </a:xfrm>
            <a:prstGeom prst="line">
              <a:avLst/>
            </a:prstGeom>
            <a:noFill/>
            <a:ln w="25400" cap="sq">
              <a:solidFill>
                <a:srgbClr val="333399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572" name="Shape 488"/>
            <p:cNvSpPr/>
            <p:nvPr/>
          </p:nvSpPr>
          <p:spPr>
            <a:xfrm>
              <a:off x="958789" y="1424670"/>
              <a:ext cx="478450" cy="502935"/>
            </a:xfrm>
            <a:prstGeom prst="line">
              <a:avLst/>
            </a:prstGeom>
            <a:noFill/>
            <a:ln w="25400" cap="sq">
              <a:solidFill>
                <a:srgbClr val="333399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573" name="Shape 489"/>
            <p:cNvSpPr/>
            <p:nvPr/>
          </p:nvSpPr>
          <p:spPr>
            <a:xfrm flipH="1">
              <a:off x="1357811" y="2514661"/>
              <a:ext cx="165102" cy="667531"/>
            </a:xfrm>
            <a:prstGeom prst="line">
              <a:avLst/>
            </a:prstGeom>
            <a:noFill/>
            <a:ln w="25400" cap="sq">
              <a:solidFill>
                <a:srgbClr val="333399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574" name="Shape 490"/>
            <p:cNvSpPr/>
            <p:nvPr/>
          </p:nvSpPr>
          <p:spPr>
            <a:xfrm>
              <a:off x="2076431" y="416975"/>
              <a:ext cx="962573" cy="512080"/>
            </a:xfrm>
            <a:prstGeom prst="line">
              <a:avLst/>
            </a:prstGeom>
            <a:noFill/>
            <a:ln w="25400" cap="sq">
              <a:solidFill>
                <a:srgbClr val="333399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575" name="Shape 491"/>
            <p:cNvSpPr/>
            <p:nvPr/>
          </p:nvSpPr>
          <p:spPr>
            <a:xfrm flipH="1">
              <a:off x="2636197" y="1508796"/>
              <a:ext cx="317708" cy="420637"/>
            </a:xfrm>
            <a:prstGeom prst="line">
              <a:avLst/>
            </a:prstGeom>
            <a:noFill/>
            <a:ln w="25400" cap="sq">
              <a:solidFill>
                <a:srgbClr val="333399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576" name="Shape 492"/>
            <p:cNvSpPr/>
            <p:nvPr/>
          </p:nvSpPr>
          <p:spPr>
            <a:xfrm flipV="1">
              <a:off x="2795050" y="2178154"/>
              <a:ext cx="639195" cy="84128"/>
            </a:xfrm>
            <a:prstGeom prst="line">
              <a:avLst/>
            </a:prstGeom>
            <a:noFill/>
            <a:ln w="25400" cap="sq">
              <a:solidFill>
                <a:srgbClr val="333399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577" name="Shape 493"/>
            <p:cNvSpPr/>
            <p:nvPr/>
          </p:nvSpPr>
          <p:spPr>
            <a:xfrm flipH="1" flipV="1">
              <a:off x="3197855" y="1424670"/>
              <a:ext cx="476560" cy="420636"/>
            </a:xfrm>
            <a:prstGeom prst="line">
              <a:avLst/>
            </a:prstGeom>
            <a:noFill/>
            <a:ln w="25400" cap="sq">
              <a:solidFill>
                <a:srgbClr val="333399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</p:grpSp>
      <p:grpSp>
        <p:nvGrpSpPr>
          <p:cNvPr id="1581" name="Group 497"/>
          <p:cNvGrpSpPr/>
          <p:nvPr/>
        </p:nvGrpSpPr>
        <p:grpSpPr>
          <a:xfrm>
            <a:off x="6380479" y="2876407"/>
            <a:ext cx="625409" cy="643469"/>
            <a:chOff x="0" y="0"/>
            <a:chExt cx="625407" cy="643467"/>
          </a:xfrm>
        </p:grpSpPr>
        <p:sp>
          <p:nvSpPr>
            <p:cNvPr id="1579" name="Shape 495"/>
            <p:cNvSpPr/>
            <p:nvPr/>
          </p:nvSpPr>
          <p:spPr>
            <a:xfrm>
              <a:off x="-1" y="0"/>
              <a:ext cx="625409" cy="643469"/>
            </a:xfrm>
            <a:prstGeom prst="ellipse">
              <a:avLst/>
            </a:prstGeom>
            <a:solidFill>
              <a:srgbClr val="CCFFCC"/>
            </a:solidFill>
            <a:ln w="28575" cap="sq">
              <a:solidFill>
                <a:srgbClr val="333399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580" name="Shape 496"/>
            <p:cNvSpPr txBox="1"/>
            <p:nvPr/>
          </p:nvSpPr>
          <p:spPr>
            <a:xfrm>
              <a:off x="52175" y="66960"/>
              <a:ext cx="521053" cy="5157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38100" tIns="38100" rIns="38100" bIns="38100" numCol="1" anchor="ctr">
              <a:spAutoFit/>
            </a:bodyPr>
            <a:lstStyle/>
            <a:p>
              <a:pPr marR="56816" indent="56816" algn="ctr" defTabSz="1295400">
                <a:spcBef>
                  <a:spcPts val="1900"/>
                </a:spcBef>
                <a:defRPr b="1" sz="2800">
                  <a:solidFill>
                    <a:srgbClr val="333399"/>
                  </a:solidFill>
                  <a:uFill>
                    <a:solidFill>
                      <a:srgbClr val="333399"/>
                    </a:solidFill>
                  </a:uFill>
                </a:defRPr>
              </a:pPr>
              <a:r>
                <a:t>V</a:t>
              </a:r>
              <a:r>
                <a:rPr baseline="-19571"/>
                <a:t>1</a:t>
              </a:r>
            </a:p>
          </p:txBody>
        </p:sp>
      </p:grpSp>
      <p:grpSp>
        <p:nvGrpSpPr>
          <p:cNvPr id="1584" name="Group 500"/>
          <p:cNvGrpSpPr/>
          <p:nvPr/>
        </p:nvGrpSpPr>
        <p:grpSpPr>
          <a:xfrm>
            <a:off x="5845385" y="3980462"/>
            <a:ext cx="625409" cy="643469"/>
            <a:chOff x="0" y="0"/>
            <a:chExt cx="625407" cy="643467"/>
          </a:xfrm>
        </p:grpSpPr>
        <p:sp>
          <p:nvSpPr>
            <p:cNvPr id="1582" name="Shape 498"/>
            <p:cNvSpPr/>
            <p:nvPr/>
          </p:nvSpPr>
          <p:spPr>
            <a:xfrm>
              <a:off x="-1" y="0"/>
              <a:ext cx="625409" cy="643469"/>
            </a:xfrm>
            <a:prstGeom prst="ellipse">
              <a:avLst/>
            </a:prstGeom>
            <a:solidFill>
              <a:srgbClr val="CCFFCC"/>
            </a:solidFill>
            <a:ln w="28575" cap="sq">
              <a:solidFill>
                <a:srgbClr val="333399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583" name="Shape 499"/>
            <p:cNvSpPr txBox="1"/>
            <p:nvPr/>
          </p:nvSpPr>
          <p:spPr>
            <a:xfrm>
              <a:off x="52175" y="66960"/>
              <a:ext cx="521053" cy="5157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38100" tIns="38100" rIns="38100" bIns="38100" numCol="1" anchor="ctr">
              <a:spAutoFit/>
            </a:bodyPr>
            <a:lstStyle/>
            <a:p>
              <a:pPr marR="56816" indent="56816" algn="ctr" defTabSz="1295400">
                <a:spcBef>
                  <a:spcPts val="1900"/>
                </a:spcBef>
                <a:defRPr b="1" sz="2800">
                  <a:solidFill>
                    <a:srgbClr val="333399"/>
                  </a:solidFill>
                  <a:uFill>
                    <a:solidFill>
                      <a:srgbClr val="333399"/>
                    </a:solidFill>
                  </a:uFill>
                </a:defRPr>
              </a:pPr>
              <a:r>
                <a:t>V</a:t>
              </a:r>
              <a:r>
                <a:rPr baseline="-19571"/>
                <a:t>2</a:t>
              </a:r>
            </a:p>
          </p:txBody>
        </p:sp>
      </p:grpSp>
      <p:grpSp>
        <p:nvGrpSpPr>
          <p:cNvPr id="1587" name="Group 503"/>
          <p:cNvGrpSpPr/>
          <p:nvPr/>
        </p:nvGrpSpPr>
        <p:grpSpPr>
          <a:xfrm>
            <a:off x="5845385" y="4991946"/>
            <a:ext cx="625409" cy="645727"/>
            <a:chOff x="0" y="0"/>
            <a:chExt cx="625407" cy="645725"/>
          </a:xfrm>
        </p:grpSpPr>
        <p:sp>
          <p:nvSpPr>
            <p:cNvPr id="1585" name="Shape 501"/>
            <p:cNvSpPr/>
            <p:nvPr/>
          </p:nvSpPr>
          <p:spPr>
            <a:xfrm>
              <a:off x="-1" y="0"/>
              <a:ext cx="625409" cy="645727"/>
            </a:xfrm>
            <a:prstGeom prst="ellipse">
              <a:avLst/>
            </a:prstGeom>
            <a:solidFill>
              <a:srgbClr val="CCFFCC"/>
            </a:solidFill>
            <a:ln w="28575" cap="sq">
              <a:solidFill>
                <a:srgbClr val="333399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586" name="Shape 502"/>
            <p:cNvSpPr txBox="1"/>
            <p:nvPr/>
          </p:nvSpPr>
          <p:spPr>
            <a:xfrm>
              <a:off x="52175" y="68089"/>
              <a:ext cx="521053" cy="5157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38100" tIns="38100" rIns="38100" bIns="38100" numCol="1" anchor="ctr">
              <a:spAutoFit/>
            </a:bodyPr>
            <a:lstStyle/>
            <a:p>
              <a:pPr marR="56816" indent="56816" algn="ctr" defTabSz="1295400">
                <a:spcBef>
                  <a:spcPts val="1900"/>
                </a:spcBef>
                <a:defRPr b="1" sz="2800">
                  <a:solidFill>
                    <a:srgbClr val="333399"/>
                  </a:solidFill>
                  <a:uFill>
                    <a:solidFill>
                      <a:srgbClr val="333399"/>
                    </a:solidFill>
                  </a:uFill>
                </a:defRPr>
              </a:pPr>
              <a:r>
                <a:t>V</a:t>
              </a:r>
              <a:r>
                <a:rPr baseline="-19571"/>
                <a:t>4</a:t>
              </a:r>
            </a:p>
          </p:txBody>
        </p:sp>
      </p:grpSp>
      <p:grpSp>
        <p:nvGrpSpPr>
          <p:cNvPr id="1590" name="Group 506"/>
          <p:cNvGrpSpPr/>
          <p:nvPr/>
        </p:nvGrpSpPr>
        <p:grpSpPr>
          <a:xfrm>
            <a:off x="5845385" y="6098258"/>
            <a:ext cx="625409" cy="643468"/>
            <a:chOff x="0" y="0"/>
            <a:chExt cx="625407" cy="643467"/>
          </a:xfrm>
        </p:grpSpPr>
        <p:sp>
          <p:nvSpPr>
            <p:cNvPr id="1588" name="Shape 504"/>
            <p:cNvSpPr/>
            <p:nvPr/>
          </p:nvSpPr>
          <p:spPr>
            <a:xfrm>
              <a:off x="-1" y="0"/>
              <a:ext cx="625409" cy="643468"/>
            </a:xfrm>
            <a:prstGeom prst="ellipse">
              <a:avLst/>
            </a:prstGeom>
            <a:solidFill>
              <a:srgbClr val="CCFFCC"/>
            </a:solidFill>
            <a:ln w="28575" cap="sq">
              <a:solidFill>
                <a:srgbClr val="333399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589" name="Shape 505"/>
            <p:cNvSpPr txBox="1"/>
            <p:nvPr/>
          </p:nvSpPr>
          <p:spPr>
            <a:xfrm>
              <a:off x="52175" y="66960"/>
              <a:ext cx="521053" cy="5157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38100" tIns="38100" rIns="38100" bIns="38100" numCol="1" anchor="ctr">
              <a:spAutoFit/>
            </a:bodyPr>
            <a:lstStyle/>
            <a:p>
              <a:pPr marR="56816" indent="56816" algn="ctr" defTabSz="1295400">
                <a:spcBef>
                  <a:spcPts val="1900"/>
                </a:spcBef>
                <a:defRPr b="1" sz="2800">
                  <a:solidFill>
                    <a:srgbClr val="333399"/>
                  </a:solidFill>
                  <a:uFill>
                    <a:solidFill>
                      <a:srgbClr val="333399"/>
                    </a:solidFill>
                  </a:uFill>
                </a:defRPr>
              </a:pPr>
              <a:r>
                <a:t>V</a:t>
              </a:r>
              <a:r>
                <a:rPr baseline="-19571"/>
                <a:t>8</a:t>
              </a:r>
            </a:p>
          </p:txBody>
        </p:sp>
      </p:grpSp>
      <p:grpSp>
        <p:nvGrpSpPr>
          <p:cNvPr id="1593" name="Group 509"/>
          <p:cNvGrpSpPr/>
          <p:nvPr/>
        </p:nvGrpSpPr>
        <p:grpSpPr>
          <a:xfrm>
            <a:off x="5845385" y="7202310"/>
            <a:ext cx="625409" cy="643469"/>
            <a:chOff x="0" y="0"/>
            <a:chExt cx="625407" cy="643467"/>
          </a:xfrm>
        </p:grpSpPr>
        <p:sp>
          <p:nvSpPr>
            <p:cNvPr id="1591" name="Shape 507"/>
            <p:cNvSpPr/>
            <p:nvPr/>
          </p:nvSpPr>
          <p:spPr>
            <a:xfrm>
              <a:off x="-1" y="0"/>
              <a:ext cx="625409" cy="643469"/>
            </a:xfrm>
            <a:prstGeom prst="ellipse">
              <a:avLst/>
            </a:prstGeom>
            <a:solidFill>
              <a:srgbClr val="CCFFCC"/>
            </a:solidFill>
            <a:ln w="28575" cap="sq">
              <a:solidFill>
                <a:srgbClr val="333399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592" name="Shape 508"/>
            <p:cNvSpPr txBox="1"/>
            <p:nvPr/>
          </p:nvSpPr>
          <p:spPr>
            <a:xfrm>
              <a:off x="52175" y="66960"/>
              <a:ext cx="521053" cy="5157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38100" tIns="38100" rIns="38100" bIns="38100" numCol="1" anchor="ctr">
              <a:spAutoFit/>
            </a:bodyPr>
            <a:lstStyle/>
            <a:p>
              <a:pPr marR="56816" indent="56816" algn="ctr" defTabSz="1295400">
                <a:spcBef>
                  <a:spcPts val="1900"/>
                </a:spcBef>
                <a:defRPr b="1" sz="2800">
                  <a:solidFill>
                    <a:srgbClr val="333399"/>
                  </a:solidFill>
                  <a:uFill>
                    <a:solidFill>
                      <a:srgbClr val="333399"/>
                    </a:solidFill>
                  </a:uFill>
                </a:defRPr>
              </a:pPr>
              <a:r>
                <a:t>V</a:t>
              </a:r>
              <a:r>
                <a:rPr baseline="-19571"/>
                <a:t>5</a:t>
              </a:r>
            </a:p>
          </p:txBody>
        </p:sp>
      </p:grpSp>
      <p:grpSp>
        <p:nvGrpSpPr>
          <p:cNvPr id="1596" name="Group 512"/>
          <p:cNvGrpSpPr/>
          <p:nvPr/>
        </p:nvGrpSpPr>
        <p:grpSpPr>
          <a:xfrm>
            <a:off x="7005883" y="3980462"/>
            <a:ext cx="623151" cy="643469"/>
            <a:chOff x="0" y="0"/>
            <a:chExt cx="623149" cy="643467"/>
          </a:xfrm>
        </p:grpSpPr>
        <p:sp>
          <p:nvSpPr>
            <p:cNvPr id="1594" name="Shape 510"/>
            <p:cNvSpPr/>
            <p:nvPr/>
          </p:nvSpPr>
          <p:spPr>
            <a:xfrm>
              <a:off x="-1" y="0"/>
              <a:ext cx="623151" cy="643469"/>
            </a:xfrm>
            <a:prstGeom prst="ellipse">
              <a:avLst/>
            </a:prstGeom>
            <a:solidFill>
              <a:srgbClr val="CCFFCC"/>
            </a:solidFill>
            <a:ln w="28575" cap="sq">
              <a:solidFill>
                <a:srgbClr val="333399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595" name="Shape 511"/>
            <p:cNvSpPr txBox="1"/>
            <p:nvPr/>
          </p:nvSpPr>
          <p:spPr>
            <a:xfrm>
              <a:off x="51047" y="66960"/>
              <a:ext cx="521053" cy="5157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38100" tIns="38100" rIns="38100" bIns="38100" numCol="1" anchor="ctr">
              <a:spAutoFit/>
            </a:bodyPr>
            <a:lstStyle/>
            <a:p>
              <a:pPr marR="56816" indent="56816" algn="ctr" defTabSz="1295400">
                <a:spcBef>
                  <a:spcPts val="1900"/>
                </a:spcBef>
                <a:defRPr b="1" sz="2800">
                  <a:solidFill>
                    <a:srgbClr val="333399"/>
                  </a:solidFill>
                  <a:uFill>
                    <a:solidFill>
                      <a:srgbClr val="333399"/>
                    </a:solidFill>
                  </a:uFill>
                </a:defRPr>
              </a:pPr>
              <a:r>
                <a:t>V</a:t>
              </a:r>
              <a:r>
                <a:rPr baseline="-19571"/>
                <a:t>3</a:t>
              </a:r>
            </a:p>
          </p:txBody>
        </p:sp>
      </p:grpSp>
      <p:grpSp>
        <p:nvGrpSpPr>
          <p:cNvPr id="1599" name="Group 515"/>
          <p:cNvGrpSpPr/>
          <p:nvPr/>
        </p:nvGrpSpPr>
        <p:grpSpPr>
          <a:xfrm>
            <a:off x="7005883" y="4991946"/>
            <a:ext cx="623151" cy="645727"/>
            <a:chOff x="0" y="0"/>
            <a:chExt cx="623149" cy="645725"/>
          </a:xfrm>
        </p:grpSpPr>
        <p:sp>
          <p:nvSpPr>
            <p:cNvPr id="1597" name="Shape 513"/>
            <p:cNvSpPr/>
            <p:nvPr/>
          </p:nvSpPr>
          <p:spPr>
            <a:xfrm>
              <a:off x="-1" y="0"/>
              <a:ext cx="623151" cy="645727"/>
            </a:xfrm>
            <a:prstGeom prst="ellipse">
              <a:avLst/>
            </a:prstGeom>
            <a:solidFill>
              <a:srgbClr val="CCFFCC"/>
            </a:solidFill>
            <a:ln w="28575" cap="sq">
              <a:solidFill>
                <a:srgbClr val="333399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598" name="Shape 514"/>
            <p:cNvSpPr txBox="1"/>
            <p:nvPr/>
          </p:nvSpPr>
          <p:spPr>
            <a:xfrm>
              <a:off x="51047" y="68089"/>
              <a:ext cx="521053" cy="5157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38100" tIns="38100" rIns="38100" bIns="38100" numCol="1" anchor="ctr">
              <a:spAutoFit/>
            </a:bodyPr>
            <a:lstStyle/>
            <a:p>
              <a:pPr marR="56816" indent="56816" algn="ctr" defTabSz="1295400">
                <a:spcBef>
                  <a:spcPts val="1900"/>
                </a:spcBef>
                <a:defRPr b="1" sz="2800">
                  <a:solidFill>
                    <a:srgbClr val="333399"/>
                  </a:solidFill>
                  <a:uFill>
                    <a:solidFill>
                      <a:srgbClr val="333399"/>
                    </a:solidFill>
                  </a:uFill>
                </a:defRPr>
              </a:pPr>
              <a:r>
                <a:t>V</a:t>
              </a:r>
              <a:r>
                <a:rPr baseline="-19571"/>
                <a:t>6</a:t>
              </a:r>
            </a:p>
          </p:txBody>
        </p:sp>
      </p:grpSp>
      <p:grpSp>
        <p:nvGrpSpPr>
          <p:cNvPr id="1602" name="Group 518"/>
          <p:cNvGrpSpPr/>
          <p:nvPr/>
        </p:nvGrpSpPr>
        <p:grpSpPr>
          <a:xfrm>
            <a:off x="7005883" y="6098258"/>
            <a:ext cx="623151" cy="643468"/>
            <a:chOff x="0" y="0"/>
            <a:chExt cx="623149" cy="643467"/>
          </a:xfrm>
        </p:grpSpPr>
        <p:sp>
          <p:nvSpPr>
            <p:cNvPr id="1600" name="Shape 516"/>
            <p:cNvSpPr/>
            <p:nvPr/>
          </p:nvSpPr>
          <p:spPr>
            <a:xfrm>
              <a:off x="-1" y="0"/>
              <a:ext cx="623151" cy="643468"/>
            </a:xfrm>
            <a:prstGeom prst="ellipse">
              <a:avLst/>
            </a:prstGeom>
            <a:solidFill>
              <a:srgbClr val="CCFFCC"/>
            </a:solidFill>
            <a:ln w="28575" cap="sq">
              <a:solidFill>
                <a:srgbClr val="333399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601" name="Shape 517"/>
            <p:cNvSpPr txBox="1"/>
            <p:nvPr/>
          </p:nvSpPr>
          <p:spPr>
            <a:xfrm>
              <a:off x="51047" y="66960"/>
              <a:ext cx="521053" cy="5157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38100" tIns="38100" rIns="38100" bIns="38100" numCol="1" anchor="ctr">
              <a:spAutoFit/>
            </a:bodyPr>
            <a:lstStyle/>
            <a:p>
              <a:pPr marR="56816" indent="56816" algn="ctr" defTabSz="1295400">
                <a:spcBef>
                  <a:spcPts val="1900"/>
                </a:spcBef>
                <a:defRPr b="1" sz="2800">
                  <a:solidFill>
                    <a:srgbClr val="333399"/>
                  </a:solidFill>
                  <a:uFill>
                    <a:solidFill>
                      <a:srgbClr val="333399"/>
                    </a:solidFill>
                  </a:uFill>
                </a:defRPr>
              </a:pPr>
              <a:r>
                <a:t>V</a:t>
              </a:r>
              <a:r>
                <a:rPr baseline="-19571"/>
                <a:t>7</a:t>
              </a:r>
            </a:p>
          </p:txBody>
        </p:sp>
      </p:grpSp>
      <p:sp>
        <p:nvSpPr>
          <p:cNvPr id="1603" name="Shape 519"/>
          <p:cNvSpPr/>
          <p:nvPr/>
        </p:nvSpPr>
        <p:spPr>
          <a:xfrm flipH="1">
            <a:off x="6292425" y="3440853"/>
            <a:ext cx="209976" cy="539610"/>
          </a:xfrm>
          <a:prstGeom prst="line">
            <a:avLst/>
          </a:prstGeom>
          <a:ln w="25400" cap="sq">
            <a:solidFill>
              <a:srgbClr val="333399"/>
            </a:solidFill>
          </a:ln>
        </p:spPr>
        <p:txBody>
          <a:bodyPr lIns="45718" tIns="45718" rIns="45718" bIns="45718"/>
          <a:lstStyle/>
          <a:p>
            <a:pPr marR="57798" defTabSz="1295400"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1604" name="Shape 520"/>
          <p:cNvSpPr/>
          <p:nvPr/>
        </p:nvSpPr>
        <p:spPr>
          <a:xfrm>
            <a:off x="6114062" y="4622799"/>
            <a:ext cx="2259" cy="368019"/>
          </a:xfrm>
          <a:prstGeom prst="line">
            <a:avLst/>
          </a:prstGeom>
          <a:ln w="25400" cap="sq">
            <a:solidFill>
              <a:srgbClr val="333399"/>
            </a:solidFill>
          </a:ln>
        </p:spPr>
        <p:txBody>
          <a:bodyPr lIns="45718" tIns="45718" rIns="45718" bIns="45718"/>
          <a:lstStyle/>
          <a:p>
            <a:pPr marR="57798" defTabSz="1295400"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1605" name="Shape 521"/>
          <p:cNvSpPr/>
          <p:nvPr/>
        </p:nvSpPr>
        <p:spPr>
          <a:xfrm flipV="1">
            <a:off x="6114061" y="5637671"/>
            <a:ext cx="2260" cy="460589"/>
          </a:xfrm>
          <a:prstGeom prst="line">
            <a:avLst/>
          </a:prstGeom>
          <a:ln w="25400" cap="sq">
            <a:solidFill>
              <a:srgbClr val="333399"/>
            </a:solidFill>
          </a:ln>
        </p:spPr>
        <p:txBody>
          <a:bodyPr lIns="45718" tIns="45718" rIns="45718" bIns="45718"/>
          <a:lstStyle/>
          <a:p>
            <a:pPr marR="57798" defTabSz="1295400"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1606" name="Shape 522"/>
          <p:cNvSpPr/>
          <p:nvPr/>
        </p:nvSpPr>
        <p:spPr>
          <a:xfrm flipV="1">
            <a:off x="6114061" y="6741723"/>
            <a:ext cx="2260" cy="460589"/>
          </a:xfrm>
          <a:prstGeom prst="line">
            <a:avLst/>
          </a:prstGeom>
          <a:ln w="25400" cap="sq">
            <a:solidFill>
              <a:srgbClr val="333399"/>
            </a:solidFill>
          </a:ln>
        </p:spPr>
        <p:txBody>
          <a:bodyPr lIns="45718" tIns="45718" rIns="45718" bIns="45718"/>
          <a:lstStyle/>
          <a:p>
            <a:pPr marR="57798" defTabSz="1295400"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1607" name="Shape 523"/>
          <p:cNvSpPr/>
          <p:nvPr/>
        </p:nvSpPr>
        <p:spPr>
          <a:xfrm>
            <a:off x="6915573" y="3429563"/>
            <a:ext cx="356731" cy="550900"/>
          </a:xfrm>
          <a:prstGeom prst="line">
            <a:avLst/>
          </a:prstGeom>
          <a:ln w="25400" cap="sq">
            <a:solidFill>
              <a:srgbClr val="333399"/>
            </a:solidFill>
          </a:ln>
        </p:spPr>
        <p:txBody>
          <a:bodyPr lIns="45718" tIns="45718" rIns="45718" bIns="45718"/>
          <a:lstStyle/>
          <a:p>
            <a:pPr marR="57798" defTabSz="1295400"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1608" name="Shape 524"/>
          <p:cNvSpPr/>
          <p:nvPr/>
        </p:nvSpPr>
        <p:spPr>
          <a:xfrm flipV="1">
            <a:off x="7362613" y="4622799"/>
            <a:ext cx="2260" cy="368019"/>
          </a:xfrm>
          <a:prstGeom prst="line">
            <a:avLst/>
          </a:prstGeom>
          <a:ln w="25400" cap="sq">
            <a:solidFill>
              <a:srgbClr val="333399"/>
            </a:solidFill>
          </a:ln>
        </p:spPr>
        <p:txBody>
          <a:bodyPr lIns="45718" tIns="45718" rIns="45718" bIns="45718"/>
          <a:lstStyle/>
          <a:p>
            <a:pPr marR="57798" defTabSz="1295400"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1609" name="Shape 525"/>
          <p:cNvSpPr/>
          <p:nvPr/>
        </p:nvSpPr>
        <p:spPr>
          <a:xfrm flipV="1">
            <a:off x="7362613" y="5637671"/>
            <a:ext cx="2260" cy="460589"/>
          </a:xfrm>
          <a:prstGeom prst="line">
            <a:avLst/>
          </a:prstGeom>
          <a:ln w="25400" cap="sq">
            <a:solidFill>
              <a:srgbClr val="333399"/>
            </a:solidFill>
          </a:ln>
        </p:spPr>
        <p:txBody>
          <a:bodyPr lIns="45718" tIns="45718" rIns="45718" bIns="45718"/>
          <a:lstStyle/>
          <a:p>
            <a:pPr marR="57798" defTabSz="1295400"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grpSp>
        <p:nvGrpSpPr>
          <p:cNvPr id="1613" name="Group 529"/>
          <p:cNvGrpSpPr/>
          <p:nvPr/>
        </p:nvGrpSpPr>
        <p:grpSpPr>
          <a:xfrm>
            <a:off x="5308599" y="4441049"/>
            <a:ext cx="535096" cy="2944144"/>
            <a:chOff x="0" y="0"/>
            <a:chExt cx="535095" cy="2944143"/>
          </a:xfrm>
        </p:grpSpPr>
        <p:sp>
          <p:nvSpPr>
            <p:cNvPr id="1610" name="Shape 526"/>
            <p:cNvSpPr/>
            <p:nvPr/>
          </p:nvSpPr>
          <p:spPr>
            <a:xfrm>
              <a:off x="-1" y="368017"/>
              <a:ext cx="2260" cy="2208110"/>
            </a:xfrm>
            <a:prstGeom prst="line">
              <a:avLst/>
            </a:prstGeom>
            <a:noFill/>
            <a:ln w="25400" cap="flat">
              <a:solidFill>
                <a:srgbClr val="800000"/>
              </a:solidFill>
              <a:prstDash val="dash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611" name="Shape 527"/>
            <p:cNvSpPr/>
            <p:nvPr/>
          </p:nvSpPr>
          <p:spPr>
            <a:xfrm flipV="1">
              <a:off x="-1" y="0"/>
              <a:ext cx="535096" cy="368019"/>
            </a:xfrm>
            <a:prstGeom prst="line">
              <a:avLst/>
            </a:prstGeom>
            <a:noFill/>
            <a:ln w="25400" cap="flat">
              <a:solidFill>
                <a:srgbClr val="800000"/>
              </a:solidFill>
              <a:prstDash val="dash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612" name="Shape 528"/>
            <p:cNvSpPr/>
            <p:nvPr/>
          </p:nvSpPr>
          <p:spPr>
            <a:xfrm>
              <a:off x="-1" y="2576125"/>
              <a:ext cx="535097" cy="368019"/>
            </a:xfrm>
            <a:prstGeom prst="line">
              <a:avLst/>
            </a:prstGeom>
            <a:noFill/>
            <a:ln w="25400" cap="flat">
              <a:solidFill>
                <a:srgbClr val="800000"/>
              </a:solidFill>
              <a:prstDash val="dash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</p:grpSp>
      <p:grpSp>
        <p:nvGrpSpPr>
          <p:cNvPr id="1617" name="Group 533"/>
          <p:cNvGrpSpPr/>
          <p:nvPr/>
        </p:nvGrpSpPr>
        <p:grpSpPr>
          <a:xfrm>
            <a:off x="6730999" y="4533900"/>
            <a:ext cx="356732" cy="1747239"/>
            <a:chOff x="0" y="0"/>
            <a:chExt cx="356730" cy="1747238"/>
          </a:xfrm>
        </p:grpSpPr>
        <p:sp>
          <p:nvSpPr>
            <p:cNvPr id="1614" name="Shape 530"/>
            <p:cNvSpPr/>
            <p:nvPr/>
          </p:nvSpPr>
          <p:spPr>
            <a:xfrm>
              <a:off x="-1" y="367735"/>
              <a:ext cx="2260" cy="1016002"/>
            </a:xfrm>
            <a:prstGeom prst="line">
              <a:avLst/>
            </a:prstGeom>
            <a:noFill/>
            <a:ln w="25400" cap="flat">
              <a:solidFill>
                <a:srgbClr val="800000"/>
              </a:solidFill>
              <a:prstDash val="dash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615" name="Shape 531"/>
            <p:cNvSpPr/>
            <p:nvPr/>
          </p:nvSpPr>
          <p:spPr>
            <a:xfrm flipV="1">
              <a:off x="0" y="0"/>
              <a:ext cx="356731" cy="368019"/>
            </a:xfrm>
            <a:prstGeom prst="line">
              <a:avLst/>
            </a:prstGeom>
            <a:noFill/>
            <a:ln w="25400" cap="flat">
              <a:solidFill>
                <a:srgbClr val="800000"/>
              </a:solidFill>
              <a:prstDash val="dash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616" name="Shape 532"/>
            <p:cNvSpPr/>
            <p:nvPr/>
          </p:nvSpPr>
          <p:spPr>
            <a:xfrm>
              <a:off x="-1" y="1379220"/>
              <a:ext cx="268678" cy="368019"/>
            </a:xfrm>
            <a:prstGeom prst="line">
              <a:avLst/>
            </a:prstGeom>
            <a:noFill/>
            <a:ln w="25400" cap="flat">
              <a:solidFill>
                <a:srgbClr val="800000"/>
              </a:solidFill>
              <a:prstDash val="dash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</p:grpSp>
      <p:grpSp>
        <p:nvGrpSpPr>
          <p:cNvPr id="1620" name="Group 536"/>
          <p:cNvGrpSpPr/>
          <p:nvPr/>
        </p:nvGrpSpPr>
        <p:grpSpPr>
          <a:xfrm>
            <a:off x="9895840" y="2828994"/>
            <a:ext cx="573479" cy="571221"/>
            <a:chOff x="0" y="0"/>
            <a:chExt cx="573478" cy="571220"/>
          </a:xfrm>
        </p:grpSpPr>
        <p:sp>
          <p:nvSpPr>
            <p:cNvPr id="1618" name="Shape 534"/>
            <p:cNvSpPr/>
            <p:nvPr/>
          </p:nvSpPr>
          <p:spPr>
            <a:xfrm>
              <a:off x="-1" y="-1"/>
              <a:ext cx="573480" cy="571222"/>
            </a:xfrm>
            <a:prstGeom prst="ellipse">
              <a:avLst/>
            </a:prstGeom>
            <a:solidFill>
              <a:srgbClr val="CCFFCC"/>
            </a:solidFill>
            <a:ln w="28575" cap="sq">
              <a:solidFill>
                <a:srgbClr val="333399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619" name="Shape 535"/>
            <p:cNvSpPr txBox="1"/>
            <p:nvPr/>
          </p:nvSpPr>
          <p:spPr>
            <a:xfrm>
              <a:off x="26211" y="30836"/>
              <a:ext cx="521053" cy="5157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38100" tIns="38100" rIns="38100" bIns="38100" numCol="1" anchor="ctr">
              <a:spAutoFit/>
            </a:bodyPr>
            <a:lstStyle/>
            <a:p>
              <a:pPr marR="56816" indent="56816" algn="ctr" defTabSz="1295400">
                <a:spcBef>
                  <a:spcPts val="1900"/>
                </a:spcBef>
                <a:defRPr b="1" sz="2800">
                  <a:solidFill>
                    <a:srgbClr val="333399"/>
                  </a:solidFill>
                  <a:uFill>
                    <a:solidFill>
                      <a:srgbClr val="333399"/>
                    </a:solidFill>
                  </a:uFill>
                </a:defRPr>
              </a:pPr>
              <a:r>
                <a:t>V</a:t>
              </a:r>
              <a:r>
                <a:rPr baseline="-19571"/>
                <a:t>1</a:t>
              </a:r>
            </a:p>
          </p:txBody>
        </p:sp>
      </p:grpSp>
      <p:grpSp>
        <p:nvGrpSpPr>
          <p:cNvPr id="1623" name="Group 539"/>
          <p:cNvGrpSpPr/>
          <p:nvPr/>
        </p:nvGrpSpPr>
        <p:grpSpPr>
          <a:xfrm>
            <a:off x="8909191" y="3727591"/>
            <a:ext cx="573479" cy="571221"/>
            <a:chOff x="0" y="0"/>
            <a:chExt cx="573478" cy="571220"/>
          </a:xfrm>
        </p:grpSpPr>
        <p:sp>
          <p:nvSpPr>
            <p:cNvPr id="1621" name="Shape 537"/>
            <p:cNvSpPr/>
            <p:nvPr/>
          </p:nvSpPr>
          <p:spPr>
            <a:xfrm>
              <a:off x="-1" y="-1"/>
              <a:ext cx="573480" cy="571222"/>
            </a:xfrm>
            <a:prstGeom prst="ellipse">
              <a:avLst/>
            </a:prstGeom>
            <a:solidFill>
              <a:srgbClr val="CCFFCC"/>
            </a:solidFill>
            <a:ln w="28575" cap="sq">
              <a:solidFill>
                <a:srgbClr val="333399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622" name="Shape 538"/>
            <p:cNvSpPr txBox="1"/>
            <p:nvPr/>
          </p:nvSpPr>
          <p:spPr>
            <a:xfrm>
              <a:off x="26212" y="30836"/>
              <a:ext cx="521053" cy="5157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38100" tIns="38100" rIns="38100" bIns="38100" numCol="1" anchor="ctr">
              <a:spAutoFit/>
            </a:bodyPr>
            <a:lstStyle/>
            <a:p>
              <a:pPr marR="56816" indent="56816" algn="ctr" defTabSz="1295400">
                <a:spcBef>
                  <a:spcPts val="1900"/>
                </a:spcBef>
                <a:defRPr b="1" sz="2800">
                  <a:solidFill>
                    <a:srgbClr val="333399"/>
                  </a:solidFill>
                  <a:uFill>
                    <a:solidFill>
                      <a:srgbClr val="333399"/>
                    </a:solidFill>
                  </a:uFill>
                </a:defRPr>
              </a:pPr>
              <a:r>
                <a:t>V</a:t>
              </a:r>
              <a:r>
                <a:rPr baseline="-19571"/>
                <a:t>2</a:t>
              </a:r>
            </a:p>
          </p:txBody>
        </p:sp>
      </p:grpSp>
      <p:grpSp>
        <p:nvGrpSpPr>
          <p:cNvPr id="1626" name="Group 542"/>
          <p:cNvGrpSpPr/>
          <p:nvPr/>
        </p:nvGrpSpPr>
        <p:grpSpPr>
          <a:xfrm>
            <a:off x="11125200" y="3727591"/>
            <a:ext cx="584200" cy="571221"/>
            <a:chOff x="0" y="0"/>
            <a:chExt cx="584200" cy="571220"/>
          </a:xfrm>
        </p:grpSpPr>
        <p:sp>
          <p:nvSpPr>
            <p:cNvPr id="1624" name="Shape 540"/>
            <p:cNvSpPr/>
            <p:nvPr/>
          </p:nvSpPr>
          <p:spPr>
            <a:xfrm>
              <a:off x="0" y="-1"/>
              <a:ext cx="584200" cy="571222"/>
            </a:xfrm>
            <a:prstGeom prst="ellipse">
              <a:avLst/>
            </a:prstGeom>
            <a:solidFill>
              <a:srgbClr val="CCFFCC"/>
            </a:solidFill>
            <a:ln w="28575" cap="sq">
              <a:solidFill>
                <a:srgbClr val="333399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625" name="Shape 541"/>
            <p:cNvSpPr txBox="1"/>
            <p:nvPr/>
          </p:nvSpPr>
          <p:spPr>
            <a:xfrm>
              <a:off x="29597" y="30836"/>
              <a:ext cx="521054" cy="5157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38100" tIns="38100" rIns="38100" bIns="38100" numCol="1" anchor="ctr">
              <a:spAutoFit/>
            </a:bodyPr>
            <a:lstStyle/>
            <a:p>
              <a:pPr marR="56816" indent="56816" algn="ctr" defTabSz="1295400">
                <a:spcBef>
                  <a:spcPts val="1900"/>
                </a:spcBef>
                <a:defRPr b="1" sz="2800">
                  <a:solidFill>
                    <a:srgbClr val="333399"/>
                  </a:solidFill>
                  <a:uFill>
                    <a:solidFill>
                      <a:srgbClr val="333399"/>
                    </a:solidFill>
                  </a:uFill>
                </a:defRPr>
              </a:pPr>
              <a:r>
                <a:t>V</a:t>
              </a:r>
              <a:r>
                <a:rPr baseline="-19571"/>
                <a:t>3</a:t>
              </a:r>
            </a:p>
          </p:txBody>
        </p:sp>
      </p:grpSp>
      <p:grpSp>
        <p:nvGrpSpPr>
          <p:cNvPr id="1629" name="Group 545"/>
          <p:cNvGrpSpPr/>
          <p:nvPr/>
        </p:nvGrpSpPr>
        <p:grpSpPr>
          <a:xfrm>
            <a:off x="8333457" y="4707466"/>
            <a:ext cx="575738" cy="573479"/>
            <a:chOff x="0" y="0"/>
            <a:chExt cx="575736" cy="573478"/>
          </a:xfrm>
        </p:grpSpPr>
        <p:sp>
          <p:nvSpPr>
            <p:cNvPr id="1627" name="Shape 543"/>
            <p:cNvSpPr/>
            <p:nvPr/>
          </p:nvSpPr>
          <p:spPr>
            <a:xfrm>
              <a:off x="-1" y="-1"/>
              <a:ext cx="575738" cy="573480"/>
            </a:xfrm>
            <a:prstGeom prst="ellipse">
              <a:avLst/>
            </a:prstGeom>
            <a:solidFill>
              <a:srgbClr val="CCFFCC"/>
            </a:solidFill>
            <a:ln w="28575" cap="sq">
              <a:solidFill>
                <a:srgbClr val="333399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628" name="Shape 544"/>
            <p:cNvSpPr txBox="1"/>
            <p:nvPr/>
          </p:nvSpPr>
          <p:spPr>
            <a:xfrm>
              <a:off x="27340" y="31965"/>
              <a:ext cx="521053" cy="5157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38100" tIns="38100" rIns="38100" bIns="38100" numCol="1" anchor="ctr">
              <a:spAutoFit/>
            </a:bodyPr>
            <a:lstStyle/>
            <a:p>
              <a:pPr marR="56816" indent="56816" algn="ctr" defTabSz="1295400">
                <a:spcBef>
                  <a:spcPts val="1900"/>
                </a:spcBef>
                <a:defRPr b="1" sz="2800">
                  <a:solidFill>
                    <a:srgbClr val="333399"/>
                  </a:solidFill>
                  <a:uFill>
                    <a:solidFill>
                      <a:srgbClr val="333399"/>
                    </a:solidFill>
                  </a:uFill>
                </a:defRPr>
              </a:pPr>
              <a:r>
                <a:t>V</a:t>
              </a:r>
              <a:r>
                <a:rPr baseline="-19571"/>
                <a:t>4</a:t>
              </a:r>
            </a:p>
          </p:txBody>
        </p:sp>
      </p:grpSp>
      <p:grpSp>
        <p:nvGrpSpPr>
          <p:cNvPr id="1632" name="Group 548"/>
          <p:cNvGrpSpPr/>
          <p:nvPr/>
        </p:nvGrpSpPr>
        <p:grpSpPr>
          <a:xfrm>
            <a:off x="9566203" y="4707466"/>
            <a:ext cx="575737" cy="573479"/>
            <a:chOff x="0" y="0"/>
            <a:chExt cx="575736" cy="573478"/>
          </a:xfrm>
        </p:grpSpPr>
        <p:sp>
          <p:nvSpPr>
            <p:cNvPr id="1630" name="Shape 546"/>
            <p:cNvSpPr/>
            <p:nvPr/>
          </p:nvSpPr>
          <p:spPr>
            <a:xfrm>
              <a:off x="-1" y="-1"/>
              <a:ext cx="575738" cy="573480"/>
            </a:xfrm>
            <a:prstGeom prst="ellipse">
              <a:avLst/>
            </a:prstGeom>
            <a:solidFill>
              <a:srgbClr val="CCFFCC"/>
            </a:solidFill>
            <a:ln w="28575" cap="sq">
              <a:solidFill>
                <a:srgbClr val="333399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631" name="Shape 547"/>
            <p:cNvSpPr txBox="1"/>
            <p:nvPr/>
          </p:nvSpPr>
          <p:spPr>
            <a:xfrm>
              <a:off x="27340" y="31965"/>
              <a:ext cx="521053" cy="5157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38100" tIns="38100" rIns="38100" bIns="38100" numCol="1" anchor="ctr">
              <a:spAutoFit/>
            </a:bodyPr>
            <a:lstStyle/>
            <a:p>
              <a:pPr marR="56816" indent="56816" algn="ctr" defTabSz="1295400">
                <a:spcBef>
                  <a:spcPts val="1900"/>
                </a:spcBef>
                <a:defRPr b="1" sz="2800">
                  <a:solidFill>
                    <a:srgbClr val="333399"/>
                  </a:solidFill>
                  <a:uFill>
                    <a:solidFill>
                      <a:srgbClr val="333399"/>
                    </a:solidFill>
                  </a:uFill>
                </a:defRPr>
              </a:pPr>
              <a:r>
                <a:t>V</a:t>
              </a:r>
              <a:r>
                <a:rPr baseline="-19571"/>
                <a:t>5</a:t>
              </a:r>
            </a:p>
          </p:txBody>
        </p:sp>
      </p:grpSp>
      <p:grpSp>
        <p:nvGrpSpPr>
          <p:cNvPr id="1635" name="Group 551"/>
          <p:cNvGrpSpPr/>
          <p:nvPr/>
        </p:nvGrpSpPr>
        <p:grpSpPr>
          <a:xfrm>
            <a:off x="9321799" y="5854699"/>
            <a:ext cx="575738" cy="571222"/>
            <a:chOff x="0" y="0"/>
            <a:chExt cx="575736" cy="571220"/>
          </a:xfrm>
        </p:grpSpPr>
        <p:sp>
          <p:nvSpPr>
            <p:cNvPr id="1633" name="Shape 549"/>
            <p:cNvSpPr/>
            <p:nvPr/>
          </p:nvSpPr>
          <p:spPr>
            <a:xfrm>
              <a:off x="-1" y="-1"/>
              <a:ext cx="575738" cy="571222"/>
            </a:xfrm>
            <a:prstGeom prst="ellipse">
              <a:avLst/>
            </a:prstGeom>
            <a:solidFill>
              <a:srgbClr val="CCFFCC"/>
            </a:solidFill>
            <a:ln w="28575" cap="sq">
              <a:solidFill>
                <a:srgbClr val="333399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634" name="Shape 550"/>
            <p:cNvSpPr txBox="1"/>
            <p:nvPr/>
          </p:nvSpPr>
          <p:spPr>
            <a:xfrm>
              <a:off x="25647" y="28296"/>
              <a:ext cx="521053" cy="5157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38100" tIns="38100" rIns="38100" bIns="38100" numCol="1" anchor="ctr">
              <a:spAutoFit/>
            </a:bodyPr>
            <a:lstStyle/>
            <a:p>
              <a:pPr marR="56816" indent="56816" algn="ctr" defTabSz="1295400">
                <a:spcBef>
                  <a:spcPts val="1900"/>
                </a:spcBef>
                <a:defRPr b="1" sz="2800">
                  <a:solidFill>
                    <a:srgbClr val="333399"/>
                  </a:solidFill>
                  <a:uFill>
                    <a:solidFill>
                      <a:srgbClr val="333399"/>
                    </a:solidFill>
                  </a:uFill>
                </a:defRPr>
              </a:pPr>
              <a:r>
                <a:t>V</a:t>
              </a:r>
              <a:r>
                <a:rPr baseline="-19571"/>
                <a:t>8</a:t>
              </a:r>
            </a:p>
          </p:txBody>
        </p:sp>
      </p:grpSp>
      <p:grpSp>
        <p:nvGrpSpPr>
          <p:cNvPr id="1638" name="Group 554"/>
          <p:cNvGrpSpPr/>
          <p:nvPr/>
        </p:nvGrpSpPr>
        <p:grpSpPr>
          <a:xfrm>
            <a:off x="10634133" y="4707466"/>
            <a:ext cx="575737" cy="573479"/>
            <a:chOff x="0" y="0"/>
            <a:chExt cx="575736" cy="573478"/>
          </a:xfrm>
        </p:grpSpPr>
        <p:sp>
          <p:nvSpPr>
            <p:cNvPr id="1636" name="Shape 552"/>
            <p:cNvSpPr/>
            <p:nvPr/>
          </p:nvSpPr>
          <p:spPr>
            <a:xfrm>
              <a:off x="-1" y="-1"/>
              <a:ext cx="575738" cy="573480"/>
            </a:xfrm>
            <a:prstGeom prst="ellipse">
              <a:avLst/>
            </a:prstGeom>
            <a:solidFill>
              <a:srgbClr val="CCFFCC"/>
            </a:solidFill>
            <a:ln w="28575" cap="sq">
              <a:solidFill>
                <a:srgbClr val="333399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637" name="Shape 553"/>
            <p:cNvSpPr txBox="1"/>
            <p:nvPr/>
          </p:nvSpPr>
          <p:spPr>
            <a:xfrm>
              <a:off x="27340" y="31965"/>
              <a:ext cx="521053" cy="5157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38100" tIns="38100" rIns="38100" bIns="38100" numCol="1" anchor="ctr">
              <a:spAutoFit/>
            </a:bodyPr>
            <a:lstStyle/>
            <a:p>
              <a:pPr marR="56816" indent="56816" algn="ctr" defTabSz="1295400">
                <a:spcBef>
                  <a:spcPts val="1900"/>
                </a:spcBef>
                <a:defRPr b="1" sz="2800">
                  <a:solidFill>
                    <a:srgbClr val="333399"/>
                  </a:solidFill>
                  <a:uFill>
                    <a:solidFill>
                      <a:srgbClr val="333399"/>
                    </a:solidFill>
                  </a:uFill>
                </a:defRPr>
              </a:pPr>
              <a:r>
                <a:t>V</a:t>
              </a:r>
              <a:r>
                <a:rPr baseline="-19571"/>
                <a:t>6</a:t>
              </a:r>
            </a:p>
          </p:txBody>
        </p:sp>
      </p:grpSp>
      <p:grpSp>
        <p:nvGrpSpPr>
          <p:cNvPr id="1641" name="Group 557"/>
          <p:cNvGrpSpPr/>
          <p:nvPr/>
        </p:nvGrpSpPr>
        <p:grpSpPr>
          <a:xfrm>
            <a:off x="11861799" y="4626185"/>
            <a:ext cx="575738" cy="571221"/>
            <a:chOff x="0" y="0"/>
            <a:chExt cx="575736" cy="571220"/>
          </a:xfrm>
        </p:grpSpPr>
        <p:sp>
          <p:nvSpPr>
            <p:cNvPr id="1639" name="Shape 555"/>
            <p:cNvSpPr/>
            <p:nvPr/>
          </p:nvSpPr>
          <p:spPr>
            <a:xfrm>
              <a:off x="-1" y="-1"/>
              <a:ext cx="575738" cy="571222"/>
            </a:xfrm>
            <a:prstGeom prst="ellipse">
              <a:avLst/>
            </a:prstGeom>
            <a:solidFill>
              <a:srgbClr val="CCFFCC"/>
            </a:solidFill>
            <a:ln w="28575" cap="sq">
              <a:solidFill>
                <a:srgbClr val="333399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640" name="Shape 556"/>
            <p:cNvSpPr txBox="1"/>
            <p:nvPr/>
          </p:nvSpPr>
          <p:spPr>
            <a:xfrm>
              <a:off x="32420" y="30836"/>
              <a:ext cx="521053" cy="5157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38100" tIns="38100" rIns="38100" bIns="38100" numCol="1" anchor="ctr">
              <a:spAutoFit/>
            </a:bodyPr>
            <a:lstStyle/>
            <a:p>
              <a:pPr marR="56816" indent="56816" algn="ctr" defTabSz="1295400">
                <a:spcBef>
                  <a:spcPts val="1900"/>
                </a:spcBef>
                <a:defRPr b="1" sz="2800">
                  <a:solidFill>
                    <a:srgbClr val="333399"/>
                  </a:solidFill>
                  <a:uFill>
                    <a:solidFill>
                      <a:srgbClr val="333399"/>
                    </a:solidFill>
                  </a:uFill>
                </a:defRPr>
              </a:pPr>
              <a:r>
                <a:t>V</a:t>
              </a:r>
              <a:r>
                <a:rPr baseline="-19571"/>
                <a:t>7</a:t>
              </a:r>
            </a:p>
          </p:txBody>
        </p:sp>
      </p:grpSp>
      <p:sp>
        <p:nvSpPr>
          <p:cNvPr id="1642" name="Shape 558"/>
          <p:cNvSpPr/>
          <p:nvPr/>
        </p:nvSpPr>
        <p:spPr>
          <a:xfrm flipH="1">
            <a:off x="9401385" y="3318933"/>
            <a:ext cx="575735" cy="489940"/>
          </a:xfrm>
          <a:prstGeom prst="line">
            <a:avLst/>
          </a:prstGeom>
          <a:ln w="25400" cap="sq">
            <a:solidFill>
              <a:srgbClr val="333399"/>
            </a:solidFill>
          </a:ln>
        </p:spPr>
        <p:txBody>
          <a:bodyPr lIns="45718" tIns="45718" rIns="45718" bIns="45718"/>
          <a:lstStyle/>
          <a:p>
            <a:pPr marR="57798" defTabSz="1295400"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1643" name="Shape 559"/>
          <p:cNvSpPr/>
          <p:nvPr/>
        </p:nvSpPr>
        <p:spPr>
          <a:xfrm flipH="1">
            <a:off x="8744373" y="4292600"/>
            <a:ext cx="327380" cy="408658"/>
          </a:xfrm>
          <a:prstGeom prst="line">
            <a:avLst/>
          </a:prstGeom>
          <a:ln w="25400" cap="sq">
            <a:solidFill>
              <a:srgbClr val="333399"/>
            </a:solidFill>
          </a:ln>
        </p:spPr>
        <p:txBody>
          <a:bodyPr lIns="45718" tIns="45718" rIns="45718" bIns="45718"/>
          <a:lstStyle/>
          <a:p>
            <a:pPr marR="57798" defTabSz="1295400"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1644" name="Shape 560"/>
          <p:cNvSpPr/>
          <p:nvPr/>
        </p:nvSpPr>
        <p:spPr>
          <a:xfrm>
            <a:off x="8744373" y="5280941"/>
            <a:ext cx="657015" cy="652500"/>
          </a:xfrm>
          <a:prstGeom prst="line">
            <a:avLst/>
          </a:prstGeom>
          <a:ln w="25400" cap="sq">
            <a:solidFill>
              <a:srgbClr val="333399"/>
            </a:solidFill>
          </a:ln>
        </p:spPr>
        <p:txBody>
          <a:bodyPr lIns="45718" tIns="45718" rIns="45718" bIns="45718"/>
          <a:lstStyle/>
          <a:p>
            <a:pPr marR="57798" defTabSz="1295400"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1645" name="Shape 561"/>
          <p:cNvSpPr/>
          <p:nvPr/>
        </p:nvSpPr>
        <p:spPr>
          <a:xfrm>
            <a:off x="9321800" y="4217529"/>
            <a:ext cx="492197" cy="489939"/>
          </a:xfrm>
          <a:prstGeom prst="line">
            <a:avLst/>
          </a:prstGeom>
          <a:ln w="25400" cap="sq">
            <a:solidFill>
              <a:srgbClr val="333399"/>
            </a:solidFill>
          </a:ln>
        </p:spPr>
        <p:txBody>
          <a:bodyPr lIns="45718" tIns="45718" rIns="45718" bIns="45718"/>
          <a:lstStyle/>
          <a:p>
            <a:pPr marR="57798" defTabSz="1295400"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1646" name="Shape 562"/>
          <p:cNvSpPr/>
          <p:nvPr/>
        </p:nvSpPr>
        <p:spPr>
          <a:xfrm flipH="1">
            <a:off x="9731021" y="5280941"/>
            <a:ext cx="164820" cy="652500"/>
          </a:xfrm>
          <a:prstGeom prst="line">
            <a:avLst/>
          </a:prstGeom>
          <a:ln w="25400">
            <a:solidFill>
              <a:srgbClr val="800000"/>
            </a:solidFill>
            <a:prstDash val="dash"/>
          </a:ln>
        </p:spPr>
        <p:txBody>
          <a:bodyPr lIns="45718" tIns="45718" rIns="45718" bIns="45718"/>
          <a:lstStyle/>
          <a:p>
            <a:pPr marR="57798" defTabSz="1295400"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1647" name="Shape 563"/>
          <p:cNvSpPr/>
          <p:nvPr/>
        </p:nvSpPr>
        <p:spPr>
          <a:xfrm>
            <a:off x="10469315" y="3237653"/>
            <a:ext cx="846668" cy="520702"/>
          </a:xfrm>
          <a:prstGeom prst="line">
            <a:avLst/>
          </a:prstGeom>
          <a:ln w="25400" cap="sq">
            <a:solidFill>
              <a:srgbClr val="333399"/>
            </a:solidFill>
          </a:ln>
        </p:spPr>
        <p:txBody>
          <a:bodyPr lIns="45718" tIns="45718" rIns="45718" bIns="45718"/>
          <a:lstStyle/>
          <a:p>
            <a:pPr marR="57798" defTabSz="1295400"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1648" name="Shape 564"/>
          <p:cNvSpPr/>
          <p:nvPr/>
        </p:nvSpPr>
        <p:spPr>
          <a:xfrm flipH="1">
            <a:off x="11045048" y="4292599"/>
            <a:ext cx="329637" cy="408660"/>
          </a:xfrm>
          <a:prstGeom prst="line">
            <a:avLst/>
          </a:prstGeom>
          <a:ln w="25400" cap="sq">
            <a:solidFill>
              <a:srgbClr val="333399"/>
            </a:solidFill>
          </a:ln>
        </p:spPr>
        <p:txBody>
          <a:bodyPr lIns="45718" tIns="45718" rIns="45718" bIns="45718"/>
          <a:lstStyle/>
          <a:p>
            <a:pPr marR="57798" defTabSz="1295400"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1649" name="Shape 565"/>
          <p:cNvSpPr/>
          <p:nvPr/>
        </p:nvSpPr>
        <p:spPr>
          <a:xfrm flipV="1">
            <a:off x="11209865" y="4953563"/>
            <a:ext cx="657016" cy="81282"/>
          </a:xfrm>
          <a:prstGeom prst="line">
            <a:avLst/>
          </a:prstGeom>
          <a:ln w="25400">
            <a:solidFill>
              <a:srgbClr val="800000"/>
            </a:solidFill>
            <a:prstDash val="dash"/>
          </a:ln>
        </p:spPr>
        <p:txBody>
          <a:bodyPr lIns="45718" tIns="45718" rIns="45718" bIns="45718"/>
          <a:lstStyle/>
          <a:p>
            <a:pPr marR="57798" defTabSz="1295400"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1650" name="Shape 566"/>
          <p:cNvSpPr/>
          <p:nvPr/>
        </p:nvSpPr>
        <p:spPr>
          <a:xfrm flipH="1" flipV="1">
            <a:off x="11620782" y="4217529"/>
            <a:ext cx="492197" cy="408658"/>
          </a:xfrm>
          <a:prstGeom prst="line">
            <a:avLst/>
          </a:prstGeom>
          <a:ln w="25400" cap="sq">
            <a:solidFill>
              <a:srgbClr val="333399"/>
            </a:solidFill>
          </a:ln>
        </p:spPr>
        <p:txBody>
          <a:bodyPr lIns="45718" tIns="45718" rIns="45718" bIns="45718"/>
          <a:lstStyle/>
          <a:p>
            <a:pPr marR="57798" defTabSz="1295400"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1651" name="Shape 567"/>
          <p:cNvSpPr/>
          <p:nvPr/>
        </p:nvSpPr>
        <p:spPr>
          <a:xfrm>
            <a:off x="4964370" y="1139048"/>
            <a:ext cx="2259" cy="7475504"/>
          </a:xfrm>
          <a:prstGeom prst="line">
            <a:avLst/>
          </a:prstGeom>
          <a:ln w="28575">
            <a:solidFill>
              <a:srgbClr val="FFCF01"/>
            </a:solidFill>
          </a:ln>
        </p:spPr>
        <p:txBody>
          <a:bodyPr lIns="45718" tIns="45718" rIns="45718" bIns="45718"/>
          <a:lstStyle/>
          <a:p>
            <a:pPr marR="57798" defTabSz="1295400"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1652" name="Shape 568"/>
          <p:cNvSpPr/>
          <p:nvPr/>
        </p:nvSpPr>
        <p:spPr>
          <a:xfrm>
            <a:off x="8093621" y="1139048"/>
            <a:ext cx="2258" cy="7475504"/>
          </a:xfrm>
          <a:prstGeom prst="line">
            <a:avLst/>
          </a:prstGeom>
          <a:ln w="28575">
            <a:solidFill>
              <a:srgbClr val="FFCF01"/>
            </a:solidFill>
          </a:ln>
        </p:spPr>
        <p:txBody>
          <a:bodyPr lIns="45718" tIns="45718" rIns="45718" bIns="45718"/>
          <a:lstStyle/>
          <a:p>
            <a:pPr marR="57798" defTabSz="1295400"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1653" name="Shape 569"/>
          <p:cNvSpPr txBox="1"/>
          <p:nvPr/>
        </p:nvSpPr>
        <p:spPr>
          <a:xfrm>
            <a:off x="5068709" y="2009421"/>
            <a:ext cx="3289303" cy="774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8" defTabSz="1295400">
              <a:spcBef>
                <a:spcPts val="2400"/>
              </a:spcBef>
              <a:defRPr sz="38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深度优先：</a:t>
            </a:r>
          </a:p>
        </p:txBody>
      </p:sp>
      <p:sp>
        <p:nvSpPr>
          <p:cNvPr id="1654" name="Shape 570"/>
          <p:cNvSpPr txBox="1"/>
          <p:nvPr/>
        </p:nvSpPr>
        <p:spPr>
          <a:xfrm>
            <a:off x="8550203" y="2009421"/>
            <a:ext cx="3708402" cy="774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8" defTabSz="1295400">
              <a:spcBef>
                <a:spcPts val="2400"/>
              </a:spcBef>
              <a:defRPr sz="38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广度优先：</a:t>
            </a:r>
          </a:p>
        </p:txBody>
      </p:sp>
      <p:sp>
        <p:nvSpPr>
          <p:cNvPr id="1655" name="Shape 571"/>
          <p:cNvSpPr txBox="1"/>
          <p:nvPr/>
        </p:nvSpPr>
        <p:spPr>
          <a:xfrm>
            <a:off x="4511885" y="143933"/>
            <a:ext cx="3987803" cy="952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8" algn="ctr" defTabSz="1295400">
              <a:spcBef>
                <a:spcPts val="1900"/>
              </a:spcBef>
              <a:defRPr sz="4800">
                <a:uFill>
                  <a:solidFill>
                    <a:srgbClr val="000000"/>
                  </a:solidFill>
                </a:u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生成树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1" presetID="22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up)" transition="in">
                                      <p:cBhvr>
                                        <p:cTn id="7" dur="500"/>
                                        <p:tgtEl>
                                          <p:spTgt spid="15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Class="entr" nodeType="afterEffect" presetSubtype="1" presetID="22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1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up)" transition="in">
                                      <p:cBhvr>
                                        <p:cTn id="11" dur="500"/>
                                        <p:tgtEl>
                                          <p:spTgt spid="16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Class="entr" nodeType="afterEffect" presetSubtype="1" presetID="22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1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up)" transition="in">
                                      <p:cBhvr>
                                        <p:cTn id="15" dur="500"/>
                                        <p:tgtEl>
                                          <p:spTgt spid="15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Class="entr" nodeType="afterEffect" presetSubtype="1" presetID="22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1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up)" transition="in">
                                      <p:cBhvr>
                                        <p:cTn id="19" dur="500"/>
                                        <p:tgtEl>
                                          <p:spTgt spid="16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Class="entr" nodeType="afterEffect" presetSubtype="1" presetID="22" grpId="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1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up)" transition="in">
                                      <p:cBhvr>
                                        <p:cTn id="23" dur="500"/>
                                        <p:tgtEl>
                                          <p:spTgt spid="15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Class="entr" nodeType="afterEffect" presetSubtype="1" presetID="22" grpId="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fill="hold"/>
                                        <p:tgtEl>
                                          <p:spTgt spid="1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up)" transition="in">
                                      <p:cBhvr>
                                        <p:cTn id="27" dur="500"/>
                                        <p:tgtEl>
                                          <p:spTgt spid="16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Class="entr" nodeType="afterEffect" presetSubtype="1" presetID="22" grpId="7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" fill="hold"/>
                                        <p:tgtEl>
                                          <p:spTgt spid="1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up)" transition="in">
                                      <p:cBhvr>
                                        <p:cTn id="31" dur="500"/>
                                        <p:tgtEl>
                                          <p:spTgt spid="15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Class="entr" nodeType="afterEffect" presetSubtype="1" presetID="22" grpId="8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4" fill="hold"/>
                                        <p:tgtEl>
                                          <p:spTgt spid="1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up)" transition="in">
                                      <p:cBhvr>
                                        <p:cTn id="35" dur="500"/>
                                        <p:tgtEl>
                                          <p:spTgt spid="16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Class="entr" nodeType="afterEffect" presetSubtype="1" presetID="22" grpId="9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8" fill="hold"/>
                                        <p:tgtEl>
                                          <p:spTgt spid="1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up)" transition="in">
                                      <p:cBhvr>
                                        <p:cTn id="39" dur="500"/>
                                        <p:tgtEl>
                                          <p:spTgt spid="15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Class="entr" nodeType="clickEffect" presetSubtype="4" presetID="22" grpId="10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3" fill="hold"/>
                                        <p:tgtEl>
                                          <p:spTgt spid="1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>
                                        <p:cTn id="44" dur="500"/>
                                        <p:tgtEl>
                                          <p:spTgt spid="16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Class="entr" nodeType="clickEffect" presetSubtype="1" presetID="22" grpId="1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8" fill="hold"/>
                                        <p:tgtEl>
                                          <p:spTgt spid="1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up)" transition="in">
                                      <p:cBhvr>
                                        <p:cTn id="49" dur="500"/>
                                        <p:tgtEl>
                                          <p:spTgt spid="16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"/>
                            </p:stCondLst>
                            <p:childTnLst>
                              <p:par>
                                <p:cTn id="51" presetClass="entr" nodeType="afterEffect" presetSubtype="1" presetID="22" grpId="1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2" fill="hold"/>
                                        <p:tgtEl>
                                          <p:spTgt spid="1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up)" transition="in">
                                      <p:cBhvr>
                                        <p:cTn id="53" dur="500"/>
                                        <p:tgtEl>
                                          <p:spTgt spid="15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000"/>
                            </p:stCondLst>
                            <p:childTnLst>
                              <p:par>
                                <p:cTn id="55" presetClass="entr" nodeType="afterEffect" presetSubtype="1" presetID="22" grpId="1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6" fill="hold"/>
                                        <p:tgtEl>
                                          <p:spTgt spid="1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up)" transition="in">
                                      <p:cBhvr>
                                        <p:cTn id="57" dur="500"/>
                                        <p:tgtEl>
                                          <p:spTgt spid="16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1500"/>
                            </p:stCondLst>
                            <p:childTnLst>
                              <p:par>
                                <p:cTn id="59" presetClass="entr" nodeType="afterEffect" presetSubtype="1" presetID="22" grpId="1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0" fill="hold"/>
                                        <p:tgtEl>
                                          <p:spTgt spid="1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up)" transition="in">
                                      <p:cBhvr>
                                        <p:cTn id="61" dur="500"/>
                                        <p:tgtEl>
                                          <p:spTgt spid="15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2000"/>
                            </p:stCondLst>
                            <p:childTnLst>
                              <p:par>
                                <p:cTn id="63" presetClass="entr" nodeType="afterEffect" presetSubtype="1" presetID="22" grpId="1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4" fill="hold"/>
                                        <p:tgtEl>
                                          <p:spTgt spid="1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up)" transition="in">
                                      <p:cBhvr>
                                        <p:cTn id="65" dur="500"/>
                                        <p:tgtEl>
                                          <p:spTgt spid="16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2500"/>
                            </p:stCondLst>
                            <p:childTnLst>
                              <p:par>
                                <p:cTn id="67" presetClass="entr" nodeType="afterEffect" presetSubtype="1" presetID="22" grpId="1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8" fill="hold"/>
                                        <p:tgtEl>
                                          <p:spTgt spid="1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up)" transition="in">
                                      <p:cBhvr>
                                        <p:cTn id="69" dur="500"/>
                                        <p:tgtEl>
                                          <p:spTgt spid="16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Class="entr" nodeType="clickEffect" presetSubtype="4" presetID="22" grpId="17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3" fill="hold"/>
                                        <p:tgtEl>
                                          <p:spTgt spid="1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>
                                        <p:cTn id="74" dur="500"/>
                                        <p:tgtEl>
                                          <p:spTgt spid="16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Class="entr" nodeType="clickEffect" presetSubtype="1" presetID="22" grpId="18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8" fill="hold"/>
                                        <p:tgtEl>
                                          <p:spTgt spid="1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up)" transition="in">
                                      <p:cBhvr>
                                        <p:cTn id="79" dur="500"/>
                                        <p:tgtEl>
                                          <p:spTgt spid="16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500"/>
                            </p:stCondLst>
                            <p:childTnLst>
                              <p:par>
                                <p:cTn id="81" presetClass="entr" nodeType="afterEffect" presetSubtype="1" presetID="22" grpId="19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2" fill="hold"/>
                                        <p:tgtEl>
                                          <p:spTgt spid="1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up)" transition="in">
                                      <p:cBhvr>
                                        <p:cTn id="83" dur="500"/>
                                        <p:tgtEl>
                                          <p:spTgt spid="16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1000"/>
                            </p:stCondLst>
                            <p:childTnLst>
                              <p:par>
                                <p:cTn id="85" presetClass="entr" nodeType="afterEffect" presetSubtype="1" presetID="22" grpId="20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6" fill="hold"/>
                                        <p:tgtEl>
                                          <p:spTgt spid="1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up)" transition="in">
                                      <p:cBhvr>
                                        <p:cTn id="87" dur="500"/>
                                        <p:tgtEl>
                                          <p:spTgt spid="16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1500"/>
                            </p:stCondLst>
                            <p:childTnLst>
                              <p:par>
                                <p:cTn id="89" presetClass="entr" nodeType="afterEffect" presetSubtype="1" presetID="22" grpId="2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0" fill="hold"/>
                                        <p:tgtEl>
                                          <p:spTgt spid="1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up)" transition="in">
                                      <p:cBhvr>
                                        <p:cTn id="91" dur="500"/>
                                        <p:tgtEl>
                                          <p:spTgt spid="16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2000"/>
                            </p:stCondLst>
                            <p:childTnLst>
                              <p:par>
                                <p:cTn id="93" presetClass="entr" nodeType="afterEffect" presetSubtype="1" presetID="22" grpId="2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4" fill="hold"/>
                                        <p:tgtEl>
                                          <p:spTgt spid="1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up)" transition="in">
                                      <p:cBhvr>
                                        <p:cTn id="95" dur="500"/>
                                        <p:tgtEl>
                                          <p:spTgt spid="16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2500"/>
                            </p:stCondLst>
                            <p:childTnLst>
                              <p:par>
                                <p:cTn id="97" presetClass="entr" nodeType="afterEffect" presetSubtype="1" presetID="22" grpId="2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8" fill="hold"/>
                                        <p:tgtEl>
                                          <p:spTgt spid="1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up)" transition="in">
                                      <p:cBhvr>
                                        <p:cTn id="99" dur="500"/>
                                        <p:tgtEl>
                                          <p:spTgt spid="16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3000"/>
                            </p:stCondLst>
                            <p:childTnLst>
                              <p:par>
                                <p:cTn id="101" presetClass="entr" nodeType="afterEffect" presetSubtype="1" presetID="22" grpId="2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2" fill="hold"/>
                                        <p:tgtEl>
                                          <p:spTgt spid="1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up)" transition="in">
                                      <p:cBhvr>
                                        <p:cTn id="103" dur="500"/>
                                        <p:tgtEl>
                                          <p:spTgt spid="16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3500"/>
                            </p:stCondLst>
                            <p:childTnLst>
                              <p:par>
                                <p:cTn id="105" presetClass="entr" nodeType="afterEffect" presetSubtype="1" presetID="22" grpId="2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6" fill="hold"/>
                                        <p:tgtEl>
                                          <p:spTgt spid="1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up)" transition="in">
                                      <p:cBhvr>
                                        <p:cTn id="107" dur="500"/>
                                        <p:tgtEl>
                                          <p:spTgt spid="16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4000"/>
                            </p:stCondLst>
                            <p:childTnLst>
                              <p:par>
                                <p:cTn id="109" presetClass="entr" nodeType="afterEffect" presetSubtype="1" presetID="22" grpId="2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0" fill="hold"/>
                                        <p:tgtEl>
                                          <p:spTgt spid="1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up)" transition="in">
                                      <p:cBhvr>
                                        <p:cTn id="111" dur="500"/>
                                        <p:tgtEl>
                                          <p:spTgt spid="16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4500"/>
                            </p:stCondLst>
                            <p:childTnLst>
                              <p:par>
                                <p:cTn id="113" presetClass="entr" nodeType="afterEffect" presetSubtype="1" presetID="22" grpId="27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4" fill="hold"/>
                                        <p:tgtEl>
                                          <p:spTgt spid="1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up)" transition="in">
                                      <p:cBhvr>
                                        <p:cTn id="115" dur="500"/>
                                        <p:tgtEl>
                                          <p:spTgt spid="16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>
                            <p:stCondLst>
                              <p:cond delay="5000"/>
                            </p:stCondLst>
                            <p:childTnLst>
                              <p:par>
                                <p:cTn id="117" presetClass="entr" nodeType="afterEffect" presetSubtype="1" presetID="22" grpId="28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8" fill="hold"/>
                                        <p:tgtEl>
                                          <p:spTgt spid="1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up)" transition="in">
                                      <p:cBhvr>
                                        <p:cTn id="119" dur="500"/>
                                        <p:tgtEl>
                                          <p:spTgt spid="16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>
                            <p:stCondLst>
                              <p:cond delay="5500"/>
                            </p:stCondLst>
                            <p:childTnLst>
                              <p:par>
                                <p:cTn id="121" presetClass="entr" nodeType="afterEffect" presetSubtype="1" presetID="22" grpId="29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2" fill="hold"/>
                                        <p:tgtEl>
                                          <p:spTgt spid="1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up)" transition="in">
                                      <p:cBhvr>
                                        <p:cTn id="123" dur="500"/>
                                        <p:tgtEl>
                                          <p:spTgt spid="16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>
                            <p:stCondLst>
                              <p:cond delay="6000"/>
                            </p:stCondLst>
                            <p:childTnLst>
                              <p:par>
                                <p:cTn id="125" presetClass="entr" nodeType="afterEffect" presetSubtype="1" presetID="22" grpId="30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6" fill="hold"/>
                                        <p:tgtEl>
                                          <p:spTgt spid="1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up)" transition="in">
                                      <p:cBhvr>
                                        <p:cTn id="127" dur="500"/>
                                        <p:tgtEl>
                                          <p:spTgt spid="16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Class="entr" nodeType="clickEffect" presetSubtype="1" presetID="22" grpId="3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31" fill="hold"/>
                                        <p:tgtEl>
                                          <p:spTgt spid="1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up)" transition="in">
                                      <p:cBhvr>
                                        <p:cTn id="132" dur="500"/>
                                        <p:tgtEl>
                                          <p:spTgt spid="16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3" fill="hold">
                            <p:stCondLst>
                              <p:cond delay="500"/>
                            </p:stCondLst>
                            <p:childTnLst>
                              <p:par>
                                <p:cTn id="134" presetClass="entr" nodeType="afterEffect" presetSubtype="1" presetID="22" grpId="3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35" fill="hold"/>
                                        <p:tgtEl>
                                          <p:spTgt spid="1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up)" transition="in">
                                      <p:cBhvr>
                                        <p:cTn id="136" dur="500"/>
                                        <p:tgtEl>
                                          <p:spTgt spid="16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Class="entr" nodeType="clickEffect" presetSubtype="4" presetID="22" grpId="3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0" fill="hold"/>
                                        <p:tgtEl>
                                          <p:spTgt spid="1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>
                                        <p:cTn id="141" dur="500"/>
                                        <p:tgtEl>
                                          <p:spTgt spid="16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>
                      <p:stCondLst>
                        <p:cond delay="indefinite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Class="entr" nodeType="clickEffect" presetSubtype="8" presetID="22" grpId="3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5" fill="hold"/>
                                        <p:tgtEl>
                                          <p:spTgt spid="1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146" dur="500"/>
                                        <p:tgtEl>
                                          <p:spTgt spid="16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1647" grpId="21"/>
      <p:bldP build="whole" bldLvl="1" animBg="1" rev="0" advAuto="0" spid="1620" grpId="18"/>
      <p:bldP build="whole" bldLvl="1" animBg="1" rev="0" advAuto="0" spid="1593" grpId="9"/>
      <p:bldP build="whole" bldLvl="1" animBg="1" rev="0" advAuto="0" spid="1603" grpId="2"/>
      <p:bldP build="whole" bldLvl="1" animBg="1" rev="0" advAuto="0" spid="1646" grpId="33"/>
      <p:bldP build="whole" bldLvl="1" animBg="1" rev="0" advAuto="0" spid="1607" grpId="11"/>
      <p:bldP build="whole" bldLvl="1" animBg="1" rev="0" advAuto="0" spid="1626" grpId="22"/>
      <p:bldP build="whole" bldLvl="1" animBg="1" rev="0" advAuto="0" spid="1599" grpId="14"/>
      <p:bldP build="whole" bldLvl="1" animBg="1" rev="0" advAuto="0" spid="1604" grpId="4"/>
      <p:bldP build="whole" bldLvl="1" animBg="1" rev="0" advAuto="0" spid="1648" grpId="27"/>
      <p:bldP build="whole" bldLvl="1" animBg="1" rev="0" advAuto="0" spid="1608" grpId="13"/>
      <p:bldP build="whole" bldLvl="1" animBg="1" rev="0" advAuto="0" spid="1642" grpId="19"/>
      <p:bldP build="whole" bldLvl="1" animBg="1" rev="0" advAuto="0" spid="1609" grpId="15"/>
      <p:bldP build="whole" bldLvl="1" animBg="1" rev="0" advAuto="0" spid="1606" grpId="8"/>
      <p:bldP build="whole" bldLvl="1" animBg="1" rev="0" advAuto="0" spid="1584" grpId="3"/>
      <p:bldP build="whole" bldLvl="1" animBg="1" rev="0" advAuto="0" spid="1649" grpId="34"/>
      <p:bldP build="whole" bldLvl="1" animBg="1" rev="0" advAuto="0" spid="1590" grpId="7"/>
      <p:bldP build="whole" bldLvl="1" animBg="1" rev="0" advAuto="0" spid="1605" grpId="6"/>
      <p:bldP build="whole" bldLvl="1" animBg="1" rev="0" advAuto="0" spid="1641" grpId="30"/>
      <p:bldP build="whole" bldLvl="1" animBg="1" rev="0" advAuto="0" spid="1617" grpId="17"/>
      <p:bldP build="whole" bldLvl="1" animBg="1" rev="0" advAuto="0" spid="1643" grpId="23"/>
      <p:bldP build="whole" bldLvl="1" animBg="1" rev="0" advAuto="0" spid="1650" grpId="29"/>
      <p:bldP build="whole" bldLvl="1" animBg="1" rev="0" advAuto="0" spid="1635" grpId="32"/>
      <p:bldP build="whole" bldLvl="1" animBg="1" rev="0" advAuto="0" spid="1623" grpId="20"/>
      <p:bldP build="whole" bldLvl="1" animBg="1" rev="0" advAuto="0" spid="1596" grpId="12"/>
      <p:bldP build="whole" bldLvl="1" animBg="1" rev="0" advAuto="0" spid="1629" grpId="24"/>
      <p:bldP build="whole" bldLvl="1" animBg="1" rev="0" advAuto="0" spid="1602" grpId="16"/>
      <p:bldP build="whole" bldLvl="1" animBg="1" rev="0" advAuto="0" spid="1644" grpId="31"/>
      <p:bldP build="whole" bldLvl="1" animBg="1" rev="0" advAuto="0" spid="1645" grpId="25"/>
      <p:bldP build="whole" bldLvl="1" animBg="1" rev="0" advAuto="0" spid="1581" grpId="1"/>
      <p:bldP build="whole" bldLvl="1" animBg="1" rev="0" advAuto="0" spid="1613" grpId="10"/>
      <p:bldP build="whole" bldLvl="1" animBg="1" rev="0" advAuto="0" spid="1632" grpId="26"/>
      <p:bldP build="whole" bldLvl="1" animBg="1" rev="0" advAuto="0" spid="1587" grpId="5"/>
      <p:bldP build="whole" bldLvl="1" animBg="1" rev="0" advAuto="0" spid="1638" grpId="28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7" name="Shape 577"/>
          <p:cNvSpPr txBox="1"/>
          <p:nvPr/>
        </p:nvSpPr>
        <p:spPr>
          <a:xfrm>
            <a:off x="4513298" y="80433"/>
            <a:ext cx="3987802" cy="952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8" algn="ctr" defTabSz="1295400">
              <a:spcBef>
                <a:spcPts val="1900"/>
              </a:spcBef>
              <a:defRPr sz="4800">
                <a:uFill>
                  <a:solidFill>
                    <a:srgbClr val="000000"/>
                  </a:solidFill>
                </a:u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生成森林</a:t>
            </a:r>
          </a:p>
        </p:txBody>
      </p:sp>
      <p:sp>
        <p:nvSpPr>
          <p:cNvPr id="1658" name="Shape 578"/>
          <p:cNvSpPr txBox="1"/>
          <p:nvPr/>
        </p:nvSpPr>
        <p:spPr>
          <a:xfrm>
            <a:off x="629919" y="1676400"/>
            <a:ext cx="11699806" cy="14512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 marL="300789" indent="-300789">
              <a:lnSpc>
                <a:spcPct val="150000"/>
              </a:lnSpc>
              <a:buSzPct val="60000"/>
              <a:buBlip>
                <a:blip r:embed="rId2"/>
              </a:buBlip>
            </a:pPr>
            <a:r>
              <a:t>非连通无向图G的每个连通分量的生成树，构成了图G的生成森林。</a:t>
            </a:r>
          </a:p>
          <a:p>
            <a:pPr marL="300789" indent="-300789">
              <a:lnSpc>
                <a:spcPct val="150000"/>
              </a:lnSpc>
              <a:buSzPct val="60000"/>
              <a:buBlip>
                <a:blip r:embed="rId2"/>
              </a:buBlip>
            </a:pPr>
            <a:r>
              <a:t>通过对G的不同连通分量使用图的遍历算法可以获取G的生成森林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07" name="Group 627"/>
          <p:cNvGrpSpPr/>
          <p:nvPr/>
        </p:nvGrpSpPr>
        <p:grpSpPr>
          <a:xfrm>
            <a:off x="1419860" y="2027765"/>
            <a:ext cx="5996942" cy="3524113"/>
            <a:chOff x="0" y="0"/>
            <a:chExt cx="5996941" cy="3524111"/>
          </a:xfrm>
        </p:grpSpPr>
        <p:grpSp>
          <p:nvGrpSpPr>
            <p:cNvPr id="1662" name="Group 582"/>
            <p:cNvGrpSpPr/>
            <p:nvPr/>
          </p:nvGrpSpPr>
          <p:grpSpPr>
            <a:xfrm>
              <a:off x="1896533" y="541866"/>
              <a:ext cx="695399" cy="647703"/>
              <a:chOff x="0" y="0"/>
              <a:chExt cx="695398" cy="647701"/>
            </a:xfrm>
          </p:grpSpPr>
          <p:sp>
            <p:nvSpPr>
              <p:cNvPr id="1660" name="Shape 580"/>
              <p:cNvSpPr/>
              <p:nvPr/>
            </p:nvSpPr>
            <p:spPr>
              <a:xfrm>
                <a:off x="-1" y="-1"/>
                <a:ext cx="695399" cy="647703"/>
              </a:xfrm>
              <a:prstGeom prst="ellipse">
                <a:avLst/>
              </a:prstGeom>
              <a:solidFill>
                <a:srgbClr val="FFFF99">
                  <a:alpha val="50195"/>
                </a:srgbClr>
              </a:solidFill>
              <a:ln w="28575" cap="sq">
                <a:solidFill>
                  <a:srgbClr val="9933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661" name="Shape 581"/>
              <p:cNvSpPr txBox="1"/>
              <p:nvPr/>
            </p:nvSpPr>
            <p:spPr>
              <a:xfrm>
                <a:off x="198639" y="122185"/>
                <a:ext cx="298117" cy="40615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 defTabSz="1295400">
                  <a:spcBef>
                    <a:spcPts val="1900"/>
                  </a:spcBef>
                  <a:defRPr b="1" sz="2400">
                    <a:solidFill>
                      <a:srgbClr val="800000"/>
                    </a:solidFill>
                    <a:uFill>
                      <a:solidFill>
                        <a:srgbClr val="800000"/>
                      </a:solidFill>
                    </a:uFill>
                  </a:defRPr>
                </a:lvl1pPr>
              </a:lstStyle>
              <a:p>
                <a:pPr/>
                <a:r>
                  <a:t>a</a:t>
                </a:r>
              </a:p>
            </p:txBody>
          </p:sp>
        </p:grpSp>
        <p:grpSp>
          <p:nvGrpSpPr>
            <p:cNvPr id="1665" name="Group 585"/>
            <p:cNvGrpSpPr/>
            <p:nvPr/>
          </p:nvGrpSpPr>
          <p:grpSpPr>
            <a:xfrm>
              <a:off x="3847254" y="541866"/>
              <a:ext cx="695399" cy="647703"/>
              <a:chOff x="0" y="0"/>
              <a:chExt cx="695398" cy="647701"/>
            </a:xfrm>
          </p:grpSpPr>
          <p:sp>
            <p:nvSpPr>
              <p:cNvPr id="1663" name="Shape 583"/>
              <p:cNvSpPr/>
              <p:nvPr/>
            </p:nvSpPr>
            <p:spPr>
              <a:xfrm>
                <a:off x="-1" y="-1"/>
                <a:ext cx="695399" cy="647703"/>
              </a:xfrm>
              <a:prstGeom prst="ellipse">
                <a:avLst/>
              </a:prstGeom>
              <a:solidFill>
                <a:srgbClr val="FFFF99">
                  <a:alpha val="50195"/>
                </a:srgbClr>
              </a:solidFill>
              <a:ln w="28575" cap="sq">
                <a:solidFill>
                  <a:srgbClr val="9933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664" name="Shape 584"/>
              <p:cNvSpPr txBox="1"/>
              <p:nvPr/>
            </p:nvSpPr>
            <p:spPr>
              <a:xfrm>
                <a:off x="190082" y="122185"/>
                <a:ext cx="315232" cy="40615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 defTabSz="1295400">
                  <a:spcBef>
                    <a:spcPts val="1900"/>
                  </a:spcBef>
                  <a:defRPr b="1" sz="2400">
                    <a:solidFill>
                      <a:srgbClr val="800000"/>
                    </a:solidFill>
                    <a:uFill>
                      <a:solidFill>
                        <a:srgbClr val="800000"/>
                      </a:solidFill>
                    </a:uFill>
                  </a:defRPr>
                </a:lvl1pPr>
              </a:lstStyle>
              <a:p>
                <a:pPr/>
                <a:r>
                  <a:t>b</a:t>
                </a:r>
              </a:p>
            </p:txBody>
          </p:sp>
        </p:grpSp>
        <p:grpSp>
          <p:nvGrpSpPr>
            <p:cNvPr id="1668" name="Group 588"/>
            <p:cNvGrpSpPr/>
            <p:nvPr/>
          </p:nvGrpSpPr>
          <p:grpSpPr>
            <a:xfrm>
              <a:off x="22577" y="1666239"/>
              <a:ext cx="695399" cy="647703"/>
              <a:chOff x="0" y="0"/>
              <a:chExt cx="695398" cy="647701"/>
            </a:xfrm>
          </p:grpSpPr>
          <p:sp>
            <p:nvSpPr>
              <p:cNvPr id="1666" name="Shape 586"/>
              <p:cNvSpPr/>
              <p:nvPr/>
            </p:nvSpPr>
            <p:spPr>
              <a:xfrm>
                <a:off x="-1" y="-1"/>
                <a:ext cx="695399" cy="647703"/>
              </a:xfrm>
              <a:prstGeom prst="ellipse">
                <a:avLst/>
              </a:prstGeom>
              <a:solidFill>
                <a:srgbClr val="FFFF99">
                  <a:alpha val="50195"/>
                </a:srgbClr>
              </a:solidFill>
              <a:ln w="28575" cap="sq">
                <a:solidFill>
                  <a:srgbClr val="9933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667" name="Shape 587"/>
              <p:cNvSpPr txBox="1"/>
              <p:nvPr/>
            </p:nvSpPr>
            <p:spPr>
              <a:xfrm>
                <a:off x="207197" y="122185"/>
                <a:ext cx="281002" cy="40615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 defTabSz="1295400">
                  <a:spcBef>
                    <a:spcPts val="1900"/>
                  </a:spcBef>
                  <a:defRPr b="1" sz="2400">
                    <a:solidFill>
                      <a:srgbClr val="800000"/>
                    </a:solidFill>
                    <a:uFill>
                      <a:solidFill>
                        <a:srgbClr val="800000"/>
                      </a:solidFill>
                    </a:uFill>
                  </a:defRPr>
                </a:lvl1pPr>
              </a:lstStyle>
              <a:p>
                <a:pPr/>
                <a:r>
                  <a:t>c</a:t>
                </a:r>
              </a:p>
            </p:txBody>
          </p:sp>
        </p:grpSp>
        <p:grpSp>
          <p:nvGrpSpPr>
            <p:cNvPr id="1671" name="Group 591"/>
            <p:cNvGrpSpPr/>
            <p:nvPr/>
          </p:nvGrpSpPr>
          <p:grpSpPr>
            <a:xfrm>
              <a:off x="347697" y="2813192"/>
              <a:ext cx="695399" cy="647703"/>
              <a:chOff x="0" y="0"/>
              <a:chExt cx="695398" cy="647701"/>
            </a:xfrm>
          </p:grpSpPr>
          <p:sp>
            <p:nvSpPr>
              <p:cNvPr id="1669" name="Shape 589"/>
              <p:cNvSpPr/>
              <p:nvPr/>
            </p:nvSpPr>
            <p:spPr>
              <a:xfrm>
                <a:off x="-1" y="-1"/>
                <a:ext cx="695399" cy="647703"/>
              </a:xfrm>
              <a:prstGeom prst="ellipse">
                <a:avLst/>
              </a:prstGeom>
              <a:solidFill>
                <a:srgbClr val="FFFF99">
                  <a:alpha val="50195"/>
                </a:srgbClr>
              </a:solidFill>
              <a:ln w="28575" cap="sq">
                <a:solidFill>
                  <a:srgbClr val="9933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670" name="Shape 590"/>
              <p:cNvSpPr txBox="1"/>
              <p:nvPr/>
            </p:nvSpPr>
            <p:spPr>
              <a:xfrm>
                <a:off x="190082" y="122185"/>
                <a:ext cx="315232" cy="40615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 defTabSz="1295400">
                  <a:spcBef>
                    <a:spcPts val="1900"/>
                  </a:spcBef>
                  <a:defRPr b="1" sz="2400">
                    <a:solidFill>
                      <a:srgbClr val="800000"/>
                    </a:solidFill>
                    <a:uFill>
                      <a:solidFill>
                        <a:srgbClr val="800000"/>
                      </a:solidFill>
                    </a:uFill>
                  </a:defRPr>
                </a:lvl1pPr>
              </a:lstStyle>
              <a:p>
                <a:pPr/>
                <a:r>
                  <a:t>h</a:t>
                </a:r>
              </a:p>
            </p:txBody>
          </p:sp>
        </p:grpSp>
        <p:grpSp>
          <p:nvGrpSpPr>
            <p:cNvPr id="1674" name="Group 594"/>
            <p:cNvGrpSpPr/>
            <p:nvPr/>
          </p:nvGrpSpPr>
          <p:grpSpPr>
            <a:xfrm>
              <a:off x="1169529" y="1634631"/>
              <a:ext cx="695399" cy="647703"/>
              <a:chOff x="0" y="0"/>
              <a:chExt cx="695398" cy="647701"/>
            </a:xfrm>
          </p:grpSpPr>
          <p:sp>
            <p:nvSpPr>
              <p:cNvPr id="1672" name="Shape 592"/>
              <p:cNvSpPr/>
              <p:nvPr/>
            </p:nvSpPr>
            <p:spPr>
              <a:xfrm>
                <a:off x="-1" y="-1"/>
                <a:ext cx="695399" cy="647703"/>
              </a:xfrm>
              <a:prstGeom prst="ellipse">
                <a:avLst/>
              </a:prstGeom>
              <a:solidFill>
                <a:srgbClr val="FFFF99">
                  <a:alpha val="50195"/>
                </a:srgbClr>
              </a:solidFill>
              <a:ln w="28575" cap="sq">
                <a:solidFill>
                  <a:srgbClr val="9933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673" name="Shape 593"/>
              <p:cNvSpPr txBox="1"/>
              <p:nvPr/>
            </p:nvSpPr>
            <p:spPr>
              <a:xfrm>
                <a:off x="190081" y="122184"/>
                <a:ext cx="315232" cy="40615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 defTabSz="1295400">
                  <a:spcBef>
                    <a:spcPts val="1900"/>
                  </a:spcBef>
                  <a:defRPr b="1" sz="2400">
                    <a:solidFill>
                      <a:srgbClr val="800000"/>
                    </a:solidFill>
                    <a:uFill>
                      <a:solidFill>
                        <a:srgbClr val="800000"/>
                      </a:solidFill>
                    </a:uFill>
                  </a:defRPr>
                </a:lvl1pPr>
              </a:lstStyle>
              <a:p>
                <a:pPr/>
                <a:r>
                  <a:t>d</a:t>
                </a:r>
              </a:p>
            </p:txBody>
          </p:sp>
        </p:grpSp>
        <p:grpSp>
          <p:nvGrpSpPr>
            <p:cNvPr id="1677" name="Group 597"/>
            <p:cNvGrpSpPr/>
            <p:nvPr/>
          </p:nvGrpSpPr>
          <p:grpSpPr>
            <a:xfrm>
              <a:off x="2558062" y="1634631"/>
              <a:ext cx="695399" cy="647703"/>
              <a:chOff x="0" y="0"/>
              <a:chExt cx="695398" cy="647701"/>
            </a:xfrm>
          </p:grpSpPr>
          <p:sp>
            <p:nvSpPr>
              <p:cNvPr id="1675" name="Shape 595"/>
              <p:cNvSpPr/>
              <p:nvPr/>
            </p:nvSpPr>
            <p:spPr>
              <a:xfrm>
                <a:off x="-1" y="-1"/>
                <a:ext cx="695399" cy="647703"/>
              </a:xfrm>
              <a:prstGeom prst="ellipse">
                <a:avLst/>
              </a:prstGeom>
              <a:solidFill>
                <a:srgbClr val="FFFF99">
                  <a:alpha val="50195"/>
                </a:srgbClr>
              </a:solidFill>
              <a:ln w="28575" cap="sq">
                <a:solidFill>
                  <a:srgbClr val="9933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676" name="Shape 596"/>
              <p:cNvSpPr txBox="1"/>
              <p:nvPr/>
            </p:nvSpPr>
            <p:spPr>
              <a:xfrm>
                <a:off x="207197" y="122184"/>
                <a:ext cx="281002" cy="40615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 defTabSz="1295400">
                  <a:spcBef>
                    <a:spcPts val="1900"/>
                  </a:spcBef>
                  <a:defRPr b="1" sz="2400">
                    <a:solidFill>
                      <a:srgbClr val="800000"/>
                    </a:solidFill>
                    <a:uFill>
                      <a:solidFill>
                        <a:srgbClr val="800000"/>
                      </a:solidFill>
                    </a:uFill>
                  </a:defRPr>
                </a:lvl1pPr>
              </a:lstStyle>
              <a:p>
                <a:pPr/>
                <a:r>
                  <a:t>e</a:t>
                </a:r>
              </a:p>
            </p:txBody>
          </p:sp>
        </p:grpSp>
        <p:grpSp>
          <p:nvGrpSpPr>
            <p:cNvPr id="1680" name="Group 600"/>
            <p:cNvGrpSpPr/>
            <p:nvPr/>
          </p:nvGrpSpPr>
          <p:grpSpPr>
            <a:xfrm>
              <a:off x="3282808" y="2876409"/>
              <a:ext cx="695399" cy="647703"/>
              <a:chOff x="0" y="0"/>
              <a:chExt cx="695398" cy="647701"/>
            </a:xfrm>
          </p:grpSpPr>
          <p:sp>
            <p:nvSpPr>
              <p:cNvPr id="1678" name="Shape 598"/>
              <p:cNvSpPr/>
              <p:nvPr/>
            </p:nvSpPr>
            <p:spPr>
              <a:xfrm>
                <a:off x="-1" y="-1"/>
                <a:ext cx="695399" cy="647703"/>
              </a:xfrm>
              <a:prstGeom prst="ellipse">
                <a:avLst/>
              </a:prstGeom>
              <a:solidFill>
                <a:srgbClr val="FFFF99">
                  <a:alpha val="50195"/>
                </a:srgbClr>
              </a:solidFill>
              <a:ln w="28575" cap="sq">
                <a:solidFill>
                  <a:srgbClr val="9933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679" name="Shape 599"/>
              <p:cNvSpPr txBox="1"/>
              <p:nvPr/>
            </p:nvSpPr>
            <p:spPr>
              <a:xfrm>
                <a:off x="190082" y="122185"/>
                <a:ext cx="315232" cy="40615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 defTabSz="1295400">
                  <a:spcBef>
                    <a:spcPts val="1900"/>
                  </a:spcBef>
                  <a:defRPr b="1" sz="2400">
                    <a:solidFill>
                      <a:srgbClr val="800000"/>
                    </a:solidFill>
                    <a:uFill>
                      <a:solidFill>
                        <a:srgbClr val="800000"/>
                      </a:solidFill>
                    </a:uFill>
                  </a:defRPr>
                </a:lvl1pPr>
              </a:lstStyle>
              <a:p>
                <a:pPr/>
                <a:r>
                  <a:t>k</a:t>
                </a:r>
              </a:p>
            </p:txBody>
          </p:sp>
        </p:grpSp>
        <p:grpSp>
          <p:nvGrpSpPr>
            <p:cNvPr id="1683" name="Group 603"/>
            <p:cNvGrpSpPr/>
            <p:nvPr/>
          </p:nvGrpSpPr>
          <p:grpSpPr>
            <a:xfrm>
              <a:off x="3585351" y="1634631"/>
              <a:ext cx="695399" cy="647703"/>
              <a:chOff x="0" y="0"/>
              <a:chExt cx="695398" cy="647701"/>
            </a:xfrm>
          </p:grpSpPr>
          <p:sp>
            <p:nvSpPr>
              <p:cNvPr id="1681" name="Shape 601"/>
              <p:cNvSpPr/>
              <p:nvPr/>
            </p:nvSpPr>
            <p:spPr>
              <a:xfrm>
                <a:off x="-1" y="-1"/>
                <a:ext cx="695399" cy="647703"/>
              </a:xfrm>
              <a:prstGeom prst="ellipse">
                <a:avLst/>
              </a:prstGeom>
              <a:solidFill>
                <a:srgbClr val="FFFF99">
                  <a:alpha val="50195"/>
                </a:srgbClr>
              </a:solidFill>
              <a:ln w="28575" cap="sq">
                <a:solidFill>
                  <a:srgbClr val="9933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682" name="Shape 602"/>
              <p:cNvSpPr txBox="1"/>
              <p:nvPr/>
            </p:nvSpPr>
            <p:spPr>
              <a:xfrm>
                <a:off x="224089" y="122184"/>
                <a:ext cx="247218" cy="40615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 defTabSz="1295400">
                  <a:spcBef>
                    <a:spcPts val="1900"/>
                  </a:spcBef>
                  <a:defRPr b="1" sz="2400">
                    <a:solidFill>
                      <a:srgbClr val="800000"/>
                    </a:solidFill>
                    <a:uFill>
                      <a:solidFill>
                        <a:srgbClr val="800000"/>
                      </a:solidFill>
                    </a:uFill>
                  </a:defRPr>
                </a:lvl1pPr>
              </a:lstStyle>
              <a:p>
                <a:pPr/>
                <a:r>
                  <a:t>f</a:t>
                </a:r>
              </a:p>
            </p:txBody>
          </p:sp>
        </p:grpSp>
        <p:grpSp>
          <p:nvGrpSpPr>
            <p:cNvPr id="1686" name="Group 606"/>
            <p:cNvGrpSpPr/>
            <p:nvPr/>
          </p:nvGrpSpPr>
          <p:grpSpPr>
            <a:xfrm>
              <a:off x="5222241" y="1833315"/>
              <a:ext cx="695399" cy="647703"/>
              <a:chOff x="0" y="0"/>
              <a:chExt cx="695398" cy="647701"/>
            </a:xfrm>
          </p:grpSpPr>
          <p:sp>
            <p:nvSpPr>
              <p:cNvPr id="1684" name="Shape 604"/>
              <p:cNvSpPr/>
              <p:nvPr/>
            </p:nvSpPr>
            <p:spPr>
              <a:xfrm>
                <a:off x="-1" y="-1"/>
                <a:ext cx="695399" cy="647703"/>
              </a:xfrm>
              <a:prstGeom prst="ellipse">
                <a:avLst/>
              </a:prstGeom>
              <a:solidFill>
                <a:srgbClr val="FFFF99">
                  <a:alpha val="50195"/>
                </a:srgbClr>
              </a:solidFill>
              <a:ln w="28575" cap="sq">
                <a:solidFill>
                  <a:srgbClr val="9933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b="1" sz="28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685" name="Shape 605"/>
              <p:cNvSpPr txBox="1"/>
              <p:nvPr/>
            </p:nvSpPr>
            <p:spPr>
              <a:xfrm>
                <a:off x="198639" y="122185"/>
                <a:ext cx="298117" cy="40615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38100" tIns="38100" rIns="38100" bIns="38100" numCol="1" anchor="ctr">
                <a:spAutoFit/>
              </a:bodyPr>
              <a:lstStyle>
                <a:lvl1pPr marR="56816" indent="56816" algn="ctr" defTabSz="1295400">
                  <a:spcBef>
                    <a:spcPts val="1900"/>
                  </a:spcBef>
                  <a:defRPr b="1" sz="2400">
                    <a:solidFill>
                      <a:srgbClr val="800000"/>
                    </a:solidFill>
                    <a:uFill>
                      <a:solidFill>
                        <a:srgbClr val="800000"/>
                      </a:solidFill>
                    </a:uFill>
                  </a:defRPr>
                </a:lvl1pPr>
              </a:lstStyle>
              <a:p>
                <a:pPr/>
                <a:r>
                  <a:t>g</a:t>
                </a:r>
              </a:p>
            </p:txBody>
          </p:sp>
        </p:grpSp>
        <p:sp>
          <p:nvSpPr>
            <p:cNvPr id="1687" name="Shape 607"/>
            <p:cNvSpPr/>
            <p:nvPr/>
          </p:nvSpPr>
          <p:spPr>
            <a:xfrm flipH="1">
              <a:off x="410915" y="866986"/>
              <a:ext cx="1485620" cy="803771"/>
            </a:xfrm>
            <a:prstGeom prst="line">
              <a:avLst/>
            </a:prstGeom>
            <a:noFill/>
            <a:ln w="28575" cap="sq">
              <a:solidFill>
                <a:srgbClr val="8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688" name="Shape 608"/>
            <p:cNvSpPr/>
            <p:nvPr/>
          </p:nvSpPr>
          <p:spPr>
            <a:xfrm>
              <a:off x="205457" y="2284871"/>
              <a:ext cx="205460" cy="616376"/>
            </a:xfrm>
            <a:prstGeom prst="line">
              <a:avLst/>
            </a:prstGeom>
            <a:noFill/>
            <a:ln w="28575" cap="sq">
              <a:solidFill>
                <a:srgbClr val="8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689" name="Shape 609"/>
            <p:cNvSpPr/>
            <p:nvPr/>
          </p:nvSpPr>
          <p:spPr>
            <a:xfrm flipH="1">
              <a:off x="1639146" y="1083733"/>
              <a:ext cx="365762" cy="587024"/>
            </a:xfrm>
            <a:prstGeom prst="line">
              <a:avLst/>
            </a:prstGeom>
            <a:noFill/>
            <a:ln w="19050" cap="sq">
              <a:solidFill>
                <a:srgbClr val="8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690" name="Shape 610"/>
            <p:cNvSpPr/>
            <p:nvPr/>
          </p:nvSpPr>
          <p:spPr>
            <a:xfrm flipH="1">
              <a:off x="929639" y="2262294"/>
              <a:ext cx="510260" cy="638953"/>
            </a:xfrm>
            <a:prstGeom prst="line">
              <a:avLst/>
            </a:prstGeom>
            <a:noFill/>
            <a:ln w="28575" cap="sq">
              <a:solidFill>
                <a:srgbClr val="8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691" name="Shape 611"/>
            <p:cNvSpPr/>
            <p:nvPr/>
          </p:nvSpPr>
          <p:spPr>
            <a:xfrm>
              <a:off x="3075940" y="2284871"/>
              <a:ext cx="304801" cy="616376"/>
            </a:xfrm>
            <a:prstGeom prst="line">
              <a:avLst/>
            </a:prstGeom>
            <a:noFill/>
            <a:ln w="28575" cap="sq">
              <a:solidFill>
                <a:srgbClr val="8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692" name="Shape 612"/>
            <p:cNvSpPr/>
            <p:nvPr/>
          </p:nvSpPr>
          <p:spPr>
            <a:xfrm>
              <a:off x="2546773" y="1083733"/>
              <a:ext cx="219006" cy="587024"/>
            </a:xfrm>
            <a:prstGeom prst="line">
              <a:avLst/>
            </a:prstGeom>
            <a:noFill/>
            <a:ln w="19050" cap="sq">
              <a:solidFill>
                <a:srgbClr val="8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693" name="Shape 613"/>
            <p:cNvSpPr/>
            <p:nvPr/>
          </p:nvSpPr>
          <p:spPr>
            <a:xfrm>
              <a:off x="2576124" y="819573"/>
              <a:ext cx="1332091" cy="819575"/>
            </a:xfrm>
            <a:prstGeom prst="line">
              <a:avLst/>
            </a:prstGeom>
            <a:noFill/>
            <a:ln w="19050" cap="sq">
              <a:solidFill>
                <a:srgbClr val="8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694" name="Shape 614"/>
            <p:cNvSpPr/>
            <p:nvPr/>
          </p:nvSpPr>
          <p:spPr>
            <a:xfrm flipH="1">
              <a:off x="3790809" y="2284871"/>
              <a:ext cx="203202" cy="616376"/>
            </a:xfrm>
            <a:prstGeom prst="line">
              <a:avLst/>
            </a:prstGeom>
            <a:noFill/>
            <a:ln w="28575" cap="sq">
              <a:solidFill>
                <a:srgbClr val="8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695" name="Shape 615"/>
            <p:cNvSpPr/>
            <p:nvPr/>
          </p:nvSpPr>
          <p:spPr>
            <a:xfrm>
              <a:off x="4506525" y="1056639"/>
              <a:ext cx="819576" cy="819576"/>
            </a:xfrm>
            <a:prstGeom prst="line">
              <a:avLst/>
            </a:prstGeom>
            <a:noFill/>
            <a:ln w="28575" cap="sq">
              <a:solidFill>
                <a:srgbClr val="8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696" name="Shape 616"/>
            <p:cNvSpPr/>
            <p:nvPr/>
          </p:nvSpPr>
          <p:spPr>
            <a:xfrm flipV="1">
              <a:off x="1027288" y="2284871"/>
              <a:ext cx="2768602" cy="819576"/>
            </a:xfrm>
            <a:prstGeom prst="line">
              <a:avLst/>
            </a:prstGeom>
            <a:noFill/>
            <a:ln w="19050" cap="sq">
              <a:solidFill>
                <a:srgbClr val="8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697" name="Shape 617"/>
            <p:cNvSpPr txBox="1"/>
            <p:nvPr/>
          </p:nvSpPr>
          <p:spPr>
            <a:xfrm>
              <a:off x="3892409" y="2695787"/>
              <a:ext cx="558802" cy="4315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spcBef>
                  <a:spcPts val="1900"/>
                </a:spcBef>
                <a:defRPr b="1" sz="2400">
                  <a:solidFill>
                    <a:srgbClr val="580094"/>
                  </a:solidFill>
                  <a:uFill>
                    <a:solidFill>
                      <a:srgbClr val="580094"/>
                    </a:solidFill>
                  </a:uFill>
                </a:defRPr>
              </a:lvl1pPr>
            </a:lstStyle>
            <a:p>
              <a:pPr/>
              <a:r>
                <a:t>8</a:t>
              </a:r>
            </a:p>
          </p:txBody>
        </p:sp>
        <p:sp>
          <p:nvSpPr>
            <p:cNvPr id="1698" name="Shape 618"/>
            <p:cNvSpPr txBox="1"/>
            <p:nvPr/>
          </p:nvSpPr>
          <p:spPr>
            <a:xfrm>
              <a:off x="3847254" y="0"/>
              <a:ext cx="558802" cy="43155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spcBef>
                  <a:spcPts val="1900"/>
                </a:spcBef>
                <a:defRPr b="1" sz="2400">
                  <a:solidFill>
                    <a:srgbClr val="580094"/>
                  </a:solidFill>
                  <a:uFill>
                    <a:solidFill>
                      <a:srgbClr val="580094"/>
                    </a:solidFill>
                  </a:uFill>
                </a:defRPr>
              </a:lvl1pPr>
            </a:lstStyle>
            <a:p>
              <a:pPr/>
              <a:r>
                <a:t>1</a:t>
              </a:r>
            </a:p>
          </p:txBody>
        </p:sp>
        <p:sp>
          <p:nvSpPr>
            <p:cNvPr id="1699" name="Shape 619"/>
            <p:cNvSpPr txBox="1"/>
            <p:nvPr/>
          </p:nvSpPr>
          <p:spPr>
            <a:xfrm>
              <a:off x="103857" y="1056639"/>
              <a:ext cx="558802" cy="4315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spcBef>
                  <a:spcPts val="1900"/>
                </a:spcBef>
                <a:defRPr b="1" sz="2400">
                  <a:solidFill>
                    <a:srgbClr val="580094"/>
                  </a:solidFill>
                  <a:uFill>
                    <a:solidFill>
                      <a:srgbClr val="580094"/>
                    </a:solidFill>
                  </a:uFill>
                </a:defRPr>
              </a:lvl1pPr>
            </a:lstStyle>
            <a:p>
              <a:pPr/>
              <a:r>
                <a:t>2</a:t>
              </a:r>
            </a:p>
          </p:txBody>
        </p:sp>
        <p:sp>
          <p:nvSpPr>
            <p:cNvPr id="1700" name="Shape 620"/>
            <p:cNvSpPr txBox="1"/>
            <p:nvPr/>
          </p:nvSpPr>
          <p:spPr>
            <a:xfrm>
              <a:off x="1297939" y="1056639"/>
              <a:ext cx="558802" cy="4315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spcBef>
                  <a:spcPts val="1900"/>
                </a:spcBef>
                <a:defRPr b="1" sz="2400">
                  <a:solidFill>
                    <a:srgbClr val="580094"/>
                  </a:solidFill>
                  <a:uFill>
                    <a:solidFill>
                      <a:srgbClr val="580094"/>
                    </a:solidFill>
                  </a:uFill>
                </a:defRPr>
              </a:lvl1pPr>
            </a:lstStyle>
            <a:p>
              <a:pPr/>
              <a:r>
                <a:t>3</a:t>
              </a:r>
            </a:p>
          </p:txBody>
        </p:sp>
        <p:sp>
          <p:nvSpPr>
            <p:cNvPr id="1701" name="Shape 621"/>
            <p:cNvSpPr txBox="1"/>
            <p:nvPr/>
          </p:nvSpPr>
          <p:spPr>
            <a:xfrm>
              <a:off x="2560320" y="1056639"/>
              <a:ext cx="558802" cy="4315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spcBef>
                  <a:spcPts val="1900"/>
                </a:spcBef>
                <a:defRPr b="1" sz="2400">
                  <a:solidFill>
                    <a:srgbClr val="580094"/>
                  </a:solidFill>
                  <a:uFill>
                    <a:solidFill>
                      <a:srgbClr val="580094"/>
                    </a:solidFill>
                  </a:uFill>
                </a:defRPr>
              </a:lvl1pPr>
            </a:lstStyle>
            <a:p>
              <a:pPr/>
              <a:r>
                <a:t>4</a:t>
              </a:r>
            </a:p>
          </p:txBody>
        </p:sp>
        <p:sp>
          <p:nvSpPr>
            <p:cNvPr id="1702" name="Shape 622"/>
            <p:cNvSpPr txBox="1"/>
            <p:nvPr/>
          </p:nvSpPr>
          <p:spPr>
            <a:xfrm>
              <a:off x="3380740" y="949959"/>
              <a:ext cx="558802" cy="4315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spcBef>
                  <a:spcPts val="1900"/>
                </a:spcBef>
                <a:defRPr b="1" sz="2400">
                  <a:solidFill>
                    <a:srgbClr val="580094"/>
                  </a:solidFill>
                  <a:uFill>
                    <a:solidFill>
                      <a:srgbClr val="580094"/>
                    </a:solidFill>
                  </a:uFill>
                </a:defRPr>
              </a:lvl1pPr>
            </a:lstStyle>
            <a:p>
              <a:pPr/>
              <a:r>
                <a:t>5</a:t>
              </a:r>
            </a:p>
          </p:txBody>
        </p:sp>
        <p:sp>
          <p:nvSpPr>
            <p:cNvPr id="1703" name="Shape 623"/>
            <p:cNvSpPr txBox="1"/>
            <p:nvPr/>
          </p:nvSpPr>
          <p:spPr>
            <a:xfrm>
              <a:off x="5438140" y="1291448"/>
              <a:ext cx="558802" cy="4315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spcBef>
                  <a:spcPts val="1900"/>
                </a:spcBef>
                <a:defRPr b="1" sz="2400">
                  <a:solidFill>
                    <a:srgbClr val="580094"/>
                  </a:solidFill>
                  <a:uFill>
                    <a:solidFill>
                      <a:srgbClr val="580094"/>
                    </a:solidFill>
                  </a:uFill>
                </a:defRPr>
              </a:lvl1pPr>
            </a:lstStyle>
            <a:p>
              <a:pPr/>
              <a:r>
                <a:t>6</a:t>
              </a:r>
            </a:p>
          </p:txBody>
        </p:sp>
        <p:sp>
          <p:nvSpPr>
            <p:cNvPr id="1704" name="Shape 624"/>
            <p:cNvSpPr txBox="1"/>
            <p:nvPr/>
          </p:nvSpPr>
          <p:spPr>
            <a:xfrm>
              <a:off x="0" y="2766060"/>
              <a:ext cx="558801" cy="4315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spcBef>
                  <a:spcPts val="1900"/>
                </a:spcBef>
                <a:defRPr b="1" sz="2400">
                  <a:solidFill>
                    <a:srgbClr val="580094"/>
                  </a:solidFill>
                  <a:uFill>
                    <a:solidFill>
                      <a:srgbClr val="580094"/>
                    </a:solidFill>
                  </a:uFill>
                </a:defRPr>
              </a:lvl1pPr>
            </a:lstStyle>
            <a:p>
              <a:pPr/>
              <a:r>
                <a:t>7</a:t>
              </a:r>
            </a:p>
          </p:txBody>
        </p:sp>
        <p:sp>
          <p:nvSpPr>
            <p:cNvPr id="1705" name="Shape 625"/>
            <p:cNvSpPr txBox="1"/>
            <p:nvPr/>
          </p:nvSpPr>
          <p:spPr>
            <a:xfrm>
              <a:off x="1788160" y="0"/>
              <a:ext cx="558802" cy="43155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R="57798" defTabSz="1295400">
                <a:spcBef>
                  <a:spcPts val="1900"/>
                </a:spcBef>
                <a:defRPr b="1" sz="2400">
                  <a:solidFill>
                    <a:srgbClr val="580094"/>
                  </a:solidFill>
                  <a:uFill>
                    <a:solidFill>
                      <a:srgbClr val="580094"/>
                    </a:solidFill>
                  </a:uFill>
                </a:defRPr>
              </a:lvl1pPr>
            </a:lstStyle>
            <a:p>
              <a:pPr/>
              <a:r>
                <a:t>0</a:t>
              </a:r>
            </a:p>
          </p:txBody>
        </p:sp>
        <p:sp>
          <p:nvSpPr>
            <p:cNvPr id="1706" name="Shape 626"/>
            <p:cNvSpPr/>
            <p:nvPr/>
          </p:nvSpPr>
          <p:spPr>
            <a:xfrm>
              <a:off x="1025030" y="3309904"/>
              <a:ext cx="2253265" cy="2259"/>
            </a:xfrm>
            <a:prstGeom prst="line">
              <a:avLst/>
            </a:prstGeom>
            <a:noFill/>
            <a:ln w="28575" cap="flat">
              <a:solidFill>
                <a:srgbClr val="8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</p:grpSp>
      <p:sp>
        <p:nvSpPr>
          <p:cNvPr id="1708" name="Shape 628"/>
          <p:cNvSpPr/>
          <p:nvPr/>
        </p:nvSpPr>
        <p:spPr>
          <a:xfrm flipH="1">
            <a:off x="1830775" y="2883464"/>
            <a:ext cx="1485620" cy="803771"/>
          </a:xfrm>
          <a:prstGeom prst="line">
            <a:avLst/>
          </a:prstGeom>
          <a:ln w="47625" cap="sq">
            <a:solidFill>
              <a:srgbClr val="0000FF"/>
            </a:solidFill>
          </a:ln>
        </p:spPr>
        <p:txBody>
          <a:bodyPr lIns="45718" tIns="45718" rIns="45718" bIns="45718"/>
          <a:lstStyle/>
          <a:p>
            <a:pPr marR="57798" defTabSz="1295400"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1709" name="Shape 629"/>
          <p:cNvSpPr/>
          <p:nvPr/>
        </p:nvSpPr>
        <p:spPr>
          <a:xfrm>
            <a:off x="1625316" y="4298525"/>
            <a:ext cx="205460" cy="616376"/>
          </a:xfrm>
          <a:prstGeom prst="line">
            <a:avLst/>
          </a:prstGeom>
          <a:ln w="47625" cap="sq">
            <a:solidFill>
              <a:srgbClr val="0000FF"/>
            </a:solidFill>
          </a:ln>
        </p:spPr>
        <p:txBody>
          <a:bodyPr lIns="45718" tIns="45718" rIns="45718" bIns="45718"/>
          <a:lstStyle/>
          <a:p>
            <a:pPr marR="57798" defTabSz="1295400"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1710" name="Shape 630"/>
          <p:cNvSpPr/>
          <p:nvPr/>
        </p:nvSpPr>
        <p:spPr>
          <a:xfrm flipH="1">
            <a:off x="3063521" y="3111500"/>
            <a:ext cx="365762" cy="587024"/>
          </a:xfrm>
          <a:prstGeom prst="line">
            <a:avLst/>
          </a:prstGeom>
          <a:ln w="19050" cap="sq">
            <a:solidFill>
              <a:srgbClr val="17CD54"/>
            </a:solidFill>
          </a:ln>
        </p:spPr>
        <p:txBody>
          <a:bodyPr lIns="45718" tIns="45718" rIns="45718" bIns="45718"/>
          <a:lstStyle/>
          <a:p>
            <a:pPr marR="57798" defTabSz="1295400"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1711" name="Shape 631"/>
          <p:cNvSpPr/>
          <p:nvPr/>
        </p:nvSpPr>
        <p:spPr>
          <a:xfrm flipH="1">
            <a:off x="2349500" y="4278769"/>
            <a:ext cx="510259" cy="638954"/>
          </a:xfrm>
          <a:prstGeom prst="line">
            <a:avLst/>
          </a:prstGeom>
          <a:ln w="47625" cap="sq">
            <a:solidFill>
              <a:srgbClr val="0000FF"/>
            </a:solidFill>
          </a:ln>
        </p:spPr>
        <p:txBody>
          <a:bodyPr lIns="45718" tIns="45718" rIns="45718" bIns="45718"/>
          <a:lstStyle/>
          <a:p>
            <a:pPr marR="57798" defTabSz="1295400"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1712" name="Shape 632"/>
          <p:cNvSpPr/>
          <p:nvPr/>
        </p:nvSpPr>
        <p:spPr>
          <a:xfrm>
            <a:off x="4495799" y="4298525"/>
            <a:ext cx="304801" cy="616376"/>
          </a:xfrm>
          <a:prstGeom prst="line">
            <a:avLst/>
          </a:prstGeom>
          <a:ln w="47625" cap="sq">
            <a:solidFill>
              <a:srgbClr val="0000FF"/>
            </a:solidFill>
          </a:ln>
        </p:spPr>
        <p:txBody>
          <a:bodyPr lIns="45718" tIns="45718" rIns="45718" bIns="45718"/>
          <a:lstStyle/>
          <a:p>
            <a:pPr marR="57798" defTabSz="1295400"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1713" name="Shape 633"/>
          <p:cNvSpPr/>
          <p:nvPr/>
        </p:nvSpPr>
        <p:spPr>
          <a:xfrm>
            <a:off x="3966633" y="3100209"/>
            <a:ext cx="219006" cy="587025"/>
          </a:xfrm>
          <a:prstGeom prst="line">
            <a:avLst/>
          </a:prstGeom>
          <a:ln w="19050" cap="sq">
            <a:solidFill>
              <a:srgbClr val="17CD54"/>
            </a:solidFill>
          </a:ln>
        </p:spPr>
        <p:txBody>
          <a:bodyPr lIns="45718" tIns="45718" rIns="45718" bIns="45718"/>
          <a:lstStyle/>
          <a:p>
            <a:pPr marR="57798" defTabSz="1295400"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1714" name="Shape 634"/>
          <p:cNvSpPr/>
          <p:nvPr/>
        </p:nvSpPr>
        <p:spPr>
          <a:xfrm>
            <a:off x="3995983" y="2836050"/>
            <a:ext cx="1332091" cy="819575"/>
          </a:xfrm>
          <a:prstGeom prst="line">
            <a:avLst/>
          </a:prstGeom>
          <a:ln w="19050" cap="sq">
            <a:solidFill>
              <a:srgbClr val="17CD54"/>
            </a:solidFill>
          </a:ln>
        </p:spPr>
        <p:txBody>
          <a:bodyPr lIns="45718" tIns="45718" rIns="45718" bIns="45718"/>
          <a:lstStyle/>
          <a:p>
            <a:pPr marR="57798" defTabSz="1295400"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1715" name="Shape 635"/>
          <p:cNvSpPr/>
          <p:nvPr/>
        </p:nvSpPr>
        <p:spPr>
          <a:xfrm flipH="1">
            <a:off x="5210669" y="4298526"/>
            <a:ext cx="203202" cy="616374"/>
          </a:xfrm>
          <a:prstGeom prst="line">
            <a:avLst/>
          </a:prstGeom>
          <a:ln w="47625" cap="sq">
            <a:solidFill>
              <a:srgbClr val="0000FF"/>
            </a:solidFill>
          </a:ln>
        </p:spPr>
        <p:txBody>
          <a:bodyPr lIns="45718" tIns="45718" rIns="45718" bIns="45718"/>
          <a:lstStyle/>
          <a:p>
            <a:pPr marR="57798" defTabSz="1295400"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1716" name="Shape 636"/>
          <p:cNvSpPr/>
          <p:nvPr/>
        </p:nvSpPr>
        <p:spPr>
          <a:xfrm>
            <a:off x="5926383" y="3079325"/>
            <a:ext cx="819576" cy="819576"/>
          </a:xfrm>
          <a:prstGeom prst="line">
            <a:avLst/>
          </a:prstGeom>
          <a:ln w="47625" cap="sq">
            <a:solidFill>
              <a:srgbClr val="0000FF"/>
            </a:solidFill>
          </a:ln>
        </p:spPr>
        <p:txBody>
          <a:bodyPr lIns="45718" tIns="45718" rIns="45718" bIns="45718"/>
          <a:lstStyle/>
          <a:p>
            <a:pPr marR="57798" defTabSz="1295400"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1717" name="Shape 637"/>
          <p:cNvSpPr/>
          <p:nvPr/>
        </p:nvSpPr>
        <p:spPr>
          <a:xfrm flipV="1">
            <a:off x="2447149" y="4298525"/>
            <a:ext cx="2768602" cy="819576"/>
          </a:xfrm>
          <a:prstGeom prst="line">
            <a:avLst/>
          </a:prstGeom>
          <a:ln w="19050" cap="sq">
            <a:solidFill>
              <a:srgbClr val="17CD54"/>
            </a:solidFill>
          </a:ln>
        </p:spPr>
        <p:txBody>
          <a:bodyPr lIns="45718" tIns="45718" rIns="45718" bIns="45718"/>
          <a:lstStyle/>
          <a:p>
            <a:pPr marR="57798" defTabSz="1295400"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1718" name="Shape 638"/>
          <p:cNvSpPr txBox="1"/>
          <p:nvPr/>
        </p:nvSpPr>
        <p:spPr>
          <a:xfrm>
            <a:off x="5312269" y="4712263"/>
            <a:ext cx="558802" cy="4315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8" defTabSz="1295400">
              <a:spcBef>
                <a:spcPts val="1900"/>
              </a:spcBef>
              <a:defRPr b="1" sz="2400">
                <a:solidFill>
                  <a:srgbClr val="580094"/>
                </a:solidFill>
                <a:uFill>
                  <a:solidFill>
                    <a:srgbClr val="580094"/>
                  </a:solidFill>
                </a:uFill>
              </a:defRPr>
            </a:lvl1pPr>
          </a:lstStyle>
          <a:p>
            <a:pPr/>
            <a:r>
              <a:t>8</a:t>
            </a:r>
          </a:p>
        </p:txBody>
      </p:sp>
      <p:sp>
        <p:nvSpPr>
          <p:cNvPr id="1719" name="Shape 639"/>
          <p:cNvSpPr txBox="1"/>
          <p:nvPr/>
        </p:nvSpPr>
        <p:spPr>
          <a:xfrm>
            <a:off x="5267112" y="2016476"/>
            <a:ext cx="558803" cy="4315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8" defTabSz="1295400">
              <a:spcBef>
                <a:spcPts val="1900"/>
              </a:spcBef>
              <a:defRPr b="1" sz="2400">
                <a:solidFill>
                  <a:srgbClr val="580094"/>
                </a:solidFill>
                <a:uFill>
                  <a:solidFill>
                    <a:srgbClr val="580094"/>
                  </a:solidFill>
                </a:uFill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1720" name="Shape 640"/>
          <p:cNvSpPr txBox="1"/>
          <p:nvPr/>
        </p:nvSpPr>
        <p:spPr>
          <a:xfrm>
            <a:off x="1523716" y="3079325"/>
            <a:ext cx="558802" cy="4315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8" defTabSz="1295400">
              <a:spcBef>
                <a:spcPts val="1900"/>
              </a:spcBef>
              <a:defRPr b="1" sz="2400">
                <a:solidFill>
                  <a:srgbClr val="580094"/>
                </a:solidFill>
                <a:uFill>
                  <a:solidFill>
                    <a:srgbClr val="580094"/>
                  </a:solidFill>
                </a:uFill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1721" name="Shape 641"/>
          <p:cNvSpPr txBox="1"/>
          <p:nvPr/>
        </p:nvSpPr>
        <p:spPr>
          <a:xfrm>
            <a:off x="2717800" y="3079325"/>
            <a:ext cx="558800" cy="4315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8" defTabSz="1295400">
              <a:spcBef>
                <a:spcPts val="1900"/>
              </a:spcBef>
              <a:defRPr b="1" sz="2400">
                <a:solidFill>
                  <a:srgbClr val="580094"/>
                </a:solidFill>
                <a:uFill>
                  <a:solidFill>
                    <a:srgbClr val="580094"/>
                  </a:solidFill>
                </a:uFill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1722" name="Shape 642"/>
          <p:cNvSpPr txBox="1"/>
          <p:nvPr/>
        </p:nvSpPr>
        <p:spPr>
          <a:xfrm>
            <a:off x="3980179" y="3079325"/>
            <a:ext cx="558802" cy="4315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8" defTabSz="1295400">
              <a:spcBef>
                <a:spcPts val="1900"/>
              </a:spcBef>
              <a:defRPr b="1" sz="2400">
                <a:solidFill>
                  <a:srgbClr val="580094"/>
                </a:solidFill>
                <a:uFill>
                  <a:solidFill>
                    <a:srgbClr val="580094"/>
                  </a:solidFill>
                </a:uFill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1723" name="Shape 643"/>
          <p:cNvSpPr txBox="1"/>
          <p:nvPr/>
        </p:nvSpPr>
        <p:spPr>
          <a:xfrm>
            <a:off x="4800600" y="2971517"/>
            <a:ext cx="558800" cy="4315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8" defTabSz="1295400">
              <a:spcBef>
                <a:spcPts val="1900"/>
              </a:spcBef>
              <a:defRPr b="1" sz="2400">
                <a:solidFill>
                  <a:srgbClr val="580094"/>
                </a:solidFill>
                <a:uFill>
                  <a:solidFill>
                    <a:srgbClr val="580094"/>
                  </a:solidFill>
                </a:uFill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1724" name="Shape 644"/>
          <p:cNvSpPr txBox="1"/>
          <p:nvPr/>
        </p:nvSpPr>
        <p:spPr>
          <a:xfrm>
            <a:off x="6858000" y="3307925"/>
            <a:ext cx="558800" cy="4315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8" defTabSz="1295400">
              <a:spcBef>
                <a:spcPts val="1900"/>
              </a:spcBef>
              <a:defRPr b="1" sz="2400">
                <a:solidFill>
                  <a:srgbClr val="580094"/>
                </a:solidFill>
                <a:uFill>
                  <a:solidFill>
                    <a:srgbClr val="580094"/>
                  </a:solidFill>
                </a:uFill>
              </a:defRPr>
            </a:lvl1pPr>
          </a:lstStyle>
          <a:p>
            <a:pPr/>
            <a:r>
              <a:t>6</a:t>
            </a:r>
          </a:p>
        </p:txBody>
      </p:sp>
      <p:sp>
        <p:nvSpPr>
          <p:cNvPr id="1725" name="Shape 645"/>
          <p:cNvSpPr txBox="1"/>
          <p:nvPr/>
        </p:nvSpPr>
        <p:spPr>
          <a:xfrm>
            <a:off x="1419860" y="4777738"/>
            <a:ext cx="558802" cy="4315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8" defTabSz="1295400">
              <a:spcBef>
                <a:spcPts val="1900"/>
              </a:spcBef>
              <a:defRPr b="1" sz="2400">
                <a:solidFill>
                  <a:srgbClr val="580094"/>
                </a:solidFill>
                <a:uFill>
                  <a:solidFill>
                    <a:srgbClr val="580094"/>
                  </a:solidFill>
                </a:uFill>
              </a:defRPr>
            </a:lvl1pPr>
          </a:lstStyle>
          <a:p>
            <a:pPr/>
            <a:r>
              <a:t>7</a:t>
            </a:r>
          </a:p>
        </p:txBody>
      </p:sp>
      <p:sp>
        <p:nvSpPr>
          <p:cNvPr id="1726" name="Shape 646"/>
          <p:cNvSpPr txBox="1"/>
          <p:nvPr/>
        </p:nvSpPr>
        <p:spPr>
          <a:xfrm>
            <a:off x="3208020" y="2016476"/>
            <a:ext cx="558802" cy="4315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8" defTabSz="1295400">
              <a:spcBef>
                <a:spcPts val="1900"/>
              </a:spcBef>
              <a:defRPr b="1" sz="2400">
                <a:solidFill>
                  <a:srgbClr val="580094"/>
                </a:solidFill>
                <a:uFill>
                  <a:solidFill>
                    <a:srgbClr val="580094"/>
                  </a:solidFill>
                </a:uFill>
              </a:defRPr>
            </a:lvl1pPr>
          </a:lstStyle>
          <a:p>
            <a:pPr/>
            <a:r>
              <a:t>0</a:t>
            </a:r>
          </a:p>
        </p:txBody>
      </p:sp>
      <p:sp>
        <p:nvSpPr>
          <p:cNvPr id="1727" name="Shape 647"/>
          <p:cNvSpPr/>
          <p:nvPr/>
        </p:nvSpPr>
        <p:spPr>
          <a:xfrm>
            <a:off x="2444891" y="5326379"/>
            <a:ext cx="2253264" cy="2259"/>
          </a:xfrm>
          <a:prstGeom prst="line">
            <a:avLst/>
          </a:prstGeom>
          <a:ln w="47625">
            <a:solidFill>
              <a:srgbClr val="0000FF"/>
            </a:solidFill>
          </a:ln>
        </p:spPr>
        <p:txBody>
          <a:bodyPr lIns="45718" tIns="45718" rIns="45718" bIns="45718"/>
          <a:lstStyle/>
          <a:p>
            <a:pPr marR="57798" defTabSz="1295400"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1728" name="Shape 648"/>
          <p:cNvSpPr/>
          <p:nvPr/>
        </p:nvSpPr>
        <p:spPr>
          <a:xfrm>
            <a:off x="8689903" y="3215357"/>
            <a:ext cx="2260" cy="431802"/>
          </a:xfrm>
          <a:prstGeom prst="line">
            <a:avLst/>
          </a:prstGeom>
          <a:ln w="22225" cap="sq"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98" defTabSz="1295400"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1729" name="Shape 649"/>
          <p:cNvSpPr/>
          <p:nvPr/>
        </p:nvSpPr>
        <p:spPr>
          <a:xfrm>
            <a:off x="8712482" y="3978485"/>
            <a:ext cx="2259" cy="431802"/>
          </a:xfrm>
          <a:prstGeom prst="line">
            <a:avLst/>
          </a:prstGeom>
          <a:ln w="22225" cap="sq"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98" defTabSz="1295400"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1730" name="Shape 650"/>
          <p:cNvSpPr/>
          <p:nvPr/>
        </p:nvSpPr>
        <p:spPr>
          <a:xfrm flipH="1">
            <a:off x="8178800" y="4719037"/>
            <a:ext cx="277708" cy="456073"/>
          </a:xfrm>
          <a:prstGeom prst="line">
            <a:avLst/>
          </a:prstGeom>
          <a:ln w="22225" cap="sq"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98" defTabSz="1295400"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1731" name="Shape 651"/>
          <p:cNvSpPr/>
          <p:nvPr/>
        </p:nvSpPr>
        <p:spPr>
          <a:xfrm>
            <a:off x="8996961" y="4694201"/>
            <a:ext cx="203202" cy="512517"/>
          </a:xfrm>
          <a:prstGeom prst="line">
            <a:avLst/>
          </a:prstGeom>
          <a:ln w="22225" cap="sq"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98" defTabSz="1295400"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1732" name="Shape 652"/>
          <p:cNvSpPr/>
          <p:nvPr/>
        </p:nvSpPr>
        <p:spPr>
          <a:xfrm flipH="1">
            <a:off x="8788399" y="5416125"/>
            <a:ext cx="223522" cy="510260"/>
          </a:xfrm>
          <a:prstGeom prst="line">
            <a:avLst/>
          </a:prstGeom>
          <a:ln w="22225" cap="sq"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98" defTabSz="1295400"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1733" name="Shape 653"/>
          <p:cNvSpPr/>
          <p:nvPr/>
        </p:nvSpPr>
        <p:spPr>
          <a:xfrm>
            <a:off x="9474200" y="5333153"/>
            <a:ext cx="304801" cy="609602"/>
          </a:xfrm>
          <a:prstGeom prst="line">
            <a:avLst/>
          </a:prstGeom>
          <a:ln w="22225" cap="sq"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98" defTabSz="1295400"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sp>
        <p:nvSpPr>
          <p:cNvPr id="1734" name="Shape 654"/>
          <p:cNvSpPr/>
          <p:nvPr/>
        </p:nvSpPr>
        <p:spPr>
          <a:xfrm>
            <a:off x="10134882" y="3215357"/>
            <a:ext cx="2259" cy="431802"/>
          </a:xfrm>
          <a:prstGeom prst="line">
            <a:avLst/>
          </a:prstGeom>
          <a:ln w="22225" cap="sq"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 marR="57798" defTabSz="1295400">
              <a:spcBef>
                <a:spcPts val="1900"/>
              </a:spcBef>
              <a:defRPr sz="2400">
                <a:uFill>
                  <a:solidFill>
                    <a:srgbClr val="000000"/>
                  </a:solidFill>
                </a:uFill>
              </a:defRPr>
            </a:pPr>
          </a:p>
        </p:txBody>
      </p:sp>
      <p:grpSp>
        <p:nvGrpSpPr>
          <p:cNvPr id="1737" name="Group 657"/>
          <p:cNvGrpSpPr/>
          <p:nvPr/>
        </p:nvGrpSpPr>
        <p:grpSpPr>
          <a:xfrm>
            <a:off x="8391876" y="2673491"/>
            <a:ext cx="591541" cy="546385"/>
            <a:chOff x="0" y="0"/>
            <a:chExt cx="591540" cy="546383"/>
          </a:xfrm>
        </p:grpSpPr>
        <p:sp>
          <p:nvSpPr>
            <p:cNvPr id="1735" name="Shape 655"/>
            <p:cNvSpPr/>
            <p:nvPr/>
          </p:nvSpPr>
          <p:spPr>
            <a:xfrm>
              <a:off x="0" y="0"/>
              <a:ext cx="591541" cy="546385"/>
            </a:xfrm>
            <a:prstGeom prst="ellipse">
              <a:avLst/>
            </a:prstGeom>
            <a:solidFill>
              <a:srgbClr val="990000"/>
            </a:solidFill>
            <a:ln w="1905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736" name="Shape 656"/>
            <p:cNvSpPr txBox="1"/>
            <p:nvPr/>
          </p:nvSpPr>
          <p:spPr>
            <a:xfrm>
              <a:off x="146710" y="69409"/>
              <a:ext cx="298117" cy="4061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38100" tIns="38100" rIns="38100" bIns="38100" numCol="1" anchor="ctr">
              <a:spAutoFit/>
            </a:bodyPr>
            <a:lstStyle>
              <a:lvl1pPr marR="56816" indent="56816" algn="ctr" defTabSz="1295400">
                <a:spcBef>
                  <a:spcPts val="1900"/>
                </a:spcBef>
                <a:defRPr b="1" sz="2400">
                  <a:solidFill>
                    <a:srgbClr val="FFFFFF"/>
                  </a:solidFill>
                  <a:uFill>
                    <a:solidFill>
                      <a:srgbClr val="FFFFFF"/>
                    </a:solidFill>
                  </a:uFill>
                </a:defRPr>
              </a:lvl1pPr>
            </a:lstStyle>
            <a:p>
              <a:pPr/>
              <a:r>
                <a:t>a</a:t>
              </a:r>
            </a:p>
          </p:txBody>
        </p:sp>
      </p:grpSp>
      <p:grpSp>
        <p:nvGrpSpPr>
          <p:cNvPr id="1740" name="Group 660"/>
          <p:cNvGrpSpPr/>
          <p:nvPr/>
        </p:nvGrpSpPr>
        <p:grpSpPr>
          <a:xfrm>
            <a:off x="8391876" y="3511126"/>
            <a:ext cx="591541" cy="546385"/>
            <a:chOff x="0" y="0"/>
            <a:chExt cx="591540" cy="546383"/>
          </a:xfrm>
        </p:grpSpPr>
        <p:sp>
          <p:nvSpPr>
            <p:cNvPr id="1738" name="Shape 658"/>
            <p:cNvSpPr/>
            <p:nvPr/>
          </p:nvSpPr>
          <p:spPr>
            <a:xfrm>
              <a:off x="0" y="0"/>
              <a:ext cx="591541" cy="546385"/>
            </a:xfrm>
            <a:prstGeom prst="ellipse">
              <a:avLst/>
            </a:prstGeom>
            <a:solidFill>
              <a:srgbClr val="990000"/>
            </a:solidFill>
            <a:ln w="1905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739" name="Shape 659"/>
            <p:cNvSpPr txBox="1"/>
            <p:nvPr/>
          </p:nvSpPr>
          <p:spPr>
            <a:xfrm>
              <a:off x="155268" y="65740"/>
              <a:ext cx="281002" cy="4061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38100" tIns="38100" rIns="38100" bIns="38100" numCol="1" anchor="ctr">
              <a:spAutoFit/>
            </a:bodyPr>
            <a:lstStyle>
              <a:lvl1pPr marR="56816" indent="56816" algn="ctr" defTabSz="1295400">
                <a:spcBef>
                  <a:spcPts val="1900"/>
                </a:spcBef>
                <a:defRPr b="1" sz="2400">
                  <a:solidFill>
                    <a:srgbClr val="FFFFFF"/>
                  </a:solidFill>
                  <a:uFill>
                    <a:solidFill>
                      <a:srgbClr val="FFFFFF"/>
                    </a:solidFill>
                  </a:uFill>
                </a:defRPr>
              </a:lvl1pPr>
            </a:lstStyle>
            <a:p>
              <a:pPr/>
              <a:r>
                <a:t>c</a:t>
              </a:r>
            </a:p>
          </p:txBody>
        </p:sp>
      </p:grpSp>
      <p:grpSp>
        <p:nvGrpSpPr>
          <p:cNvPr id="1743" name="Group 663"/>
          <p:cNvGrpSpPr/>
          <p:nvPr/>
        </p:nvGrpSpPr>
        <p:grpSpPr>
          <a:xfrm>
            <a:off x="8423485" y="4317153"/>
            <a:ext cx="591541" cy="546385"/>
            <a:chOff x="0" y="0"/>
            <a:chExt cx="591540" cy="546383"/>
          </a:xfrm>
        </p:grpSpPr>
        <p:sp>
          <p:nvSpPr>
            <p:cNvPr id="1741" name="Shape 661"/>
            <p:cNvSpPr/>
            <p:nvPr/>
          </p:nvSpPr>
          <p:spPr>
            <a:xfrm>
              <a:off x="0" y="0"/>
              <a:ext cx="591541" cy="546385"/>
            </a:xfrm>
            <a:prstGeom prst="ellipse">
              <a:avLst/>
            </a:prstGeom>
            <a:solidFill>
              <a:srgbClr val="990000"/>
            </a:solidFill>
            <a:ln w="1905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742" name="Shape 662"/>
            <p:cNvSpPr txBox="1"/>
            <p:nvPr/>
          </p:nvSpPr>
          <p:spPr>
            <a:xfrm>
              <a:off x="138152" y="64047"/>
              <a:ext cx="315232" cy="4061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38100" tIns="38100" rIns="38100" bIns="38100" numCol="1" anchor="ctr">
              <a:spAutoFit/>
            </a:bodyPr>
            <a:lstStyle>
              <a:lvl1pPr marR="56816" indent="56816" algn="ctr" defTabSz="1295400">
                <a:spcBef>
                  <a:spcPts val="1900"/>
                </a:spcBef>
                <a:defRPr b="1" sz="2400">
                  <a:solidFill>
                    <a:srgbClr val="FFFFFF"/>
                  </a:solidFill>
                  <a:uFill>
                    <a:solidFill>
                      <a:srgbClr val="FFFFFF"/>
                    </a:solidFill>
                  </a:uFill>
                </a:defRPr>
              </a:lvl1pPr>
            </a:lstStyle>
            <a:p>
              <a:pPr/>
              <a:r>
                <a:t>h</a:t>
              </a:r>
            </a:p>
          </p:txBody>
        </p:sp>
      </p:grpSp>
      <p:grpSp>
        <p:nvGrpSpPr>
          <p:cNvPr id="1746" name="Group 666"/>
          <p:cNvGrpSpPr/>
          <p:nvPr/>
        </p:nvGrpSpPr>
        <p:grpSpPr>
          <a:xfrm>
            <a:off x="7874000" y="5001259"/>
            <a:ext cx="591540" cy="546385"/>
            <a:chOff x="0" y="0"/>
            <a:chExt cx="591539" cy="546383"/>
          </a:xfrm>
        </p:grpSpPr>
        <p:sp>
          <p:nvSpPr>
            <p:cNvPr id="1744" name="Shape 664"/>
            <p:cNvSpPr/>
            <p:nvPr/>
          </p:nvSpPr>
          <p:spPr>
            <a:xfrm>
              <a:off x="0" y="0"/>
              <a:ext cx="591540" cy="546385"/>
            </a:xfrm>
            <a:prstGeom prst="ellipse">
              <a:avLst/>
            </a:prstGeom>
            <a:solidFill>
              <a:srgbClr val="990000"/>
            </a:solidFill>
            <a:ln w="1905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745" name="Shape 665"/>
            <p:cNvSpPr txBox="1"/>
            <p:nvPr/>
          </p:nvSpPr>
          <p:spPr>
            <a:xfrm>
              <a:off x="134484" y="70256"/>
              <a:ext cx="315232" cy="4061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38100" tIns="38100" rIns="38100" bIns="38100" numCol="1" anchor="ctr">
              <a:spAutoFit/>
            </a:bodyPr>
            <a:lstStyle>
              <a:lvl1pPr marR="56816" indent="56816" algn="ctr" defTabSz="1295400">
                <a:spcBef>
                  <a:spcPts val="1900"/>
                </a:spcBef>
                <a:defRPr b="1" sz="2400">
                  <a:solidFill>
                    <a:srgbClr val="FFFFFF"/>
                  </a:solidFill>
                  <a:uFill>
                    <a:solidFill>
                      <a:srgbClr val="FFFFFF"/>
                    </a:solidFill>
                  </a:uFill>
                </a:defRPr>
              </a:lvl1pPr>
            </a:lstStyle>
            <a:p>
              <a:pPr/>
              <a:r>
                <a:t>d</a:t>
              </a:r>
            </a:p>
          </p:txBody>
        </p:sp>
      </p:grpSp>
      <p:grpSp>
        <p:nvGrpSpPr>
          <p:cNvPr id="1749" name="Group 669"/>
          <p:cNvGrpSpPr/>
          <p:nvPr/>
        </p:nvGrpSpPr>
        <p:grpSpPr>
          <a:xfrm>
            <a:off x="8940800" y="5001259"/>
            <a:ext cx="591540" cy="546385"/>
            <a:chOff x="0" y="0"/>
            <a:chExt cx="591539" cy="546383"/>
          </a:xfrm>
        </p:grpSpPr>
        <p:sp>
          <p:nvSpPr>
            <p:cNvPr id="1747" name="Shape 667"/>
            <p:cNvSpPr/>
            <p:nvPr/>
          </p:nvSpPr>
          <p:spPr>
            <a:xfrm>
              <a:off x="0" y="0"/>
              <a:ext cx="591540" cy="546385"/>
            </a:xfrm>
            <a:prstGeom prst="ellipse">
              <a:avLst/>
            </a:prstGeom>
            <a:solidFill>
              <a:srgbClr val="990000"/>
            </a:solidFill>
            <a:ln w="1905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748" name="Shape 668"/>
            <p:cNvSpPr txBox="1"/>
            <p:nvPr/>
          </p:nvSpPr>
          <p:spPr>
            <a:xfrm>
              <a:off x="133355" y="70256"/>
              <a:ext cx="315232" cy="4061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38100" tIns="38100" rIns="38100" bIns="38100" numCol="1" anchor="ctr">
              <a:spAutoFit/>
            </a:bodyPr>
            <a:lstStyle>
              <a:lvl1pPr marR="56816" indent="56816" algn="ctr" defTabSz="1295400">
                <a:spcBef>
                  <a:spcPts val="1900"/>
                </a:spcBef>
                <a:defRPr b="1" sz="2400">
                  <a:solidFill>
                    <a:srgbClr val="FFFFFF"/>
                  </a:solidFill>
                  <a:uFill>
                    <a:solidFill>
                      <a:srgbClr val="FFFFFF"/>
                    </a:solidFill>
                  </a:uFill>
                </a:defRPr>
              </a:lvl1pPr>
            </a:lstStyle>
            <a:p>
              <a:pPr/>
              <a:r>
                <a:t>k</a:t>
              </a:r>
            </a:p>
          </p:txBody>
        </p:sp>
      </p:grpSp>
      <p:grpSp>
        <p:nvGrpSpPr>
          <p:cNvPr id="1752" name="Group 672"/>
          <p:cNvGrpSpPr/>
          <p:nvPr/>
        </p:nvGrpSpPr>
        <p:grpSpPr>
          <a:xfrm>
            <a:off x="8475416" y="5726005"/>
            <a:ext cx="591540" cy="546385"/>
            <a:chOff x="0" y="0"/>
            <a:chExt cx="591539" cy="546383"/>
          </a:xfrm>
        </p:grpSpPr>
        <p:sp>
          <p:nvSpPr>
            <p:cNvPr id="1750" name="Shape 670"/>
            <p:cNvSpPr/>
            <p:nvPr/>
          </p:nvSpPr>
          <p:spPr>
            <a:xfrm>
              <a:off x="0" y="0"/>
              <a:ext cx="591540" cy="546385"/>
            </a:xfrm>
            <a:prstGeom prst="ellipse">
              <a:avLst/>
            </a:prstGeom>
            <a:solidFill>
              <a:srgbClr val="990000"/>
            </a:solidFill>
            <a:ln w="1905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751" name="Shape 671"/>
            <p:cNvSpPr txBox="1"/>
            <p:nvPr/>
          </p:nvSpPr>
          <p:spPr>
            <a:xfrm>
              <a:off x="172160" y="64893"/>
              <a:ext cx="247218" cy="4061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38100" tIns="38100" rIns="38100" bIns="38100" numCol="1" anchor="ctr">
              <a:spAutoFit/>
            </a:bodyPr>
            <a:lstStyle>
              <a:lvl1pPr marR="56816" indent="56816" algn="ctr" defTabSz="1295400">
                <a:spcBef>
                  <a:spcPts val="1900"/>
                </a:spcBef>
                <a:defRPr b="1" sz="2400">
                  <a:solidFill>
                    <a:srgbClr val="FFFFFF"/>
                  </a:solidFill>
                  <a:uFill>
                    <a:solidFill>
                      <a:srgbClr val="FFFFFF"/>
                    </a:solidFill>
                  </a:uFill>
                </a:defRPr>
              </a:lvl1pPr>
            </a:lstStyle>
            <a:p>
              <a:pPr/>
              <a:r>
                <a:t>f</a:t>
              </a:r>
            </a:p>
          </p:txBody>
        </p:sp>
      </p:grpSp>
      <p:grpSp>
        <p:nvGrpSpPr>
          <p:cNvPr id="1755" name="Group 675"/>
          <p:cNvGrpSpPr/>
          <p:nvPr/>
        </p:nvGrpSpPr>
        <p:grpSpPr>
          <a:xfrm>
            <a:off x="9468838" y="5685366"/>
            <a:ext cx="591541" cy="546385"/>
            <a:chOff x="0" y="0"/>
            <a:chExt cx="591540" cy="546383"/>
          </a:xfrm>
        </p:grpSpPr>
        <p:sp>
          <p:nvSpPr>
            <p:cNvPr id="1753" name="Shape 673"/>
            <p:cNvSpPr/>
            <p:nvPr/>
          </p:nvSpPr>
          <p:spPr>
            <a:xfrm>
              <a:off x="0" y="0"/>
              <a:ext cx="591541" cy="546385"/>
            </a:xfrm>
            <a:prstGeom prst="ellipse">
              <a:avLst/>
            </a:prstGeom>
            <a:solidFill>
              <a:srgbClr val="990000"/>
            </a:solidFill>
            <a:ln w="1905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754" name="Shape 674"/>
            <p:cNvSpPr txBox="1"/>
            <p:nvPr/>
          </p:nvSpPr>
          <p:spPr>
            <a:xfrm>
              <a:off x="155267" y="70256"/>
              <a:ext cx="281002" cy="4061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38100" tIns="38100" rIns="38100" bIns="38100" numCol="1" anchor="ctr">
              <a:spAutoFit/>
            </a:bodyPr>
            <a:lstStyle>
              <a:lvl1pPr marR="56816" indent="56816" algn="ctr" defTabSz="1295400">
                <a:spcBef>
                  <a:spcPts val="1900"/>
                </a:spcBef>
                <a:defRPr b="1" sz="2400">
                  <a:solidFill>
                    <a:srgbClr val="FFFFFF"/>
                  </a:solidFill>
                  <a:uFill>
                    <a:solidFill>
                      <a:srgbClr val="FFFFFF"/>
                    </a:solidFill>
                  </a:uFill>
                </a:defRPr>
              </a:lvl1pPr>
            </a:lstStyle>
            <a:p>
              <a:pPr/>
              <a:r>
                <a:t>e</a:t>
              </a:r>
            </a:p>
          </p:txBody>
        </p:sp>
      </p:grpSp>
      <p:grpSp>
        <p:nvGrpSpPr>
          <p:cNvPr id="1758" name="Group 678"/>
          <p:cNvGrpSpPr/>
          <p:nvPr/>
        </p:nvGrpSpPr>
        <p:grpSpPr>
          <a:xfrm>
            <a:off x="9827824" y="2687036"/>
            <a:ext cx="591541" cy="546385"/>
            <a:chOff x="0" y="0"/>
            <a:chExt cx="591540" cy="546383"/>
          </a:xfrm>
        </p:grpSpPr>
        <p:sp>
          <p:nvSpPr>
            <p:cNvPr id="1756" name="Shape 676"/>
            <p:cNvSpPr/>
            <p:nvPr/>
          </p:nvSpPr>
          <p:spPr>
            <a:xfrm>
              <a:off x="0" y="0"/>
              <a:ext cx="591541" cy="546385"/>
            </a:xfrm>
            <a:prstGeom prst="ellipse">
              <a:avLst/>
            </a:prstGeom>
            <a:solidFill>
              <a:srgbClr val="990000"/>
            </a:solidFill>
            <a:ln w="1905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757" name="Shape 677"/>
            <p:cNvSpPr txBox="1"/>
            <p:nvPr/>
          </p:nvSpPr>
          <p:spPr>
            <a:xfrm>
              <a:off x="138152" y="70256"/>
              <a:ext cx="315232" cy="4061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38100" tIns="38100" rIns="38100" bIns="38100" numCol="1" anchor="ctr">
              <a:spAutoFit/>
            </a:bodyPr>
            <a:lstStyle>
              <a:lvl1pPr marR="56816" indent="56816" algn="ctr" defTabSz="1295400">
                <a:spcBef>
                  <a:spcPts val="1900"/>
                </a:spcBef>
                <a:defRPr b="1" sz="2400">
                  <a:solidFill>
                    <a:srgbClr val="FFFFFF"/>
                  </a:solidFill>
                  <a:uFill>
                    <a:solidFill>
                      <a:srgbClr val="FFFFFF"/>
                    </a:solidFill>
                  </a:uFill>
                </a:defRPr>
              </a:lvl1pPr>
            </a:lstStyle>
            <a:p>
              <a:pPr/>
              <a:r>
                <a:t>b</a:t>
              </a:r>
            </a:p>
          </p:txBody>
        </p:sp>
      </p:grpSp>
      <p:grpSp>
        <p:nvGrpSpPr>
          <p:cNvPr id="1761" name="Group 681"/>
          <p:cNvGrpSpPr/>
          <p:nvPr/>
        </p:nvGrpSpPr>
        <p:grpSpPr>
          <a:xfrm>
            <a:off x="9812019" y="3511126"/>
            <a:ext cx="591541" cy="546385"/>
            <a:chOff x="0" y="0"/>
            <a:chExt cx="591540" cy="546383"/>
          </a:xfrm>
        </p:grpSpPr>
        <p:sp>
          <p:nvSpPr>
            <p:cNvPr id="1759" name="Shape 679"/>
            <p:cNvSpPr/>
            <p:nvPr/>
          </p:nvSpPr>
          <p:spPr>
            <a:xfrm>
              <a:off x="0" y="0"/>
              <a:ext cx="591541" cy="546385"/>
            </a:xfrm>
            <a:prstGeom prst="ellipse">
              <a:avLst/>
            </a:prstGeom>
            <a:solidFill>
              <a:srgbClr val="990000"/>
            </a:solidFill>
            <a:ln w="19050" cap="sq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760" name="Shape 680"/>
            <p:cNvSpPr txBox="1"/>
            <p:nvPr/>
          </p:nvSpPr>
          <p:spPr>
            <a:xfrm>
              <a:off x="146709" y="65740"/>
              <a:ext cx="298117" cy="4061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38100" tIns="38100" rIns="38100" bIns="38100" numCol="1" anchor="ctr">
              <a:spAutoFit/>
            </a:bodyPr>
            <a:lstStyle>
              <a:lvl1pPr marR="56816" indent="56816" algn="ctr" defTabSz="1295400">
                <a:spcBef>
                  <a:spcPts val="1900"/>
                </a:spcBef>
                <a:defRPr b="1" sz="2400">
                  <a:solidFill>
                    <a:srgbClr val="FFFFFF"/>
                  </a:solidFill>
                  <a:uFill>
                    <a:solidFill>
                      <a:srgbClr val="FFFFFF"/>
                    </a:solidFill>
                  </a:uFill>
                </a:defRPr>
              </a:lvl1pPr>
            </a:lstStyle>
            <a:p>
              <a:pPr/>
              <a:r>
                <a:t>g</a:t>
              </a:r>
            </a:p>
          </p:txBody>
        </p:sp>
      </p:grpSp>
      <p:grpSp>
        <p:nvGrpSpPr>
          <p:cNvPr id="1764" name="Group 684"/>
          <p:cNvGrpSpPr/>
          <p:nvPr/>
        </p:nvGrpSpPr>
        <p:grpSpPr>
          <a:xfrm>
            <a:off x="3316392" y="2558344"/>
            <a:ext cx="695399" cy="647703"/>
            <a:chOff x="0" y="0"/>
            <a:chExt cx="695398" cy="647701"/>
          </a:xfrm>
        </p:grpSpPr>
        <p:sp>
          <p:nvSpPr>
            <p:cNvPr id="1762" name="Shape 682"/>
            <p:cNvSpPr/>
            <p:nvPr/>
          </p:nvSpPr>
          <p:spPr>
            <a:xfrm>
              <a:off x="-1" y="0"/>
              <a:ext cx="695399" cy="647702"/>
            </a:xfrm>
            <a:prstGeom prst="ellipse">
              <a:avLst/>
            </a:prstGeom>
            <a:solidFill>
              <a:srgbClr val="A50021">
                <a:alpha val="50195"/>
              </a:srgbClr>
            </a:solidFill>
            <a:ln w="28575" cap="sq">
              <a:solidFill>
                <a:srgbClr val="99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763" name="Shape 683"/>
            <p:cNvSpPr txBox="1"/>
            <p:nvPr/>
          </p:nvSpPr>
          <p:spPr>
            <a:xfrm>
              <a:off x="198639" y="122185"/>
              <a:ext cx="298117" cy="4061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38100" tIns="38100" rIns="38100" bIns="38100" numCol="1" anchor="ctr">
              <a:spAutoFit/>
            </a:bodyPr>
            <a:lstStyle>
              <a:lvl1pPr marR="56816" indent="56816" algn="ctr" defTabSz="1295400">
                <a:spcBef>
                  <a:spcPts val="1900"/>
                </a:spcBef>
                <a:defRPr b="1" sz="2400">
                  <a:solidFill>
                    <a:srgbClr val="FFFFFF"/>
                  </a:solidFill>
                  <a:uFill>
                    <a:solidFill>
                      <a:srgbClr val="FFFFFF"/>
                    </a:solidFill>
                  </a:uFill>
                </a:defRPr>
              </a:lvl1pPr>
            </a:lstStyle>
            <a:p>
              <a:pPr/>
              <a:r>
                <a:t>a</a:t>
              </a:r>
            </a:p>
          </p:txBody>
        </p:sp>
      </p:grpSp>
      <p:grpSp>
        <p:nvGrpSpPr>
          <p:cNvPr id="1767" name="Group 687"/>
          <p:cNvGrpSpPr/>
          <p:nvPr/>
        </p:nvGrpSpPr>
        <p:grpSpPr>
          <a:xfrm>
            <a:off x="5267113" y="2558344"/>
            <a:ext cx="695398" cy="647703"/>
            <a:chOff x="0" y="0"/>
            <a:chExt cx="695397" cy="647701"/>
          </a:xfrm>
        </p:grpSpPr>
        <p:sp>
          <p:nvSpPr>
            <p:cNvPr id="1765" name="Shape 685"/>
            <p:cNvSpPr/>
            <p:nvPr/>
          </p:nvSpPr>
          <p:spPr>
            <a:xfrm>
              <a:off x="0" y="0"/>
              <a:ext cx="695398" cy="647702"/>
            </a:xfrm>
            <a:prstGeom prst="ellipse">
              <a:avLst/>
            </a:prstGeom>
            <a:solidFill>
              <a:srgbClr val="A50021">
                <a:alpha val="50195"/>
              </a:srgbClr>
            </a:solidFill>
            <a:ln w="28575" cap="sq">
              <a:solidFill>
                <a:srgbClr val="99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766" name="Shape 686"/>
            <p:cNvSpPr txBox="1"/>
            <p:nvPr/>
          </p:nvSpPr>
          <p:spPr>
            <a:xfrm>
              <a:off x="190082" y="122185"/>
              <a:ext cx="315232" cy="4061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38100" tIns="38100" rIns="38100" bIns="38100" numCol="1" anchor="ctr">
              <a:spAutoFit/>
            </a:bodyPr>
            <a:lstStyle>
              <a:lvl1pPr marR="56816" indent="56816" algn="ctr" defTabSz="1295400">
                <a:spcBef>
                  <a:spcPts val="1900"/>
                </a:spcBef>
                <a:defRPr b="1" sz="2400">
                  <a:solidFill>
                    <a:srgbClr val="FFFFFF"/>
                  </a:solidFill>
                  <a:uFill>
                    <a:solidFill>
                      <a:srgbClr val="FFFFFF"/>
                    </a:solidFill>
                  </a:uFill>
                </a:defRPr>
              </a:lvl1pPr>
            </a:lstStyle>
            <a:p>
              <a:pPr/>
              <a:r>
                <a:t>b</a:t>
              </a:r>
            </a:p>
          </p:txBody>
        </p:sp>
      </p:grpSp>
      <p:grpSp>
        <p:nvGrpSpPr>
          <p:cNvPr id="1770" name="Group 690"/>
          <p:cNvGrpSpPr/>
          <p:nvPr/>
        </p:nvGrpSpPr>
        <p:grpSpPr>
          <a:xfrm>
            <a:off x="1442436" y="3682717"/>
            <a:ext cx="695399" cy="647703"/>
            <a:chOff x="0" y="0"/>
            <a:chExt cx="695398" cy="647701"/>
          </a:xfrm>
        </p:grpSpPr>
        <p:sp>
          <p:nvSpPr>
            <p:cNvPr id="1768" name="Shape 688"/>
            <p:cNvSpPr/>
            <p:nvPr/>
          </p:nvSpPr>
          <p:spPr>
            <a:xfrm>
              <a:off x="-1" y="0"/>
              <a:ext cx="695399" cy="647702"/>
            </a:xfrm>
            <a:prstGeom prst="ellipse">
              <a:avLst/>
            </a:prstGeom>
            <a:solidFill>
              <a:srgbClr val="A50021">
                <a:alpha val="50195"/>
              </a:srgbClr>
            </a:solidFill>
            <a:ln w="28575" cap="sq">
              <a:solidFill>
                <a:srgbClr val="99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769" name="Shape 689"/>
            <p:cNvSpPr txBox="1"/>
            <p:nvPr/>
          </p:nvSpPr>
          <p:spPr>
            <a:xfrm>
              <a:off x="207197" y="122185"/>
              <a:ext cx="281002" cy="4061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38100" tIns="38100" rIns="38100" bIns="38100" numCol="1" anchor="ctr">
              <a:spAutoFit/>
            </a:bodyPr>
            <a:lstStyle>
              <a:lvl1pPr marR="56816" indent="56816" algn="ctr" defTabSz="1295400">
                <a:spcBef>
                  <a:spcPts val="1900"/>
                </a:spcBef>
                <a:defRPr b="1" sz="2400">
                  <a:solidFill>
                    <a:srgbClr val="FFFFFF"/>
                  </a:solidFill>
                  <a:uFill>
                    <a:solidFill>
                      <a:srgbClr val="FFFFFF"/>
                    </a:solidFill>
                  </a:uFill>
                </a:defRPr>
              </a:lvl1pPr>
            </a:lstStyle>
            <a:p>
              <a:pPr/>
              <a:r>
                <a:t>c</a:t>
              </a:r>
            </a:p>
          </p:txBody>
        </p:sp>
      </p:grpSp>
      <p:grpSp>
        <p:nvGrpSpPr>
          <p:cNvPr id="1773" name="Group 693"/>
          <p:cNvGrpSpPr/>
          <p:nvPr/>
        </p:nvGrpSpPr>
        <p:grpSpPr>
          <a:xfrm>
            <a:off x="1767557" y="4829668"/>
            <a:ext cx="695399" cy="647702"/>
            <a:chOff x="0" y="0"/>
            <a:chExt cx="695398" cy="647701"/>
          </a:xfrm>
        </p:grpSpPr>
        <p:sp>
          <p:nvSpPr>
            <p:cNvPr id="1771" name="Shape 691"/>
            <p:cNvSpPr/>
            <p:nvPr/>
          </p:nvSpPr>
          <p:spPr>
            <a:xfrm>
              <a:off x="-1" y="0"/>
              <a:ext cx="695399" cy="647702"/>
            </a:xfrm>
            <a:prstGeom prst="ellipse">
              <a:avLst/>
            </a:prstGeom>
            <a:solidFill>
              <a:srgbClr val="A50021">
                <a:alpha val="50195"/>
              </a:srgbClr>
            </a:solidFill>
            <a:ln w="28575" cap="sq">
              <a:solidFill>
                <a:srgbClr val="99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772" name="Shape 692"/>
            <p:cNvSpPr txBox="1"/>
            <p:nvPr/>
          </p:nvSpPr>
          <p:spPr>
            <a:xfrm>
              <a:off x="190082" y="122185"/>
              <a:ext cx="315232" cy="4061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38100" tIns="38100" rIns="38100" bIns="38100" numCol="1" anchor="ctr">
              <a:spAutoFit/>
            </a:bodyPr>
            <a:lstStyle>
              <a:lvl1pPr marR="56816" indent="56816" algn="ctr" defTabSz="1295400">
                <a:spcBef>
                  <a:spcPts val="1900"/>
                </a:spcBef>
                <a:defRPr b="1" sz="2400">
                  <a:solidFill>
                    <a:srgbClr val="FFFFFF"/>
                  </a:solidFill>
                  <a:uFill>
                    <a:solidFill>
                      <a:srgbClr val="FFFFFF"/>
                    </a:solidFill>
                  </a:uFill>
                </a:defRPr>
              </a:lvl1pPr>
            </a:lstStyle>
            <a:p>
              <a:pPr/>
              <a:r>
                <a:t>h</a:t>
              </a:r>
            </a:p>
          </p:txBody>
        </p:sp>
      </p:grpSp>
      <p:grpSp>
        <p:nvGrpSpPr>
          <p:cNvPr id="1776" name="Group 696"/>
          <p:cNvGrpSpPr/>
          <p:nvPr/>
        </p:nvGrpSpPr>
        <p:grpSpPr>
          <a:xfrm>
            <a:off x="2589389" y="3650826"/>
            <a:ext cx="695399" cy="647702"/>
            <a:chOff x="0" y="0"/>
            <a:chExt cx="695397" cy="647701"/>
          </a:xfrm>
        </p:grpSpPr>
        <p:sp>
          <p:nvSpPr>
            <p:cNvPr id="1774" name="Shape 694"/>
            <p:cNvSpPr/>
            <p:nvPr/>
          </p:nvSpPr>
          <p:spPr>
            <a:xfrm>
              <a:off x="0" y="0"/>
              <a:ext cx="695398" cy="647702"/>
            </a:xfrm>
            <a:prstGeom prst="ellipse">
              <a:avLst/>
            </a:prstGeom>
            <a:solidFill>
              <a:srgbClr val="A50021">
                <a:alpha val="50195"/>
              </a:srgbClr>
            </a:solidFill>
            <a:ln w="28575" cap="sq">
              <a:solidFill>
                <a:srgbClr val="99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775" name="Shape 695"/>
            <p:cNvSpPr txBox="1"/>
            <p:nvPr/>
          </p:nvSpPr>
          <p:spPr>
            <a:xfrm>
              <a:off x="190081" y="120774"/>
              <a:ext cx="315232" cy="4061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38100" tIns="38100" rIns="38100" bIns="38100" numCol="1" anchor="ctr">
              <a:spAutoFit/>
            </a:bodyPr>
            <a:lstStyle>
              <a:lvl1pPr marR="56816" indent="56816" algn="ctr" defTabSz="1295400">
                <a:spcBef>
                  <a:spcPts val="1900"/>
                </a:spcBef>
                <a:defRPr b="1" sz="2400">
                  <a:solidFill>
                    <a:srgbClr val="FFFFFF"/>
                  </a:solidFill>
                  <a:uFill>
                    <a:solidFill>
                      <a:srgbClr val="FFFFFF"/>
                    </a:solidFill>
                  </a:uFill>
                </a:defRPr>
              </a:lvl1pPr>
            </a:lstStyle>
            <a:p>
              <a:pPr/>
              <a:r>
                <a:t>d</a:t>
              </a:r>
            </a:p>
          </p:txBody>
        </p:sp>
      </p:grpSp>
      <p:grpSp>
        <p:nvGrpSpPr>
          <p:cNvPr id="1779" name="Group 699"/>
          <p:cNvGrpSpPr/>
          <p:nvPr/>
        </p:nvGrpSpPr>
        <p:grpSpPr>
          <a:xfrm>
            <a:off x="3977921" y="3650826"/>
            <a:ext cx="695399" cy="647702"/>
            <a:chOff x="0" y="0"/>
            <a:chExt cx="695397" cy="647701"/>
          </a:xfrm>
        </p:grpSpPr>
        <p:sp>
          <p:nvSpPr>
            <p:cNvPr id="1777" name="Shape 697"/>
            <p:cNvSpPr/>
            <p:nvPr/>
          </p:nvSpPr>
          <p:spPr>
            <a:xfrm>
              <a:off x="0" y="0"/>
              <a:ext cx="695398" cy="647702"/>
            </a:xfrm>
            <a:prstGeom prst="ellipse">
              <a:avLst/>
            </a:prstGeom>
            <a:solidFill>
              <a:srgbClr val="A50021">
                <a:alpha val="50195"/>
              </a:srgbClr>
            </a:solidFill>
            <a:ln w="28575" cap="sq">
              <a:solidFill>
                <a:srgbClr val="99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778" name="Shape 698"/>
            <p:cNvSpPr txBox="1"/>
            <p:nvPr/>
          </p:nvSpPr>
          <p:spPr>
            <a:xfrm>
              <a:off x="207197" y="120774"/>
              <a:ext cx="281002" cy="4061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38100" tIns="38100" rIns="38100" bIns="38100" numCol="1" anchor="ctr">
              <a:spAutoFit/>
            </a:bodyPr>
            <a:lstStyle>
              <a:lvl1pPr marR="56816" indent="56816" algn="ctr" defTabSz="1295400">
                <a:spcBef>
                  <a:spcPts val="1900"/>
                </a:spcBef>
                <a:defRPr b="1" sz="2400">
                  <a:solidFill>
                    <a:srgbClr val="FFFFFF"/>
                  </a:solidFill>
                  <a:uFill>
                    <a:solidFill>
                      <a:srgbClr val="FFFFFF"/>
                    </a:solidFill>
                  </a:uFill>
                </a:defRPr>
              </a:lvl1pPr>
            </a:lstStyle>
            <a:p>
              <a:pPr/>
              <a:r>
                <a:t>e</a:t>
              </a:r>
            </a:p>
          </p:txBody>
        </p:sp>
      </p:grpSp>
      <p:grpSp>
        <p:nvGrpSpPr>
          <p:cNvPr id="1782" name="Group 702"/>
          <p:cNvGrpSpPr/>
          <p:nvPr/>
        </p:nvGrpSpPr>
        <p:grpSpPr>
          <a:xfrm>
            <a:off x="4702669" y="4892885"/>
            <a:ext cx="695399" cy="647703"/>
            <a:chOff x="0" y="0"/>
            <a:chExt cx="695397" cy="647701"/>
          </a:xfrm>
        </p:grpSpPr>
        <p:sp>
          <p:nvSpPr>
            <p:cNvPr id="1780" name="Shape 700"/>
            <p:cNvSpPr/>
            <p:nvPr/>
          </p:nvSpPr>
          <p:spPr>
            <a:xfrm>
              <a:off x="0" y="0"/>
              <a:ext cx="695398" cy="647702"/>
            </a:xfrm>
            <a:prstGeom prst="ellipse">
              <a:avLst/>
            </a:prstGeom>
            <a:solidFill>
              <a:srgbClr val="A50021">
                <a:alpha val="50195"/>
              </a:srgbClr>
            </a:solidFill>
            <a:ln w="28575" cap="sq">
              <a:solidFill>
                <a:srgbClr val="99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781" name="Shape 701"/>
            <p:cNvSpPr txBox="1"/>
            <p:nvPr/>
          </p:nvSpPr>
          <p:spPr>
            <a:xfrm>
              <a:off x="190082" y="122185"/>
              <a:ext cx="315232" cy="4061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38100" tIns="38100" rIns="38100" bIns="38100" numCol="1" anchor="ctr">
              <a:spAutoFit/>
            </a:bodyPr>
            <a:lstStyle>
              <a:lvl1pPr marR="56816" indent="56816" algn="ctr" defTabSz="1295400">
                <a:spcBef>
                  <a:spcPts val="1900"/>
                </a:spcBef>
                <a:defRPr b="1" sz="2400">
                  <a:solidFill>
                    <a:srgbClr val="FFFFFF"/>
                  </a:solidFill>
                  <a:uFill>
                    <a:solidFill>
                      <a:srgbClr val="FFFFFF"/>
                    </a:solidFill>
                  </a:uFill>
                </a:defRPr>
              </a:lvl1pPr>
            </a:lstStyle>
            <a:p>
              <a:pPr/>
              <a:r>
                <a:t>k</a:t>
              </a:r>
            </a:p>
          </p:txBody>
        </p:sp>
      </p:grpSp>
      <p:grpSp>
        <p:nvGrpSpPr>
          <p:cNvPr id="1785" name="Group 705"/>
          <p:cNvGrpSpPr/>
          <p:nvPr/>
        </p:nvGrpSpPr>
        <p:grpSpPr>
          <a:xfrm>
            <a:off x="5005211" y="3650826"/>
            <a:ext cx="695399" cy="647702"/>
            <a:chOff x="0" y="0"/>
            <a:chExt cx="695397" cy="647701"/>
          </a:xfrm>
        </p:grpSpPr>
        <p:sp>
          <p:nvSpPr>
            <p:cNvPr id="1783" name="Shape 703"/>
            <p:cNvSpPr/>
            <p:nvPr/>
          </p:nvSpPr>
          <p:spPr>
            <a:xfrm>
              <a:off x="0" y="0"/>
              <a:ext cx="695398" cy="647702"/>
            </a:xfrm>
            <a:prstGeom prst="ellipse">
              <a:avLst/>
            </a:prstGeom>
            <a:solidFill>
              <a:srgbClr val="A50021">
                <a:alpha val="50195"/>
              </a:srgbClr>
            </a:solidFill>
            <a:ln w="28575" cap="sq">
              <a:solidFill>
                <a:srgbClr val="99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784" name="Shape 704"/>
            <p:cNvSpPr txBox="1"/>
            <p:nvPr/>
          </p:nvSpPr>
          <p:spPr>
            <a:xfrm>
              <a:off x="224089" y="120774"/>
              <a:ext cx="247218" cy="4061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38100" tIns="38100" rIns="38100" bIns="38100" numCol="1" anchor="ctr">
              <a:spAutoFit/>
            </a:bodyPr>
            <a:lstStyle>
              <a:lvl1pPr marR="56816" indent="56816" algn="ctr" defTabSz="1295400">
                <a:spcBef>
                  <a:spcPts val="1900"/>
                </a:spcBef>
                <a:defRPr b="1" sz="2400">
                  <a:solidFill>
                    <a:srgbClr val="FFFFFF"/>
                  </a:solidFill>
                  <a:uFill>
                    <a:solidFill>
                      <a:srgbClr val="FFFFFF"/>
                    </a:solidFill>
                  </a:uFill>
                </a:defRPr>
              </a:lvl1pPr>
            </a:lstStyle>
            <a:p>
              <a:pPr/>
              <a:r>
                <a:t>f</a:t>
              </a:r>
            </a:p>
          </p:txBody>
        </p:sp>
      </p:grpSp>
      <p:grpSp>
        <p:nvGrpSpPr>
          <p:cNvPr id="1788" name="Group 708"/>
          <p:cNvGrpSpPr/>
          <p:nvPr/>
        </p:nvGrpSpPr>
        <p:grpSpPr>
          <a:xfrm>
            <a:off x="6642100" y="3854026"/>
            <a:ext cx="695398" cy="647702"/>
            <a:chOff x="0" y="0"/>
            <a:chExt cx="695397" cy="647701"/>
          </a:xfrm>
        </p:grpSpPr>
        <p:sp>
          <p:nvSpPr>
            <p:cNvPr id="1786" name="Shape 706"/>
            <p:cNvSpPr/>
            <p:nvPr/>
          </p:nvSpPr>
          <p:spPr>
            <a:xfrm>
              <a:off x="0" y="0"/>
              <a:ext cx="695398" cy="647702"/>
            </a:xfrm>
            <a:prstGeom prst="ellipse">
              <a:avLst/>
            </a:prstGeom>
            <a:solidFill>
              <a:srgbClr val="A50021">
                <a:alpha val="50195"/>
              </a:srgbClr>
            </a:solidFill>
            <a:ln w="28575" cap="sq">
              <a:solidFill>
                <a:srgbClr val="99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b="1" sz="28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787" name="Shape 707"/>
            <p:cNvSpPr txBox="1"/>
            <p:nvPr/>
          </p:nvSpPr>
          <p:spPr>
            <a:xfrm>
              <a:off x="198639" y="120774"/>
              <a:ext cx="298117" cy="4061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38100" tIns="38100" rIns="38100" bIns="38100" numCol="1" anchor="ctr">
              <a:spAutoFit/>
            </a:bodyPr>
            <a:lstStyle>
              <a:lvl1pPr marR="56816" indent="56816" algn="ctr" defTabSz="1295400">
                <a:spcBef>
                  <a:spcPts val="1900"/>
                </a:spcBef>
                <a:defRPr b="1" sz="2400">
                  <a:solidFill>
                    <a:srgbClr val="FFFFFF"/>
                  </a:solidFill>
                  <a:uFill>
                    <a:solidFill>
                      <a:srgbClr val="FFFFFF"/>
                    </a:solidFill>
                  </a:uFill>
                </a:defRPr>
              </a:lvl1pPr>
            </a:lstStyle>
            <a:p>
              <a:pPr/>
              <a:r>
                <a:t>g</a:t>
              </a:r>
            </a:p>
          </p:txBody>
        </p:sp>
      </p:grpSp>
      <p:sp>
        <p:nvSpPr>
          <p:cNvPr id="1789" name="Shape 711"/>
          <p:cNvSpPr txBox="1"/>
          <p:nvPr/>
        </p:nvSpPr>
        <p:spPr>
          <a:xfrm>
            <a:off x="4513298" y="80433"/>
            <a:ext cx="3987802" cy="952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8" algn="ctr" defTabSz="1295400">
              <a:spcBef>
                <a:spcPts val="1900"/>
              </a:spcBef>
              <a:defRPr sz="4800">
                <a:uFill>
                  <a:solidFill>
                    <a:srgbClr val="000000"/>
                  </a:solidFill>
                </a:u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生成森林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1" name="Shape 234"/>
          <p:cNvSpPr txBox="1"/>
          <p:nvPr/>
        </p:nvSpPr>
        <p:spPr>
          <a:xfrm>
            <a:off x="907907" y="25400"/>
            <a:ext cx="11201403" cy="952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R="57798" algn="ctr" defTabSz="1295400">
              <a:lnSpc>
                <a:spcPct val="125000"/>
              </a:lnSpc>
              <a:defRPr sz="4800">
                <a:uFill>
                  <a:solidFill>
                    <a:srgbClr val="000000"/>
                  </a:solidFill>
                </a:uFill>
              </a:defRPr>
            </a:lvl1pPr>
          </a:lstStyle>
          <a:p>
            <a:pPr/>
            <a:r>
              <a:t>练习题</a:t>
            </a:r>
          </a:p>
        </p:txBody>
      </p:sp>
      <p:grpSp>
        <p:nvGrpSpPr>
          <p:cNvPr id="1816" name="成组"/>
          <p:cNvGrpSpPr/>
          <p:nvPr/>
        </p:nvGrpSpPr>
        <p:grpSpPr>
          <a:xfrm>
            <a:off x="615310" y="1399484"/>
            <a:ext cx="2257186" cy="2301442"/>
            <a:chOff x="0" y="0"/>
            <a:chExt cx="2257184" cy="2301440"/>
          </a:xfrm>
        </p:grpSpPr>
        <p:grpSp>
          <p:nvGrpSpPr>
            <p:cNvPr id="1794" name="成组"/>
            <p:cNvGrpSpPr/>
            <p:nvPr/>
          </p:nvGrpSpPr>
          <p:grpSpPr>
            <a:xfrm>
              <a:off x="63662" y="155040"/>
              <a:ext cx="455748" cy="454661"/>
              <a:chOff x="0" y="0"/>
              <a:chExt cx="455746" cy="454659"/>
            </a:xfrm>
          </p:grpSpPr>
          <p:sp>
            <p:nvSpPr>
              <p:cNvPr id="1792" name="圆形"/>
              <p:cNvSpPr/>
              <p:nvPr/>
            </p:nvSpPr>
            <p:spPr>
              <a:xfrm>
                <a:off x="0" y="0"/>
                <a:ext cx="454660" cy="454660"/>
              </a:xfrm>
              <a:prstGeom prst="ellipse">
                <a:avLst/>
              </a:prstGeom>
              <a:solidFill>
                <a:srgbClr val="FFFFFF"/>
              </a:solidFill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793" name="V1"/>
              <p:cNvSpPr txBox="1"/>
              <p:nvPr/>
            </p:nvSpPr>
            <p:spPr>
              <a:xfrm>
                <a:off x="15550" y="35874"/>
                <a:ext cx="440197" cy="38291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/>
              <a:p>
                <a:pPr>
                  <a:defRPr sz="2000"/>
                </a:pPr>
                <a:r>
                  <a:t>V</a:t>
                </a:r>
                <a:r>
                  <a:rPr baseline="-5999"/>
                  <a:t>1</a:t>
                </a:r>
              </a:p>
            </p:txBody>
          </p:sp>
        </p:grpSp>
        <p:grpSp>
          <p:nvGrpSpPr>
            <p:cNvPr id="1797" name="成组"/>
            <p:cNvGrpSpPr/>
            <p:nvPr/>
          </p:nvGrpSpPr>
          <p:grpSpPr>
            <a:xfrm>
              <a:off x="1600362" y="155040"/>
              <a:ext cx="455748" cy="454661"/>
              <a:chOff x="0" y="0"/>
              <a:chExt cx="455746" cy="454659"/>
            </a:xfrm>
          </p:grpSpPr>
          <p:sp>
            <p:nvSpPr>
              <p:cNvPr id="1795" name="圆形"/>
              <p:cNvSpPr/>
              <p:nvPr/>
            </p:nvSpPr>
            <p:spPr>
              <a:xfrm>
                <a:off x="0" y="0"/>
                <a:ext cx="454660" cy="454660"/>
              </a:xfrm>
              <a:prstGeom prst="ellipse">
                <a:avLst/>
              </a:prstGeom>
              <a:solidFill>
                <a:srgbClr val="FFFFFF"/>
              </a:solidFill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796" name="V2"/>
              <p:cNvSpPr txBox="1"/>
              <p:nvPr/>
            </p:nvSpPr>
            <p:spPr>
              <a:xfrm>
                <a:off x="15550" y="35874"/>
                <a:ext cx="440197" cy="38291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/>
              <a:p>
                <a:pPr>
                  <a:defRPr sz="2000"/>
                </a:pPr>
                <a:r>
                  <a:t>V</a:t>
                </a:r>
                <a:r>
                  <a:rPr baseline="-5999"/>
                  <a:t>2</a:t>
                </a:r>
              </a:p>
            </p:txBody>
          </p:sp>
        </p:grpSp>
        <p:grpSp>
          <p:nvGrpSpPr>
            <p:cNvPr id="1800" name="成组"/>
            <p:cNvGrpSpPr/>
            <p:nvPr/>
          </p:nvGrpSpPr>
          <p:grpSpPr>
            <a:xfrm>
              <a:off x="63662" y="1691740"/>
              <a:ext cx="455748" cy="454661"/>
              <a:chOff x="0" y="0"/>
              <a:chExt cx="455746" cy="454659"/>
            </a:xfrm>
          </p:grpSpPr>
          <p:sp>
            <p:nvSpPr>
              <p:cNvPr id="1798" name="圆形"/>
              <p:cNvSpPr/>
              <p:nvPr/>
            </p:nvSpPr>
            <p:spPr>
              <a:xfrm>
                <a:off x="0" y="0"/>
                <a:ext cx="454660" cy="454660"/>
              </a:xfrm>
              <a:prstGeom prst="ellipse">
                <a:avLst/>
              </a:prstGeom>
              <a:solidFill>
                <a:srgbClr val="FFFFFF"/>
              </a:solidFill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799" name="V3"/>
              <p:cNvSpPr txBox="1"/>
              <p:nvPr/>
            </p:nvSpPr>
            <p:spPr>
              <a:xfrm>
                <a:off x="15550" y="35874"/>
                <a:ext cx="440197" cy="38291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/>
              <a:p>
                <a:pPr>
                  <a:defRPr sz="2000"/>
                </a:pPr>
                <a:r>
                  <a:t>V</a:t>
                </a:r>
                <a:r>
                  <a:rPr baseline="-5999"/>
                  <a:t>3</a:t>
                </a:r>
              </a:p>
            </p:txBody>
          </p:sp>
        </p:grpSp>
        <p:grpSp>
          <p:nvGrpSpPr>
            <p:cNvPr id="1803" name="成组"/>
            <p:cNvGrpSpPr/>
            <p:nvPr/>
          </p:nvGrpSpPr>
          <p:grpSpPr>
            <a:xfrm>
              <a:off x="1600362" y="1691740"/>
              <a:ext cx="455748" cy="454661"/>
              <a:chOff x="0" y="0"/>
              <a:chExt cx="455746" cy="454659"/>
            </a:xfrm>
          </p:grpSpPr>
          <p:sp>
            <p:nvSpPr>
              <p:cNvPr id="1801" name="圆形"/>
              <p:cNvSpPr/>
              <p:nvPr/>
            </p:nvSpPr>
            <p:spPr>
              <a:xfrm>
                <a:off x="0" y="0"/>
                <a:ext cx="454660" cy="454660"/>
              </a:xfrm>
              <a:prstGeom prst="ellipse">
                <a:avLst/>
              </a:prstGeom>
              <a:solidFill>
                <a:srgbClr val="FFFFFF"/>
              </a:solidFill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802" name="V4"/>
              <p:cNvSpPr txBox="1"/>
              <p:nvPr/>
            </p:nvSpPr>
            <p:spPr>
              <a:xfrm>
                <a:off x="15550" y="35874"/>
                <a:ext cx="440197" cy="38291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/>
              <a:p>
                <a:pPr>
                  <a:defRPr sz="2000"/>
                </a:pPr>
                <a:r>
                  <a:t>V</a:t>
                </a:r>
                <a:r>
                  <a:rPr baseline="-5999"/>
                  <a:t>4</a:t>
                </a:r>
              </a:p>
            </p:txBody>
          </p:sp>
        </p:grpSp>
        <p:sp>
          <p:nvSpPr>
            <p:cNvPr id="1804" name="线条"/>
            <p:cNvSpPr/>
            <p:nvPr/>
          </p:nvSpPr>
          <p:spPr>
            <a:xfrm>
              <a:off x="523678" y="382370"/>
              <a:ext cx="1072416" cy="1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805" name="线条"/>
            <p:cNvSpPr/>
            <p:nvPr/>
          </p:nvSpPr>
          <p:spPr>
            <a:xfrm>
              <a:off x="523678" y="1906370"/>
              <a:ext cx="1072416" cy="1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806" name="线条"/>
            <p:cNvSpPr/>
            <p:nvPr/>
          </p:nvSpPr>
          <p:spPr>
            <a:xfrm flipV="1">
              <a:off x="291536" y="608163"/>
              <a:ext cx="1" cy="1072415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807" name="线条"/>
            <p:cNvSpPr/>
            <p:nvPr/>
          </p:nvSpPr>
          <p:spPr>
            <a:xfrm flipV="1">
              <a:off x="1828236" y="608163"/>
              <a:ext cx="1" cy="1072415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808" name="线条"/>
            <p:cNvSpPr/>
            <p:nvPr/>
          </p:nvSpPr>
          <p:spPr>
            <a:xfrm>
              <a:off x="467543" y="513320"/>
              <a:ext cx="1224000" cy="1224000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809" name="线条"/>
            <p:cNvSpPr/>
            <p:nvPr/>
          </p:nvSpPr>
          <p:spPr>
            <a:xfrm flipV="1">
              <a:off x="467543" y="551421"/>
              <a:ext cx="1224000" cy="1223999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810" name="8"/>
            <p:cNvSpPr txBox="1"/>
            <p:nvPr/>
          </p:nvSpPr>
          <p:spPr>
            <a:xfrm>
              <a:off x="-1" y="1023060"/>
              <a:ext cx="299100" cy="3829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algn="ctr">
                <a:defRPr sz="2000"/>
              </a:lvl1pPr>
            </a:lstStyle>
            <a:p>
              <a:pPr/>
              <a:r>
                <a:t>8</a:t>
              </a:r>
            </a:p>
          </p:txBody>
        </p:sp>
        <p:sp>
          <p:nvSpPr>
            <p:cNvPr id="1811" name="8"/>
            <p:cNvSpPr txBox="1"/>
            <p:nvPr/>
          </p:nvSpPr>
          <p:spPr>
            <a:xfrm>
              <a:off x="910336" y="1918530"/>
              <a:ext cx="299100" cy="3829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algn="ctr">
                <a:defRPr sz="2000"/>
              </a:lvl1pPr>
            </a:lstStyle>
            <a:p>
              <a:pPr/>
              <a:r>
                <a:t>8</a:t>
              </a:r>
            </a:p>
          </p:txBody>
        </p:sp>
        <p:sp>
          <p:nvSpPr>
            <p:cNvPr id="1812" name="8"/>
            <p:cNvSpPr txBox="1"/>
            <p:nvPr/>
          </p:nvSpPr>
          <p:spPr>
            <a:xfrm rot="18900000">
              <a:off x="1409633" y="726805"/>
              <a:ext cx="299100" cy="3829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algn="ctr">
                <a:defRPr sz="2000"/>
              </a:lvl1pPr>
            </a:lstStyle>
            <a:p>
              <a:pPr/>
              <a:r>
                <a:t>8</a:t>
              </a:r>
            </a:p>
          </p:txBody>
        </p:sp>
        <p:sp>
          <p:nvSpPr>
            <p:cNvPr id="1813" name="10"/>
            <p:cNvSpPr txBox="1"/>
            <p:nvPr/>
          </p:nvSpPr>
          <p:spPr>
            <a:xfrm>
              <a:off x="866493" y="0"/>
              <a:ext cx="426100" cy="3829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algn="ctr">
                <a:defRPr sz="2000"/>
              </a:lvl1pPr>
            </a:lstStyle>
            <a:p>
              <a:pPr/>
              <a:r>
                <a:t>10</a:t>
              </a:r>
            </a:p>
          </p:txBody>
        </p:sp>
        <p:sp>
          <p:nvSpPr>
            <p:cNvPr id="1814" name="11"/>
            <p:cNvSpPr txBox="1"/>
            <p:nvPr/>
          </p:nvSpPr>
          <p:spPr>
            <a:xfrm>
              <a:off x="1840511" y="914709"/>
              <a:ext cx="416674" cy="3829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algn="ctr">
                <a:defRPr sz="2000"/>
              </a:lvl1pPr>
            </a:lstStyle>
            <a:p>
              <a:pPr/>
              <a:r>
                <a:t>11</a:t>
              </a:r>
            </a:p>
          </p:txBody>
        </p:sp>
        <p:sp>
          <p:nvSpPr>
            <p:cNvPr id="1815" name="5"/>
            <p:cNvSpPr txBox="1"/>
            <p:nvPr/>
          </p:nvSpPr>
          <p:spPr>
            <a:xfrm rot="2700000">
              <a:off x="516327" y="701405"/>
              <a:ext cx="299100" cy="3829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algn="ctr">
                <a:defRPr sz="2000"/>
              </a:lvl1pPr>
            </a:lstStyle>
            <a:p>
              <a:pPr/>
              <a:r>
                <a:t>5</a:t>
              </a:r>
            </a:p>
          </p:txBody>
        </p:sp>
      </p:grpSp>
      <p:grpSp>
        <p:nvGrpSpPr>
          <p:cNvPr id="1853" name="成组"/>
          <p:cNvGrpSpPr/>
          <p:nvPr/>
        </p:nvGrpSpPr>
        <p:grpSpPr>
          <a:xfrm>
            <a:off x="3860574" y="1399484"/>
            <a:ext cx="3496231" cy="2301442"/>
            <a:chOff x="0" y="0"/>
            <a:chExt cx="3496229" cy="2301440"/>
          </a:xfrm>
        </p:grpSpPr>
        <p:grpSp>
          <p:nvGrpSpPr>
            <p:cNvPr id="1819" name="成组"/>
            <p:cNvGrpSpPr/>
            <p:nvPr/>
          </p:nvGrpSpPr>
          <p:grpSpPr>
            <a:xfrm>
              <a:off x="177962" y="155040"/>
              <a:ext cx="454661" cy="454661"/>
              <a:chOff x="0" y="0"/>
              <a:chExt cx="454659" cy="454659"/>
            </a:xfrm>
          </p:grpSpPr>
          <p:sp>
            <p:nvSpPr>
              <p:cNvPr id="1817" name="圆形"/>
              <p:cNvSpPr/>
              <p:nvPr/>
            </p:nvSpPr>
            <p:spPr>
              <a:xfrm>
                <a:off x="0" y="0"/>
                <a:ext cx="454660" cy="454660"/>
              </a:xfrm>
              <a:prstGeom prst="ellipse">
                <a:avLst/>
              </a:prstGeom>
              <a:solidFill>
                <a:srgbClr val="FFFFFF"/>
              </a:solidFill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818" name="a"/>
              <p:cNvSpPr txBox="1"/>
              <p:nvPr/>
            </p:nvSpPr>
            <p:spPr>
              <a:xfrm>
                <a:off x="79050" y="35874"/>
                <a:ext cx="284837" cy="38291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>
                  <a:defRPr sz="2000"/>
                </a:lvl1pPr>
              </a:lstStyle>
              <a:p>
                <a:pPr/>
                <a:r>
                  <a:t>a</a:t>
                </a:r>
              </a:p>
            </p:txBody>
          </p:sp>
        </p:grpSp>
        <p:grpSp>
          <p:nvGrpSpPr>
            <p:cNvPr id="1822" name="成组"/>
            <p:cNvGrpSpPr/>
            <p:nvPr/>
          </p:nvGrpSpPr>
          <p:grpSpPr>
            <a:xfrm>
              <a:off x="1714662" y="155040"/>
              <a:ext cx="454661" cy="454661"/>
              <a:chOff x="0" y="0"/>
              <a:chExt cx="454659" cy="454659"/>
            </a:xfrm>
          </p:grpSpPr>
          <p:sp>
            <p:nvSpPr>
              <p:cNvPr id="1820" name="圆形"/>
              <p:cNvSpPr/>
              <p:nvPr/>
            </p:nvSpPr>
            <p:spPr>
              <a:xfrm>
                <a:off x="0" y="0"/>
                <a:ext cx="454660" cy="454660"/>
              </a:xfrm>
              <a:prstGeom prst="ellipse">
                <a:avLst/>
              </a:prstGeom>
              <a:solidFill>
                <a:srgbClr val="FFFFFF"/>
              </a:solidFill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821" name="b"/>
              <p:cNvSpPr txBox="1"/>
              <p:nvPr/>
            </p:nvSpPr>
            <p:spPr>
              <a:xfrm>
                <a:off x="66350" y="35874"/>
                <a:ext cx="299100" cy="38291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>
                  <a:defRPr sz="2000"/>
                </a:lvl1pPr>
              </a:lstStyle>
              <a:p>
                <a:pPr/>
                <a:r>
                  <a:t>b</a:t>
                </a:r>
              </a:p>
            </p:txBody>
          </p:sp>
        </p:grpSp>
        <p:grpSp>
          <p:nvGrpSpPr>
            <p:cNvPr id="1825" name="成组"/>
            <p:cNvGrpSpPr/>
            <p:nvPr/>
          </p:nvGrpSpPr>
          <p:grpSpPr>
            <a:xfrm>
              <a:off x="177962" y="1691740"/>
              <a:ext cx="454661" cy="454661"/>
              <a:chOff x="0" y="0"/>
              <a:chExt cx="454659" cy="454659"/>
            </a:xfrm>
          </p:grpSpPr>
          <p:sp>
            <p:nvSpPr>
              <p:cNvPr id="1823" name="圆形"/>
              <p:cNvSpPr/>
              <p:nvPr/>
            </p:nvSpPr>
            <p:spPr>
              <a:xfrm>
                <a:off x="0" y="0"/>
                <a:ext cx="454660" cy="454660"/>
              </a:xfrm>
              <a:prstGeom prst="ellipse">
                <a:avLst/>
              </a:prstGeom>
              <a:solidFill>
                <a:srgbClr val="FFFFFF"/>
              </a:solidFill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824" name="c"/>
              <p:cNvSpPr txBox="1"/>
              <p:nvPr/>
            </p:nvSpPr>
            <p:spPr>
              <a:xfrm>
                <a:off x="66350" y="35874"/>
                <a:ext cx="284837" cy="38291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>
                  <a:defRPr sz="2000"/>
                </a:lvl1pPr>
              </a:lstStyle>
              <a:p>
                <a:pPr/>
                <a:r>
                  <a:t>c</a:t>
                </a:r>
              </a:p>
            </p:txBody>
          </p:sp>
        </p:grpSp>
        <p:grpSp>
          <p:nvGrpSpPr>
            <p:cNvPr id="1828" name="成组"/>
            <p:cNvGrpSpPr/>
            <p:nvPr/>
          </p:nvGrpSpPr>
          <p:grpSpPr>
            <a:xfrm>
              <a:off x="1714662" y="1691740"/>
              <a:ext cx="454661" cy="454661"/>
              <a:chOff x="0" y="0"/>
              <a:chExt cx="454659" cy="454659"/>
            </a:xfrm>
          </p:grpSpPr>
          <p:sp>
            <p:nvSpPr>
              <p:cNvPr id="1826" name="圆形"/>
              <p:cNvSpPr/>
              <p:nvPr/>
            </p:nvSpPr>
            <p:spPr>
              <a:xfrm>
                <a:off x="0" y="0"/>
                <a:ext cx="454660" cy="454660"/>
              </a:xfrm>
              <a:prstGeom prst="ellipse">
                <a:avLst/>
              </a:prstGeom>
              <a:solidFill>
                <a:srgbClr val="FFFFFF"/>
              </a:solidFill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827" name="d"/>
              <p:cNvSpPr txBox="1"/>
              <p:nvPr/>
            </p:nvSpPr>
            <p:spPr>
              <a:xfrm>
                <a:off x="66350" y="35874"/>
                <a:ext cx="299100" cy="38291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>
                  <a:defRPr sz="2000"/>
                </a:lvl1pPr>
              </a:lstStyle>
              <a:p>
                <a:pPr/>
                <a:r>
                  <a:t>d</a:t>
                </a:r>
              </a:p>
            </p:txBody>
          </p:sp>
        </p:grpSp>
        <p:sp>
          <p:nvSpPr>
            <p:cNvPr id="1829" name="线条"/>
            <p:cNvSpPr/>
            <p:nvPr/>
          </p:nvSpPr>
          <p:spPr>
            <a:xfrm>
              <a:off x="637978" y="382370"/>
              <a:ext cx="1072416" cy="1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830" name="线条"/>
            <p:cNvSpPr/>
            <p:nvPr/>
          </p:nvSpPr>
          <p:spPr>
            <a:xfrm>
              <a:off x="637978" y="1906370"/>
              <a:ext cx="1072416" cy="1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831" name="线条"/>
            <p:cNvSpPr/>
            <p:nvPr/>
          </p:nvSpPr>
          <p:spPr>
            <a:xfrm flipV="1">
              <a:off x="405836" y="608163"/>
              <a:ext cx="1" cy="1072416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832" name="线条"/>
            <p:cNvSpPr/>
            <p:nvPr/>
          </p:nvSpPr>
          <p:spPr>
            <a:xfrm flipV="1">
              <a:off x="1942536" y="608163"/>
              <a:ext cx="1" cy="1072416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833" name="线条"/>
            <p:cNvSpPr/>
            <p:nvPr/>
          </p:nvSpPr>
          <p:spPr>
            <a:xfrm>
              <a:off x="581843" y="513321"/>
              <a:ext cx="1224000" cy="1224000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834" name="线条"/>
            <p:cNvSpPr/>
            <p:nvPr/>
          </p:nvSpPr>
          <p:spPr>
            <a:xfrm flipV="1">
              <a:off x="581843" y="551421"/>
              <a:ext cx="1224000" cy="1224000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835" name="12"/>
            <p:cNvSpPr txBox="1"/>
            <p:nvPr/>
          </p:nvSpPr>
          <p:spPr>
            <a:xfrm>
              <a:off x="-1" y="1023060"/>
              <a:ext cx="426100" cy="3829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algn="ctr">
                <a:defRPr sz="2000"/>
              </a:lvl1pPr>
            </a:lstStyle>
            <a:p>
              <a:pPr/>
              <a:r>
                <a:t>12</a:t>
              </a:r>
            </a:p>
          </p:txBody>
        </p:sp>
        <p:sp>
          <p:nvSpPr>
            <p:cNvPr id="1836" name="18"/>
            <p:cNvSpPr txBox="1"/>
            <p:nvPr/>
          </p:nvSpPr>
          <p:spPr>
            <a:xfrm>
              <a:off x="961136" y="1918530"/>
              <a:ext cx="426100" cy="3829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algn="ctr">
                <a:defRPr sz="2000"/>
              </a:lvl1pPr>
            </a:lstStyle>
            <a:p>
              <a:pPr/>
              <a:r>
                <a:t>18</a:t>
              </a:r>
            </a:p>
          </p:txBody>
        </p:sp>
        <p:sp>
          <p:nvSpPr>
            <p:cNvPr id="1837" name="11"/>
            <p:cNvSpPr txBox="1"/>
            <p:nvPr/>
          </p:nvSpPr>
          <p:spPr>
            <a:xfrm rot="18900000">
              <a:off x="1465146" y="714105"/>
              <a:ext cx="416674" cy="3829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algn="ctr">
                <a:defRPr sz="2000"/>
              </a:lvl1pPr>
            </a:lstStyle>
            <a:p>
              <a:pPr/>
              <a:r>
                <a:t>11</a:t>
              </a:r>
            </a:p>
          </p:txBody>
        </p:sp>
        <p:sp>
          <p:nvSpPr>
            <p:cNvPr id="1838" name="20"/>
            <p:cNvSpPr txBox="1"/>
            <p:nvPr/>
          </p:nvSpPr>
          <p:spPr>
            <a:xfrm>
              <a:off x="980793" y="0"/>
              <a:ext cx="426100" cy="3829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algn="ctr">
                <a:defRPr sz="2000"/>
              </a:lvl1pPr>
            </a:lstStyle>
            <a:p>
              <a:pPr/>
              <a:r>
                <a:t>20</a:t>
              </a:r>
            </a:p>
          </p:txBody>
        </p:sp>
        <p:sp>
          <p:nvSpPr>
            <p:cNvPr id="1839" name="6"/>
            <p:cNvSpPr txBox="1"/>
            <p:nvPr/>
          </p:nvSpPr>
          <p:spPr>
            <a:xfrm>
              <a:off x="1937398" y="965509"/>
              <a:ext cx="299100" cy="3829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algn="ctr">
                <a:defRPr sz="2000"/>
              </a:lvl1pPr>
            </a:lstStyle>
            <a:p>
              <a:pPr/>
              <a:r>
                <a:t>6</a:t>
              </a:r>
            </a:p>
          </p:txBody>
        </p:sp>
        <p:sp>
          <p:nvSpPr>
            <p:cNvPr id="1840" name="9"/>
            <p:cNvSpPr txBox="1"/>
            <p:nvPr/>
          </p:nvSpPr>
          <p:spPr>
            <a:xfrm rot="2700000">
              <a:off x="578506" y="701405"/>
              <a:ext cx="299100" cy="3829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algn="ctr">
                <a:defRPr sz="2000"/>
              </a:lvl1pPr>
            </a:lstStyle>
            <a:p>
              <a:pPr/>
              <a:r>
                <a:t>9</a:t>
              </a:r>
            </a:p>
          </p:txBody>
        </p:sp>
        <p:grpSp>
          <p:nvGrpSpPr>
            <p:cNvPr id="1843" name="成组"/>
            <p:cNvGrpSpPr/>
            <p:nvPr/>
          </p:nvGrpSpPr>
          <p:grpSpPr>
            <a:xfrm>
              <a:off x="979212" y="936384"/>
              <a:ext cx="454661" cy="454661"/>
              <a:chOff x="0" y="0"/>
              <a:chExt cx="454659" cy="454659"/>
            </a:xfrm>
          </p:grpSpPr>
          <p:sp>
            <p:nvSpPr>
              <p:cNvPr id="1841" name="圆形"/>
              <p:cNvSpPr/>
              <p:nvPr/>
            </p:nvSpPr>
            <p:spPr>
              <a:xfrm>
                <a:off x="0" y="0"/>
                <a:ext cx="454660" cy="454660"/>
              </a:xfrm>
              <a:prstGeom prst="ellipse">
                <a:avLst/>
              </a:prstGeom>
              <a:solidFill>
                <a:srgbClr val="FFFFFF"/>
              </a:solidFill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842" name="e"/>
              <p:cNvSpPr txBox="1"/>
              <p:nvPr/>
            </p:nvSpPr>
            <p:spPr>
              <a:xfrm>
                <a:off x="66350" y="35874"/>
                <a:ext cx="284837" cy="38291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>
                  <a:defRPr sz="2000"/>
                </a:lvl1pPr>
              </a:lstStyle>
              <a:p>
                <a:pPr/>
                <a:r>
                  <a:t>e</a:t>
                </a:r>
              </a:p>
            </p:txBody>
          </p:sp>
        </p:grpSp>
        <p:grpSp>
          <p:nvGrpSpPr>
            <p:cNvPr id="1846" name="成组"/>
            <p:cNvGrpSpPr/>
            <p:nvPr/>
          </p:nvGrpSpPr>
          <p:grpSpPr>
            <a:xfrm>
              <a:off x="3041569" y="946860"/>
              <a:ext cx="454661" cy="454661"/>
              <a:chOff x="0" y="0"/>
              <a:chExt cx="454659" cy="454659"/>
            </a:xfrm>
          </p:grpSpPr>
          <p:sp>
            <p:nvSpPr>
              <p:cNvPr id="1844" name="圆形"/>
              <p:cNvSpPr/>
              <p:nvPr/>
            </p:nvSpPr>
            <p:spPr>
              <a:xfrm>
                <a:off x="0" y="0"/>
                <a:ext cx="454660" cy="454660"/>
              </a:xfrm>
              <a:prstGeom prst="ellipse">
                <a:avLst/>
              </a:prstGeom>
              <a:solidFill>
                <a:srgbClr val="FFFFFF"/>
              </a:solidFill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845" name="f"/>
              <p:cNvSpPr txBox="1"/>
              <p:nvPr/>
            </p:nvSpPr>
            <p:spPr>
              <a:xfrm>
                <a:off x="66350" y="35874"/>
                <a:ext cx="256684" cy="38291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>
                  <a:defRPr sz="2000"/>
                </a:lvl1pPr>
              </a:lstStyle>
              <a:p>
                <a:pPr/>
                <a:r>
                  <a:t>f</a:t>
                </a:r>
              </a:p>
            </p:txBody>
          </p:sp>
        </p:grpSp>
        <p:sp>
          <p:nvSpPr>
            <p:cNvPr id="1847" name="线条"/>
            <p:cNvSpPr/>
            <p:nvPr/>
          </p:nvSpPr>
          <p:spPr>
            <a:xfrm>
              <a:off x="2137037" y="517008"/>
              <a:ext cx="928740" cy="536209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848" name="线条"/>
            <p:cNvSpPr/>
            <p:nvPr/>
          </p:nvSpPr>
          <p:spPr>
            <a:xfrm flipH="1">
              <a:off x="2137037" y="1274685"/>
              <a:ext cx="928740" cy="536208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849" name="14"/>
            <p:cNvSpPr txBox="1"/>
            <p:nvPr/>
          </p:nvSpPr>
          <p:spPr>
            <a:xfrm rot="2700000">
              <a:off x="1271633" y="1421272"/>
              <a:ext cx="426100" cy="3829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algn="ctr">
                <a:defRPr sz="2000"/>
              </a:lvl1pPr>
            </a:lstStyle>
            <a:p>
              <a:pPr/>
              <a:r>
                <a:t>14</a:t>
              </a:r>
            </a:p>
          </p:txBody>
        </p:sp>
        <p:sp>
          <p:nvSpPr>
            <p:cNvPr id="1850" name="10"/>
            <p:cNvSpPr txBox="1"/>
            <p:nvPr/>
          </p:nvSpPr>
          <p:spPr>
            <a:xfrm rot="18900000">
              <a:off x="689889" y="1463332"/>
              <a:ext cx="426100" cy="3829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algn="ctr">
                <a:defRPr sz="2000"/>
              </a:lvl1pPr>
            </a:lstStyle>
            <a:p>
              <a:pPr/>
              <a:r>
                <a:t>10</a:t>
              </a:r>
            </a:p>
          </p:txBody>
        </p:sp>
        <p:sp>
          <p:nvSpPr>
            <p:cNvPr id="1851" name="5"/>
            <p:cNvSpPr txBox="1"/>
            <p:nvPr/>
          </p:nvSpPr>
          <p:spPr>
            <a:xfrm rot="1800000">
              <a:off x="2489793" y="446176"/>
              <a:ext cx="299100" cy="3829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algn="ctr">
                <a:defRPr sz="2000"/>
              </a:lvl1pPr>
            </a:lstStyle>
            <a:p>
              <a:pPr/>
              <a:r>
                <a:t>5</a:t>
              </a:r>
            </a:p>
          </p:txBody>
        </p:sp>
        <p:sp>
          <p:nvSpPr>
            <p:cNvPr id="1852" name="7"/>
            <p:cNvSpPr txBox="1"/>
            <p:nvPr/>
          </p:nvSpPr>
          <p:spPr>
            <a:xfrm rot="19800000">
              <a:off x="2476091" y="1552232"/>
              <a:ext cx="299100" cy="3829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algn="ctr">
                <a:defRPr sz="2000"/>
              </a:lvl1pPr>
            </a:lstStyle>
            <a:p>
              <a:pPr/>
              <a:r>
                <a:t>7</a:t>
              </a:r>
            </a:p>
          </p:txBody>
        </p:sp>
      </p:grpSp>
      <p:grpSp>
        <p:nvGrpSpPr>
          <p:cNvPr id="1888" name="成组"/>
          <p:cNvGrpSpPr/>
          <p:nvPr/>
        </p:nvGrpSpPr>
        <p:grpSpPr>
          <a:xfrm>
            <a:off x="7916457" y="1399484"/>
            <a:ext cx="4635891" cy="2301442"/>
            <a:chOff x="0" y="0"/>
            <a:chExt cx="4635890" cy="2301440"/>
          </a:xfrm>
        </p:grpSpPr>
        <p:sp>
          <p:nvSpPr>
            <p:cNvPr id="1854" name="圆形"/>
            <p:cNvSpPr/>
            <p:nvPr/>
          </p:nvSpPr>
          <p:spPr>
            <a:xfrm>
              <a:off x="1323771" y="155040"/>
              <a:ext cx="454661" cy="454661"/>
            </a:xfrm>
            <a:prstGeom prst="ellipse">
              <a:avLst/>
            </a:pr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855" name="b"/>
            <p:cNvSpPr txBox="1"/>
            <p:nvPr/>
          </p:nvSpPr>
          <p:spPr>
            <a:xfrm>
              <a:off x="1402821" y="190915"/>
              <a:ext cx="299100" cy="3829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000"/>
              </a:lvl1pPr>
            </a:lstStyle>
            <a:p>
              <a:pPr/>
              <a:r>
                <a:t>b</a:t>
              </a:r>
            </a:p>
          </p:txBody>
        </p:sp>
        <p:sp>
          <p:nvSpPr>
            <p:cNvPr id="1856" name="圆形"/>
            <p:cNvSpPr/>
            <p:nvPr/>
          </p:nvSpPr>
          <p:spPr>
            <a:xfrm>
              <a:off x="2860471" y="155040"/>
              <a:ext cx="454661" cy="454661"/>
            </a:xfrm>
            <a:prstGeom prst="ellipse">
              <a:avLst/>
            </a:pr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857" name="d"/>
            <p:cNvSpPr txBox="1"/>
            <p:nvPr/>
          </p:nvSpPr>
          <p:spPr>
            <a:xfrm>
              <a:off x="2939521" y="190915"/>
              <a:ext cx="299100" cy="3829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000"/>
              </a:lvl1pPr>
            </a:lstStyle>
            <a:p>
              <a:pPr/>
              <a:r>
                <a:t>d</a:t>
              </a:r>
            </a:p>
          </p:txBody>
        </p:sp>
        <p:sp>
          <p:nvSpPr>
            <p:cNvPr id="1858" name="圆形"/>
            <p:cNvSpPr/>
            <p:nvPr/>
          </p:nvSpPr>
          <p:spPr>
            <a:xfrm>
              <a:off x="1323771" y="1691740"/>
              <a:ext cx="454661" cy="454661"/>
            </a:xfrm>
            <a:prstGeom prst="ellipse">
              <a:avLst/>
            </a:pr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859" name="c"/>
            <p:cNvSpPr txBox="1"/>
            <p:nvPr/>
          </p:nvSpPr>
          <p:spPr>
            <a:xfrm>
              <a:off x="1377421" y="1727615"/>
              <a:ext cx="284837" cy="3829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000"/>
              </a:lvl1pPr>
            </a:lstStyle>
            <a:p>
              <a:pPr/>
              <a:r>
                <a:t>c</a:t>
              </a:r>
            </a:p>
          </p:txBody>
        </p:sp>
        <p:sp>
          <p:nvSpPr>
            <p:cNvPr id="1860" name="圆形"/>
            <p:cNvSpPr/>
            <p:nvPr/>
          </p:nvSpPr>
          <p:spPr>
            <a:xfrm>
              <a:off x="2860471" y="1691740"/>
              <a:ext cx="454661" cy="454661"/>
            </a:xfrm>
            <a:prstGeom prst="ellipse">
              <a:avLst/>
            </a:pr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861" name="e"/>
            <p:cNvSpPr txBox="1"/>
            <p:nvPr/>
          </p:nvSpPr>
          <p:spPr>
            <a:xfrm>
              <a:off x="2926821" y="1727615"/>
              <a:ext cx="284837" cy="3829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000"/>
              </a:lvl1pPr>
            </a:lstStyle>
            <a:p>
              <a:pPr/>
              <a:r>
                <a:t>e</a:t>
              </a:r>
            </a:p>
          </p:txBody>
        </p:sp>
        <p:sp>
          <p:nvSpPr>
            <p:cNvPr id="1862" name="线条"/>
            <p:cNvSpPr/>
            <p:nvPr/>
          </p:nvSpPr>
          <p:spPr>
            <a:xfrm>
              <a:off x="1783787" y="382370"/>
              <a:ext cx="1072416" cy="1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  <a:tailEnd type="arrow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863" name="线条"/>
            <p:cNvSpPr/>
            <p:nvPr/>
          </p:nvSpPr>
          <p:spPr>
            <a:xfrm>
              <a:off x="1783787" y="1906370"/>
              <a:ext cx="1072416" cy="1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  <a:tailEnd type="arrow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864" name="线条"/>
            <p:cNvSpPr/>
            <p:nvPr/>
          </p:nvSpPr>
          <p:spPr>
            <a:xfrm flipV="1">
              <a:off x="1551643" y="608163"/>
              <a:ext cx="1" cy="1072416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  <a:headEnd type="arrow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865" name="线条"/>
            <p:cNvSpPr/>
            <p:nvPr/>
          </p:nvSpPr>
          <p:spPr>
            <a:xfrm flipV="1">
              <a:off x="3088344" y="608163"/>
              <a:ext cx="1" cy="1072416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  <a:headEnd type="arrow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866" name="线条"/>
            <p:cNvSpPr/>
            <p:nvPr/>
          </p:nvSpPr>
          <p:spPr>
            <a:xfrm flipV="1">
              <a:off x="1727651" y="551421"/>
              <a:ext cx="1224000" cy="1224000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  <a:tailEnd type="arrow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867" name="8"/>
            <p:cNvSpPr txBox="1"/>
            <p:nvPr/>
          </p:nvSpPr>
          <p:spPr>
            <a:xfrm>
              <a:off x="1260107" y="972260"/>
              <a:ext cx="299100" cy="3829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algn="ctr">
                <a:defRPr sz="2000"/>
              </a:lvl1pPr>
            </a:lstStyle>
            <a:p>
              <a:pPr/>
              <a:r>
                <a:t>8</a:t>
              </a:r>
            </a:p>
          </p:txBody>
        </p:sp>
        <p:sp>
          <p:nvSpPr>
            <p:cNvPr id="1868" name="4"/>
            <p:cNvSpPr txBox="1"/>
            <p:nvPr/>
          </p:nvSpPr>
          <p:spPr>
            <a:xfrm>
              <a:off x="2170444" y="1918530"/>
              <a:ext cx="299100" cy="3829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algn="ctr">
                <a:defRPr sz="2000"/>
              </a:lvl1pPr>
            </a:lstStyle>
            <a:p>
              <a:pPr/>
              <a:r>
                <a:t>4</a:t>
              </a:r>
            </a:p>
          </p:txBody>
        </p:sp>
        <p:sp>
          <p:nvSpPr>
            <p:cNvPr id="1869" name="1"/>
            <p:cNvSpPr txBox="1"/>
            <p:nvPr/>
          </p:nvSpPr>
          <p:spPr>
            <a:xfrm rot="20634000">
              <a:off x="3449248" y="943258"/>
              <a:ext cx="299100" cy="3829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algn="ctr">
                <a:defRPr sz="2000"/>
              </a:lvl1pPr>
            </a:lstStyle>
            <a:p>
              <a:pPr/>
              <a:r>
                <a:t>1</a:t>
              </a:r>
            </a:p>
          </p:txBody>
        </p:sp>
        <p:sp>
          <p:nvSpPr>
            <p:cNvPr id="1870" name="3"/>
            <p:cNvSpPr txBox="1"/>
            <p:nvPr/>
          </p:nvSpPr>
          <p:spPr>
            <a:xfrm>
              <a:off x="2190101" y="0"/>
              <a:ext cx="299100" cy="3829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algn="ctr">
                <a:defRPr sz="2000"/>
              </a:lvl1pPr>
            </a:lstStyle>
            <a:p>
              <a:pPr/>
              <a:r>
                <a:t>3</a:t>
              </a:r>
            </a:p>
          </p:txBody>
        </p:sp>
        <p:sp>
          <p:nvSpPr>
            <p:cNvPr id="1871" name="3"/>
            <p:cNvSpPr txBox="1"/>
            <p:nvPr/>
          </p:nvSpPr>
          <p:spPr>
            <a:xfrm rot="18900000">
              <a:off x="1928835" y="930005"/>
              <a:ext cx="299100" cy="3829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algn="ctr">
                <a:defRPr sz="2000"/>
              </a:lvl1pPr>
            </a:lstStyle>
            <a:p>
              <a:pPr/>
              <a:r>
                <a:t>3</a:t>
              </a:r>
            </a:p>
          </p:txBody>
        </p:sp>
        <p:grpSp>
          <p:nvGrpSpPr>
            <p:cNvPr id="1874" name="成组"/>
            <p:cNvGrpSpPr/>
            <p:nvPr/>
          </p:nvGrpSpPr>
          <p:grpSpPr>
            <a:xfrm>
              <a:off x="4181230" y="947384"/>
              <a:ext cx="454661" cy="454661"/>
              <a:chOff x="0" y="0"/>
              <a:chExt cx="454659" cy="454659"/>
            </a:xfrm>
          </p:grpSpPr>
          <p:sp>
            <p:nvSpPr>
              <p:cNvPr id="1872" name="圆形"/>
              <p:cNvSpPr/>
              <p:nvPr/>
            </p:nvSpPr>
            <p:spPr>
              <a:xfrm>
                <a:off x="0" y="0"/>
                <a:ext cx="454660" cy="454660"/>
              </a:xfrm>
              <a:prstGeom prst="ellipse">
                <a:avLst/>
              </a:prstGeom>
              <a:solidFill>
                <a:srgbClr val="FFFFFF"/>
              </a:solidFill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873" name="f"/>
              <p:cNvSpPr txBox="1"/>
              <p:nvPr/>
            </p:nvSpPr>
            <p:spPr>
              <a:xfrm>
                <a:off x="66350" y="35874"/>
                <a:ext cx="256684" cy="38291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>
                  <a:defRPr sz="2000"/>
                </a:lvl1pPr>
              </a:lstStyle>
              <a:p>
                <a:pPr/>
                <a:r>
                  <a:t>f</a:t>
                </a:r>
              </a:p>
            </p:txBody>
          </p:sp>
        </p:grpSp>
        <p:sp>
          <p:nvSpPr>
            <p:cNvPr id="1875" name="线条"/>
            <p:cNvSpPr/>
            <p:nvPr/>
          </p:nvSpPr>
          <p:spPr>
            <a:xfrm>
              <a:off x="3276698" y="517533"/>
              <a:ext cx="928739" cy="536208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  <a:tailEnd type="arrow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876" name="线条"/>
            <p:cNvSpPr/>
            <p:nvPr/>
          </p:nvSpPr>
          <p:spPr>
            <a:xfrm flipH="1">
              <a:off x="3276697" y="1275209"/>
              <a:ext cx="928740" cy="536208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  <a:headEnd type="arrow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grpSp>
          <p:nvGrpSpPr>
            <p:cNvPr id="1879" name="成组"/>
            <p:cNvGrpSpPr/>
            <p:nvPr/>
          </p:nvGrpSpPr>
          <p:grpSpPr>
            <a:xfrm>
              <a:off x="0" y="947384"/>
              <a:ext cx="454660" cy="454661"/>
              <a:chOff x="0" y="0"/>
              <a:chExt cx="454659" cy="454659"/>
            </a:xfrm>
          </p:grpSpPr>
          <p:sp>
            <p:nvSpPr>
              <p:cNvPr id="1877" name="圆形"/>
              <p:cNvSpPr/>
              <p:nvPr/>
            </p:nvSpPr>
            <p:spPr>
              <a:xfrm>
                <a:off x="0" y="0"/>
                <a:ext cx="454660" cy="454660"/>
              </a:xfrm>
              <a:prstGeom prst="ellipse">
                <a:avLst/>
              </a:prstGeom>
              <a:solidFill>
                <a:srgbClr val="FFFFFF"/>
              </a:solidFill>
              <a:ln w="127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R="57798" defTabSz="1295400">
                  <a:spcBef>
                    <a:spcPts val="1900"/>
                  </a:spcBef>
                  <a:defRPr sz="2400">
                    <a:uFill>
                      <a:solidFill>
                        <a:srgbClr val="000000"/>
                      </a:solidFill>
                    </a:uFill>
                  </a:defRPr>
                </a:pPr>
              </a:p>
            </p:txBody>
          </p:sp>
          <p:sp>
            <p:nvSpPr>
              <p:cNvPr id="1878" name="a"/>
              <p:cNvSpPr txBox="1"/>
              <p:nvPr/>
            </p:nvSpPr>
            <p:spPr>
              <a:xfrm>
                <a:off x="66350" y="35874"/>
                <a:ext cx="284837" cy="38291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>
                  <a:defRPr sz="2000"/>
                </a:lvl1pPr>
              </a:lstStyle>
              <a:p>
                <a:pPr/>
                <a:r>
                  <a:t>a</a:t>
                </a:r>
              </a:p>
            </p:txBody>
          </p:sp>
        </p:grpSp>
        <p:sp>
          <p:nvSpPr>
            <p:cNvPr id="1880" name="线条"/>
            <p:cNvSpPr/>
            <p:nvPr/>
          </p:nvSpPr>
          <p:spPr>
            <a:xfrm>
              <a:off x="388843" y="1329487"/>
              <a:ext cx="928740" cy="536208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  <a:tailEnd type="arrow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881" name="线条"/>
            <p:cNvSpPr/>
            <p:nvPr/>
          </p:nvSpPr>
          <p:spPr>
            <a:xfrm flipH="1">
              <a:off x="426943" y="517594"/>
              <a:ext cx="928740" cy="536209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  <a:headEnd type="arrow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882" name="线条"/>
            <p:cNvSpPr/>
            <p:nvPr/>
          </p:nvSpPr>
          <p:spPr>
            <a:xfrm flipV="1">
              <a:off x="1764084" y="1150578"/>
              <a:ext cx="2424387" cy="698828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  <a:tailEnd type="arrow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marR="57798" defTabSz="1295400">
                <a:spcBef>
                  <a:spcPts val="1900"/>
                </a:spcBef>
                <a:defRPr sz="2400">
                  <a:uFill>
                    <a:solidFill>
                      <a:srgbClr val="000000"/>
                    </a:solidFill>
                  </a:uFill>
                </a:defRPr>
              </a:pPr>
            </a:p>
          </p:txBody>
        </p:sp>
        <p:sp>
          <p:nvSpPr>
            <p:cNvPr id="1883" name="1"/>
            <p:cNvSpPr txBox="1"/>
            <p:nvPr/>
          </p:nvSpPr>
          <p:spPr>
            <a:xfrm>
              <a:off x="2781362" y="978562"/>
              <a:ext cx="299100" cy="3829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algn="ctr">
                <a:defRPr sz="2000"/>
              </a:lvl1pPr>
            </a:lstStyle>
            <a:p>
              <a:pPr/>
              <a:r>
                <a:t>1</a:t>
              </a:r>
            </a:p>
          </p:txBody>
        </p:sp>
        <p:sp>
          <p:nvSpPr>
            <p:cNvPr id="1884" name="1"/>
            <p:cNvSpPr txBox="1"/>
            <p:nvPr/>
          </p:nvSpPr>
          <p:spPr>
            <a:xfrm rot="19800000">
              <a:off x="3665148" y="1545835"/>
              <a:ext cx="299100" cy="3829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algn="ctr">
                <a:defRPr sz="2000"/>
              </a:lvl1pPr>
            </a:lstStyle>
            <a:p>
              <a:pPr/>
              <a:r>
                <a:t>1</a:t>
              </a:r>
            </a:p>
          </p:txBody>
        </p:sp>
        <p:sp>
          <p:nvSpPr>
            <p:cNvPr id="1885" name="3"/>
            <p:cNvSpPr txBox="1"/>
            <p:nvPr/>
          </p:nvSpPr>
          <p:spPr>
            <a:xfrm rot="1800000">
              <a:off x="3500048" y="325412"/>
              <a:ext cx="299100" cy="3829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algn="ctr">
                <a:defRPr sz="2000"/>
              </a:lvl1pPr>
            </a:lstStyle>
            <a:p>
              <a:pPr/>
              <a:r>
                <a:t>3</a:t>
              </a:r>
            </a:p>
          </p:txBody>
        </p:sp>
        <p:sp>
          <p:nvSpPr>
            <p:cNvPr id="1886" name="2"/>
            <p:cNvSpPr txBox="1"/>
            <p:nvPr/>
          </p:nvSpPr>
          <p:spPr>
            <a:xfrm rot="19800000">
              <a:off x="556298" y="491467"/>
              <a:ext cx="299100" cy="3829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algn="ctr">
                <a:defRPr sz="2000"/>
              </a:lvl1pPr>
            </a:lstStyle>
            <a:p>
              <a:pPr/>
              <a:r>
                <a:t>2</a:t>
              </a:r>
            </a:p>
          </p:txBody>
        </p:sp>
        <p:sp>
          <p:nvSpPr>
            <p:cNvPr id="1887" name="5"/>
            <p:cNvSpPr txBox="1"/>
            <p:nvPr/>
          </p:nvSpPr>
          <p:spPr>
            <a:xfrm rot="18000000">
              <a:off x="559590" y="1530718"/>
              <a:ext cx="299100" cy="3829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algn="ctr">
                <a:defRPr sz="2000"/>
              </a:lvl1pPr>
            </a:lstStyle>
            <a:p>
              <a:pPr/>
              <a:r>
                <a:t>5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Helvetica"/>
        <a:ea typeface="Helvetica"/>
        <a:cs typeface="Helvetica"/>
      </a:majorFont>
      <a:minorFont>
        <a:latin typeface="Lucida Grande"/>
        <a:ea typeface="Lucida Grande"/>
        <a:cs typeface="Lucida Grande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57798" indent="57798" algn="l" defTabSz="1295400" rtl="0" fontAlgn="auto" latinLnBrk="0" hangingPunct="0">
          <a:lnSpc>
            <a:spcPct val="100000"/>
          </a:lnSpc>
          <a:spcBef>
            <a:spcPts val="19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400" u="none" kumimoji="0" normalizeH="0">
            <a:ln>
              <a:noFill/>
            </a:ln>
            <a:solidFill>
              <a:srgbClr val="000000"/>
            </a:solidFill>
            <a:effectLst/>
            <a:uFill>
              <a:solidFill>
                <a:srgbClr val="000000"/>
              </a:solidFill>
            </a:uFill>
            <a:latin typeface="Times New Roman"/>
            <a:ea typeface="Times New Roman"/>
            <a:cs typeface="Times New Roman"/>
            <a:sym typeface="Times New Roman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57798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0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Times New Roman"/>
            <a:ea typeface="Times New Roman"/>
            <a:cs typeface="Times New Roman"/>
            <a:sym typeface="Times New Roman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Helvetica"/>
        <a:ea typeface="Helvetica"/>
        <a:cs typeface="Helvetica"/>
      </a:majorFont>
      <a:minorFont>
        <a:latin typeface="Lucida Grande"/>
        <a:ea typeface="Lucida Grande"/>
        <a:cs typeface="Lucida Grande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57798" indent="57798" algn="l" defTabSz="1295400" rtl="0" fontAlgn="auto" latinLnBrk="0" hangingPunct="0">
          <a:lnSpc>
            <a:spcPct val="100000"/>
          </a:lnSpc>
          <a:spcBef>
            <a:spcPts val="19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400" u="none" kumimoji="0" normalizeH="0">
            <a:ln>
              <a:noFill/>
            </a:ln>
            <a:solidFill>
              <a:srgbClr val="000000"/>
            </a:solidFill>
            <a:effectLst/>
            <a:uFill>
              <a:solidFill>
                <a:srgbClr val="000000"/>
              </a:solidFill>
            </a:uFill>
            <a:latin typeface="Times New Roman"/>
            <a:ea typeface="Times New Roman"/>
            <a:cs typeface="Times New Roman"/>
            <a:sym typeface="Times New Roman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57798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0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Times New Roman"/>
            <a:ea typeface="Times New Roman"/>
            <a:cs typeface="Times New Roman"/>
            <a:sym typeface="Times New Roman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
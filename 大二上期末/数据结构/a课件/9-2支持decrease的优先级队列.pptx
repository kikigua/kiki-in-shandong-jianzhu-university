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400">
        <a:latin typeface="+mn-lt"/>
        <a:ea typeface="+mn-ea"/>
        <a:cs typeface="+mn-cs"/>
        <a:sym typeface="Lucida Grande"/>
      </a:defRPr>
    </a:lvl1pPr>
    <a:lvl2pPr indent="228600" defTabSz="457200" latinLnBrk="0">
      <a:defRPr sz="1400">
        <a:latin typeface="+mn-lt"/>
        <a:ea typeface="+mn-ea"/>
        <a:cs typeface="+mn-cs"/>
        <a:sym typeface="Lucida Grande"/>
      </a:defRPr>
    </a:lvl2pPr>
    <a:lvl3pPr indent="457200" defTabSz="457200" latinLnBrk="0">
      <a:defRPr sz="1400">
        <a:latin typeface="+mn-lt"/>
        <a:ea typeface="+mn-ea"/>
        <a:cs typeface="+mn-cs"/>
        <a:sym typeface="Lucida Grande"/>
      </a:defRPr>
    </a:lvl3pPr>
    <a:lvl4pPr indent="685800" defTabSz="457200" latinLnBrk="0">
      <a:defRPr sz="1400">
        <a:latin typeface="+mn-lt"/>
        <a:ea typeface="+mn-ea"/>
        <a:cs typeface="+mn-cs"/>
        <a:sym typeface="Lucida Grande"/>
      </a:defRPr>
    </a:lvl4pPr>
    <a:lvl5pPr indent="914400" defTabSz="457200" latinLnBrk="0">
      <a:defRPr sz="1400">
        <a:latin typeface="+mn-lt"/>
        <a:ea typeface="+mn-ea"/>
        <a:cs typeface="+mn-cs"/>
        <a:sym typeface="Lucida Grande"/>
      </a:defRPr>
    </a:lvl5pPr>
    <a:lvl6pPr indent="1143000" defTabSz="457200" latinLnBrk="0">
      <a:defRPr sz="1400">
        <a:latin typeface="+mn-lt"/>
        <a:ea typeface="+mn-ea"/>
        <a:cs typeface="+mn-cs"/>
        <a:sym typeface="Lucida Grande"/>
      </a:defRPr>
    </a:lvl6pPr>
    <a:lvl7pPr indent="1371600" defTabSz="457200" latinLnBrk="0">
      <a:defRPr sz="1400">
        <a:latin typeface="+mn-lt"/>
        <a:ea typeface="+mn-ea"/>
        <a:cs typeface="+mn-cs"/>
        <a:sym typeface="Lucida Grande"/>
      </a:defRPr>
    </a:lvl7pPr>
    <a:lvl8pPr indent="1600200" defTabSz="457200" latinLnBrk="0">
      <a:defRPr sz="1400">
        <a:latin typeface="+mn-lt"/>
        <a:ea typeface="+mn-ea"/>
        <a:cs typeface="+mn-cs"/>
        <a:sym typeface="Lucida Grande"/>
      </a:defRPr>
    </a:lvl8pPr>
    <a:lvl9pPr indent="1828800" defTabSz="457200" latinLnBrk="0">
      <a:defRPr sz="14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38" marR="57798" indent="-34289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17207" marR="57798" indent="-31936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65281" marR="57798" indent="-310242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070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42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希望最小优先级队列支持decrease操作，即减少某个数据的值"/>
          <p:cNvSpPr txBox="1"/>
          <p:nvPr/>
        </p:nvSpPr>
        <p:spPr>
          <a:xfrm>
            <a:off x="843098" y="1746543"/>
            <a:ext cx="1024627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希望最小优先级队列支持decrease操作，即减少某个数据的值</a:t>
            </a:r>
          </a:p>
        </p:txBody>
      </p:sp>
      <p:sp>
        <p:nvSpPr>
          <p:cNvPr id="31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背景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偶堆(paring heap)</a:t>
            </a:r>
          </a:p>
        </p:txBody>
      </p:sp>
      <p:grpSp>
        <p:nvGrpSpPr>
          <p:cNvPr id="101" name="成组"/>
          <p:cNvGrpSpPr/>
          <p:nvPr/>
        </p:nvGrpSpPr>
        <p:grpSpPr>
          <a:xfrm>
            <a:off x="1214874" y="2834961"/>
            <a:ext cx="9753602" cy="4605868"/>
            <a:chOff x="0" y="0"/>
            <a:chExt cx="9753600" cy="4605866"/>
          </a:xfrm>
        </p:grpSpPr>
        <p:grpSp>
          <p:nvGrpSpPr>
            <p:cNvPr id="36" name="成组"/>
            <p:cNvGrpSpPr/>
            <p:nvPr/>
          </p:nvGrpSpPr>
          <p:grpSpPr>
            <a:xfrm>
              <a:off x="6844679" y="2889955"/>
              <a:ext cx="541868" cy="541868"/>
              <a:chOff x="0" y="0"/>
              <a:chExt cx="541866" cy="541866"/>
            </a:xfrm>
          </p:grpSpPr>
          <p:sp>
            <p:nvSpPr>
              <p:cNvPr id="3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" name="23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39" name="成组"/>
            <p:cNvGrpSpPr/>
            <p:nvPr/>
          </p:nvGrpSpPr>
          <p:grpSpPr>
            <a:xfrm>
              <a:off x="4569742" y="0"/>
              <a:ext cx="541868" cy="541867"/>
              <a:chOff x="0" y="0"/>
              <a:chExt cx="541866" cy="541866"/>
            </a:xfrm>
          </p:grpSpPr>
          <p:sp>
            <p:nvSpPr>
              <p:cNvPr id="3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" name="1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42" name="成组"/>
            <p:cNvGrpSpPr/>
            <p:nvPr/>
          </p:nvGrpSpPr>
          <p:grpSpPr>
            <a:xfrm>
              <a:off x="0" y="1724942"/>
              <a:ext cx="541867" cy="541867"/>
              <a:chOff x="0" y="0"/>
              <a:chExt cx="541866" cy="541866"/>
            </a:xfrm>
          </p:grpSpPr>
          <p:sp>
            <p:nvSpPr>
              <p:cNvPr id="4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45" name="成组"/>
            <p:cNvGrpSpPr/>
            <p:nvPr/>
          </p:nvGrpSpPr>
          <p:grpSpPr>
            <a:xfrm>
              <a:off x="1571413" y="1724942"/>
              <a:ext cx="541868" cy="541867"/>
              <a:chOff x="0" y="0"/>
              <a:chExt cx="541866" cy="541866"/>
            </a:xfrm>
          </p:grpSpPr>
          <p:sp>
            <p:nvSpPr>
              <p:cNvPr id="4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" name="6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8" name="成组"/>
            <p:cNvGrpSpPr/>
            <p:nvPr/>
          </p:nvGrpSpPr>
          <p:grpSpPr>
            <a:xfrm>
              <a:off x="3700949" y="1724942"/>
              <a:ext cx="541867" cy="541867"/>
              <a:chOff x="0" y="0"/>
              <a:chExt cx="541866" cy="541866"/>
            </a:xfrm>
          </p:grpSpPr>
          <p:sp>
            <p:nvSpPr>
              <p:cNvPr id="4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1" name="成组"/>
            <p:cNvGrpSpPr/>
            <p:nvPr/>
          </p:nvGrpSpPr>
          <p:grpSpPr>
            <a:xfrm>
              <a:off x="5380736" y="1724942"/>
              <a:ext cx="543674" cy="541867"/>
              <a:chOff x="-1806" y="0"/>
              <a:chExt cx="543673" cy="541866"/>
            </a:xfrm>
          </p:grpSpPr>
          <p:sp>
            <p:nvSpPr>
              <p:cNvPr id="4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" name="10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54" name="成组"/>
            <p:cNvGrpSpPr/>
            <p:nvPr/>
          </p:nvGrpSpPr>
          <p:grpSpPr>
            <a:xfrm>
              <a:off x="7603292" y="1724942"/>
              <a:ext cx="541868" cy="541867"/>
              <a:chOff x="0" y="0"/>
              <a:chExt cx="541866" cy="541866"/>
            </a:xfrm>
          </p:grpSpPr>
          <p:sp>
            <p:nvSpPr>
              <p:cNvPr id="5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" name="8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57" name="成组"/>
            <p:cNvGrpSpPr/>
            <p:nvPr/>
          </p:nvGrpSpPr>
          <p:grpSpPr>
            <a:xfrm>
              <a:off x="9209927" y="1724942"/>
              <a:ext cx="543674" cy="541867"/>
              <a:chOff x="-1806" y="0"/>
              <a:chExt cx="543673" cy="541866"/>
            </a:xfrm>
          </p:grpSpPr>
          <p:sp>
            <p:nvSpPr>
              <p:cNvPr id="5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" name="12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60" name="成组"/>
            <p:cNvGrpSpPr/>
            <p:nvPr/>
          </p:nvGrpSpPr>
          <p:grpSpPr>
            <a:xfrm>
              <a:off x="776675" y="2889955"/>
              <a:ext cx="541868" cy="541868"/>
              <a:chOff x="0" y="0"/>
              <a:chExt cx="541866" cy="541866"/>
            </a:xfrm>
          </p:grpSpPr>
          <p:sp>
            <p:nvSpPr>
              <p:cNvPr id="5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" name="7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63" name="成组"/>
            <p:cNvGrpSpPr/>
            <p:nvPr/>
          </p:nvGrpSpPr>
          <p:grpSpPr>
            <a:xfrm>
              <a:off x="1569607" y="2889955"/>
              <a:ext cx="543674" cy="541868"/>
              <a:chOff x="-1806" y="0"/>
              <a:chExt cx="543673" cy="541866"/>
            </a:xfrm>
          </p:grpSpPr>
          <p:sp>
            <p:nvSpPr>
              <p:cNvPr id="6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" name="11"/>
              <p:cNvSpPr txBox="1"/>
              <p:nvPr/>
            </p:nvSpPr>
            <p:spPr>
              <a:xfrm>
                <a:off x="-1807" y="39518"/>
                <a:ext cx="484030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66" name="成组"/>
            <p:cNvGrpSpPr/>
            <p:nvPr/>
          </p:nvGrpSpPr>
          <p:grpSpPr>
            <a:xfrm>
              <a:off x="2348089" y="2889955"/>
              <a:ext cx="541867" cy="541868"/>
              <a:chOff x="0" y="0"/>
              <a:chExt cx="541866" cy="541866"/>
            </a:xfrm>
          </p:grpSpPr>
          <p:sp>
            <p:nvSpPr>
              <p:cNvPr id="6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" name="9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69" name="成组"/>
            <p:cNvGrpSpPr/>
            <p:nvPr/>
          </p:nvGrpSpPr>
          <p:grpSpPr>
            <a:xfrm>
              <a:off x="3700949" y="2889955"/>
              <a:ext cx="543674" cy="541868"/>
              <a:chOff x="-1806" y="0"/>
              <a:chExt cx="543673" cy="541866"/>
            </a:xfrm>
          </p:grpSpPr>
          <p:sp>
            <p:nvSpPr>
              <p:cNvPr id="6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grpSp>
          <p:nvGrpSpPr>
            <p:cNvPr id="72" name="成组"/>
            <p:cNvGrpSpPr/>
            <p:nvPr/>
          </p:nvGrpSpPr>
          <p:grpSpPr>
            <a:xfrm>
              <a:off x="4623929" y="2889955"/>
              <a:ext cx="541867" cy="541868"/>
              <a:chOff x="0" y="0"/>
              <a:chExt cx="541866" cy="541866"/>
            </a:xfrm>
          </p:grpSpPr>
          <p:sp>
            <p:nvSpPr>
              <p:cNvPr id="7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" name="17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75" name="成组"/>
            <p:cNvGrpSpPr/>
            <p:nvPr/>
          </p:nvGrpSpPr>
          <p:grpSpPr>
            <a:xfrm>
              <a:off x="6149904" y="2889955"/>
              <a:ext cx="541868" cy="541868"/>
              <a:chOff x="0" y="0"/>
              <a:chExt cx="541866" cy="541866"/>
            </a:xfrm>
          </p:grpSpPr>
          <p:sp>
            <p:nvSpPr>
              <p:cNvPr id="7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" name="1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78" name="成组"/>
            <p:cNvGrpSpPr/>
            <p:nvPr/>
          </p:nvGrpSpPr>
          <p:grpSpPr>
            <a:xfrm>
              <a:off x="4623929" y="4064000"/>
              <a:ext cx="541867" cy="541867"/>
              <a:chOff x="0" y="0"/>
              <a:chExt cx="541866" cy="541866"/>
            </a:xfrm>
          </p:grpSpPr>
          <p:sp>
            <p:nvSpPr>
              <p:cNvPr id="7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" name="19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19</a:t>
                </a:r>
              </a:p>
            </p:txBody>
          </p:sp>
        </p:grpSp>
        <p:grpSp>
          <p:nvGrpSpPr>
            <p:cNvPr id="81" name="成组"/>
            <p:cNvGrpSpPr/>
            <p:nvPr/>
          </p:nvGrpSpPr>
          <p:grpSpPr>
            <a:xfrm>
              <a:off x="8361905" y="2889955"/>
              <a:ext cx="541868" cy="541868"/>
              <a:chOff x="0" y="0"/>
              <a:chExt cx="541866" cy="541866"/>
            </a:xfrm>
          </p:grpSpPr>
          <p:sp>
            <p:nvSpPr>
              <p:cNvPr id="7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" name="2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grpSp>
          <p:nvGrpSpPr>
            <p:cNvPr id="84" name="成组"/>
            <p:cNvGrpSpPr/>
            <p:nvPr/>
          </p:nvGrpSpPr>
          <p:grpSpPr>
            <a:xfrm>
              <a:off x="9208121" y="2889955"/>
              <a:ext cx="543674" cy="541868"/>
              <a:chOff x="-1806" y="0"/>
              <a:chExt cx="543673" cy="541866"/>
            </a:xfrm>
          </p:grpSpPr>
          <p:sp>
            <p:nvSpPr>
              <p:cNvPr id="8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" name="13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85" name="线条"/>
            <p:cNvSpPr/>
            <p:nvPr/>
          </p:nvSpPr>
          <p:spPr>
            <a:xfrm flipV="1">
              <a:off x="1842346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" name="线条"/>
            <p:cNvSpPr/>
            <p:nvPr/>
          </p:nvSpPr>
          <p:spPr>
            <a:xfrm flipV="1">
              <a:off x="1076842" y="2113280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" name="线条"/>
            <p:cNvSpPr/>
            <p:nvPr/>
          </p:nvSpPr>
          <p:spPr>
            <a:xfrm>
              <a:off x="2097499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" name="线条"/>
            <p:cNvSpPr/>
            <p:nvPr/>
          </p:nvSpPr>
          <p:spPr>
            <a:xfrm flipV="1">
              <a:off x="7094084" y="2113152"/>
              <a:ext cx="530697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" name="线条"/>
            <p:cNvSpPr/>
            <p:nvPr/>
          </p:nvSpPr>
          <p:spPr>
            <a:xfrm>
              <a:off x="8114742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" name="线条"/>
            <p:cNvSpPr/>
            <p:nvPr/>
          </p:nvSpPr>
          <p:spPr>
            <a:xfrm flipV="1">
              <a:off x="4877088" y="2113152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" name="线条"/>
            <p:cNvSpPr/>
            <p:nvPr/>
          </p:nvSpPr>
          <p:spPr>
            <a:xfrm>
              <a:off x="5897745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" name="线条"/>
            <p:cNvSpPr/>
            <p:nvPr/>
          </p:nvSpPr>
          <p:spPr>
            <a:xfrm flipV="1">
              <a:off x="3973689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" name="线条"/>
            <p:cNvSpPr/>
            <p:nvPr/>
          </p:nvSpPr>
          <p:spPr>
            <a:xfrm flipV="1">
              <a:off x="9502581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" name="线条"/>
            <p:cNvSpPr/>
            <p:nvPr/>
          </p:nvSpPr>
          <p:spPr>
            <a:xfrm flipV="1">
              <a:off x="4894862" y="3431822"/>
              <a:ext cx="1" cy="6355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" name="线条"/>
            <p:cNvSpPr/>
            <p:nvPr/>
          </p:nvSpPr>
          <p:spPr>
            <a:xfrm>
              <a:off x="5097127" y="390656"/>
              <a:ext cx="4337633" cy="13251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" name="线条"/>
            <p:cNvSpPr/>
            <p:nvPr/>
          </p:nvSpPr>
          <p:spPr>
            <a:xfrm>
              <a:off x="5051417" y="444796"/>
              <a:ext cx="2811091" cy="126329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" name="线条"/>
            <p:cNvSpPr/>
            <p:nvPr/>
          </p:nvSpPr>
          <p:spPr>
            <a:xfrm flipV="1">
              <a:off x="4008779" y="507917"/>
              <a:ext cx="681927" cy="121703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" name="线条"/>
            <p:cNvSpPr/>
            <p:nvPr/>
          </p:nvSpPr>
          <p:spPr>
            <a:xfrm>
              <a:off x="4960200" y="507922"/>
              <a:ext cx="682721" cy="121659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" name="线条"/>
            <p:cNvSpPr/>
            <p:nvPr/>
          </p:nvSpPr>
          <p:spPr>
            <a:xfrm flipV="1">
              <a:off x="1829626" y="444746"/>
              <a:ext cx="2811070" cy="12633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" name="线条"/>
            <p:cNvSpPr/>
            <p:nvPr/>
          </p:nvSpPr>
          <p:spPr>
            <a:xfrm flipV="1">
              <a:off x="268285" y="389721"/>
              <a:ext cx="4337348" cy="132606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02" name="偶堆是满足堆条件的m叉树，即将二叉树扩展成m叉树。"/>
          <p:cNvSpPr txBox="1"/>
          <p:nvPr/>
        </p:nvSpPr>
        <p:spPr>
          <a:xfrm>
            <a:off x="285779" y="1484276"/>
            <a:ext cx="948539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偶堆是满足堆条件的</a:t>
            </a:r>
            <a:r>
              <a:rPr i="1"/>
              <a:t>m</a:t>
            </a:r>
            <a:r>
              <a:t>叉树，即将二叉树扩展成</a:t>
            </a:r>
            <a:r>
              <a:rPr i="1"/>
              <a:t>m</a:t>
            </a:r>
            <a:r>
              <a:t>叉树。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181" name="成组"/>
          <p:cNvGrpSpPr/>
          <p:nvPr/>
        </p:nvGrpSpPr>
        <p:grpSpPr>
          <a:xfrm>
            <a:off x="400032" y="4045908"/>
            <a:ext cx="12159582" cy="4605868"/>
            <a:chOff x="0" y="0"/>
            <a:chExt cx="12159580" cy="4605866"/>
          </a:xfrm>
        </p:grpSpPr>
        <p:grpSp>
          <p:nvGrpSpPr>
            <p:cNvPr id="107" name="成组"/>
            <p:cNvGrpSpPr/>
            <p:nvPr/>
          </p:nvGrpSpPr>
          <p:grpSpPr>
            <a:xfrm>
              <a:off x="5819739" y="0"/>
              <a:ext cx="541868" cy="541867"/>
              <a:chOff x="0" y="0"/>
              <a:chExt cx="541866" cy="541866"/>
            </a:xfrm>
          </p:grpSpPr>
          <p:sp>
            <p:nvSpPr>
              <p:cNvPr id="10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" name="1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110" name="成组"/>
            <p:cNvGrpSpPr/>
            <p:nvPr/>
          </p:nvGrpSpPr>
          <p:grpSpPr>
            <a:xfrm>
              <a:off x="1461042" y="1724942"/>
              <a:ext cx="541868" cy="541867"/>
              <a:chOff x="0" y="0"/>
              <a:chExt cx="541866" cy="541866"/>
            </a:xfrm>
          </p:grpSpPr>
          <p:sp>
            <p:nvSpPr>
              <p:cNvPr id="10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126" name="成组"/>
            <p:cNvGrpSpPr/>
            <p:nvPr/>
          </p:nvGrpSpPr>
          <p:grpSpPr>
            <a:xfrm>
              <a:off x="2919681" y="1724942"/>
              <a:ext cx="2113281" cy="1706881"/>
              <a:chOff x="0" y="0"/>
              <a:chExt cx="2113280" cy="1706880"/>
            </a:xfrm>
          </p:grpSpPr>
          <p:grpSp>
            <p:nvGrpSpPr>
              <p:cNvPr id="113" name="成组"/>
              <p:cNvGrpSpPr/>
              <p:nvPr/>
            </p:nvGrpSpPr>
            <p:grpSpPr>
              <a:xfrm>
                <a:off x="794737" y="0"/>
                <a:ext cx="541868" cy="541867"/>
                <a:chOff x="0" y="0"/>
                <a:chExt cx="541866" cy="541866"/>
              </a:xfrm>
            </p:grpSpPr>
            <p:sp>
              <p:nvSpPr>
                <p:cNvPr id="111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2" name="6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116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114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" name="7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119" name="成组"/>
              <p:cNvGrpSpPr/>
              <p:nvPr/>
            </p:nvGrpSpPr>
            <p:grpSpPr>
              <a:xfrm>
                <a:off x="792931" y="1165013"/>
                <a:ext cx="543674" cy="541868"/>
                <a:chOff x="-1806" y="0"/>
                <a:chExt cx="543673" cy="541866"/>
              </a:xfrm>
            </p:grpSpPr>
            <p:sp>
              <p:nvSpPr>
                <p:cNvPr id="117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" name="11"/>
                <p:cNvSpPr txBox="1"/>
                <p:nvPr/>
              </p:nvSpPr>
              <p:spPr>
                <a:xfrm>
                  <a:off x="-1807" y="39518"/>
                  <a:ext cx="484030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  <p:grpSp>
            <p:nvGrpSpPr>
              <p:cNvPr id="122" name="成组"/>
              <p:cNvGrpSpPr/>
              <p:nvPr/>
            </p:nvGrpSpPr>
            <p:grpSpPr>
              <a:xfrm>
                <a:off x="1571413" y="1165013"/>
                <a:ext cx="541868" cy="541868"/>
                <a:chOff x="0" y="0"/>
                <a:chExt cx="541866" cy="541866"/>
              </a:xfrm>
            </p:grpSpPr>
            <p:sp>
              <p:nvSpPr>
                <p:cNvPr id="12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" name="9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sp>
            <p:nvSpPr>
              <p:cNvPr id="123" name="线条"/>
              <p:cNvSpPr/>
              <p:nvPr/>
            </p:nvSpPr>
            <p:spPr>
              <a:xfrm flipV="1">
                <a:off x="1065671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4" name="线条"/>
              <p:cNvSpPr/>
              <p:nvPr/>
            </p:nvSpPr>
            <p:spPr>
              <a:xfrm flipV="1">
                <a:off x="300166" y="388337"/>
                <a:ext cx="530697" cy="7800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5" name="线条"/>
              <p:cNvSpPr/>
              <p:nvPr/>
            </p:nvSpPr>
            <p:spPr>
              <a:xfrm>
                <a:off x="1320824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38" name="成组"/>
            <p:cNvGrpSpPr/>
            <p:nvPr/>
          </p:nvGrpSpPr>
          <p:grpSpPr>
            <a:xfrm>
              <a:off x="9413220" y="1724942"/>
              <a:ext cx="2059094" cy="1706881"/>
              <a:chOff x="0" y="0"/>
              <a:chExt cx="2059093" cy="1706880"/>
            </a:xfrm>
          </p:grpSpPr>
          <p:grpSp>
            <p:nvGrpSpPr>
              <p:cNvPr id="129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127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8" name="23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23</a:t>
                  </a:r>
                </a:p>
              </p:txBody>
            </p:sp>
          </p:grpSp>
          <p:grpSp>
            <p:nvGrpSpPr>
              <p:cNvPr id="132" name="成组"/>
              <p:cNvGrpSpPr/>
              <p:nvPr/>
            </p:nvGrpSpPr>
            <p:grpSpPr>
              <a:xfrm>
                <a:off x="758613" y="0"/>
                <a:ext cx="541868" cy="541867"/>
                <a:chOff x="0" y="0"/>
                <a:chExt cx="541866" cy="541866"/>
              </a:xfrm>
            </p:grpSpPr>
            <p:sp>
              <p:nvSpPr>
                <p:cNvPr id="13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1" name="8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135" name="成组"/>
              <p:cNvGrpSpPr/>
              <p:nvPr/>
            </p:nvGrpSpPr>
            <p:grpSpPr>
              <a:xfrm>
                <a:off x="1517226" y="1165013"/>
                <a:ext cx="541868" cy="541868"/>
                <a:chOff x="0" y="0"/>
                <a:chExt cx="541866" cy="541866"/>
              </a:xfrm>
            </p:grpSpPr>
            <p:sp>
              <p:nvSpPr>
                <p:cNvPr id="13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34" name="2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25</a:t>
                  </a:r>
                </a:p>
              </p:txBody>
            </p:sp>
          </p:grpSp>
          <p:sp>
            <p:nvSpPr>
              <p:cNvPr id="136" name="线条"/>
              <p:cNvSpPr/>
              <p:nvPr/>
            </p:nvSpPr>
            <p:spPr>
              <a:xfrm flipV="1">
                <a:off x="249405" y="388210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" name="线条"/>
              <p:cNvSpPr/>
              <p:nvPr/>
            </p:nvSpPr>
            <p:spPr>
              <a:xfrm>
                <a:off x="1270062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46" name="成组"/>
            <p:cNvGrpSpPr/>
            <p:nvPr/>
          </p:nvGrpSpPr>
          <p:grpSpPr>
            <a:xfrm>
              <a:off x="5824209" y="1724942"/>
              <a:ext cx="543674" cy="1706881"/>
              <a:chOff x="0" y="0"/>
              <a:chExt cx="543673" cy="1706880"/>
            </a:xfrm>
          </p:grpSpPr>
          <p:grpSp>
            <p:nvGrpSpPr>
              <p:cNvPr id="141" name="成组"/>
              <p:cNvGrpSpPr/>
              <p:nvPr/>
            </p:nvGrpSpPr>
            <p:grpSpPr>
              <a:xfrm>
                <a:off x="0" y="0"/>
                <a:ext cx="541867" cy="541867"/>
                <a:chOff x="0" y="0"/>
                <a:chExt cx="541866" cy="541866"/>
              </a:xfrm>
            </p:grpSpPr>
            <p:sp>
              <p:nvSpPr>
                <p:cNvPr id="13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0" name="4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144" name="成组"/>
              <p:cNvGrpSpPr/>
              <p:nvPr/>
            </p:nvGrpSpPr>
            <p:grpSpPr>
              <a:xfrm>
                <a:off x="-1" y="1165013"/>
                <a:ext cx="543675" cy="541868"/>
                <a:chOff x="-1806" y="0"/>
                <a:chExt cx="543673" cy="541866"/>
              </a:xfrm>
            </p:grpSpPr>
            <p:sp>
              <p:nvSpPr>
                <p:cNvPr id="14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3" name="21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21</a:t>
                  </a:r>
                </a:p>
              </p:txBody>
            </p:sp>
          </p:grpSp>
          <p:sp>
            <p:nvSpPr>
              <p:cNvPr id="145" name="线条"/>
              <p:cNvSpPr/>
              <p:nvPr/>
            </p:nvSpPr>
            <p:spPr>
              <a:xfrm flipV="1">
                <a:off x="272739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54" name="成组"/>
            <p:cNvGrpSpPr/>
            <p:nvPr/>
          </p:nvGrpSpPr>
          <p:grpSpPr>
            <a:xfrm>
              <a:off x="11614101" y="1724942"/>
              <a:ext cx="545480" cy="1706881"/>
              <a:chOff x="0" y="0"/>
              <a:chExt cx="545478" cy="1706880"/>
            </a:xfrm>
          </p:grpSpPr>
          <p:grpSp>
            <p:nvGrpSpPr>
              <p:cNvPr id="149" name="成组"/>
              <p:cNvGrpSpPr/>
              <p:nvPr/>
            </p:nvGrpSpPr>
            <p:grpSpPr>
              <a:xfrm>
                <a:off x="1805" y="0"/>
                <a:ext cx="543674" cy="541867"/>
                <a:chOff x="-1806" y="0"/>
                <a:chExt cx="543673" cy="541866"/>
              </a:xfrm>
            </p:grpSpPr>
            <p:sp>
              <p:nvSpPr>
                <p:cNvPr id="147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48" name="12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12</a:t>
                  </a:r>
                </a:p>
              </p:txBody>
            </p:sp>
          </p:grpSp>
          <p:grpSp>
            <p:nvGrpSpPr>
              <p:cNvPr id="152" name="成组"/>
              <p:cNvGrpSpPr/>
              <p:nvPr/>
            </p:nvGrpSpPr>
            <p:grpSpPr>
              <a:xfrm>
                <a:off x="-1" y="1165013"/>
                <a:ext cx="543675" cy="541868"/>
                <a:chOff x="-1806" y="0"/>
                <a:chExt cx="543673" cy="541866"/>
              </a:xfrm>
            </p:grpSpPr>
            <p:sp>
              <p:nvSpPr>
                <p:cNvPr id="15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1" name="13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sp>
            <p:nvSpPr>
              <p:cNvPr id="153" name="线条"/>
              <p:cNvSpPr/>
              <p:nvPr/>
            </p:nvSpPr>
            <p:spPr>
              <a:xfrm flipV="1">
                <a:off x="294460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70" name="成组"/>
            <p:cNvGrpSpPr/>
            <p:nvPr/>
          </p:nvGrpSpPr>
          <p:grpSpPr>
            <a:xfrm>
              <a:off x="7246655" y="1724942"/>
              <a:ext cx="2067843" cy="2880925"/>
              <a:chOff x="0" y="0"/>
              <a:chExt cx="2067842" cy="2880924"/>
            </a:xfrm>
          </p:grpSpPr>
          <p:grpSp>
            <p:nvGrpSpPr>
              <p:cNvPr id="157" name="成组"/>
              <p:cNvGrpSpPr/>
              <p:nvPr/>
            </p:nvGrpSpPr>
            <p:grpSpPr>
              <a:xfrm>
                <a:off x="756807" y="0"/>
                <a:ext cx="543674" cy="541867"/>
                <a:chOff x="-1806" y="0"/>
                <a:chExt cx="543673" cy="541866"/>
              </a:xfrm>
            </p:grpSpPr>
            <p:sp>
              <p:nvSpPr>
                <p:cNvPr id="15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6" name="10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160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15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59" name="17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17</a:t>
                  </a:r>
                </a:p>
              </p:txBody>
            </p:sp>
          </p:grpSp>
          <p:grpSp>
            <p:nvGrpSpPr>
              <p:cNvPr id="163" name="成组"/>
              <p:cNvGrpSpPr/>
              <p:nvPr/>
            </p:nvGrpSpPr>
            <p:grpSpPr>
              <a:xfrm>
                <a:off x="1525975" y="1165013"/>
                <a:ext cx="541868" cy="541868"/>
                <a:chOff x="0" y="0"/>
                <a:chExt cx="541866" cy="541866"/>
              </a:xfrm>
            </p:grpSpPr>
            <p:sp>
              <p:nvSpPr>
                <p:cNvPr id="161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2" name="1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166" name="成组"/>
              <p:cNvGrpSpPr/>
              <p:nvPr/>
            </p:nvGrpSpPr>
            <p:grpSpPr>
              <a:xfrm>
                <a:off x="0" y="2339057"/>
                <a:ext cx="541867" cy="541868"/>
                <a:chOff x="0" y="0"/>
                <a:chExt cx="541866" cy="541866"/>
              </a:xfrm>
            </p:grpSpPr>
            <p:sp>
              <p:nvSpPr>
                <p:cNvPr id="164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65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167" name="线条"/>
              <p:cNvSpPr/>
              <p:nvPr/>
            </p:nvSpPr>
            <p:spPr>
              <a:xfrm flipV="1">
                <a:off x="253159" y="388210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" name="线条"/>
              <p:cNvSpPr/>
              <p:nvPr/>
            </p:nvSpPr>
            <p:spPr>
              <a:xfrm>
                <a:off x="1273816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9" name="线条"/>
              <p:cNvSpPr/>
              <p:nvPr/>
            </p:nvSpPr>
            <p:spPr>
              <a:xfrm flipV="1">
                <a:off x="270933" y="1706880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71" name="线条"/>
            <p:cNvSpPr/>
            <p:nvPr/>
          </p:nvSpPr>
          <p:spPr>
            <a:xfrm>
              <a:off x="6344691" y="354532"/>
              <a:ext cx="5419285" cy="140769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" name="线条"/>
            <p:cNvSpPr/>
            <p:nvPr/>
          </p:nvSpPr>
          <p:spPr>
            <a:xfrm>
              <a:off x="6316823" y="400936"/>
              <a:ext cx="3981694" cy="13871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" name="线条"/>
            <p:cNvSpPr/>
            <p:nvPr/>
          </p:nvSpPr>
          <p:spPr>
            <a:xfrm flipV="1">
              <a:off x="6103262" y="525979"/>
              <a:ext cx="1" cy="12170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" name="线条"/>
            <p:cNvSpPr/>
            <p:nvPr/>
          </p:nvSpPr>
          <p:spPr>
            <a:xfrm>
              <a:off x="6308806" y="443817"/>
              <a:ext cx="1896784" cy="128113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77" name="成组"/>
            <p:cNvGrpSpPr/>
            <p:nvPr/>
          </p:nvGrpSpPr>
          <p:grpSpPr>
            <a:xfrm>
              <a:off x="0" y="1724942"/>
              <a:ext cx="541867" cy="541867"/>
              <a:chOff x="0" y="0"/>
              <a:chExt cx="541866" cy="541866"/>
            </a:xfrm>
          </p:grpSpPr>
          <p:sp>
            <p:nvSpPr>
              <p:cNvPr id="17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6" name="5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178" name="线条"/>
            <p:cNvSpPr/>
            <p:nvPr/>
          </p:nvSpPr>
          <p:spPr>
            <a:xfrm flipV="1">
              <a:off x="3979528" y="443820"/>
              <a:ext cx="1897589" cy="12799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" name="线条"/>
            <p:cNvSpPr/>
            <p:nvPr/>
          </p:nvSpPr>
          <p:spPr>
            <a:xfrm flipV="1">
              <a:off x="1889772" y="400937"/>
              <a:ext cx="3981869" cy="138663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" name="线条"/>
            <p:cNvSpPr/>
            <p:nvPr/>
          </p:nvSpPr>
          <p:spPr>
            <a:xfrm flipV="1">
              <a:off x="417147" y="354530"/>
              <a:ext cx="5418330" cy="141137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84" name="成组"/>
          <p:cNvGrpSpPr/>
          <p:nvPr/>
        </p:nvGrpSpPr>
        <p:grpSpPr>
          <a:xfrm>
            <a:off x="6231466" y="1686530"/>
            <a:ext cx="541868" cy="541868"/>
            <a:chOff x="0" y="0"/>
            <a:chExt cx="541866" cy="541866"/>
          </a:xfrm>
        </p:grpSpPr>
        <p:sp>
          <p:nvSpPr>
            <p:cNvPr id="182" name="圆形"/>
            <p:cNvSpPr/>
            <p:nvPr/>
          </p:nvSpPr>
          <p:spPr>
            <a:xfrm>
              <a:off x="0" y="0"/>
              <a:ext cx="541867" cy="541867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72248" tIns="72248" rIns="72248" bIns="72248" numCol="1" anchor="ctr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" name="5"/>
            <p:cNvSpPr txBox="1"/>
            <p:nvPr/>
          </p:nvSpPr>
          <p:spPr>
            <a:xfrm>
              <a:off x="70442" y="39518"/>
              <a:ext cx="354698" cy="462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2248" tIns="72248" rIns="72248" bIns="72248" numCol="1" anchor="ctr">
              <a:spAutoFit/>
            </a:bodyPr>
            <a:lstStyle>
              <a:lvl1pPr marL="57799" marR="57799" indent="0" defTabSz="1300480">
                <a:spcBef>
                  <a:spcPts val="2200"/>
                </a:spcBef>
                <a:defRPr sz="22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85" name="插入操作：…"/>
          <p:cNvSpPr txBox="1"/>
          <p:nvPr/>
        </p:nvSpPr>
        <p:spPr>
          <a:xfrm>
            <a:off x="183895" y="1455868"/>
            <a:ext cx="4648850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插入操作：</a:t>
            </a:r>
          </a:p>
          <a:p>
            <a:pPr lvl="3">
              <a:lnSpc>
                <a:spcPct val="120000"/>
              </a:lnSpc>
            </a:pPr>
            <a:r>
              <a:t> 1、生成只有根结点的偶堆</a:t>
            </a:r>
          </a:p>
          <a:p>
            <a:pPr lvl="3">
              <a:lnSpc>
                <a:spcPct val="120000"/>
              </a:lnSpc>
            </a:pPr>
            <a:r>
              <a:t> 2、合并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256" name="成组"/>
          <p:cNvGrpSpPr/>
          <p:nvPr/>
        </p:nvGrpSpPr>
        <p:grpSpPr>
          <a:xfrm>
            <a:off x="582506" y="6089505"/>
            <a:ext cx="11794633" cy="3431824"/>
            <a:chOff x="0" y="0"/>
            <a:chExt cx="11794631" cy="3431822"/>
          </a:xfrm>
        </p:grpSpPr>
        <p:grpSp>
          <p:nvGrpSpPr>
            <p:cNvPr id="195" name="成组"/>
            <p:cNvGrpSpPr/>
            <p:nvPr/>
          </p:nvGrpSpPr>
          <p:grpSpPr>
            <a:xfrm>
              <a:off x="0" y="0"/>
              <a:ext cx="541867" cy="1715912"/>
              <a:chOff x="0" y="0"/>
              <a:chExt cx="541866" cy="1715911"/>
            </a:xfrm>
          </p:grpSpPr>
          <p:grpSp>
            <p:nvGrpSpPr>
              <p:cNvPr id="190" name="成组"/>
              <p:cNvGrpSpPr/>
              <p:nvPr/>
            </p:nvGrpSpPr>
            <p:grpSpPr>
              <a:xfrm>
                <a:off x="0" y="0"/>
                <a:ext cx="541867" cy="541867"/>
                <a:chOff x="0" y="0"/>
                <a:chExt cx="541866" cy="541866"/>
              </a:xfrm>
            </p:grpSpPr>
            <p:sp>
              <p:nvSpPr>
                <p:cNvPr id="18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9" name="3"/>
                <p:cNvSpPr txBox="1"/>
                <p:nvPr/>
              </p:nvSpPr>
              <p:spPr>
                <a:xfrm>
                  <a:off x="70442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193" name="成组"/>
              <p:cNvGrpSpPr/>
              <p:nvPr/>
            </p:nvGrpSpPr>
            <p:grpSpPr>
              <a:xfrm>
                <a:off x="0" y="1174044"/>
                <a:ext cx="541867" cy="541868"/>
                <a:chOff x="0" y="0"/>
                <a:chExt cx="541866" cy="541866"/>
              </a:xfrm>
            </p:grpSpPr>
            <p:sp>
              <p:nvSpPr>
                <p:cNvPr id="191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2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194" name="线条"/>
              <p:cNvSpPr/>
              <p:nvPr/>
            </p:nvSpPr>
            <p:spPr>
              <a:xfrm flipV="1">
                <a:off x="270933" y="541866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55" name="成组"/>
            <p:cNvGrpSpPr/>
            <p:nvPr/>
          </p:nvGrpSpPr>
          <p:grpSpPr>
            <a:xfrm>
              <a:off x="2041030" y="-1"/>
              <a:ext cx="9753602" cy="3431824"/>
              <a:chOff x="0" y="0"/>
              <a:chExt cx="9753600" cy="3431822"/>
            </a:xfrm>
          </p:grpSpPr>
          <p:grpSp>
            <p:nvGrpSpPr>
              <p:cNvPr id="198" name="成组"/>
              <p:cNvGrpSpPr/>
              <p:nvPr/>
            </p:nvGrpSpPr>
            <p:grpSpPr>
              <a:xfrm>
                <a:off x="6844679" y="2889955"/>
                <a:ext cx="541868" cy="541868"/>
                <a:chOff x="0" y="0"/>
                <a:chExt cx="541866" cy="541866"/>
              </a:xfrm>
            </p:grpSpPr>
            <p:sp>
              <p:nvSpPr>
                <p:cNvPr id="19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97" name="23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23</a:t>
                  </a:r>
                </a:p>
              </p:txBody>
            </p:sp>
          </p:grpSp>
          <p:grpSp>
            <p:nvGrpSpPr>
              <p:cNvPr id="201" name="成组"/>
              <p:cNvGrpSpPr/>
              <p:nvPr/>
            </p:nvGrpSpPr>
            <p:grpSpPr>
              <a:xfrm>
                <a:off x="4569742" y="0"/>
                <a:ext cx="541868" cy="541867"/>
                <a:chOff x="0" y="0"/>
                <a:chExt cx="541866" cy="541866"/>
              </a:xfrm>
            </p:grpSpPr>
            <p:sp>
              <p:nvSpPr>
                <p:cNvPr id="19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0" name="1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</a:t>
                  </a:r>
                </a:p>
              </p:txBody>
            </p:sp>
          </p:grpSp>
          <p:grpSp>
            <p:nvGrpSpPr>
              <p:cNvPr id="204" name="成组"/>
              <p:cNvGrpSpPr/>
              <p:nvPr/>
            </p:nvGrpSpPr>
            <p:grpSpPr>
              <a:xfrm>
                <a:off x="0" y="1724942"/>
                <a:ext cx="541867" cy="541867"/>
                <a:chOff x="0" y="0"/>
                <a:chExt cx="541866" cy="541866"/>
              </a:xfrm>
            </p:grpSpPr>
            <p:sp>
              <p:nvSpPr>
                <p:cNvPr id="20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3" name="2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207" name="成组"/>
              <p:cNvGrpSpPr/>
              <p:nvPr/>
            </p:nvGrpSpPr>
            <p:grpSpPr>
              <a:xfrm>
                <a:off x="1571413" y="1724942"/>
                <a:ext cx="541868" cy="541867"/>
                <a:chOff x="0" y="0"/>
                <a:chExt cx="541866" cy="541866"/>
              </a:xfrm>
            </p:grpSpPr>
            <p:sp>
              <p:nvSpPr>
                <p:cNvPr id="20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6" name="6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210" name="成组"/>
              <p:cNvGrpSpPr/>
              <p:nvPr/>
            </p:nvGrpSpPr>
            <p:grpSpPr>
              <a:xfrm>
                <a:off x="3700949" y="1724942"/>
                <a:ext cx="541867" cy="541867"/>
                <a:chOff x="0" y="0"/>
                <a:chExt cx="541866" cy="541866"/>
              </a:xfrm>
            </p:grpSpPr>
            <p:sp>
              <p:nvSpPr>
                <p:cNvPr id="20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09" name="4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213" name="成组"/>
              <p:cNvGrpSpPr/>
              <p:nvPr/>
            </p:nvGrpSpPr>
            <p:grpSpPr>
              <a:xfrm>
                <a:off x="5380736" y="1724942"/>
                <a:ext cx="543674" cy="541867"/>
                <a:chOff x="-1806" y="0"/>
                <a:chExt cx="543673" cy="541866"/>
              </a:xfrm>
            </p:grpSpPr>
            <p:sp>
              <p:nvSpPr>
                <p:cNvPr id="211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2" name="10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216" name="成组"/>
              <p:cNvGrpSpPr/>
              <p:nvPr/>
            </p:nvGrpSpPr>
            <p:grpSpPr>
              <a:xfrm>
                <a:off x="7603293" y="1724942"/>
                <a:ext cx="541867" cy="541867"/>
                <a:chOff x="0" y="0"/>
                <a:chExt cx="541866" cy="541866"/>
              </a:xfrm>
            </p:grpSpPr>
            <p:sp>
              <p:nvSpPr>
                <p:cNvPr id="214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5" name="8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219" name="成组"/>
              <p:cNvGrpSpPr/>
              <p:nvPr/>
            </p:nvGrpSpPr>
            <p:grpSpPr>
              <a:xfrm>
                <a:off x="9209927" y="1724942"/>
                <a:ext cx="543674" cy="541867"/>
                <a:chOff x="-1806" y="0"/>
                <a:chExt cx="543673" cy="541866"/>
              </a:xfrm>
            </p:grpSpPr>
            <p:sp>
              <p:nvSpPr>
                <p:cNvPr id="217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18" name="12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12</a:t>
                  </a:r>
                </a:p>
              </p:txBody>
            </p:sp>
          </p:grpSp>
          <p:grpSp>
            <p:nvGrpSpPr>
              <p:cNvPr id="222" name="成组"/>
              <p:cNvGrpSpPr/>
              <p:nvPr/>
            </p:nvGrpSpPr>
            <p:grpSpPr>
              <a:xfrm>
                <a:off x="776675" y="2889955"/>
                <a:ext cx="541868" cy="541868"/>
                <a:chOff x="0" y="0"/>
                <a:chExt cx="541866" cy="541866"/>
              </a:xfrm>
            </p:grpSpPr>
            <p:sp>
              <p:nvSpPr>
                <p:cNvPr id="22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1" name="7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225" name="成组"/>
              <p:cNvGrpSpPr/>
              <p:nvPr/>
            </p:nvGrpSpPr>
            <p:grpSpPr>
              <a:xfrm>
                <a:off x="1569607" y="2889955"/>
                <a:ext cx="543674" cy="541868"/>
                <a:chOff x="-1806" y="0"/>
                <a:chExt cx="543673" cy="541866"/>
              </a:xfrm>
            </p:grpSpPr>
            <p:sp>
              <p:nvSpPr>
                <p:cNvPr id="22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4" name="11"/>
                <p:cNvSpPr txBox="1"/>
                <p:nvPr/>
              </p:nvSpPr>
              <p:spPr>
                <a:xfrm>
                  <a:off x="-1807" y="39518"/>
                  <a:ext cx="484030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  <p:grpSp>
            <p:nvGrpSpPr>
              <p:cNvPr id="228" name="成组"/>
              <p:cNvGrpSpPr/>
              <p:nvPr/>
            </p:nvGrpSpPr>
            <p:grpSpPr>
              <a:xfrm>
                <a:off x="2348089" y="2889955"/>
                <a:ext cx="541867" cy="541868"/>
                <a:chOff x="0" y="0"/>
                <a:chExt cx="541866" cy="541866"/>
              </a:xfrm>
            </p:grpSpPr>
            <p:sp>
              <p:nvSpPr>
                <p:cNvPr id="22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7" name="9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grpSp>
            <p:nvGrpSpPr>
              <p:cNvPr id="231" name="成组"/>
              <p:cNvGrpSpPr/>
              <p:nvPr/>
            </p:nvGrpSpPr>
            <p:grpSpPr>
              <a:xfrm>
                <a:off x="3700949" y="2889955"/>
                <a:ext cx="543674" cy="541868"/>
                <a:chOff x="-1806" y="0"/>
                <a:chExt cx="543673" cy="541866"/>
              </a:xfrm>
            </p:grpSpPr>
            <p:sp>
              <p:nvSpPr>
                <p:cNvPr id="22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0" name="21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21</a:t>
                  </a:r>
                </a:p>
              </p:txBody>
            </p:sp>
          </p:grpSp>
          <p:grpSp>
            <p:nvGrpSpPr>
              <p:cNvPr id="234" name="成组"/>
              <p:cNvGrpSpPr/>
              <p:nvPr/>
            </p:nvGrpSpPr>
            <p:grpSpPr>
              <a:xfrm>
                <a:off x="5380735" y="2889955"/>
                <a:ext cx="541868" cy="541868"/>
                <a:chOff x="0" y="0"/>
                <a:chExt cx="541866" cy="541866"/>
              </a:xfrm>
            </p:grpSpPr>
            <p:sp>
              <p:nvSpPr>
                <p:cNvPr id="23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3" name="1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237" name="成组"/>
              <p:cNvGrpSpPr/>
              <p:nvPr/>
            </p:nvGrpSpPr>
            <p:grpSpPr>
              <a:xfrm>
                <a:off x="8361906" y="2889955"/>
                <a:ext cx="541868" cy="541868"/>
                <a:chOff x="0" y="0"/>
                <a:chExt cx="541866" cy="541866"/>
              </a:xfrm>
            </p:grpSpPr>
            <p:sp>
              <p:nvSpPr>
                <p:cNvPr id="23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6" name="2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25</a:t>
                  </a:r>
                </a:p>
              </p:txBody>
            </p:sp>
          </p:grpSp>
          <p:grpSp>
            <p:nvGrpSpPr>
              <p:cNvPr id="240" name="成组"/>
              <p:cNvGrpSpPr/>
              <p:nvPr/>
            </p:nvGrpSpPr>
            <p:grpSpPr>
              <a:xfrm>
                <a:off x="9208122" y="2889955"/>
                <a:ext cx="543674" cy="541868"/>
                <a:chOff x="-1806" y="0"/>
                <a:chExt cx="543673" cy="541866"/>
              </a:xfrm>
            </p:grpSpPr>
            <p:sp>
              <p:nvSpPr>
                <p:cNvPr id="23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9" name="13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sp>
            <p:nvSpPr>
              <p:cNvPr id="241" name="线条"/>
              <p:cNvSpPr/>
              <p:nvPr/>
            </p:nvSpPr>
            <p:spPr>
              <a:xfrm flipV="1">
                <a:off x="1842346" y="2257777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" name="线条"/>
              <p:cNvSpPr/>
              <p:nvPr/>
            </p:nvSpPr>
            <p:spPr>
              <a:xfrm flipV="1">
                <a:off x="1076842" y="2113280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3" name="线条"/>
              <p:cNvSpPr/>
              <p:nvPr/>
            </p:nvSpPr>
            <p:spPr>
              <a:xfrm>
                <a:off x="2097499" y="2113148"/>
                <a:ext cx="530311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4" name="线条"/>
              <p:cNvSpPr/>
              <p:nvPr/>
            </p:nvSpPr>
            <p:spPr>
              <a:xfrm flipV="1">
                <a:off x="7094085" y="2113152"/>
                <a:ext cx="530697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5" name="线条"/>
              <p:cNvSpPr/>
              <p:nvPr/>
            </p:nvSpPr>
            <p:spPr>
              <a:xfrm>
                <a:off x="8114742" y="2113148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6" name="线条"/>
              <p:cNvSpPr/>
              <p:nvPr/>
            </p:nvSpPr>
            <p:spPr>
              <a:xfrm flipV="1">
                <a:off x="3973689" y="2257777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" name="线条"/>
              <p:cNvSpPr/>
              <p:nvPr/>
            </p:nvSpPr>
            <p:spPr>
              <a:xfrm flipV="1">
                <a:off x="9502582" y="2257777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" name="线条"/>
              <p:cNvSpPr/>
              <p:nvPr/>
            </p:nvSpPr>
            <p:spPr>
              <a:xfrm>
                <a:off x="5097127" y="390656"/>
                <a:ext cx="4337633" cy="13251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" name="线条"/>
              <p:cNvSpPr/>
              <p:nvPr/>
            </p:nvSpPr>
            <p:spPr>
              <a:xfrm>
                <a:off x="5051417" y="444796"/>
                <a:ext cx="2811091" cy="126329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" name="线条"/>
              <p:cNvSpPr/>
              <p:nvPr/>
            </p:nvSpPr>
            <p:spPr>
              <a:xfrm flipV="1">
                <a:off x="4008779" y="507917"/>
                <a:ext cx="681927" cy="121703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1" name="线条"/>
              <p:cNvSpPr/>
              <p:nvPr/>
            </p:nvSpPr>
            <p:spPr>
              <a:xfrm>
                <a:off x="4960200" y="507922"/>
                <a:ext cx="682721" cy="121659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2" name="线条"/>
              <p:cNvSpPr/>
              <p:nvPr/>
            </p:nvSpPr>
            <p:spPr>
              <a:xfrm flipV="1">
                <a:off x="1829626" y="444746"/>
                <a:ext cx="2811070" cy="126334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3" name="线条"/>
              <p:cNvSpPr/>
              <p:nvPr/>
            </p:nvSpPr>
            <p:spPr>
              <a:xfrm flipV="1">
                <a:off x="268286" y="389721"/>
                <a:ext cx="4337347" cy="132606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4" name="线条"/>
              <p:cNvSpPr/>
              <p:nvPr/>
            </p:nvSpPr>
            <p:spPr>
              <a:xfrm flipV="1">
                <a:off x="5662055" y="2257777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grpSp>
        <p:nvGrpSpPr>
          <p:cNvPr id="324" name="成组"/>
          <p:cNvGrpSpPr/>
          <p:nvPr/>
        </p:nvGrpSpPr>
        <p:grpSpPr>
          <a:xfrm>
            <a:off x="2611720" y="1308522"/>
            <a:ext cx="9753601" cy="4605867"/>
            <a:chOff x="0" y="0"/>
            <a:chExt cx="9753600" cy="4605866"/>
          </a:xfrm>
        </p:grpSpPr>
        <p:grpSp>
          <p:nvGrpSpPr>
            <p:cNvPr id="259" name="成组"/>
            <p:cNvGrpSpPr/>
            <p:nvPr/>
          </p:nvGrpSpPr>
          <p:grpSpPr>
            <a:xfrm>
              <a:off x="6844679" y="2889955"/>
              <a:ext cx="541868" cy="541868"/>
              <a:chOff x="0" y="0"/>
              <a:chExt cx="541866" cy="541866"/>
            </a:xfrm>
          </p:grpSpPr>
          <p:sp>
            <p:nvSpPr>
              <p:cNvPr id="25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8" name="23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262" name="成组"/>
            <p:cNvGrpSpPr/>
            <p:nvPr/>
          </p:nvGrpSpPr>
          <p:grpSpPr>
            <a:xfrm>
              <a:off x="4569742" y="0"/>
              <a:ext cx="541868" cy="541867"/>
              <a:chOff x="0" y="0"/>
              <a:chExt cx="541866" cy="541866"/>
            </a:xfrm>
          </p:grpSpPr>
          <p:sp>
            <p:nvSpPr>
              <p:cNvPr id="26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" name="1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265" name="成组"/>
            <p:cNvGrpSpPr/>
            <p:nvPr/>
          </p:nvGrpSpPr>
          <p:grpSpPr>
            <a:xfrm>
              <a:off x="0" y="1724942"/>
              <a:ext cx="541867" cy="541867"/>
              <a:chOff x="0" y="0"/>
              <a:chExt cx="541866" cy="541866"/>
            </a:xfrm>
          </p:grpSpPr>
          <p:sp>
            <p:nvSpPr>
              <p:cNvPr id="26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268" name="成组"/>
            <p:cNvGrpSpPr/>
            <p:nvPr/>
          </p:nvGrpSpPr>
          <p:grpSpPr>
            <a:xfrm>
              <a:off x="1571413" y="1724942"/>
              <a:ext cx="541868" cy="541867"/>
              <a:chOff x="0" y="0"/>
              <a:chExt cx="541866" cy="541866"/>
            </a:xfrm>
          </p:grpSpPr>
          <p:sp>
            <p:nvSpPr>
              <p:cNvPr id="26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7" name="6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271" name="成组"/>
            <p:cNvGrpSpPr/>
            <p:nvPr/>
          </p:nvGrpSpPr>
          <p:grpSpPr>
            <a:xfrm>
              <a:off x="3700949" y="1724942"/>
              <a:ext cx="541867" cy="541867"/>
              <a:chOff x="0" y="0"/>
              <a:chExt cx="541866" cy="541866"/>
            </a:xfrm>
          </p:grpSpPr>
          <p:sp>
            <p:nvSpPr>
              <p:cNvPr id="26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0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274" name="成组"/>
            <p:cNvGrpSpPr/>
            <p:nvPr/>
          </p:nvGrpSpPr>
          <p:grpSpPr>
            <a:xfrm>
              <a:off x="5380736" y="1724942"/>
              <a:ext cx="543674" cy="541867"/>
              <a:chOff x="-1806" y="0"/>
              <a:chExt cx="543673" cy="541866"/>
            </a:xfrm>
          </p:grpSpPr>
          <p:sp>
            <p:nvSpPr>
              <p:cNvPr id="27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3" name="10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277" name="成组"/>
            <p:cNvGrpSpPr/>
            <p:nvPr/>
          </p:nvGrpSpPr>
          <p:grpSpPr>
            <a:xfrm>
              <a:off x="7603292" y="1724942"/>
              <a:ext cx="541868" cy="541867"/>
              <a:chOff x="0" y="0"/>
              <a:chExt cx="541866" cy="541866"/>
            </a:xfrm>
          </p:grpSpPr>
          <p:sp>
            <p:nvSpPr>
              <p:cNvPr id="27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6" name="8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280" name="成组"/>
            <p:cNvGrpSpPr/>
            <p:nvPr/>
          </p:nvGrpSpPr>
          <p:grpSpPr>
            <a:xfrm>
              <a:off x="9209927" y="1724942"/>
              <a:ext cx="543674" cy="541867"/>
              <a:chOff x="-1806" y="0"/>
              <a:chExt cx="543673" cy="541866"/>
            </a:xfrm>
          </p:grpSpPr>
          <p:sp>
            <p:nvSpPr>
              <p:cNvPr id="27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" name="12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283" name="成组"/>
            <p:cNvGrpSpPr/>
            <p:nvPr/>
          </p:nvGrpSpPr>
          <p:grpSpPr>
            <a:xfrm>
              <a:off x="776675" y="2889955"/>
              <a:ext cx="541868" cy="541868"/>
              <a:chOff x="0" y="0"/>
              <a:chExt cx="541866" cy="541866"/>
            </a:xfrm>
          </p:grpSpPr>
          <p:sp>
            <p:nvSpPr>
              <p:cNvPr id="28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" name="7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286" name="成组"/>
            <p:cNvGrpSpPr/>
            <p:nvPr/>
          </p:nvGrpSpPr>
          <p:grpSpPr>
            <a:xfrm>
              <a:off x="1569607" y="2889955"/>
              <a:ext cx="543674" cy="541868"/>
              <a:chOff x="-1806" y="0"/>
              <a:chExt cx="543673" cy="541866"/>
            </a:xfrm>
          </p:grpSpPr>
          <p:sp>
            <p:nvSpPr>
              <p:cNvPr id="28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5" name="11"/>
              <p:cNvSpPr txBox="1"/>
              <p:nvPr/>
            </p:nvSpPr>
            <p:spPr>
              <a:xfrm>
                <a:off x="-1807" y="39518"/>
                <a:ext cx="484030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289" name="成组"/>
            <p:cNvGrpSpPr/>
            <p:nvPr/>
          </p:nvGrpSpPr>
          <p:grpSpPr>
            <a:xfrm>
              <a:off x="2348089" y="2889955"/>
              <a:ext cx="541867" cy="541868"/>
              <a:chOff x="0" y="0"/>
              <a:chExt cx="541866" cy="541866"/>
            </a:xfrm>
          </p:grpSpPr>
          <p:sp>
            <p:nvSpPr>
              <p:cNvPr id="28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" name="9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292" name="成组"/>
            <p:cNvGrpSpPr/>
            <p:nvPr/>
          </p:nvGrpSpPr>
          <p:grpSpPr>
            <a:xfrm>
              <a:off x="3700949" y="2889955"/>
              <a:ext cx="543674" cy="541868"/>
              <a:chOff x="-1806" y="0"/>
              <a:chExt cx="543673" cy="541866"/>
            </a:xfrm>
          </p:grpSpPr>
          <p:sp>
            <p:nvSpPr>
              <p:cNvPr id="29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1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grpSp>
          <p:nvGrpSpPr>
            <p:cNvPr id="295" name="成组"/>
            <p:cNvGrpSpPr/>
            <p:nvPr/>
          </p:nvGrpSpPr>
          <p:grpSpPr>
            <a:xfrm>
              <a:off x="4623929" y="2889955"/>
              <a:ext cx="541867" cy="541868"/>
              <a:chOff x="0" y="0"/>
              <a:chExt cx="541866" cy="541866"/>
            </a:xfrm>
          </p:grpSpPr>
          <p:sp>
            <p:nvSpPr>
              <p:cNvPr id="29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4" name="17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298" name="成组"/>
            <p:cNvGrpSpPr/>
            <p:nvPr/>
          </p:nvGrpSpPr>
          <p:grpSpPr>
            <a:xfrm>
              <a:off x="6149904" y="2889955"/>
              <a:ext cx="541868" cy="541868"/>
              <a:chOff x="0" y="0"/>
              <a:chExt cx="541866" cy="541866"/>
            </a:xfrm>
          </p:grpSpPr>
          <p:sp>
            <p:nvSpPr>
              <p:cNvPr id="29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7" name="1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301" name="成组"/>
            <p:cNvGrpSpPr/>
            <p:nvPr/>
          </p:nvGrpSpPr>
          <p:grpSpPr>
            <a:xfrm>
              <a:off x="4623929" y="4064000"/>
              <a:ext cx="541867" cy="541867"/>
              <a:chOff x="0" y="0"/>
              <a:chExt cx="541866" cy="541866"/>
            </a:xfrm>
          </p:grpSpPr>
          <p:sp>
            <p:nvSpPr>
              <p:cNvPr id="29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0" name="19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19</a:t>
                </a:r>
              </a:p>
            </p:txBody>
          </p:sp>
        </p:grpSp>
        <p:grpSp>
          <p:nvGrpSpPr>
            <p:cNvPr id="304" name="成组"/>
            <p:cNvGrpSpPr/>
            <p:nvPr/>
          </p:nvGrpSpPr>
          <p:grpSpPr>
            <a:xfrm>
              <a:off x="8361905" y="2889955"/>
              <a:ext cx="541868" cy="541868"/>
              <a:chOff x="0" y="0"/>
              <a:chExt cx="541866" cy="541866"/>
            </a:xfrm>
          </p:grpSpPr>
          <p:sp>
            <p:nvSpPr>
              <p:cNvPr id="30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3" name="2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grpSp>
          <p:nvGrpSpPr>
            <p:cNvPr id="307" name="成组"/>
            <p:cNvGrpSpPr/>
            <p:nvPr/>
          </p:nvGrpSpPr>
          <p:grpSpPr>
            <a:xfrm>
              <a:off x="9208121" y="2889955"/>
              <a:ext cx="543674" cy="541868"/>
              <a:chOff x="-1806" y="0"/>
              <a:chExt cx="543673" cy="541866"/>
            </a:xfrm>
          </p:grpSpPr>
          <p:sp>
            <p:nvSpPr>
              <p:cNvPr id="30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6" name="13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308" name="线条"/>
            <p:cNvSpPr/>
            <p:nvPr/>
          </p:nvSpPr>
          <p:spPr>
            <a:xfrm flipV="1">
              <a:off x="1842346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" name="线条"/>
            <p:cNvSpPr/>
            <p:nvPr/>
          </p:nvSpPr>
          <p:spPr>
            <a:xfrm flipV="1">
              <a:off x="1076842" y="2113280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" name="线条"/>
            <p:cNvSpPr/>
            <p:nvPr/>
          </p:nvSpPr>
          <p:spPr>
            <a:xfrm>
              <a:off x="2097499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1" name="线条"/>
            <p:cNvSpPr/>
            <p:nvPr/>
          </p:nvSpPr>
          <p:spPr>
            <a:xfrm flipV="1">
              <a:off x="7094084" y="2113152"/>
              <a:ext cx="530697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2" name="线条"/>
            <p:cNvSpPr/>
            <p:nvPr/>
          </p:nvSpPr>
          <p:spPr>
            <a:xfrm>
              <a:off x="8114742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线条"/>
            <p:cNvSpPr/>
            <p:nvPr/>
          </p:nvSpPr>
          <p:spPr>
            <a:xfrm flipV="1">
              <a:off x="4877088" y="2113152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线条"/>
            <p:cNvSpPr/>
            <p:nvPr/>
          </p:nvSpPr>
          <p:spPr>
            <a:xfrm>
              <a:off x="5897745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5" name="线条"/>
            <p:cNvSpPr/>
            <p:nvPr/>
          </p:nvSpPr>
          <p:spPr>
            <a:xfrm flipV="1">
              <a:off x="3973689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6" name="线条"/>
            <p:cNvSpPr/>
            <p:nvPr/>
          </p:nvSpPr>
          <p:spPr>
            <a:xfrm flipV="1">
              <a:off x="9502581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7" name="线条"/>
            <p:cNvSpPr/>
            <p:nvPr/>
          </p:nvSpPr>
          <p:spPr>
            <a:xfrm flipV="1">
              <a:off x="4894862" y="3431822"/>
              <a:ext cx="1" cy="6355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8" name="线条"/>
            <p:cNvSpPr/>
            <p:nvPr/>
          </p:nvSpPr>
          <p:spPr>
            <a:xfrm>
              <a:off x="5097127" y="390656"/>
              <a:ext cx="4337633" cy="13251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9" name="线条"/>
            <p:cNvSpPr/>
            <p:nvPr/>
          </p:nvSpPr>
          <p:spPr>
            <a:xfrm>
              <a:off x="5051417" y="444796"/>
              <a:ext cx="2811091" cy="126329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0" name="线条"/>
            <p:cNvSpPr/>
            <p:nvPr/>
          </p:nvSpPr>
          <p:spPr>
            <a:xfrm flipV="1">
              <a:off x="4008779" y="507917"/>
              <a:ext cx="681927" cy="121703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1" name="线条"/>
            <p:cNvSpPr/>
            <p:nvPr/>
          </p:nvSpPr>
          <p:spPr>
            <a:xfrm>
              <a:off x="4960200" y="507922"/>
              <a:ext cx="682721" cy="121659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2" name="线条"/>
            <p:cNvSpPr/>
            <p:nvPr/>
          </p:nvSpPr>
          <p:spPr>
            <a:xfrm flipV="1">
              <a:off x="1829626" y="444746"/>
              <a:ext cx="2811070" cy="12633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3" name="线条"/>
            <p:cNvSpPr/>
            <p:nvPr/>
          </p:nvSpPr>
          <p:spPr>
            <a:xfrm flipV="1">
              <a:off x="268285" y="389721"/>
              <a:ext cx="4337348" cy="132606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25" name="减少操作：…"/>
          <p:cNvSpPr txBox="1"/>
          <p:nvPr/>
        </p:nvSpPr>
        <p:spPr>
          <a:xfrm>
            <a:off x="121141" y="1613744"/>
            <a:ext cx="2458100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减少操作：</a:t>
            </a:r>
          </a:p>
          <a:p>
            <a:pPr>
              <a:lnSpc>
                <a:spcPct val="120000"/>
              </a:lnSpc>
            </a:pPr>
            <a:r>
              <a:t>  1、移除子树</a:t>
            </a:r>
          </a:p>
          <a:p>
            <a:pPr>
              <a:lnSpc>
                <a:spcPct val="120000"/>
              </a:lnSpc>
            </a:pPr>
            <a:r>
              <a:t>  2、合并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399" name="成组"/>
          <p:cNvGrpSpPr/>
          <p:nvPr/>
        </p:nvGrpSpPr>
        <p:grpSpPr>
          <a:xfrm>
            <a:off x="482092" y="1574278"/>
            <a:ext cx="11995461" cy="3440855"/>
            <a:chOff x="0" y="0"/>
            <a:chExt cx="11995459" cy="3440853"/>
          </a:xfrm>
        </p:grpSpPr>
        <p:grpSp>
          <p:nvGrpSpPr>
            <p:cNvPr id="330" name="成组"/>
            <p:cNvGrpSpPr/>
            <p:nvPr/>
          </p:nvGrpSpPr>
          <p:grpSpPr>
            <a:xfrm>
              <a:off x="5655618" y="0"/>
              <a:ext cx="541868" cy="541867"/>
              <a:chOff x="0" y="0"/>
              <a:chExt cx="541866" cy="541866"/>
            </a:xfrm>
          </p:grpSpPr>
          <p:sp>
            <p:nvSpPr>
              <p:cNvPr id="32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" name="1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333" name="成组"/>
            <p:cNvGrpSpPr/>
            <p:nvPr/>
          </p:nvGrpSpPr>
          <p:grpSpPr>
            <a:xfrm>
              <a:off x="1296921" y="1724942"/>
              <a:ext cx="541868" cy="541867"/>
              <a:chOff x="0" y="0"/>
              <a:chExt cx="541866" cy="541866"/>
            </a:xfrm>
          </p:grpSpPr>
          <p:sp>
            <p:nvSpPr>
              <p:cNvPr id="33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2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349" name="成组"/>
            <p:cNvGrpSpPr/>
            <p:nvPr/>
          </p:nvGrpSpPr>
          <p:grpSpPr>
            <a:xfrm>
              <a:off x="2755560" y="1724942"/>
              <a:ext cx="2113281" cy="1706881"/>
              <a:chOff x="0" y="0"/>
              <a:chExt cx="2113280" cy="1706880"/>
            </a:xfrm>
          </p:grpSpPr>
          <p:grpSp>
            <p:nvGrpSpPr>
              <p:cNvPr id="336" name="成组"/>
              <p:cNvGrpSpPr/>
              <p:nvPr/>
            </p:nvGrpSpPr>
            <p:grpSpPr>
              <a:xfrm>
                <a:off x="794737" y="0"/>
                <a:ext cx="541868" cy="541867"/>
                <a:chOff x="0" y="0"/>
                <a:chExt cx="541866" cy="541866"/>
              </a:xfrm>
            </p:grpSpPr>
            <p:sp>
              <p:nvSpPr>
                <p:cNvPr id="334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5" name="6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339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337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8" name="7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342" name="成组"/>
              <p:cNvGrpSpPr/>
              <p:nvPr/>
            </p:nvGrpSpPr>
            <p:grpSpPr>
              <a:xfrm>
                <a:off x="792931" y="1165013"/>
                <a:ext cx="543674" cy="541868"/>
                <a:chOff x="-1806" y="0"/>
                <a:chExt cx="543673" cy="541866"/>
              </a:xfrm>
            </p:grpSpPr>
            <p:sp>
              <p:nvSpPr>
                <p:cNvPr id="34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41" name="11"/>
                <p:cNvSpPr txBox="1"/>
                <p:nvPr/>
              </p:nvSpPr>
              <p:spPr>
                <a:xfrm>
                  <a:off x="-1807" y="39518"/>
                  <a:ext cx="484030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  <p:grpSp>
            <p:nvGrpSpPr>
              <p:cNvPr id="345" name="成组"/>
              <p:cNvGrpSpPr/>
              <p:nvPr/>
            </p:nvGrpSpPr>
            <p:grpSpPr>
              <a:xfrm>
                <a:off x="1571413" y="1165013"/>
                <a:ext cx="541868" cy="541868"/>
                <a:chOff x="0" y="0"/>
                <a:chExt cx="541866" cy="541866"/>
              </a:xfrm>
            </p:grpSpPr>
            <p:sp>
              <p:nvSpPr>
                <p:cNvPr id="34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44" name="9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sp>
            <p:nvSpPr>
              <p:cNvPr id="346" name="线条"/>
              <p:cNvSpPr/>
              <p:nvPr/>
            </p:nvSpPr>
            <p:spPr>
              <a:xfrm flipV="1">
                <a:off x="1065671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7" name="线条"/>
              <p:cNvSpPr/>
              <p:nvPr/>
            </p:nvSpPr>
            <p:spPr>
              <a:xfrm flipV="1">
                <a:off x="300166" y="388337"/>
                <a:ext cx="530697" cy="7800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8" name="线条"/>
              <p:cNvSpPr/>
              <p:nvPr/>
            </p:nvSpPr>
            <p:spPr>
              <a:xfrm>
                <a:off x="1320824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61" name="成组"/>
            <p:cNvGrpSpPr/>
            <p:nvPr/>
          </p:nvGrpSpPr>
          <p:grpSpPr>
            <a:xfrm>
              <a:off x="9249099" y="1724942"/>
              <a:ext cx="2059094" cy="1706881"/>
              <a:chOff x="0" y="0"/>
              <a:chExt cx="2059093" cy="1706880"/>
            </a:xfrm>
          </p:grpSpPr>
          <p:grpSp>
            <p:nvGrpSpPr>
              <p:cNvPr id="352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35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1" name="23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23</a:t>
                  </a:r>
                </a:p>
              </p:txBody>
            </p:sp>
          </p:grpSp>
          <p:grpSp>
            <p:nvGrpSpPr>
              <p:cNvPr id="355" name="成组"/>
              <p:cNvGrpSpPr/>
              <p:nvPr/>
            </p:nvGrpSpPr>
            <p:grpSpPr>
              <a:xfrm>
                <a:off x="758613" y="0"/>
                <a:ext cx="541868" cy="541867"/>
                <a:chOff x="0" y="0"/>
                <a:chExt cx="541866" cy="541866"/>
              </a:xfrm>
            </p:grpSpPr>
            <p:sp>
              <p:nvSpPr>
                <p:cNvPr id="35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4" name="8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358" name="成组"/>
              <p:cNvGrpSpPr/>
              <p:nvPr/>
            </p:nvGrpSpPr>
            <p:grpSpPr>
              <a:xfrm>
                <a:off x="1517226" y="1165013"/>
                <a:ext cx="541868" cy="541868"/>
                <a:chOff x="0" y="0"/>
                <a:chExt cx="541866" cy="541866"/>
              </a:xfrm>
            </p:grpSpPr>
            <p:sp>
              <p:nvSpPr>
                <p:cNvPr id="35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57" name="2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25</a:t>
                  </a:r>
                </a:p>
              </p:txBody>
            </p:sp>
          </p:grpSp>
          <p:sp>
            <p:nvSpPr>
              <p:cNvPr id="359" name="线条"/>
              <p:cNvSpPr/>
              <p:nvPr/>
            </p:nvSpPr>
            <p:spPr>
              <a:xfrm flipV="1">
                <a:off x="249405" y="388210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0" name="线条"/>
              <p:cNvSpPr/>
              <p:nvPr/>
            </p:nvSpPr>
            <p:spPr>
              <a:xfrm>
                <a:off x="1270062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64" name="成组"/>
            <p:cNvGrpSpPr/>
            <p:nvPr/>
          </p:nvGrpSpPr>
          <p:grpSpPr>
            <a:xfrm>
              <a:off x="5660088" y="1724942"/>
              <a:ext cx="541868" cy="541867"/>
              <a:chOff x="0" y="0"/>
              <a:chExt cx="541866" cy="541866"/>
            </a:xfrm>
          </p:grpSpPr>
          <p:sp>
            <p:nvSpPr>
              <p:cNvPr id="36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3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367" name="成组"/>
            <p:cNvGrpSpPr/>
            <p:nvPr/>
          </p:nvGrpSpPr>
          <p:grpSpPr>
            <a:xfrm>
              <a:off x="5660088" y="2889955"/>
              <a:ext cx="543674" cy="541868"/>
              <a:chOff x="-1806" y="0"/>
              <a:chExt cx="543673" cy="541866"/>
            </a:xfrm>
          </p:grpSpPr>
          <p:sp>
            <p:nvSpPr>
              <p:cNvPr id="36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6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sp>
          <p:nvSpPr>
            <p:cNvPr id="368" name="线条"/>
            <p:cNvSpPr/>
            <p:nvPr/>
          </p:nvSpPr>
          <p:spPr>
            <a:xfrm flipV="1">
              <a:off x="5932828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76" name="成组"/>
            <p:cNvGrpSpPr/>
            <p:nvPr/>
          </p:nvGrpSpPr>
          <p:grpSpPr>
            <a:xfrm>
              <a:off x="11449980" y="1724942"/>
              <a:ext cx="545480" cy="1706881"/>
              <a:chOff x="0" y="0"/>
              <a:chExt cx="545478" cy="1706880"/>
            </a:xfrm>
          </p:grpSpPr>
          <p:grpSp>
            <p:nvGrpSpPr>
              <p:cNvPr id="371" name="成组"/>
              <p:cNvGrpSpPr/>
              <p:nvPr/>
            </p:nvGrpSpPr>
            <p:grpSpPr>
              <a:xfrm>
                <a:off x="1805" y="0"/>
                <a:ext cx="543674" cy="541867"/>
                <a:chOff x="-1806" y="0"/>
                <a:chExt cx="543673" cy="541866"/>
              </a:xfrm>
            </p:grpSpPr>
            <p:sp>
              <p:nvSpPr>
                <p:cNvPr id="36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70" name="12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12</a:t>
                  </a:r>
                </a:p>
              </p:txBody>
            </p:sp>
          </p:grpSp>
          <p:grpSp>
            <p:nvGrpSpPr>
              <p:cNvPr id="374" name="成组"/>
              <p:cNvGrpSpPr/>
              <p:nvPr/>
            </p:nvGrpSpPr>
            <p:grpSpPr>
              <a:xfrm>
                <a:off x="-1" y="1165013"/>
                <a:ext cx="543675" cy="541868"/>
                <a:chOff x="-1806" y="0"/>
                <a:chExt cx="543673" cy="541866"/>
              </a:xfrm>
            </p:grpSpPr>
            <p:sp>
              <p:nvSpPr>
                <p:cNvPr id="37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73" name="13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sp>
            <p:nvSpPr>
              <p:cNvPr id="375" name="线条"/>
              <p:cNvSpPr/>
              <p:nvPr/>
            </p:nvSpPr>
            <p:spPr>
              <a:xfrm flipV="1">
                <a:off x="294460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79" name="成组"/>
            <p:cNvGrpSpPr/>
            <p:nvPr/>
          </p:nvGrpSpPr>
          <p:grpSpPr>
            <a:xfrm>
              <a:off x="7839341" y="1724942"/>
              <a:ext cx="543674" cy="541867"/>
              <a:chOff x="-1806" y="0"/>
              <a:chExt cx="543673" cy="541866"/>
            </a:xfrm>
          </p:grpSpPr>
          <p:sp>
            <p:nvSpPr>
              <p:cNvPr id="37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8" name="10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382" name="成组"/>
            <p:cNvGrpSpPr/>
            <p:nvPr/>
          </p:nvGrpSpPr>
          <p:grpSpPr>
            <a:xfrm>
              <a:off x="7857403" y="2889955"/>
              <a:ext cx="541868" cy="541868"/>
              <a:chOff x="0" y="0"/>
              <a:chExt cx="541866" cy="541866"/>
            </a:xfrm>
          </p:grpSpPr>
          <p:sp>
            <p:nvSpPr>
              <p:cNvPr id="38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1" name="1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sp>
          <p:nvSpPr>
            <p:cNvPr id="383" name="线条"/>
            <p:cNvSpPr/>
            <p:nvPr/>
          </p:nvSpPr>
          <p:spPr>
            <a:xfrm>
              <a:off x="6180570" y="354532"/>
              <a:ext cx="5419285" cy="140769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4" name="线条"/>
            <p:cNvSpPr/>
            <p:nvPr/>
          </p:nvSpPr>
          <p:spPr>
            <a:xfrm>
              <a:off x="6152702" y="400936"/>
              <a:ext cx="3981693" cy="13871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5" name="线条"/>
            <p:cNvSpPr/>
            <p:nvPr/>
          </p:nvSpPr>
          <p:spPr>
            <a:xfrm flipV="1">
              <a:off x="5939141" y="525979"/>
              <a:ext cx="1" cy="121703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" name="线条"/>
            <p:cNvSpPr/>
            <p:nvPr/>
          </p:nvSpPr>
          <p:spPr>
            <a:xfrm>
              <a:off x="6144685" y="443816"/>
              <a:ext cx="1896784" cy="128113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" name="线条"/>
            <p:cNvSpPr/>
            <p:nvPr/>
          </p:nvSpPr>
          <p:spPr>
            <a:xfrm flipV="1">
              <a:off x="3815407" y="443820"/>
              <a:ext cx="1897589" cy="127994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" name="线条"/>
            <p:cNvSpPr/>
            <p:nvPr/>
          </p:nvSpPr>
          <p:spPr>
            <a:xfrm flipV="1">
              <a:off x="1725651" y="400937"/>
              <a:ext cx="3981869" cy="138663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9" name="线条"/>
            <p:cNvSpPr/>
            <p:nvPr/>
          </p:nvSpPr>
          <p:spPr>
            <a:xfrm flipV="1">
              <a:off x="253026" y="354530"/>
              <a:ext cx="5418330" cy="141137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7" name="成组"/>
            <p:cNvGrpSpPr/>
            <p:nvPr/>
          </p:nvGrpSpPr>
          <p:grpSpPr>
            <a:xfrm>
              <a:off x="0" y="1724942"/>
              <a:ext cx="541867" cy="1715912"/>
              <a:chOff x="0" y="0"/>
              <a:chExt cx="541866" cy="1715911"/>
            </a:xfrm>
          </p:grpSpPr>
          <p:grpSp>
            <p:nvGrpSpPr>
              <p:cNvPr id="392" name="成组"/>
              <p:cNvGrpSpPr/>
              <p:nvPr/>
            </p:nvGrpSpPr>
            <p:grpSpPr>
              <a:xfrm>
                <a:off x="0" y="0"/>
                <a:ext cx="541867" cy="541867"/>
                <a:chOff x="0" y="0"/>
                <a:chExt cx="541866" cy="541866"/>
              </a:xfrm>
            </p:grpSpPr>
            <p:sp>
              <p:nvSpPr>
                <p:cNvPr id="390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91" name="3"/>
                <p:cNvSpPr txBox="1"/>
                <p:nvPr/>
              </p:nvSpPr>
              <p:spPr>
                <a:xfrm>
                  <a:off x="70442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395" name="成组"/>
              <p:cNvGrpSpPr/>
              <p:nvPr/>
            </p:nvGrpSpPr>
            <p:grpSpPr>
              <a:xfrm>
                <a:off x="0" y="1174044"/>
                <a:ext cx="541867" cy="541868"/>
                <a:chOff x="0" y="0"/>
                <a:chExt cx="541866" cy="541866"/>
              </a:xfrm>
            </p:grpSpPr>
            <p:sp>
              <p:nvSpPr>
                <p:cNvPr id="39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94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396" name="线条"/>
              <p:cNvSpPr/>
              <p:nvPr/>
            </p:nvSpPr>
            <p:spPr>
              <a:xfrm flipV="1">
                <a:off x="270933" y="541866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98" name="线条"/>
            <p:cNvSpPr/>
            <p:nvPr/>
          </p:nvSpPr>
          <p:spPr>
            <a:xfrm flipV="1">
              <a:off x="8125486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460" name="成组"/>
          <p:cNvGrpSpPr/>
          <p:nvPr/>
        </p:nvGrpSpPr>
        <p:grpSpPr>
          <a:xfrm>
            <a:off x="3134774" y="6784708"/>
            <a:ext cx="9843913" cy="2880925"/>
            <a:chOff x="0" y="0"/>
            <a:chExt cx="9843911" cy="2880924"/>
          </a:xfrm>
        </p:grpSpPr>
        <p:grpSp>
          <p:nvGrpSpPr>
            <p:cNvPr id="404" name="成组"/>
            <p:cNvGrpSpPr/>
            <p:nvPr/>
          </p:nvGrpSpPr>
          <p:grpSpPr>
            <a:xfrm>
              <a:off x="6934990" y="1165013"/>
              <a:ext cx="541868" cy="541868"/>
              <a:chOff x="0" y="0"/>
              <a:chExt cx="541866" cy="541866"/>
            </a:xfrm>
          </p:grpSpPr>
          <p:sp>
            <p:nvSpPr>
              <p:cNvPr id="40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3" name="23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407" name="成组"/>
            <p:cNvGrpSpPr/>
            <p:nvPr/>
          </p:nvGrpSpPr>
          <p:grpSpPr>
            <a:xfrm>
              <a:off x="0" y="0"/>
              <a:ext cx="541867" cy="541867"/>
              <a:chOff x="0" y="0"/>
              <a:chExt cx="541866" cy="541866"/>
            </a:xfrm>
          </p:grpSpPr>
          <p:sp>
            <p:nvSpPr>
              <p:cNvPr id="40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6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410" name="成组"/>
            <p:cNvGrpSpPr/>
            <p:nvPr/>
          </p:nvGrpSpPr>
          <p:grpSpPr>
            <a:xfrm>
              <a:off x="1896533" y="0"/>
              <a:ext cx="541868" cy="541867"/>
              <a:chOff x="0" y="0"/>
              <a:chExt cx="541866" cy="541866"/>
            </a:xfrm>
          </p:grpSpPr>
          <p:sp>
            <p:nvSpPr>
              <p:cNvPr id="40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9" name="6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13" name="成组"/>
            <p:cNvGrpSpPr/>
            <p:nvPr/>
          </p:nvGrpSpPr>
          <p:grpSpPr>
            <a:xfrm>
              <a:off x="3646761" y="0"/>
              <a:ext cx="541868" cy="541867"/>
              <a:chOff x="0" y="0"/>
              <a:chExt cx="541866" cy="541866"/>
            </a:xfrm>
          </p:grpSpPr>
          <p:sp>
            <p:nvSpPr>
              <p:cNvPr id="41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2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16" name="成组"/>
            <p:cNvGrpSpPr/>
            <p:nvPr/>
          </p:nvGrpSpPr>
          <p:grpSpPr>
            <a:xfrm>
              <a:off x="5326549" y="0"/>
              <a:ext cx="543674" cy="541867"/>
              <a:chOff x="-1806" y="0"/>
              <a:chExt cx="543673" cy="541866"/>
            </a:xfrm>
          </p:grpSpPr>
          <p:sp>
            <p:nvSpPr>
              <p:cNvPr id="41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5" name="10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419" name="成组"/>
            <p:cNvGrpSpPr/>
            <p:nvPr/>
          </p:nvGrpSpPr>
          <p:grpSpPr>
            <a:xfrm>
              <a:off x="7693604" y="0"/>
              <a:ext cx="541867" cy="541867"/>
              <a:chOff x="0" y="0"/>
              <a:chExt cx="541866" cy="541866"/>
            </a:xfrm>
          </p:grpSpPr>
          <p:sp>
            <p:nvSpPr>
              <p:cNvPr id="41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8" name="8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422" name="成组"/>
            <p:cNvGrpSpPr/>
            <p:nvPr/>
          </p:nvGrpSpPr>
          <p:grpSpPr>
            <a:xfrm>
              <a:off x="9300238" y="0"/>
              <a:ext cx="543674" cy="541867"/>
              <a:chOff x="-1806" y="0"/>
              <a:chExt cx="543673" cy="541866"/>
            </a:xfrm>
          </p:grpSpPr>
          <p:sp>
            <p:nvSpPr>
              <p:cNvPr id="42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1" name="12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425" name="成组"/>
            <p:cNvGrpSpPr/>
            <p:nvPr/>
          </p:nvGrpSpPr>
          <p:grpSpPr>
            <a:xfrm>
              <a:off x="1101795" y="1165013"/>
              <a:ext cx="541868" cy="541868"/>
              <a:chOff x="0" y="0"/>
              <a:chExt cx="541866" cy="541866"/>
            </a:xfrm>
          </p:grpSpPr>
          <p:sp>
            <p:nvSpPr>
              <p:cNvPr id="42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4" name="7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428" name="成组"/>
            <p:cNvGrpSpPr/>
            <p:nvPr/>
          </p:nvGrpSpPr>
          <p:grpSpPr>
            <a:xfrm>
              <a:off x="1894727" y="1165013"/>
              <a:ext cx="543674" cy="541868"/>
              <a:chOff x="-1806" y="0"/>
              <a:chExt cx="543673" cy="541866"/>
            </a:xfrm>
          </p:grpSpPr>
          <p:sp>
            <p:nvSpPr>
              <p:cNvPr id="42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7" name="11"/>
              <p:cNvSpPr txBox="1"/>
              <p:nvPr/>
            </p:nvSpPr>
            <p:spPr>
              <a:xfrm>
                <a:off x="-1807" y="39518"/>
                <a:ext cx="484030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431" name="成组"/>
            <p:cNvGrpSpPr/>
            <p:nvPr/>
          </p:nvGrpSpPr>
          <p:grpSpPr>
            <a:xfrm>
              <a:off x="2673208" y="1165013"/>
              <a:ext cx="541868" cy="541868"/>
              <a:chOff x="0" y="0"/>
              <a:chExt cx="541866" cy="541866"/>
            </a:xfrm>
          </p:grpSpPr>
          <p:sp>
            <p:nvSpPr>
              <p:cNvPr id="42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0" name="9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434" name="成组"/>
            <p:cNvGrpSpPr/>
            <p:nvPr/>
          </p:nvGrpSpPr>
          <p:grpSpPr>
            <a:xfrm>
              <a:off x="3646762" y="1165013"/>
              <a:ext cx="543674" cy="541868"/>
              <a:chOff x="-1806" y="0"/>
              <a:chExt cx="543673" cy="541866"/>
            </a:xfrm>
          </p:grpSpPr>
          <p:sp>
            <p:nvSpPr>
              <p:cNvPr id="43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3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grpSp>
          <p:nvGrpSpPr>
            <p:cNvPr id="437" name="成组"/>
            <p:cNvGrpSpPr/>
            <p:nvPr/>
          </p:nvGrpSpPr>
          <p:grpSpPr>
            <a:xfrm>
              <a:off x="4569741" y="1165013"/>
              <a:ext cx="541868" cy="541868"/>
              <a:chOff x="0" y="0"/>
              <a:chExt cx="541866" cy="541866"/>
            </a:xfrm>
          </p:grpSpPr>
          <p:sp>
            <p:nvSpPr>
              <p:cNvPr id="43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6" name="17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440" name="成组"/>
            <p:cNvGrpSpPr/>
            <p:nvPr/>
          </p:nvGrpSpPr>
          <p:grpSpPr>
            <a:xfrm>
              <a:off x="6095717" y="1165013"/>
              <a:ext cx="541868" cy="541868"/>
              <a:chOff x="0" y="0"/>
              <a:chExt cx="541866" cy="541866"/>
            </a:xfrm>
          </p:grpSpPr>
          <p:sp>
            <p:nvSpPr>
              <p:cNvPr id="43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9" name="1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443" name="成组"/>
            <p:cNvGrpSpPr/>
            <p:nvPr/>
          </p:nvGrpSpPr>
          <p:grpSpPr>
            <a:xfrm>
              <a:off x="4569741" y="2339057"/>
              <a:ext cx="541868" cy="541868"/>
              <a:chOff x="0" y="0"/>
              <a:chExt cx="541866" cy="541866"/>
            </a:xfrm>
          </p:grpSpPr>
          <p:sp>
            <p:nvSpPr>
              <p:cNvPr id="44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2" name="19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19</a:t>
                </a:r>
              </a:p>
            </p:txBody>
          </p:sp>
        </p:grpSp>
        <p:grpSp>
          <p:nvGrpSpPr>
            <p:cNvPr id="446" name="成组"/>
            <p:cNvGrpSpPr/>
            <p:nvPr/>
          </p:nvGrpSpPr>
          <p:grpSpPr>
            <a:xfrm>
              <a:off x="8452217" y="1165013"/>
              <a:ext cx="541868" cy="541868"/>
              <a:chOff x="0" y="0"/>
              <a:chExt cx="541866" cy="541866"/>
            </a:xfrm>
          </p:grpSpPr>
          <p:sp>
            <p:nvSpPr>
              <p:cNvPr id="44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5" name="2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grpSp>
          <p:nvGrpSpPr>
            <p:cNvPr id="449" name="成组"/>
            <p:cNvGrpSpPr/>
            <p:nvPr/>
          </p:nvGrpSpPr>
          <p:grpSpPr>
            <a:xfrm>
              <a:off x="9298432" y="1165013"/>
              <a:ext cx="543674" cy="541868"/>
              <a:chOff x="-1806" y="0"/>
              <a:chExt cx="543673" cy="541866"/>
            </a:xfrm>
          </p:grpSpPr>
          <p:sp>
            <p:nvSpPr>
              <p:cNvPr id="44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8" name="13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450" name="线条"/>
            <p:cNvSpPr/>
            <p:nvPr/>
          </p:nvSpPr>
          <p:spPr>
            <a:xfrm flipV="1">
              <a:off x="2167466" y="532835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1" name="线条"/>
            <p:cNvSpPr/>
            <p:nvPr/>
          </p:nvSpPr>
          <p:spPr>
            <a:xfrm flipV="1">
              <a:off x="1401962" y="388337"/>
              <a:ext cx="530696" cy="78006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2" name="线条"/>
            <p:cNvSpPr/>
            <p:nvPr/>
          </p:nvSpPr>
          <p:spPr>
            <a:xfrm>
              <a:off x="2422619" y="388206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3" name="线条"/>
            <p:cNvSpPr/>
            <p:nvPr/>
          </p:nvSpPr>
          <p:spPr>
            <a:xfrm flipV="1">
              <a:off x="7184395" y="388210"/>
              <a:ext cx="530697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4" name="线条"/>
            <p:cNvSpPr/>
            <p:nvPr/>
          </p:nvSpPr>
          <p:spPr>
            <a:xfrm>
              <a:off x="8205052" y="388206"/>
              <a:ext cx="530311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5" name="线条"/>
            <p:cNvSpPr/>
            <p:nvPr/>
          </p:nvSpPr>
          <p:spPr>
            <a:xfrm flipV="1">
              <a:off x="4822901" y="388210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6" name="线条"/>
            <p:cNvSpPr/>
            <p:nvPr/>
          </p:nvSpPr>
          <p:spPr>
            <a:xfrm>
              <a:off x="5843558" y="388206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7" name="线条"/>
            <p:cNvSpPr/>
            <p:nvPr/>
          </p:nvSpPr>
          <p:spPr>
            <a:xfrm flipV="1">
              <a:off x="3919501" y="532835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8" name="线条"/>
            <p:cNvSpPr/>
            <p:nvPr/>
          </p:nvSpPr>
          <p:spPr>
            <a:xfrm flipV="1">
              <a:off x="9592892" y="532835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9" name="线条"/>
            <p:cNvSpPr/>
            <p:nvPr/>
          </p:nvSpPr>
          <p:spPr>
            <a:xfrm flipV="1">
              <a:off x="4840675" y="1706880"/>
              <a:ext cx="1" cy="6355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28" name="成组"/>
          <p:cNvGrpSpPr/>
          <p:nvPr/>
        </p:nvGrpSpPr>
        <p:grpSpPr>
          <a:xfrm>
            <a:off x="2983748" y="2138993"/>
            <a:ext cx="9753602" cy="4605868"/>
            <a:chOff x="0" y="0"/>
            <a:chExt cx="9753600" cy="4605866"/>
          </a:xfrm>
        </p:grpSpPr>
        <p:grpSp>
          <p:nvGrpSpPr>
            <p:cNvPr id="463" name="成组"/>
            <p:cNvGrpSpPr/>
            <p:nvPr/>
          </p:nvGrpSpPr>
          <p:grpSpPr>
            <a:xfrm>
              <a:off x="6844679" y="2889955"/>
              <a:ext cx="541868" cy="541868"/>
              <a:chOff x="0" y="0"/>
              <a:chExt cx="541866" cy="541866"/>
            </a:xfrm>
          </p:grpSpPr>
          <p:sp>
            <p:nvSpPr>
              <p:cNvPr id="46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2" name="23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466" name="成组"/>
            <p:cNvGrpSpPr/>
            <p:nvPr/>
          </p:nvGrpSpPr>
          <p:grpSpPr>
            <a:xfrm>
              <a:off x="4569742" y="0"/>
              <a:ext cx="541868" cy="541867"/>
              <a:chOff x="0" y="0"/>
              <a:chExt cx="541866" cy="541866"/>
            </a:xfrm>
          </p:grpSpPr>
          <p:sp>
            <p:nvSpPr>
              <p:cNvPr id="46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5" name="1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469" name="成组"/>
            <p:cNvGrpSpPr/>
            <p:nvPr/>
          </p:nvGrpSpPr>
          <p:grpSpPr>
            <a:xfrm>
              <a:off x="0" y="1724942"/>
              <a:ext cx="541867" cy="541867"/>
              <a:chOff x="0" y="0"/>
              <a:chExt cx="541866" cy="541866"/>
            </a:xfrm>
          </p:grpSpPr>
          <p:sp>
            <p:nvSpPr>
              <p:cNvPr id="46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8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472" name="成组"/>
            <p:cNvGrpSpPr/>
            <p:nvPr/>
          </p:nvGrpSpPr>
          <p:grpSpPr>
            <a:xfrm>
              <a:off x="1571413" y="1724942"/>
              <a:ext cx="541868" cy="541867"/>
              <a:chOff x="0" y="0"/>
              <a:chExt cx="541866" cy="541866"/>
            </a:xfrm>
          </p:grpSpPr>
          <p:sp>
            <p:nvSpPr>
              <p:cNvPr id="47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1" name="6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75" name="成组"/>
            <p:cNvGrpSpPr/>
            <p:nvPr/>
          </p:nvGrpSpPr>
          <p:grpSpPr>
            <a:xfrm>
              <a:off x="3700949" y="1724942"/>
              <a:ext cx="541867" cy="541867"/>
              <a:chOff x="0" y="0"/>
              <a:chExt cx="541866" cy="541866"/>
            </a:xfrm>
          </p:grpSpPr>
          <p:sp>
            <p:nvSpPr>
              <p:cNvPr id="47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78" name="成组"/>
            <p:cNvGrpSpPr/>
            <p:nvPr/>
          </p:nvGrpSpPr>
          <p:grpSpPr>
            <a:xfrm>
              <a:off x="5380736" y="1724942"/>
              <a:ext cx="543674" cy="541867"/>
              <a:chOff x="-1806" y="0"/>
              <a:chExt cx="543673" cy="541866"/>
            </a:xfrm>
          </p:grpSpPr>
          <p:sp>
            <p:nvSpPr>
              <p:cNvPr id="47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7" name="10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481" name="成组"/>
            <p:cNvGrpSpPr/>
            <p:nvPr/>
          </p:nvGrpSpPr>
          <p:grpSpPr>
            <a:xfrm>
              <a:off x="7603292" y="1724942"/>
              <a:ext cx="541868" cy="541867"/>
              <a:chOff x="0" y="0"/>
              <a:chExt cx="541866" cy="541866"/>
            </a:xfrm>
          </p:grpSpPr>
          <p:sp>
            <p:nvSpPr>
              <p:cNvPr id="47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0" name="8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484" name="成组"/>
            <p:cNvGrpSpPr/>
            <p:nvPr/>
          </p:nvGrpSpPr>
          <p:grpSpPr>
            <a:xfrm>
              <a:off x="9209927" y="1724942"/>
              <a:ext cx="543674" cy="541867"/>
              <a:chOff x="-1806" y="0"/>
              <a:chExt cx="543673" cy="541866"/>
            </a:xfrm>
          </p:grpSpPr>
          <p:sp>
            <p:nvSpPr>
              <p:cNvPr id="48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3" name="12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487" name="成组"/>
            <p:cNvGrpSpPr/>
            <p:nvPr/>
          </p:nvGrpSpPr>
          <p:grpSpPr>
            <a:xfrm>
              <a:off x="776675" y="2889955"/>
              <a:ext cx="541868" cy="541868"/>
              <a:chOff x="0" y="0"/>
              <a:chExt cx="541866" cy="541866"/>
            </a:xfrm>
          </p:grpSpPr>
          <p:sp>
            <p:nvSpPr>
              <p:cNvPr id="48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6" name="7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490" name="成组"/>
            <p:cNvGrpSpPr/>
            <p:nvPr/>
          </p:nvGrpSpPr>
          <p:grpSpPr>
            <a:xfrm>
              <a:off x="1569607" y="2889955"/>
              <a:ext cx="543674" cy="541868"/>
              <a:chOff x="-1806" y="0"/>
              <a:chExt cx="543673" cy="541866"/>
            </a:xfrm>
          </p:grpSpPr>
          <p:sp>
            <p:nvSpPr>
              <p:cNvPr id="48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9" name="11"/>
              <p:cNvSpPr txBox="1"/>
              <p:nvPr/>
            </p:nvSpPr>
            <p:spPr>
              <a:xfrm>
                <a:off x="-1807" y="39518"/>
                <a:ext cx="484030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493" name="成组"/>
            <p:cNvGrpSpPr/>
            <p:nvPr/>
          </p:nvGrpSpPr>
          <p:grpSpPr>
            <a:xfrm>
              <a:off x="2348089" y="2889955"/>
              <a:ext cx="541867" cy="541868"/>
              <a:chOff x="0" y="0"/>
              <a:chExt cx="541866" cy="541866"/>
            </a:xfrm>
          </p:grpSpPr>
          <p:sp>
            <p:nvSpPr>
              <p:cNvPr id="49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2" name="9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496" name="成组"/>
            <p:cNvGrpSpPr/>
            <p:nvPr/>
          </p:nvGrpSpPr>
          <p:grpSpPr>
            <a:xfrm>
              <a:off x="3700949" y="2889955"/>
              <a:ext cx="543674" cy="541868"/>
              <a:chOff x="-1806" y="0"/>
              <a:chExt cx="543673" cy="541866"/>
            </a:xfrm>
          </p:grpSpPr>
          <p:sp>
            <p:nvSpPr>
              <p:cNvPr id="49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5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grpSp>
          <p:nvGrpSpPr>
            <p:cNvPr id="499" name="成组"/>
            <p:cNvGrpSpPr/>
            <p:nvPr/>
          </p:nvGrpSpPr>
          <p:grpSpPr>
            <a:xfrm>
              <a:off x="4623929" y="2889955"/>
              <a:ext cx="541867" cy="541868"/>
              <a:chOff x="0" y="0"/>
              <a:chExt cx="541866" cy="541866"/>
            </a:xfrm>
          </p:grpSpPr>
          <p:sp>
            <p:nvSpPr>
              <p:cNvPr id="497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8" name="17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502" name="成组"/>
            <p:cNvGrpSpPr/>
            <p:nvPr/>
          </p:nvGrpSpPr>
          <p:grpSpPr>
            <a:xfrm>
              <a:off x="6149904" y="2889955"/>
              <a:ext cx="541868" cy="541868"/>
              <a:chOff x="0" y="0"/>
              <a:chExt cx="541866" cy="541866"/>
            </a:xfrm>
          </p:grpSpPr>
          <p:sp>
            <p:nvSpPr>
              <p:cNvPr id="50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1" name="1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505" name="成组"/>
            <p:cNvGrpSpPr/>
            <p:nvPr/>
          </p:nvGrpSpPr>
          <p:grpSpPr>
            <a:xfrm>
              <a:off x="4623929" y="4064000"/>
              <a:ext cx="541867" cy="541867"/>
              <a:chOff x="0" y="0"/>
              <a:chExt cx="541866" cy="541866"/>
            </a:xfrm>
          </p:grpSpPr>
          <p:sp>
            <p:nvSpPr>
              <p:cNvPr id="50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4" name="19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19</a:t>
                </a:r>
              </a:p>
            </p:txBody>
          </p:sp>
        </p:grpSp>
        <p:grpSp>
          <p:nvGrpSpPr>
            <p:cNvPr id="508" name="成组"/>
            <p:cNvGrpSpPr/>
            <p:nvPr/>
          </p:nvGrpSpPr>
          <p:grpSpPr>
            <a:xfrm>
              <a:off x="8361905" y="2889955"/>
              <a:ext cx="541868" cy="541868"/>
              <a:chOff x="0" y="0"/>
              <a:chExt cx="541866" cy="541866"/>
            </a:xfrm>
          </p:grpSpPr>
          <p:sp>
            <p:nvSpPr>
              <p:cNvPr id="50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7" name="2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grpSp>
          <p:nvGrpSpPr>
            <p:cNvPr id="511" name="成组"/>
            <p:cNvGrpSpPr/>
            <p:nvPr/>
          </p:nvGrpSpPr>
          <p:grpSpPr>
            <a:xfrm>
              <a:off x="9208121" y="2889955"/>
              <a:ext cx="543674" cy="541868"/>
              <a:chOff x="-1806" y="0"/>
              <a:chExt cx="543673" cy="541866"/>
            </a:xfrm>
          </p:grpSpPr>
          <p:sp>
            <p:nvSpPr>
              <p:cNvPr id="50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0" name="13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512" name="线条"/>
            <p:cNvSpPr/>
            <p:nvPr/>
          </p:nvSpPr>
          <p:spPr>
            <a:xfrm flipV="1">
              <a:off x="1842346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3" name="线条"/>
            <p:cNvSpPr/>
            <p:nvPr/>
          </p:nvSpPr>
          <p:spPr>
            <a:xfrm flipV="1">
              <a:off x="1076842" y="2113280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4" name="线条"/>
            <p:cNvSpPr/>
            <p:nvPr/>
          </p:nvSpPr>
          <p:spPr>
            <a:xfrm>
              <a:off x="2097499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5" name="线条"/>
            <p:cNvSpPr/>
            <p:nvPr/>
          </p:nvSpPr>
          <p:spPr>
            <a:xfrm flipV="1">
              <a:off x="7094084" y="2113152"/>
              <a:ext cx="530697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6" name="线条"/>
            <p:cNvSpPr/>
            <p:nvPr/>
          </p:nvSpPr>
          <p:spPr>
            <a:xfrm>
              <a:off x="8114742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7" name="线条"/>
            <p:cNvSpPr/>
            <p:nvPr/>
          </p:nvSpPr>
          <p:spPr>
            <a:xfrm flipV="1">
              <a:off x="4877088" y="2113152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8" name="线条"/>
            <p:cNvSpPr/>
            <p:nvPr/>
          </p:nvSpPr>
          <p:spPr>
            <a:xfrm>
              <a:off x="5897745" y="211314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9" name="线条"/>
            <p:cNvSpPr/>
            <p:nvPr/>
          </p:nvSpPr>
          <p:spPr>
            <a:xfrm flipV="1">
              <a:off x="3973689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0" name="线条"/>
            <p:cNvSpPr/>
            <p:nvPr/>
          </p:nvSpPr>
          <p:spPr>
            <a:xfrm flipV="1">
              <a:off x="9502581" y="225777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1" name="线条"/>
            <p:cNvSpPr/>
            <p:nvPr/>
          </p:nvSpPr>
          <p:spPr>
            <a:xfrm flipV="1">
              <a:off x="4894862" y="3431822"/>
              <a:ext cx="1" cy="6355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2" name="线条"/>
            <p:cNvSpPr/>
            <p:nvPr/>
          </p:nvSpPr>
          <p:spPr>
            <a:xfrm>
              <a:off x="5097127" y="390656"/>
              <a:ext cx="4337633" cy="13251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3" name="线条"/>
            <p:cNvSpPr/>
            <p:nvPr/>
          </p:nvSpPr>
          <p:spPr>
            <a:xfrm>
              <a:off x="5051417" y="444796"/>
              <a:ext cx="2811091" cy="126329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4" name="线条"/>
            <p:cNvSpPr/>
            <p:nvPr/>
          </p:nvSpPr>
          <p:spPr>
            <a:xfrm flipV="1">
              <a:off x="4008779" y="507917"/>
              <a:ext cx="681927" cy="121703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5" name="线条"/>
            <p:cNvSpPr/>
            <p:nvPr/>
          </p:nvSpPr>
          <p:spPr>
            <a:xfrm>
              <a:off x="4960200" y="507922"/>
              <a:ext cx="682721" cy="121659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6" name="线条"/>
            <p:cNvSpPr/>
            <p:nvPr/>
          </p:nvSpPr>
          <p:spPr>
            <a:xfrm flipV="1">
              <a:off x="1829626" y="444746"/>
              <a:ext cx="2811070" cy="12633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7" name="线条"/>
            <p:cNvSpPr/>
            <p:nvPr/>
          </p:nvSpPr>
          <p:spPr>
            <a:xfrm flipV="1">
              <a:off x="268285" y="389721"/>
              <a:ext cx="4337348" cy="132606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29" name="删除操作…"/>
          <p:cNvSpPr txBox="1"/>
          <p:nvPr/>
        </p:nvSpPr>
        <p:spPr>
          <a:xfrm>
            <a:off x="1448" y="1437080"/>
            <a:ext cx="3982100" cy="226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删除操作</a:t>
            </a:r>
          </a:p>
          <a:p>
            <a:pPr/>
            <a:r>
              <a:t>  1、移除根结点</a:t>
            </a:r>
          </a:p>
          <a:p>
            <a:pPr/>
            <a:r>
              <a:t>  2、从左至右两两合并</a:t>
            </a:r>
          </a:p>
          <a:p>
            <a:pPr/>
            <a:r>
              <a:t>  3、从右至左逐一合并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595" name="成组"/>
          <p:cNvGrpSpPr/>
          <p:nvPr/>
        </p:nvGrpSpPr>
        <p:grpSpPr>
          <a:xfrm>
            <a:off x="1910531" y="1787722"/>
            <a:ext cx="9183739" cy="4045939"/>
            <a:chOff x="0" y="0"/>
            <a:chExt cx="9183737" cy="4045937"/>
          </a:xfrm>
        </p:grpSpPr>
        <p:grpSp>
          <p:nvGrpSpPr>
            <p:cNvPr id="534" name="成组"/>
            <p:cNvGrpSpPr/>
            <p:nvPr/>
          </p:nvGrpSpPr>
          <p:grpSpPr>
            <a:xfrm>
              <a:off x="785706" y="0"/>
              <a:ext cx="541868" cy="541867"/>
              <a:chOff x="0" y="0"/>
              <a:chExt cx="541866" cy="541866"/>
            </a:xfrm>
          </p:grpSpPr>
          <p:sp>
            <p:nvSpPr>
              <p:cNvPr id="53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3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37" name="成组"/>
            <p:cNvGrpSpPr/>
            <p:nvPr/>
          </p:nvGrpSpPr>
          <p:grpSpPr>
            <a:xfrm>
              <a:off x="794737" y="1165013"/>
              <a:ext cx="541868" cy="541868"/>
              <a:chOff x="0" y="0"/>
              <a:chExt cx="541866" cy="541866"/>
            </a:xfrm>
          </p:grpSpPr>
          <p:sp>
            <p:nvSpPr>
              <p:cNvPr id="535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6" name="6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540" name="成组"/>
            <p:cNvGrpSpPr/>
            <p:nvPr/>
          </p:nvGrpSpPr>
          <p:grpSpPr>
            <a:xfrm>
              <a:off x="0" y="2330026"/>
              <a:ext cx="541867" cy="541868"/>
              <a:chOff x="0" y="0"/>
              <a:chExt cx="541866" cy="541866"/>
            </a:xfrm>
          </p:grpSpPr>
          <p:sp>
            <p:nvSpPr>
              <p:cNvPr id="53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9" name="7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543" name="成组"/>
            <p:cNvGrpSpPr/>
            <p:nvPr/>
          </p:nvGrpSpPr>
          <p:grpSpPr>
            <a:xfrm>
              <a:off x="792931" y="2330026"/>
              <a:ext cx="543674" cy="541868"/>
              <a:chOff x="-1806" y="0"/>
              <a:chExt cx="543673" cy="541866"/>
            </a:xfrm>
          </p:grpSpPr>
          <p:sp>
            <p:nvSpPr>
              <p:cNvPr id="541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2" name="11"/>
              <p:cNvSpPr txBox="1"/>
              <p:nvPr/>
            </p:nvSpPr>
            <p:spPr>
              <a:xfrm>
                <a:off x="-1807" y="39518"/>
                <a:ext cx="484030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546" name="成组"/>
            <p:cNvGrpSpPr/>
            <p:nvPr/>
          </p:nvGrpSpPr>
          <p:grpSpPr>
            <a:xfrm>
              <a:off x="1571413" y="2330026"/>
              <a:ext cx="541868" cy="541868"/>
              <a:chOff x="0" y="0"/>
              <a:chExt cx="541866" cy="541866"/>
            </a:xfrm>
          </p:grpSpPr>
          <p:sp>
            <p:nvSpPr>
              <p:cNvPr id="544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5" name="9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547" name="线条"/>
            <p:cNvSpPr/>
            <p:nvPr/>
          </p:nvSpPr>
          <p:spPr>
            <a:xfrm flipV="1">
              <a:off x="1065671" y="1697848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8" name="线条"/>
            <p:cNvSpPr/>
            <p:nvPr/>
          </p:nvSpPr>
          <p:spPr>
            <a:xfrm flipV="1">
              <a:off x="300166" y="1553351"/>
              <a:ext cx="530697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9" name="线条"/>
            <p:cNvSpPr/>
            <p:nvPr/>
          </p:nvSpPr>
          <p:spPr>
            <a:xfrm>
              <a:off x="1320824" y="1553219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52" name="成组"/>
            <p:cNvGrpSpPr/>
            <p:nvPr/>
          </p:nvGrpSpPr>
          <p:grpSpPr>
            <a:xfrm>
              <a:off x="7883257" y="1165013"/>
              <a:ext cx="541868" cy="541868"/>
              <a:chOff x="0" y="0"/>
              <a:chExt cx="541866" cy="541866"/>
            </a:xfrm>
          </p:grpSpPr>
          <p:sp>
            <p:nvSpPr>
              <p:cNvPr id="550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1" name="23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555" name="成组"/>
            <p:cNvGrpSpPr/>
            <p:nvPr/>
          </p:nvGrpSpPr>
          <p:grpSpPr>
            <a:xfrm>
              <a:off x="7883257" y="0"/>
              <a:ext cx="541868" cy="541867"/>
              <a:chOff x="0" y="0"/>
              <a:chExt cx="541866" cy="541866"/>
            </a:xfrm>
          </p:grpSpPr>
          <p:sp>
            <p:nvSpPr>
              <p:cNvPr id="553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4" name="8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558" name="成组"/>
            <p:cNvGrpSpPr/>
            <p:nvPr/>
          </p:nvGrpSpPr>
          <p:grpSpPr>
            <a:xfrm>
              <a:off x="8641870" y="1165013"/>
              <a:ext cx="541868" cy="541868"/>
              <a:chOff x="0" y="0"/>
              <a:chExt cx="541866" cy="541866"/>
            </a:xfrm>
          </p:grpSpPr>
          <p:sp>
            <p:nvSpPr>
              <p:cNvPr id="556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7" name="25"/>
              <p:cNvSpPr txBox="1"/>
              <p:nvPr/>
            </p:nvSpPr>
            <p:spPr>
              <a:xfrm>
                <a:off x="16255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grpSp>
          <p:nvGrpSpPr>
            <p:cNvPr id="561" name="成组"/>
            <p:cNvGrpSpPr/>
            <p:nvPr/>
          </p:nvGrpSpPr>
          <p:grpSpPr>
            <a:xfrm>
              <a:off x="4717400" y="0"/>
              <a:ext cx="541868" cy="541867"/>
              <a:chOff x="0" y="0"/>
              <a:chExt cx="541866" cy="541866"/>
            </a:xfrm>
          </p:grpSpPr>
          <p:sp>
            <p:nvSpPr>
              <p:cNvPr id="559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0" name="4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64" name="成组"/>
            <p:cNvGrpSpPr/>
            <p:nvPr/>
          </p:nvGrpSpPr>
          <p:grpSpPr>
            <a:xfrm>
              <a:off x="5457951" y="1165013"/>
              <a:ext cx="543674" cy="541868"/>
              <a:chOff x="-1806" y="0"/>
              <a:chExt cx="543673" cy="541866"/>
            </a:xfrm>
          </p:grpSpPr>
          <p:sp>
            <p:nvSpPr>
              <p:cNvPr id="562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3" name="21"/>
              <p:cNvSpPr txBox="1"/>
              <p:nvPr/>
            </p:nvSpPr>
            <p:spPr>
              <a:xfrm>
                <a:off x="-1807" y="39518"/>
                <a:ext cx="4943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21</a:t>
                </a:r>
              </a:p>
            </p:txBody>
          </p:sp>
        </p:grpSp>
        <p:grpSp>
          <p:nvGrpSpPr>
            <p:cNvPr id="572" name="成组"/>
            <p:cNvGrpSpPr/>
            <p:nvPr/>
          </p:nvGrpSpPr>
          <p:grpSpPr>
            <a:xfrm>
              <a:off x="7124258" y="1165013"/>
              <a:ext cx="545480" cy="1706881"/>
              <a:chOff x="0" y="0"/>
              <a:chExt cx="545478" cy="1706880"/>
            </a:xfrm>
          </p:grpSpPr>
          <p:grpSp>
            <p:nvGrpSpPr>
              <p:cNvPr id="567" name="成组"/>
              <p:cNvGrpSpPr/>
              <p:nvPr/>
            </p:nvGrpSpPr>
            <p:grpSpPr>
              <a:xfrm>
                <a:off x="1805" y="0"/>
                <a:ext cx="543674" cy="541867"/>
                <a:chOff x="-1806" y="0"/>
                <a:chExt cx="543673" cy="541866"/>
              </a:xfrm>
            </p:grpSpPr>
            <p:sp>
              <p:nvSpPr>
                <p:cNvPr id="56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66" name="12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12</a:t>
                  </a:r>
                </a:p>
              </p:txBody>
            </p:sp>
          </p:grpSp>
          <p:grpSp>
            <p:nvGrpSpPr>
              <p:cNvPr id="570" name="成组"/>
              <p:cNvGrpSpPr/>
              <p:nvPr/>
            </p:nvGrpSpPr>
            <p:grpSpPr>
              <a:xfrm>
                <a:off x="-1" y="1165013"/>
                <a:ext cx="543675" cy="541868"/>
                <a:chOff x="-1806" y="0"/>
                <a:chExt cx="543673" cy="541866"/>
              </a:xfrm>
            </p:grpSpPr>
            <p:sp>
              <p:nvSpPr>
                <p:cNvPr id="56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69" name="13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sp>
            <p:nvSpPr>
              <p:cNvPr id="571" name="线条"/>
              <p:cNvSpPr/>
              <p:nvPr/>
            </p:nvSpPr>
            <p:spPr>
              <a:xfrm flipV="1">
                <a:off x="294460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588" name="成组"/>
            <p:cNvGrpSpPr/>
            <p:nvPr/>
          </p:nvGrpSpPr>
          <p:grpSpPr>
            <a:xfrm>
              <a:off x="3126985" y="1165013"/>
              <a:ext cx="2067843" cy="2880925"/>
              <a:chOff x="0" y="0"/>
              <a:chExt cx="2067842" cy="2880924"/>
            </a:xfrm>
          </p:grpSpPr>
          <p:grpSp>
            <p:nvGrpSpPr>
              <p:cNvPr id="575" name="成组"/>
              <p:cNvGrpSpPr/>
              <p:nvPr/>
            </p:nvGrpSpPr>
            <p:grpSpPr>
              <a:xfrm>
                <a:off x="756807" y="0"/>
                <a:ext cx="543674" cy="541867"/>
                <a:chOff x="-1806" y="0"/>
                <a:chExt cx="543673" cy="541866"/>
              </a:xfrm>
            </p:grpSpPr>
            <p:sp>
              <p:nvSpPr>
                <p:cNvPr id="57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74" name="10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578" name="成组"/>
              <p:cNvGrpSpPr/>
              <p:nvPr/>
            </p:nvGrpSpPr>
            <p:grpSpPr>
              <a:xfrm>
                <a:off x="0" y="1165013"/>
                <a:ext cx="541867" cy="541868"/>
                <a:chOff x="0" y="0"/>
                <a:chExt cx="541866" cy="541866"/>
              </a:xfrm>
            </p:grpSpPr>
            <p:sp>
              <p:nvSpPr>
                <p:cNvPr id="57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77" name="17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17</a:t>
                  </a:r>
                </a:p>
              </p:txBody>
            </p:sp>
          </p:grpSp>
          <p:grpSp>
            <p:nvGrpSpPr>
              <p:cNvPr id="581" name="成组"/>
              <p:cNvGrpSpPr/>
              <p:nvPr/>
            </p:nvGrpSpPr>
            <p:grpSpPr>
              <a:xfrm>
                <a:off x="1525976" y="1165013"/>
                <a:ext cx="541867" cy="541868"/>
                <a:chOff x="0" y="0"/>
                <a:chExt cx="541866" cy="541866"/>
              </a:xfrm>
            </p:grpSpPr>
            <p:sp>
              <p:nvSpPr>
                <p:cNvPr id="57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80" name="1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584" name="成组"/>
              <p:cNvGrpSpPr/>
              <p:nvPr/>
            </p:nvGrpSpPr>
            <p:grpSpPr>
              <a:xfrm>
                <a:off x="0" y="2339057"/>
                <a:ext cx="541867" cy="541868"/>
                <a:chOff x="0" y="0"/>
                <a:chExt cx="541866" cy="541866"/>
              </a:xfrm>
            </p:grpSpPr>
            <p:sp>
              <p:nvSpPr>
                <p:cNvPr id="58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83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585" name="线条"/>
              <p:cNvSpPr/>
              <p:nvPr/>
            </p:nvSpPr>
            <p:spPr>
              <a:xfrm flipV="1">
                <a:off x="253159" y="388209"/>
                <a:ext cx="530697" cy="7800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6" name="线条"/>
              <p:cNvSpPr/>
              <p:nvPr/>
            </p:nvSpPr>
            <p:spPr>
              <a:xfrm>
                <a:off x="1273816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7" name="线条"/>
              <p:cNvSpPr/>
              <p:nvPr/>
            </p:nvSpPr>
            <p:spPr>
              <a:xfrm flipV="1">
                <a:off x="270933" y="1706880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89" name="线条"/>
            <p:cNvSpPr/>
            <p:nvPr/>
          </p:nvSpPr>
          <p:spPr>
            <a:xfrm flipV="1">
              <a:off x="1056639" y="532835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0" name="线条"/>
            <p:cNvSpPr/>
            <p:nvPr/>
          </p:nvSpPr>
          <p:spPr>
            <a:xfrm flipV="1">
              <a:off x="4209238" y="388082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1" name="线条"/>
            <p:cNvSpPr/>
            <p:nvPr/>
          </p:nvSpPr>
          <p:spPr>
            <a:xfrm>
              <a:off x="5229894" y="38807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2" name="线条"/>
            <p:cNvSpPr/>
            <p:nvPr/>
          </p:nvSpPr>
          <p:spPr>
            <a:xfrm flipV="1">
              <a:off x="8162272" y="550897"/>
              <a:ext cx="1" cy="63556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3" name="线条"/>
            <p:cNvSpPr/>
            <p:nvPr/>
          </p:nvSpPr>
          <p:spPr>
            <a:xfrm flipV="1">
              <a:off x="7378706" y="388082"/>
              <a:ext cx="530696" cy="78006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4" name="线条"/>
            <p:cNvSpPr/>
            <p:nvPr/>
          </p:nvSpPr>
          <p:spPr>
            <a:xfrm>
              <a:off x="8399363" y="388078"/>
              <a:ext cx="530310" cy="78032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655" name="成组"/>
          <p:cNvGrpSpPr/>
          <p:nvPr/>
        </p:nvGrpSpPr>
        <p:grpSpPr>
          <a:xfrm>
            <a:off x="2154145" y="1362287"/>
            <a:ext cx="8696510" cy="4045939"/>
            <a:chOff x="0" y="0"/>
            <a:chExt cx="8696509" cy="4045938"/>
          </a:xfrm>
        </p:grpSpPr>
        <p:grpSp>
          <p:nvGrpSpPr>
            <p:cNvPr id="612" name="成组"/>
            <p:cNvGrpSpPr/>
            <p:nvPr/>
          </p:nvGrpSpPr>
          <p:grpSpPr>
            <a:xfrm>
              <a:off x="-1" y="-1"/>
              <a:ext cx="2113282" cy="2871895"/>
              <a:chOff x="0" y="0"/>
              <a:chExt cx="2113280" cy="2871893"/>
            </a:xfrm>
          </p:grpSpPr>
          <p:sp>
            <p:nvSpPr>
              <p:cNvPr id="598" name="圆形"/>
              <p:cNvSpPr/>
              <p:nvPr/>
            </p:nvSpPr>
            <p:spPr>
              <a:xfrm>
                <a:off x="785706" y="0"/>
                <a:ext cx="541868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9" name="2"/>
              <p:cNvSpPr txBox="1"/>
              <p:nvPr/>
            </p:nvSpPr>
            <p:spPr>
              <a:xfrm>
                <a:off x="874211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600" name="圆形"/>
              <p:cNvSpPr/>
              <p:nvPr/>
            </p:nvSpPr>
            <p:spPr>
              <a:xfrm>
                <a:off x="794737" y="1165013"/>
                <a:ext cx="541868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1" name="6"/>
              <p:cNvSpPr txBox="1"/>
              <p:nvPr/>
            </p:nvSpPr>
            <p:spPr>
              <a:xfrm>
                <a:off x="883242" y="1204532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602" name="圆形"/>
              <p:cNvSpPr/>
              <p:nvPr/>
            </p:nvSpPr>
            <p:spPr>
              <a:xfrm>
                <a:off x="0" y="2330026"/>
                <a:ext cx="541867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3" name="7"/>
              <p:cNvSpPr txBox="1"/>
              <p:nvPr/>
            </p:nvSpPr>
            <p:spPr>
              <a:xfrm>
                <a:off x="88504" y="2369545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604" name="圆形"/>
              <p:cNvSpPr/>
              <p:nvPr/>
            </p:nvSpPr>
            <p:spPr>
              <a:xfrm>
                <a:off x="794737" y="2330026"/>
                <a:ext cx="541868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5" name="11"/>
              <p:cNvSpPr txBox="1"/>
              <p:nvPr/>
            </p:nvSpPr>
            <p:spPr>
              <a:xfrm>
                <a:off x="792931" y="2369545"/>
                <a:ext cx="484029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  <p:sp>
            <p:nvSpPr>
              <p:cNvPr id="606" name="圆形"/>
              <p:cNvSpPr/>
              <p:nvPr/>
            </p:nvSpPr>
            <p:spPr>
              <a:xfrm>
                <a:off x="1571413" y="2330026"/>
                <a:ext cx="541868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7" name="9"/>
              <p:cNvSpPr txBox="1"/>
              <p:nvPr/>
            </p:nvSpPr>
            <p:spPr>
              <a:xfrm>
                <a:off x="1659918" y="2369545"/>
                <a:ext cx="354697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  <p:sp>
            <p:nvSpPr>
              <p:cNvPr id="608" name="线条"/>
              <p:cNvSpPr/>
              <p:nvPr/>
            </p:nvSpPr>
            <p:spPr>
              <a:xfrm flipV="1">
                <a:off x="1065670" y="1697848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9" name="线条"/>
              <p:cNvSpPr/>
              <p:nvPr/>
            </p:nvSpPr>
            <p:spPr>
              <a:xfrm flipV="1">
                <a:off x="300166" y="1553351"/>
                <a:ext cx="530697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0" name="线条"/>
              <p:cNvSpPr/>
              <p:nvPr/>
            </p:nvSpPr>
            <p:spPr>
              <a:xfrm>
                <a:off x="1320824" y="1553219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1" name="线条"/>
              <p:cNvSpPr/>
              <p:nvPr/>
            </p:nvSpPr>
            <p:spPr>
              <a:xfrm flipV="1">
                <a:off x="1056639" y="532835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654" name="成组"/>
            <p:cNvGrpSpPr/>
            <p:nvPr/>
          </p:nvGrpSpPr>
          <p:grpSpPr>
            <a:xfrm>
              <a:off x="3002459" y="0"/>
              <a:ext cx="5694051" cy="4045938"/>
              <a:chOff x="0" y="0"/>
              <a:chExt cx="5694049" cy="4045938"/>
            </a:xfrm>
          </p:grpSpPr>
          <p:grpSp>
            <p:nvGrpSpPr>
              <p:cNvPr id="615" name="成组"/>
              <p:cNvGrpSpPr/>
              <p:nvPr/>
            </p:nvGrpSpPr>
            <p:grpSpPr>
              <a:xfrm>
                <a:off x="2962101" y="0"/>
                <a:ext cx="541867" cy="541867"/>
                <a:chOff x="0" y="0"/>
                <a:chExt cx="541866" cy="541866"/>
              </a:xfrm>
            </p:grpSpPr>
            <p:sp>
              <p:nvSpPr>
                <p:cNvPr id="61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14" name="4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618" name="成组"/>
              <p:cNvGrpSpPr/>
              <p:nvPr/>
            </p:nvGrpSpPr>
            <p:grpSpPr>
              <a:xfrm>
                <a:off x="5152182" y="1165013"/>
                <a:ext cx="541868" cy="541868"/>
                <a:chOff x="0" y="0"/>
                <a:chExt cx="541866" cy="541866"/>
              </a:xfrm>
            </p:grpSpPr>
            <p:sp>
              <p:nvSpPr>
                <p:cNvPr id="61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17" name="21"/>
                <p:cNvSpPr txBox="1"/>
                <p:nvPr/>
              </p:nvSpPr>
              <p:spPr>
                <a:xfrm>
                  <a:off x="34318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21</a:t>
                  </a:r>
                </a:p>
              </p:txBody>
            </p:sp>
          </p:grpSp>
          <p:grpSp>
            <p:nvGrpSpPr>
              <p:cNvPr id="621" name="成组"/>
              <p:cNvGrpSpPr/>
              <p:nvPr/>
            </p:nvGrpSpPr>
            <p:grpSpPr>
              <a:xfrm>
                <a:off x="2962101" y="1165013"/>
                <a:ext cx="543674" cy="541868"/>
                <a:chOff x="-1806" y="0"/>
                <a:chExt cx="543673" cy="541866"/>
              </a:xfrm>
            </p:grpSpPr>
            <p:sp>
              <p:nvSpPr>
                <p:cNvPr id="61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20" name="10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624" name="成组"/>
              <p:cNvGrpSpPr/>
              <p:nvPr/>
            </p:nvGrpSpPr>
            <p:grpSpPr>
              <a:xfrm>
                <a:off x="2205293" y="2330026"/>
                <a:ext cx="541868" cy="541868"/>
                <a:chOff x="0" y="0"/>
                <a:chExt cx="541866" cy="541866"/>
              </a:xfrm>
            </p:grpSpPr>
            <p:sp>
              <p:nvSpPr>
                <p:cNvPr id="62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23" name="17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17</a:t>
                  </a:r>
                </a:p>
              </p:txBody>
            </p:sp>
          </p:grpSp>
          <p:grpSp>
            <p:nvGrpSpPr>
              <p:cNvPr id="627" name="成组"/>
              <p:cNvGrpSpPr/>
              <p:nvPr/>
            </p:nvGrpSpPr>
            <p:grpSpPr>
              <a:xfrm>
                <a:off x="3731269" y="2330026"/>
                <a:ext cx="541868" cy="541868"/>
                <a:chOff x="0" y="0"/>
                <a:chExt cx="541866" cy="541866"/>
              </a:xfrm>
            </p:grpSpPr>
            <p:sp>
              <p:nvSpPr>
                <p:cNvPr id="62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26" name="1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630" name="成组"/>
              <p:cNvGrpSpPr/>
              <p:nvPr/>
            </p:nvGrpSpPr>
            <p:grpSpPr>
              <a:xfrm>
                <a:off x="2205293" y="3504071"/>
                <a:ext cx="541868" cy="541868"/>
                <a:chOff x="0" y="0"/>
                <a:chExt cx="541866" cy="541866"/>
              </a:xfrm>
            </p:grpSpPr>
            <p:sp>
              <p:nvSpPr>
                <p:cNvPr id="62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29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631" name="线条"/>
              <p:cNvSpPr/>
              <p:nvPr/>
            </p:nvSpPr>
            <p:spPr>
              <a:xfrm flipV="1">
                <a:off x="2458453" y="1553223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2" name="线条"/>
              <p:cNvSpPr/>
              <p:nvPr/>
            </p:nvSpPr>
            <p:spPr>
              <a:xfrm>
                <a:off x="3479110" y="1553219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3" name="线条"/>
              <p:cNvSpPr/>
              <p:nvPr/>
            </p:nvSpPr>
            <p:spPr>
              <a:xfrm flipV="1">
                <a:off x="2476226" y="2871893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4" name="线条"/>
              <p:cNvSpPr/>
              <p:nvPr/>
            </p:nvSpPr>
            <p:spPr>
              <a:xfrm flipV="1">
                <a:off x="1224944" y="428202"/>
                <a:ext cx="1792831" cy="8087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651" name="成组"/>
              <p:cNvGrpSpPr/>
              <p:nvPr/>
            </p:nvGrpSpPr>
            <p:grpSpPr>
              <a:xfrm>
                <a:off x="-1" y="1165013"/>
                <a:ext cx="2059480" cy="2871894"/>
                <a:chOff x="0" y="0"/>
                <a:chExt cx="2059478" cy="2871893"/>
              </a:xfrm>
            </p:grpSpPr>
            <p:sp>
              <p:nvSpPr>
                <p:cNvPr id="635" name="圆形"/>
                <p:cNvSpPr/>
                <p:nvPr/>
              </p:nvSpPr>
              <p:spPr>
                <a:xfrm>
                  <a:off x="758998" y="1165013"/>
                  <a:ext cx="541868" cy="5418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36" name="23"/>
                <p:cNvSpPr txBox="1"/>
                <p:nvPr/>
              </p:nvSpPr>
              <p:spPr>
                <a:xfrm>
                  <a:off x="775254" y="1204532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23</a:t>
                  </a:r>
                </a:p>
              </p:txBody>
            </p:sp>
            <p:sp>
              <p:nvSpPr>
                <p:cNvPr id="637" name="圆形"/>
                <p:cNvSpPr/>
                <p:nvPr/>
              </p:nvSpPr>
              <p:spPr>
                <a:xfrm>
                  <a:off x="758998" y="0"/>
                  <a:ext cx="541868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38" name="8"/>
                <p:cNvSpPr txBox="1"/>
                <p:nvPr/>
              </p:nvSpPr>
              <p:spPr>
                <a:xfrm>
                  <a:off x="847503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  <p:sp>
              <p:nvSpPr>
                <p:cNvPr id="639" name="圆形"/>
                <p:cNvSpPr/>
                <p:nvPr/>
              </p:nvSpPr>
              <p:spPr>
                <a:xfrm>
                  <a:off x="1517611" y="1165013"/>
                  <a:ext cx="541868" cy="5418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0" name="25"/>
                <p:cNvSpPr txBox="1"/>
                <p:nvPr/>
              </p:nvSpPr>
              <p:spPr>
                <a:xfrm>
                  <a:off x="1533867" y="1204532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25</a:t>
                  </a:r>
                </a:p>
              </p:txBody>
            </p:sp>
            <p:grpSp>
              <p:nvGrpSpPr>
                <p:cNvPr id="643" name="成组"/>
                <p:cNvGrpSpPr/>
                <p:nvPr/>
              </p:nvGrpSpPr>
              <p:grpSpPr>
                <a:xfrm>
                  <a:off x="1805" y="1165013"/>
                  <a:ext cx="543674" cy="541868"/>
                  <a:chOff x="-1806" y="0"/>
                  <a:chExt cx="543673" cy="541866"/>
                </a:xfrm>
              </p:grpSpPr>
              <p:sp>
                <p:nvSpPr>
                  <p:cNvPr id="641" name="圆形"/>
                  <p:cNvSpPr/>
                  <p:nvPr/>
                </p:nvSpPr>
                <p:spPr>
                  <a:xfrm>
                    <a:off x="0" y="0"/>
                    <a:ext cx="541867" cy="5418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2248" tIns="72248" rIns="72248" bIns="72248" numCol="1" anchor="ctr">
                    <a:noAutofit/>
                  </a:bodyPr>
                  <a:lstStyle/>
                  <a:p>
                    <a:pPr marL="57799" marR="57799" indent="0" defTabSz="1300480">
                      <a:spcBef>
                        <a:spcPts val="2200"/>
                      </a:spcBef>
                      <a:defRPr sz="3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2" name="12"/>
                  <p:cNvSpPr txBox="1"/>
                  <p:nvPr/>
                </p:nvSpPr>
                <p:spPr>
                  <a:xfrm>
                    <a:off x="-1807" y="39518"/>
                    <a:ext cx="494398" cy="46283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72248" tIns="72248" rIns="72248" bIns="72248" numCol="1" anchor="ctr">
                    <a:spAutoFit/>
                  </a:bodyPr>
                  <a:lstStyle>
                    <a:lvl1pPr marL="57799" marR="57799" indent="0" defTabSz="1300480">
                      <a:spcBef>
                        <a:spcPts val="2200"/>
                      </a:spcBef>
                      <a:defRPr sz="22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12</a:t>
                    </a:r>
                  </a:p>
                </p:txBody>
              </p:sp>
            </p:grpSp>
            <p:grpSp>
              <p:nvGrpSpPr>
                <p:cNvPr id="646" name="成组"/>
                <p:cNvGrpSpPr/>
                <p:nvPr/>
              </p:nvGrpSpPr>
              <p:grpSpPr>
                <a:xfrm>
                  <a:off x="-1" y="2330026"/>
                  <a:ext cx="543675" cy="541868"/>
                  <a:chOff x="-1806" y="0"/>
                  <a:chExt cx="543673" cy="541866"/>
                </a:xfrm>
              </p:grpSpPr>
              <p:sp>
                <p:nvSpPr>
                  <p:cNvPr id="644" name="圆形"/>
                  <p:cNvSpPr/>
                  <p:nvPr/>
                </p:nvSpPr>
                <p:spPr>
                  <a:xfrm>
                    <a:off x="0" y="0"/>
                    <a:ext cx="541867" cy="5418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2248" tIns="72248" rIns="72248" bIns="72248" numCol="1" anchor="ctr">
                    <a:noAutofit/>
                  </a:bodyPr>
                  <a:lstStyle/>
                  <a:p>
                    <a:pPr marL="57799" marR="57799" indent="0" defTabSz="1300480">
                      <a:spcBef>
                        <a:spcPts val="2200"/>
                      </a:spcBef>
                      <a:defRPr sz="3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645" name="13"/>
                  <p:cNvSpPr txBox="1"/>
                  <p:nvPr/>
                </p:nvSpPr>
                <p:spPr>
                  <a:xfrm>
                    <a:off x="-1807" y="39518"/>
                    <a:ext cx="494398" cy="46283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72248" tIns="72248" rIns="72248" bIns="72248" numCol="1" anchor="ctr">
                    <a:spAutoFit/>
                  </a:bodyPr>
                  <a:lstStyle>
                    <a:lvl1pPr marL="57799" marR="57799" indent="0" defTabSz="1300480">
                      <a:spcBef>
                        <a:spcPts val="2200"/>
                      </a:spcBef>
                      <a:defRPr sz="22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13</a:t>
                    </a:r>
                  </a:p>
                </p:txBody>
              </p:sp>
            </p:grpSp>
            <p:sp>
              <p:nvSpPr>
                <p:cNvPr id="647" name="线条"/>
                <p:cNvSpPr/>
                <p:nvPr/>
              </p:nvSpPr>
              <p:spPr>
                <a:xfrm flipV="1">
                  <a:off x="294460" y="1697848"/>
                  <a:ext cx="1" cy="63556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8" name="线条"/>
                <p:cNvSpPr/>
                <p:nvPr/>
              </p:nvSpPr>
              <p:spPr>
                <a:xfrm flipV="1">
                  <a:off x="1038013" y="550897"/>
                  <a:ext cx="1" cy="63556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9" name="线条"/>
                <p:cNvSpPr/>
                <p:nvPr/>
              </p:nvSpPr>
              <p:spPr>
                <a:xfrm flipV="1">
                  <a:off x="254447" y="388082"/>
                  <a:ext cx="530697" cy="78006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50" name="线条"/>
                <p:cNvSpPr/>
                <p:nvPr/>
              </p:nvSpPr>
              <p:spPr>
                <a:xfrm>
                  <a:off x="1275104" y="388078"/>
                  <a:ext cx="530310" cy="78032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652" name="线条"/>
              <p:cNvSpPr/>
              <p:nvPr/>
            </p:nvSpPr>
            <p:spPr>
              <a:xfrm flipV="1">
                <a:off x="3241199" y="529095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3" name="线条"/>
              <p:cNvSpPr/>
              <p:nvPr/>
            </p:nvSpPr>
            <p:spPr>
              <a:xfrm>
                <a:off x="3457295" y="428201"/>
                <a:ext cx="1792536" cy="80936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5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偶堆</a:t>
            </a:r>
          </a:p>
        </p:txBody>
      </p:sp>
      <p:grpSp>
        <p:nvGrpSpPr>
          <p:cNvPr id="717" name="成组"/>
          <p:cNvGrpSpPr/>
          <p:nvPr/>
        </p:nvGrpSpPr>
        <p:grpSpPr>
          <a:xfrm>
            <a:off x="2161967" y="1516456"/>
            <a:ext cx="8347842" cy="5259720"/>
            <a:chOff x="0" y="0"/>
            <a:chExt cx="8347840" cy="5259719"/>
          </a:xfrm>
        </p:grpSpPr>
        <p:grpSp>
          <p:nvGrpSpPr>
            <p:cNvPr id="660" name="成组"/>
            <p:cNvGrpSpPr/>
            <p:nvPr/>
          </p:nvGrpSpPr>
          <p:grpSpPr>
            <a:xfrm>
              <a:off x="4995832" y="0"/>
              <a:ext cx="541867" cy="541867"/>
              <a:chOff x="0" y="0"/>
              <a:chExt cx="541866" cy="541866"/>
            </a:xfrm>
          </p:grpSpPr>
          <p:sp>
            <p:nvSpPr>
              <p:cNvPr id="658" name="圆形"/>
              <p:cNvSpPr/>
              <p:nvPr/>
            </p:nvSpPr>
            <p:spPr>
              <a:xfrm>
                <a:off x="0" y="0"/>
                <a:ext cx="541867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9" name="2"/>
              <p:cNvSpPr txBox="1"/>
              <p:nvPr/>
            </p:nvSpPr>
            <p:spPr>
              <a:xfrm>
                <a:off x="88504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672" name="成组"/>
            <p:cNvGrpSpPr/>
            <p:nvPr/>
          </p:nvGrpSpPr>
          <p:grpSpPr>
            <a:xfrm>
              <a:off x="6234560" y="1213781"/>
              <a:ext cx="2113282" cy="1706881"/>
              <a:chOff x="0" y="0"/>
              <a:chExt cx="2113280" cy="1706880"/>
            </a:xfrm>
          </p:grpSpPr>
          <p:sp>
            <p:nvSpPr>
              <p:cNvPr id="661" name="圆形"/>
              <p:cNvSpPr/>
              <p:nvPr/>
            </p:nvSpPr>
            <p:spPr>
              <a:xfrm>
                <a:off x="794737" y="0"/>
                <a:ext cx="541868" cy="54186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2" name="6"/>
              <p:cNvSpPr txBox="1"/>
              <p:nvPr/>
            </p:nvSpPr>
            <p:spPr>
              <a:xfrm>
                <a:off x="883242" y="39518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663" name="圆形"/>
              <p:cNvSpPr/>
              <p:nvPr/>
            </p:nvSpPr>
            <p:spPr>
              <a:xfrm>
                <a:off x="0" y="1165013"/>
                <a:ext cx="541867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4" name="7"/>
              <p:cNvSpPr txBox="1"/>
              <p:nvPr/>
            </p:nvSpPr>
            <p:spPr>
              <a:xfrm>
                <a:off x="88504" y="1204532"/>
                <a:ext cx="354698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665" name="圆形"/>
              <p:cNvSpPr/>
              <p:nvPr/>
            </p:nvSpPr>
            <p:spPr>
              <a:xfrm>
                <a:off x="794737" y="1165013"/>
                <a:ext cx="541868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6" name="11"/>
              <p:cNvSpPr txBox="1"/>
              <p:nvPr/>
            </p:nvSpPr>
            <p:spPr>
              <a:xfrm>
                <a:off x="792931" y="1204532"/>
                <a:ext cx="484029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  <p:sp>
            <p:nvSpPr>
              <p:cNvPr id="667" name="圆形"/>
              <p:cNvSpPr/>
              <p:nvPr/>
            </p:nvSpPr>
            <p:spPr>
              <a:xfrm>
                <a:off x="1571413" y="1165013"/>
                <a:ext cx="541868" cy="54186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72248" tIns="72248" rIns="72248" bIns="72248" numCol="1" anchor="ctr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8" name="9"/>
              <p:cNvSpPr txBox="1"/>
              <p:nvPr/>
            </p:nvSpPr>
            <p:spPr>
              <a:xfrm>
                <a:off x="1659918" y="1204532"/>
                <a:ext cx="354697" cy="4628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72248" tIns="72248" rIns="72248" bIns="72248" numCol="1" anchor="ctr">
                <a:spAutoFit/>
              </a:bodyPr>
              <a:lstStyle>
                <a:lvl1pPr marL="57799" marR="57799" indent="0" defTabSz="1300480">
                  <a:spcBef>
                    <a:spcPts val="2200"/>
                  </a:spcBef>
                  <a:defRPr sz="22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  <p:sp>
            <p:nvSpPr>
              <p:cNvPr id="669" name="线条"/>
              <p:cNvSpPr/>
              <p:nvPr/>
            </p:nvSpPr>
            <p:spPr>
              <a:xfrm flipV="1">
                <a:off x="1065671" y="53283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0" name="线条"/>
              <p:cNvSpPr/>
              <p:nvPr/>
            </p:nvSpPr>
            <p:spPr>
              <a:xfrm flipV="1">
                <a:off x="300166" y="388337"/>
                <a:ext cx="530697" cy="7800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1" name="线条"/>
              <p:cNvSpPr/>
              <p:nvPr/>
            </p:nvSpPr>
            <p:spPr>
              <a:xfrm>
                <a:off x="1320824" y="388206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714" name="成组"/>
            <p:cNvGrpSpPr/>
            <p:nvPr/>
          </p:nvGrpSpPr>
          <p:grpSpPr>
            <a:xfrm>
              <a:off x="0" y="1213781"/>
              <a:ext cx="5694050" cy="4045939"/>
              <a:chOff x="0" y="0"/>
              <a:chExt cx="5694049" cy="4045938"/>
            </a:xfrm>
          </p:grpSpPr>
          <p:grpSp>
            <p:nvGrpSpPr>
              <p:cNvPr id="675" name="成组"/>
              <p:cNvGrpSpPr/>
              <p:nvPr/>
            </p:nvGrpSpPr>
            <p:grpSpPr>
              <a:xfrm>
                <a:off x="2962100" y="0"/>
                <a:ext cx="541868" cy="541867"/>
                <a:chOff x="0" y="0"/>
                <a:chExt cx="541866" cy="541866"/>
              </a:xfrm>
            </p:grpSpPr>
            <p:sp>
              <p:nvSpPr>
                <p:cNvPr id="673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4" name="4"/>
                <p:cNvSpPr txBox="1"/>
                <p:nvPr/>
              </p:nvSpPr>
              <p:spPr>
                <a:xfrm>
                  <a:off x="88504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678" name="成组"/>
              <p:cNvGrpSpPr/>
              <p:nvPr/>
            </p:nvGrpSpPr>
            <p:grpSpPr>
              <a:xfrm>
                <a:off x="5152182" y="1165013"/>
                <a:ext cx="541868" cy="541868"/>
                <a:chOff x="0" y="0"/>
                <a:chExt cx="541866" cy="541866"/>
              </a:xfrm>
            </p:grpSpPr>
            <p:sp>
              <p:nvSpPr>
                <p:cNvPr id="676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7" name="21"/>
                <p:cNvSpPr txBox="1"/>
                <p:nvPr/>
              </p:nvSpPr>
              <p:spPr>
                <a:xfrm>
                  <a:off x="34318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21</a:t>
                  </a:r>
                </a:p>
              </p:txBody>
            </p:sp>
          </p:grpSp>
          <p:grpSp>
            <p:nvGrpSpPr>
              <p:cNvPr id="681" name="成组"/>
              <p:cNvGrpSpPr/>
              <p:nvPr/>
            </p:nvGrpSpPr>
            <p:grpSpPr>
              <a:xfrm>
                <a:off x="2962100" y="1165013"/>
                <a:ext cx="543674" cy="541868"/>
                <a:chOff x="-1806" y="0"/>
                <a:chExt cx="543673" cy="541866"/>
              </a:xfrm>
            </p:grpSpPr>
            <p:sp>
              <p:nvSpPr>
                <p:cNvPr id="679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0" name="10"/>
                <p:cNvSpPr txBox="1"/>
                <p:nvPr/>
              </p:nvSpPr>
              <p:spPr>
                <a:xfrm>
                  <a:off x="-1807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684" name="成组"/>
              <p:cNvGrpSpPr/>
              <p:nvPr/>
            </p:nvGrpSpPr>
            <p:grpSpPr>
              <a:xfrm>
                <a:off x="2205293" y="2330026"/>
                <a:ext cx="541868" cy="541868"/>
                <a:chOff x="0" y="0"/>
                <a:chExt cx="541866" cy="541866"/>
              </a:xfrm>
            </p:grpSpPr>
            <p:sp>
              <p:nvSpPr>
                <p:cNvPr id="682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3" name="17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17</a:t>
                  </a:r>
                </a:p>
              </p:txBody>
            </p:sp>
          </p:grpSp>
          <p:grpSp>
            <p:nvGrpSpPr>
              <p:cNvPr id="687" name="成组"/>
              <p:cNvGrpSpPr/>
              <p:nvPr/>
            </p:nvGrpSpPr>
            <p:grpSpPr>
              <a:xfrm>
                <a:off x="3731269" y="2330026"/>
                <a:ext cx="541868" cy="541868"/>
                <a:chOff x="0" y="0"/>
                <a:chExt cx="541866" cy="541866"/>
              </a:xfrm>
            </p:grpSpPr>
            <p:sp>
              <p:nvSpPr>
                <p:cNvPr id="685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6" name="15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690" name="成组"/>
              <p:cNvGrpSpPr/>
              <p:nvPr/>
            </p:nvGrpSpPr>
            <p:grpSpPr>
              <a:xfrm>
                <a:off x="2205293" y="3504071"/>
                <a:ext cx="541868" cy="541868"/>
                <a:chOff x="0" y="0"/>
                <a:chExt cx="541866" cy="541866"/>
              </a:xfrm>
            </p:grpSpPr>
            <p:sp>
              <p:nvSpPr>
                <p:cNvPr id="688" name="圆形"/>
                <p:cNvSpPr/>
                <p:nvPr/>
              </p:nvSpPr>
              <p:spPr>
                <a:xfrm>
                  <a:off x="0" y="0"/>
                  <a:ext cx="541867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9" name="19"/>
                <p:cNvSpPr txBox="1"/>
                <p:nvPr/>
              </p:nvSpPr>
              <p:spPr>
                <a:xfrm>
                  <a:off x="16255" y="39518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691" name="线条"/>
              <p:cNvSpPr/>
              <p:nvPr/>
            </p:nvSpPr>
            <p:spPr>
              <a:xfrm flipV="1">
                <a:off x="2458453" y="1553223"/>
                <a:ext cx="530696" cy="78006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2" name="线条"/>
              <p:cNvSpPr/>
              <p:nvPr/>
            </p:nvSpPr>
            <p:spPr>
              <a:xfrm>
                <a:off x="3479110" y="1553219"/>
                <a:ext cx="530310" cy="78032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3" name="线条"/>
              <p:cNvSpPr/>
              <p:nvPr/>
            </p:nvSpPr>
            <p:spPr>
              <a:xfrm flipV="1">
                <a:off x="2476226" y="2871893"/>
                <a:ext cx="1" cy="6355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4" name="线条"/>
              <p:cNvSpPr/>
              <p:nvPr/>
            </p:nvSpPr>
            <p:spPr>
              <a:xfrm flipV="1">
                <a:off x="1224944" y="428202"/>
                <a:ext cx="1792831" cy="80870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711" name="成组"/>
              <p:cNvGrpSpPr/>
              <p:nvPr/>
            </p:nvGrpSpPr>
            <p:grpSpPr>
              <a:xfrm>
                <a:off x="-1" y="1165013"/>
                <a:ext cx="2059480" cy="2871894"/>
                <a:chOff x="0" y="0"/>
                <a:chExt cx="2059478" cy="2871893"/>
              </a:xfrm>
            </p:grpSpPr>
            <p:sp>
              <p:nvSpPr>
                <p:cNvPr id="695" name="圆形"/>
                <p:cNvSpPr/>
                <p:nvPr/>
              </p:nvSpPr>
              <p:spPr>
                <a:xfrm>
                  <a:off x="758998" y="1165013"/>
                  <a:ext cx="541868" cy="5418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6" name="23"/>
                <p:cNvSpPr txBox="1"/>
                <p:nvPr/>
              </p:nvSpPr>
              <p:spPr>
                <a:xfrm>
                  <a:off x="775254" y="1204532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23</a:t>
                  </a:r>
                </a:p>
              </p:txBody>
            </p:sp>
            <p:sp>
              <p:nvSpPr>
                <p:cNvPr id="697" name="圆形"/>
                <p:cNvSpPr/>
                <p:nvPr/>
              </p:nvSpPr>
              <p:spPr>
                <a:xfrm>
                  <a:off x="758998" y="0"/>
                  <a:ext cx="541868" cy="54186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8" name="8"/>
                <p:cNvSpPr txBox="1"/>
                <p:nvPr/>
              </p:nvSpPr>
              <p:spPr>
                <a:xfrm>
                  <a:off x="847503" y="39518"/>
                  <a:ext cx="3546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  <p:sp>
              <p:nvSpPr>
                <p:cNvPr id="699" name="圆形"/>
                <p:cNvSpPr/>
                <p:nvPr/>
              </p:nvSpPr>
              <p:spPr>
                <a:xfrm>
                  <a:off x="1517611" y="1165013"/>
                  <a:ext cx="541868" cy="54186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72248" tIns="72248" rIns="72248" bIns="72248" numCol="1" anchor="ctr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0" name="25"/>
                <p:cNvSpPr txBox="1"/>
                <p:nvPr/>
              </p:nvSpPr>
              <p:spPr>
                <a:xfrm>
                  <a:off x="1533867" y="1204532"/>
                  <a:ext cx="494398" cy="4628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72248" tIns="72248" rIns="72248" bIns="72248" numCol="1" anchor="ctr">
                  <a:spAutoFit/>
                </a:bodyPr>
                <a:lstStyle>
                  <a:lvl1pPr marL="57799" marR="57799" indent="0" defTabSz="1300480">
                    <a:spcBef>
                      <a:spcPts val="2200"/>
                    </a:spcBef>
                    <a:defRPr sz="22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25</a:t>
                  </a:r>
                </a:p>
              </p:txBody>
            </p:sp>
            <p:grpSp>
              <p:nvGrpSpPr>
                <p:cNvPr id="703" name="成组"/>
                <p:cNvGrpSpPr/>
                <p:nvPr/>
              </p:nvGrpSpPr>
              <p:grpSpPr>
                <a:xfrm>
                  <a:off x="1805" y="1165013"/>
                  <a:ext cx="543674" cy="541868"/>
                  <a:chOff x="-1806" y="0"/>
                  <a:chExt cx="543673" cy="541866"/>
                </a:xfrm>
              </p:grpSpPr>
              <p:sp>
                <p:nvSpPr>
                  <p:cNvPr id="701" name="圆形"/>
                  <p:cNvSpPr/>
                  <p:nvPr/>
                </p:nvSpPr>
                <p:spPr>
                  <a:xfrm>
                    <a:off x="0" y="0"/>
                    <a:ext cx="541867" cy="5418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2248" tIns="72248" rIns="72248" bIns="72248" numCol="1" anchor="ctr">
                    <a:noAutofit/>
                  </a:bodyPr>
                  <a:lstStyle/>
                  <a:p>
                    <a:pPr marL="57799" marR="57799" indent="0" defTabSz="1300480">
                      <a:spcBef>
                        <a:spcPts val="2200"/>
                      </a:spcBef>
                      <a:defRPr sz="3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02" name="12"/>
                  <p:cNvSpPr txBox="1"/>
                  <p:nvPr/>
                </p:nvSpPr>
                <p:spPr>
                  <a:xfrm>
                    <a:off x="-1807" y="39518"/>
                    <a:ext cx="494398" cy="46283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72248" tIns="72248" rIns="72248" bIns="72248" numCol="1" anchor="ctr">
                    <a:spAutoFit/>
                  </a:bodyPr>
                  <a:lstStyle>
                    <a:lvl1pPr marL="57799" marR="57799" indent="0" defTabSz="1300480">
                      <a:spcBef>
                        <a:spcPts val="2200"/>
                      </a:spcBef>
                      <a:defRPr sz="22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12</a:t>
                    </a:r>
                  </a:p>
                </p:txBody>
              </p:sp>
            </p:grpSp>
            <p:grpSp>
              <p:nvGrpSpPr>
                <p:cNvPr id="706" name="成组"/>
                <p:cNvGrpSpPr/>
                <p:nvPr/>
              </p:nvGrpSpPr>
              <p:grpSpPr>
                <a:xfrm>
                  <a:off x="-1" y="2330026"/>
                  <a:ext cx="543675" cy="541868"/>
                  <a:chOff x="-1806" y="0"/>
                  <a:chExt cx="543673" cy="541866"/>
                </a:xfrm>
              </p:grpSpPr>
              <p:sp>
                <p:nvSpPr>
                  <p:cNvPr id="704" name="圆形"/>
                  <p:cNvSpPr/>
                  <p:nvPr/>
                </p:nvSpPr>
                <p:spPr>
                  <a:xfrm>
                    <a:off x="0" y="0"/>
                    <a:ext cx="541867" cy="5418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72248" tIns="72248" rIns="72248" bIns="72248" numCol="1" anchor="ctr">
                    <a:noAutofit/>
                  </a:bodyPr>
                  <a:lstStyle/>
                  <a:p>
                    <a:pPr marL="57799" marR="57799" indent="0" defTabSz="1300480">
                      <a:spcBef>
                        <a:spcPts val="2200"/>
                      </a:spcBef>
                      <a:defRPr sz="3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05" name="13"/>
                  <p:cNvSpPr txBox="1"/>
                  <p:nvPr/>
                </p:nvSpPr>
                <p:spPr>
                  <a:xfrm>
                    <a:off x="-1807" y="39518"/>
                    <a:ext cx="494398" cy="46283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72248" tIns="72248" rIns="72248" bIns="72248" numCol="1" anchor="ctr">
                    <a:spAutoFit/>
                  </a:bodyPr>
                  <a:lstStyle>
                    <a:lvl1pPr marL="57799" marR="57799" indent="0" defTabSz="1300480">
                      <a:spcBef>
                        <a:spcPts val="2200"/>
                      </a:spcBef>
                      <a:defRPr sz="22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13</a:t>
                    </a:r>
                  </a:p>
                </p:txBody>
              </p:sp>
            </p:grpSp>
            <p:sp>
              <p:nvSpPr>
                <p:cNvPr id="707" name="线条"/>
                <p:cNvSpPr/>
                <p:nvPr/>
              </p:nvSpPr>
              <p:spPr>
                <a:xfrm flipV="1">
                  <a:off x="294460" y="1697848"/>
                  <a:ext cx="1" cy="63556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8" name="线条"/>
                <p:cNvSpPr/>
                <p:nvPr/>
              </p:nvSpPr>
              <p:spPr>
                <a:xfrm flipV="1">
                  <a:off x="1038013" y="550897"/>
                  <a:ext cx="1" cy="63556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9" name="线条"/>
                <p:cNvSpPr/>
                <p:nvPr/>
              </p:nvSpPr>
              <p:spPr>
                <a:xfrm flipV="1">
                  <a:off x="254447" y="388082"/>
                  <a:ext cx="530697" cy="78006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10" name="线条"/>
                <p:cNvSpPr/>
                <p:nvPr/>
              </p:nvSpPr>
              <p:spPr>
                <a:xfrm>
                  <a:off x="1275104" y="388078"/>
                  <a:ext cx="530310" cy="78032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57799" marR="57799" indent="0" defTabSz="1300480">
                    <a:spcBef>
                      <a:spcPts val="2200"/>
                    </a:spcBef>
                    <a:defRPr sz="3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712" name="线条"/>
              <p:cNvSpPr/>
              <p:nvPr/>
            </p:nvSpPr>
            <p:spPr>
              <a:xfrm flipV="1">
                <a:off x="3241198" y="529095"/>
                <a:ext cx="1" cy="63556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3" name="线条"/>
              <p:cNvSpPr/>
              <p:nvPr/>
            </p:nvSpPr>
            <p:spPr>
              <a:xfrm>
                <a:off x="3457294" y="428201"/>
                <a:ext cx="1792536" cy="80936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57799" marR="57799" indent="0" defTabSz="1300480">
                  <a:spcBef>
                    <a:spcPts val="2200"/>
                  </a:spcBef>
                  <a:defRPr sz="3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15" name="线条"/>
            <p:cNvSpPr/>
            <p:nvPr/>
          </p:nvSpPr>
          <p:spPr>
            <a:xfrm flipV="1">
              <a:off x="3254321" y="397661"/>
              <a:ext cx="1792831" cy="80870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6" name="线条"/>
            <p:cNvSpPr/>
            <p:nvPr/>
          </p:nvSpPr>
          <p:spPr>
            <a:xfrm>
              <a:off x="5505021" y="397660"/>
              <a:ext cx="1792536" cy="80936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57799" marR="57799" indent="0" defTabSz="1300480">
                <a:spcBef>
                  <a:spcPts val="2200"/>
                </a:spcBef>
                <a:defRPr sz="3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930"/>
          <p:cNvSpPr txBox="1"/>
          <p:nvPr/>
        </p:nvSpPr>
        <p:spPr>
          <a:xfrm>
            <a:off x="2812485" y="1357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</a:t>
            </a:r>
          </a:p>
        </p:txBody>
      </p:sp>
      <p:sp>
        <p:nvSpPr>
          <p:cNvPr id="720" name="偶堆在实现时可以采用孩子-兄弟表示法…"/>
          <p:cNvSpPr txBox="1"/>
          <p:nvPr/>
        </p:nvSpPr>
        <p:spPr>
          <a:xfrm>
            <a:off x="1133275" y="1731387"/>
            <a:ext cx="9473887" cy="226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偶堆在实现时可以采用孩子-兄弟表示法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偶堆的删除操作的时间复杂度O(n)，其它操作都是O(1)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一系列操作的</a:t>
            </a:r>
            <a:r>
              <a:rPr>
                <a:solidFill>
                  <a:schemeClr val="accent1"/>
                </a:solidFill>
              </a:rPr>
              <a:t>均摊时间复杂度</a:t>
            </a:r>
            <a:r>
              <a:rPr>
                <a:solidFill>
                  <a:schemeClr val="accent5"/>
                </a:solidFill>
              </a:rPr>
              <a:t>可能</a:t>
            </a:r>
            <a:r>
              <a:t>是O(logn)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基于堆的支持decrease操作的优先队列</a:t>
            </a:r>
          </a:p>
        </p:txBody>
      </p:sp>
      <p:sp>
        <p:nvSpPr>
          <p:cNvPr id="723" name="public class PriorityQueueWithDecrease&lt;T&gt; {…"/>
          <p:cNvSpPr txBox="1"/>
          <p:nvPr/>
        </p:nvSpPr>
        <p:spPr>
          <a:xfrm>
            <a:off x="3979381" y="1501949"/>
            <a:ext cx="7735467" cy="7725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PriorityQueueWithDecrease&lt;T&gt;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;</a:t>
            </a:r>
          </a:p>
          <a:p>
            <a:pPr indent="0"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Entry封装了数据T，增加了在堆的位置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Entry&lt;T&gt; {</a:t>
            </a:r>
          </a:p>
          <a:p>
            <a:pPr indent="0"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堆中的位置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数据，需要能比较大小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Entry(T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) {</a:t>
            </a:r>
          </a:p>
          <a:p>
            <a:pPr indent="0"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t>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String toString() {</a:t>
            </a:r>
          </a:p>
          <a:p>
            <a:pPr indent="0"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3933FF"/>
                </a:solidFill>
              </a:rPr>
              <a:t>":"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PriorityQueueWithDecrease(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) {</a:t>
            </a:r>
          </a:p>
          <a:p>
            <a:pPr indent="0"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24" name="引入Entry封装：…"/>
          <p:cNvSpPr txBox="1"/>
          <p:nvPr/>
        </p:nvSpPr>
        <p:spPr>
          <a:xfrm>
            <a:off x="252013" y="1588917"/>
            <a:ext cx="2923560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引入Entry封装：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数据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位置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27" name="public boolean offer(Entry&lt;T&gt; e) {…"/>
          <p:cNvSpPr txBox="1"/>
          <p:nvPr/>
        </p:nvSpPr>
        <p:spPr>
          <a:xfrm>
            <a:off x="1095251" y="2352788"/>
            <a:ext cx="10814299" cy="6172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offer(Entry&lt;T&gt;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e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NullPointerException();</a:t>
            </a:r>
          </a:p>
          <a:p>
            <a:pPr indent="0"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IllegalStateException(String.valueOf(</a:t>
            </a:r>
            <a:r>
              <a:rPr>
                <a:solidFill>
                  <a:srgbClr val="7E504F"/>
                </a:solidFill>
              </a:rPr>
              <a:t>i</a:t>
            </a:r>
            <a:r>
              <a:t>));</a:t>
            </a: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+ 1;</a:t>
            </a: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== 0)</a:t>
            </a:r>
          </a:p>
          <a:p>
            <a:pPr indent="0"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[0] = 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else</a:t>
            </a:r>
            <a:r>
              <a:rPr>
                <a:solidFill>
                  <a:srgbClr val="000000"/>
                </a:solidFill>
              </a:rPr>
              <a:t> {</a:t>
            </a:r>
            <a:endParaRPr>
              <a:solidFill>
                <a:srgbClr val="000000"/>
              </a:solidFill>
            </a:endParaRP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siftUp(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28" name="更改了offer的参数类型"/>
          <p:cNvSpPr txBox="1"/>
          <p:nvPr/>
        </p:nvSpPr>
        <p:spPr>
          <a:xfrm>
            <a:off x="415600" y="1539896"/>
            <a:ext cx="395345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更改了offer的参数类型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31" name="private void siftUp(int k, Entry&lt;T&gt; x) {…"/>
          <p:cNvSpPr txBox="1"/>
          <p:nvPr/>
        </p:nvSpPr>
        <p:spPr>
          <a:xfrm>
            <a:off x="943473" y="2352788"/>
            <a:ext cx="11370724" cy="566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siftUp(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, Entry&lt;T&gt;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T&gt;) </a:t>
            </a:r>
            <a:r>
              <a:rPr>
                <a:solidFill>
                  <a:srgbClr val="7E504F"/>
                </a:solidFill>
              </a:rPr>
              <a:t>x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&gt; 0) {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- 1) &gt;&gt;&gt; 1;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(Entry&lt;T&gt;)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];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.compareTo(</a:t>
            </a:r>
            <a:r>
              <a:rPr>
                <a:solidFill>
                  <a:srgbClr val="7E504F"/>
                </a:solidFill>
              </a:rPr>
              <a:t>e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 &gt; 0)</a:t>
            </a:r>
          </a:p>
          <a:p>
            <a:pPr indent="0"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设置数据的位置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parent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设置数据在堆中的位置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32" name="更改了siftUp、siftDown向Entry对象反馈位置"/>
          <p:cNvSpPr txBox="1"/>
          <p:nvPr/>
        </p:nvSpPr>
        <p:spPr>
          <a:xfrm>
            <a:off x="187000" y="1539896"/>
            <a:ext cx="758020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更改了siftUp、siftDown向Entry对象反馈位置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35" name="private void siftUp(int k, Entry&lt;T&gt; x) {…"/>
          <p:cNvSpPr txBox="1"/>
          <p:nvPr/>
        </p:nvSpPr>
        <p:spPr>
          <a:xfrm>
            <a:off x="943473" y="2352788"/>
            <a:ext cx="11370724" cy="566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siftUp(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, Entry&lt;T&gt;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T&gt;) </a:t>
            </a:r>
            <a:r>
              <a:rPr>
                <a:solidFill>
                  <a:srgbClr val="7E504F"/>
                </a:solidFill>
              </a:rPr>
              <a:t>x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&gt; 0) {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- 1) &gt;&gt;&gt; 1;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(Entry&lt;T&gt;)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];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.compareTo(</a:t>
            </a:r>
            <a:r>
              <a:rPr>
                <a:solidFill>
                  <a:srgbClr val="7E504F"/>
                </a:solidFill>
              </a:rPr>
              <a:t>e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 &gt; 0)</a:t>
            </a:r>
          </a:p>
          <a:p>
            <a:pPr indent="0"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设置数据的位置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k</a:t>
            </a:r>
            <a:r>
              <a:rPr>
                <a:solidFill>
                  <a:srgbClr val="000000"/>
                </a:solidFill>
              </a:rPr>
              <a:t> = </a:t>
            </a:r>
            <a:r>
              <a:t>parent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k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设置数据在堆中的位置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36" name="更改了siftUp、siftDown向Entry对象反馈位置"/>
          <p:cNvSpPr txBox="1"/>
          <p:nvPr/>
        </p:nvSpPr>
        <p:spPr>
          <a:xfrm>
            <a:off x="187000" y="1539896"/>
            <a:ext cx="758020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更改了siftUp、siftDown向Entry对象反馈位置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39" name="public void decrease(Entry&lt;T&gt; e) {…"/>
          <p:cNvSpPr txBox="1"/>
          <p:nvPr/>
        </p:nvSpPr>
        <p:spPr>
          <a:xfrm>
            <a:off x="1579493" y="2581388"/>
            <a:ext cx="7049555" cy="1332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decrease(Entry&lt;T&gt;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siftUp(</a:t>
            </a:r>
            <a:r>
              <a:rPr>
                <a:solidFill>
                  <a:srgbClr val="7E504F"/>
                </a:solidFill>
              </a:rPr>
              <a:t>e</a:t>
            </a:r>
            <a: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t>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40" name="decrease: O(logn)"/>
          <p:cNvSpPr txBox="1"/>
          <p:nvPr/>
        </p:nvSpPr>
        <p:spPr>
          <a:xfrm>
            <a:off x="187000" y="1598789"/>
            <a:ext cx="289063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decrease: O(logn)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43" name="public static void main(String[] args) {…"/>
          <p:cNvSpPr txBox="1"/>
          <p:nvPr/>
        </p:nvSpPr>
        <p:spPr>
          <a:xfrm>
            <a:off x="330641" y="1658314"/>
            <a:ext cx="12155712" cy="4902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Integer[]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 = { 7, 1, 9, 2, 8, 6, 5, 4, 10 };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PriorityQueueWithDecrease&lt;Integer&gt;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PriorityQueueWithDecrease&lt;&gt;(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Entry&lt;Integer&gt;[]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 = (Entry&lt;Integer&gt;[])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Entry&lt;?&gt;[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];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Entry&lt;&gt;(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</a:p>
          <a:p>
            <a:pPr indent="0">
              <a:lnSpc>
                <a:spcPct val="120000"/>
              </a:lnSpc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46" name="data[8].data = 3;…"/>
          <p:cNvSpPr txBox="1"/>
          <p:nvPr/>
        </p:nvSpPr>
        <p:spPr>
          <a:xfrm>
            <a:off x="1188770" y="1400409"/>
            <a:ext cx="5448946" cy="368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[8].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3;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.decrease(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[8]);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.size() != 0)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Integer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.poll();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p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47" name="0:1  1:2  2:5  3:4  4:8  5:9  6:6  7:7  8:10…"/>
          <p:cNvSpPr txBox="1"/>
          <p:nvPr/>
        </p:nvSpPr>
        <p:spPr>
          <a:xfrm>
            <a:off x="1576796" y="5581190"/>
            <a:ext cx="7476420" cy="1279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0:1  1:2  2:5  3:4  4:8  5:9  6:6  7:7  8:10  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0:1  1:2  2:5  3:3  4:8  5:9  6:6  7:7  8:4  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1 2 3 4 5 6 7 8 9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9" name="表格"/>
          <p:cNvGraphicFramePr/>
          <p:nvPr/>
        </p:nvGraphicFramePr>
        <p:xfrm>
          <a:off x="4093872" y="2590739"/>
          <a:ext cx="6492962" cy="8890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</a:tblGrid>
              <a:tr h="876301"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sp>
        <p:nvSpPr>
          <p:cNvPr id="750" name="线条"/>
          <p:cNvSpPr/>
          <p:nvPr/>
        </p:nvSpPr>
        <p:spPr>
          <a:xfrm>
            <a:off x="4356546" y="3239780"/>
            <a:ext cx="438511" cy="103717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51" name="线条"/>
          <p:cNvSpPr/>
          <p:nvPr/>
        </p:nvSpPr>
        <p:spPr>
          <a:xfrm>
            <a:off x="5026698" y="3227080"/>
            <a:ext cx="1434900" cy="104901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52" name="线条"/>
          <p:cNvSpPr/>
          <p:nvPr/>
        </p:nvSpPr>
        <p:spPr>
          <a:xfrm>
            <a:off x="5759754" y="3222363"/>
            <a:ext cx="3152533" cy="102836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53" name="堆"/>
          <p:cNvSpPr txBox="1"/>
          <p:nvPr/>
        </p:nvSpPr>
        <p:spPr>
          <a:xfrm>
            <a:off x="1963588" y="2736789"/>
            <a:ext cx="4896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堆</a:t>
            </a:r>
          </a:p>
        </p:txBody>
      </p:sp>
      <p:sp>
        <p:nvSpPr>
          <p:cNvPr id="754" name="包装数据"/>
          <p:cNvSpPr txBox="1"/>
          <p:nvPr/>
        </p:nvSpPr>
        <p:spPr>
          <a:xfrm>
            <a:off x="1870606" y="4538709"/>
            <a:ext cx="14421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chemeClr val="accent1"/>
                </a:solidFill>
              </a:defRPr>
            </a:lvl1pPr>
          </a:lstStyle>
          <a:p>
            <a:pPr/>
            <a:r>
              <a:t>包装数据</a:t>
            </a:r>
          </a:p>
        </p:txBody>
      </p:sp>
      <p:sp>
        <p:nvSpPr>
          <p:cNvPr id="755" name="int index 2…"/>
          <p:cNvSpPr/>
          <p:nvPr/>
        </p:nvSpPr>
        <p:spPr>
          <a:xfrm>
            <a:off x="7990285" y="4288373"/>
            <a:ext cx="1993954" cy="1034073"/>
          </a:xfrm>
          <a:prstGeom prst="roundRect">
            <a:avLst>
              <a:gd name="adj" fmla="val 18422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 anchor="ctr"/>
          <a:lstStyle/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int index </a:t>
            </a:r>
            <a:r>
              <a:rPr>
                <a:solidFill>
                  <a:schemeClr val="accent5"/>
                </a:solidFill>
              </a:rPr>
              <a:t>2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T data</a:t>
            </a:r>
          </a:p>
        </p:txBody>
      </p:sp>
      <p:sp>
        <p:nvSpPr>
          <p:cNvPr id="756" name="int index 1…"/>
          <p:cNvSpPr/>
          <p:nvPr/>
        </p:nvSpPr>
        <p:spPr>
          <a:xfrm>
            <a:off x="5801988" y="4288373"/>
            <a:ext cx="1993955" cy="1034073"/>
          </a:xfrm>
          <a:prstGeom prst="roundRect">
            <a:avLst>
              <a:gd name="adj" fmla="val 18422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 anchor="ctr"/>
          <a:lstStyle/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int index </a:t>
            </a:r>
            <a:r>
              <a:rPr>
                <a:solidFill>
                  <a:schemeClr val="accent5"/>
                </a:solidFill>
              </a:rPr>
              <a:t>1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T data</a:t>
            </a:r>
          </a:p>
        </p:txBody>
      </p:sp>
      <p:sp>
        <p:nvSpPr>
          <p:cNvPr id="757" name="int index 0…"/>
          <p:cNvSpPr/>
          <p:nvPr/>
        </p:nvSpPr>
        <p:spPr>
          <a:xfrm>
            <a:off x="3658465" y="4288373"/>
            <a:ext cx="1993955" cy="1034073"/>
          </a:xfrm>
          <a:prstGeom prst="roundRect">
            <a:avLst>
              <a:gd name="adj" fmla="val 18422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 anchor="ctr"/>
          <a:lstStyle/>
          <a:p>
            <a:pPr indent="0">
              <a:defRPr sz="1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int index </a:t>
            </a:r>
            <a:r>
              <a:rPr>
                <a:solidFill>
                  <a:schemeClr val="accent5"/>
                </a:solidFill>
              </a:rPr>
              <a:t>0</a:t>
            </a:r>
          </a:p>
          <a:p>
            <a:pPr indent="0">
              <a:defRPr sz="1500">
                <a:latin typeface="Monaco"/>
                <a:ea typeface="Monaco"/>
                <a:cs typeface="Monaco"/>
                <a:sym typeface="Monaco"/>
              </a:defRPr>
            </a:pPr>
            <a:r>
              <a:t>T data</a:t>
            </a:r>
          </a:p>
        </p:txBody>
      </p:sp>
      <p:sp>
        <p:nvSpPr>
          <p:cNvPr id="758" name="Shape 930"/>
          <p:cNvSpPr txBox="1"/>
          <p:nvPr/>
        </p:nvSpPr>
        <p:spPr>
          <a:xfrm>
            <a:off x="2812485" y="1611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sz="43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缺点</a:t>
            </a:r>
          </a:p>
        </p:txBody>
      </p:sp>
      <p:graphicFrame>
        <p:nvGraphicFramePr>
          <p:cNvPr id="759" name="表格"/>
          <p:cNvGraphicFramePr/>
          <p:nvPr/>
        </p:nvGraphicFramePr>
        <p:xfrm>
          <a:off x="4093872" y="6366029"/>
          <a:ext cx="6492962" cy="8890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  <a:gridCol w="648026"/>
              </a:tblGrid>
              <a:tr h="876301"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228600"/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sp>
        <p:nvSpPr>
          <p:cNvPr id="760" name="data"/>
          <p:cNvSpPr txBox="1"/>
          <p:nvPr/>
        </p:nvSpPr>
        <p:spPr>
          <a:xfrm>
            <a:off x="1963588" y="6582323"/>
            <a:ext cx="700905" cy="44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data</a:t>
            </a:r>
          </a:p>
        </p:txBody>
      </p:sp>
      <p:sp>
        <p:nvSpPr>
          <p:cNvPr id="761" name="线条"/>
          <p:cNvSpPr/>
          <p:nvPr/>
        </p:nvSpPr>
        <p:spPr>
          <a:xfrm flipV="1">
            <a:off x="4467032" y="5401792"/>
            <a:ext cx="1626029" cy="134155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2" name="线条"/>
          <p:cNvSpPr/>
          <p:nvPr/>
        </p:nvSpPr>
        <p:spPr>
          <a:xfrm flipV="1">
            <a:off x="8209068" y="5324962"/>
            <a:ext cx="681011" cy="148156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3" name="线条"/>
          <p:cNvSpPr/>
          <p:nvPr/>
        </p:nvSpPr>
        <p:spPr>
          <a:xfrm flipH="1" flipV="1">
            <a:off x="5016770" y="5586434"/>
            <a:ext cx="2011681" cy="148678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64" name="优先级队列的使用者增加了困难：记住队列有哪些数据"/>
          <p:cNvSpPr txBox="1"/>
          <p:nvPr/>
        </p:nvSpPr>
        <p:spPr>
          <a:xfrm>
            <a:off x="396591" y="1515405"/>
            <a:ext cx="9316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优先级队列的使用者增加了困难：</a:t>
            </a:r>
            <a:r>
              <a:rPr>
                <a:solidFill>
                  <a:schemeClr val="accent1"/>
                </a:solidFill>
              </a:rPr>
              <a:t>记住队列有哪些数据</a:t>
            </a:r>
          </a:p>
        </p:txBody>
      </p:sp>
      <p:sp>
        <p:nvSpPr>
          <p:cNvPr id="765" name="改变了offer的参数类型，不符合IQueue接口"/>
          <p:cNvSpPr txBox="1"/>
          <p:nvPr/>
        </p:nvSpPr>
        <p:spPr>
          <a:xfrm>
            <a:off x="396591" y="7820025"/>
            <a:ext cx="7360685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改变了offer的参数类型，不符合IQueue接口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不改变offer的参数类型，符合IQueue接口"/>
          <p:cNvSpPr txBox="1"/>
          <p:nvPr/>
        </p:nvSpPr>
        <p:spPr>
          <a:xfrm>
            <a:off x="478550" y="1521202"/>
            <a:ext cx="69796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不改变offer的参数类型，符合IQueue接口</a:t>
            </a:r>
          </a:p>
        </p:txBody>
      </p:sp>
      <p:sp>
        <p:nvSpPr>
          <p:cNvPr id="768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69" name="public class PriorityQueueWithDecrease2&lt;T&gt; implements IQueue&lt;T&gt; {…"/>
          <p:cNvSpPr txBox="1"/>
          <p:nvPr/>
        </p:nvSpPr>
        <p:spPr>
          <a:xfrm>
            <a:off x="822776" y="2315400"/>
            <a:ext cx="11012675" cy="1602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PriorityQueueWithDecrease2&lt;T&gt;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IQueue&lt;T&gt; {</a:t>
            </a:r>
          </a:p>
          <a:p>
            <a:pPr indent="0"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;</a:t>
            </a:r>
          </a:p>
          <a:p>
            <a:pPr indent="0"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Map&lt;T, Entry&lt;T&gt;&gt; </a:t>
            </a:r>
            <a:r>
              <a:rPr>
                <a:solidFill>
                  <a:srgbClr val="0326CC"/>
                </a:solidFill>
              </a:rPr>
              <a:t>dic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HashMap&lt;&gt;();</a:t>
            </a:r>
          </a:p>
        </p:txBody>
      </p:sp>
      <p:sp>
        <p:nvSpPr>
          <p:cNvPr id="770" name="堆的数据类型是 Entry&lt;T&gt;，offer和decrease的参数类型是T…"/>
          <p:cNvSpPr txBox="1"/>
          <p:nvPr/>
        </p:nvSpPr>
        <p:spPr>
          <a:xfrm>
            <a:off x="415600" y="4526218"/>
            <a:ext cx="9761654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堆的数据类型是 Entry&lt;T&gt;，offer和decrease的参数类型是T</a:t>
            </a:r>
          </a:p>
          <a:p>
            <a:pPr>
              <a:lnSpc>
                <a:spcPct val="120000"/>
              </a:lnSpc>
            </a:pPr>
            <a:r>
              <a:t>使用Map将T映射到Entry&lt;T&gt;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不改变offer的参数类型，符合IQueue接口"/>
          <p:cNvSpPr txBox="1"/>
          <p:nvPr/>
        </p:nvSpPr>
        <p:spPr>
          <a:xfrm>
            <a:off x="478550" y="1470402"/>
            <a:ext cx="69796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不改变offer的参数类型，符合IQueue接口</a:t>
            </a:r>
          </a:p>
        </p:txBody>
      </p:sp>
      <p:sp>
        <p:nvSpPr>
          <p:cNvPr id="773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74" name="public boolean offer(T e) {…"/>
          <p:cNvSpPr txBox="1"/>
          <p:nvPr/>
        </p:nvSpPr>
        <p:spPr>
          <a:xfrm>
            <a:off x="1769363" y="2226500"/>
            <a:ext cx="9259566" cy="662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offer(T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e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NullPointerException();</a:t>
            </a:r>
          </a:p>
          <a:p>
            <a:pPr indent="0"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IllegalStateException(String.valueOf(</a:t>
            </a:r>
            <a:r>
              <a:rPr>
                <a:solidFill>
                  <a:srgbClr val="7E504F"/>
                </a:solidFill>
              </a:rPr>
              <a:t>i</a:t>
            </a:r>
            <a:r>
              <a:t>));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Entry&lt;T&gt; </a:t>
            </a:r>
            <a:r>
              <a:rPr>
                <a:solidFill>
                  <a:srgbClr val="7E504F"/>
                </a:solidFill>
              </a:rPr>
              <a:t>entry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Entry&lt;&gt;(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entry</a:t>
            </a:r>
            <a: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t> = 0;</a:t>
            </a:r>
          </a:p>
          <a:p>
            <a:pPr indent="0"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dic</a:t>
            </a:r>
            <a:r>
              <a:rPr>
                <a:solidFill>
                  <a:srgbClr val="000000"/>
                </a:solidFill>
              </a:rPr>
              <a:t>.put(</a:t>
            </a:r>
            <a:r>
              <a:rPr>
                <a:solidFill>
                  <a:srgbClr val="7E504F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entry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加入map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== 0)</a:t>
            </a:r>
          </a:p>
          <a:p>
            <a:pPr indent="0"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[0] = </a:t>
            </a:r>
            <a:r>
              <a:rPr>
                <a:solidFill>
                  <a:srgbClr val="7E504F"/>
                </a:solidFill>
              </a:rPr>
              <a:t>entry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else</a:t>
            </a:r>
            <a:r>
              <a:rPr>
                <a:solidFill>
                  <a:srgbClr val="000000"/>
                </a:solidFill>
              </a:rPr>
              <a:t> {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siftUp(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entry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77" name="// 修改前后是同一个对象T，并且equals遵从同一个对象相等的原则…"/>
          <p:cNvSpPr txBox="1"/>
          <p:nvPr/>
        </p:nvSpPr>
        <p:spPr>
          <a:xfrm>
            <a:off x="474416" y="2691303"/>
            <a:ext cx="9957111" cy="2562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修改前后是同一个对象T，并且equals遵从同一个对象相等的原则</a:t>
            </a:r>
          </a:p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decrease(T </a:t>
            </a:r>
            <a:r>
              <a:rPr>
                <a:solidFill>
                  <a:srgbClr val="7E504F"/>
                </a:solidFill>
              </a:rPr>
              <a:t>value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dic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value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siftUp(</a:t>
            </a:r>
            <a:r>
              <a:rPr>
                <a:solidFill>
                  <a:srgbClr val="7E504F"/>
                </a:solidFill>
              </a:rPr>
              <a:t>e</a:t>
            </a:r>
            <a: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t>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78" name="1个参数：更改了值的对象"/>
          <p:cNvSpPr txBox="1"/>
          <p:nvPr/>
        </p:nvSpPr>
        <p:spPr>
          <a:xfrm>
            <a:off x="268074" y="1525992"/>
            <a:ext cx="4553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1个参数：更改了值的对象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81" name="// 修改前后是两个不同的对象…"/>
          <p:cNvSpPr txBox="1"/>
          <p:nvPr/>
        </p:nvSpPr>
        <p:spPr>
          <a:xfrm>
            <a:off x="436701" y="2275329"/>
            <a:ext cx="9335928" cy="3059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修改前后是两个不同的对象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decrease(T </a:t>
            </a:r>
            <a:r>
              <a:rPr>
                <a:solidFill>
                  <a:srgbClr val="7E504F"/>
                </a:solidFill>
              </a:rPr>
              <a:t>oldValue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newValue</a:t>
            </a:r>
            <a:r>
              <a:t>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Entry&lt;T&gt;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dic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oldValue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newValue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siftUp(</a:t>
            </a:r>
            <a:r>
              <a:rPr>
                <a:solidFill>
                  <a:srgbClr val="7E504F"/>
                </a:solidFill>
              </a:rPr>
              <a:t>e</a:t>
            </a:r>
            <a:r>
              <a:t>.</a:t>
            </a:r>
            <a:r>
              <a:rPr>
                <a:solidFill>
                  <a:srgbClr val="0326CC"/>
                </a:solidFill>
              </a:rPr>
              <a:t>index</a:t>
            </a:r>
            <a:r>
              <a:t>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82" name="2个参数：旧值对象，新值对象"/>
          <p:cNvSpPr txBox="1"/>
          <p:nvPr/>
        </p:nvSpPr>
        <p:spPr>
          <a:xfrm>
            <a:off x="268074" y="1525992"/>
            <a:ext cx="5315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2个参数：旧值对象，新值对象</a:t>
            </a:r>
          </a:p>
        </p:txBody>
      </p:sp>
      <p:sp>
        <p:nvSpPr>
          <p:cNvPr id="783" name="1个参数：更改值的对象，值更改了后，可能euqals不认为相等了"/>
          <p:cNvSpPr txBox="1"/>
          <p:nvPr/>
        </p:nvSpPr>
        <p:spPr>
          <a:xfrm>
            <a:off x="268074" y="5687143"/>
            <a:ext cx="1086093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1个参数：更改值的对象，值更改了后，可能euqals不认为相等了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86" name="public static void main(String[] args) {…"/>
          <p:cNvSpPr txBox="1"/>
          <p:nvPr/>
        </p:nvSpPr>
        <p:spPr>
          <a:xfrm>
            <a:off x="638151" y="1835971"/>
            <a:ext cx="11683344" cy="6081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Integer[] 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 = { 7, 1, 9, 2, 8, 6, 5, 4, 10 };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PriorityQueueWithDecrease2&lt;Integer&gt;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endParaRPr>
              <a:solidFill>
                <a:srgbClr val="931A68"/>
              </a:solidFill>
            </a:endParaRP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          </a:t>
            </a:r>
            <a:r>
              <a:t>          PriorityQueueWithDecrease2&lt;&gt;(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);</a:t>
            </a:r>
          </a:p>
          <a:p>
            <a:pPr indent="0">
              <a:lnSpc>
                <a:spcPct val="12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queue</a:t>
            </a:r>
            <a:r>
              <a:rPr>
                <a:solidFill>
                  <a:srgbClr val="000000"/>
                </a:solidFill>
              </a:rPr>
              <a:t>.offer(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);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Integer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Integer.valueOf(5);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.decrease(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[8],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lnSpc>
                <a:spcPct val="120000"/>
              </a:lnSpc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[8] =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);</a:t>
            </a:r>
          </a:p>
          <a:p>
            <a:pPr indent="0">
              <a:lnSpc>
                <a:spcPct val="12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89" name="System.out.println(&quot;---------------------------&quot;);…"/>
          <p:cNvSpPr txBox="1"/>
          <p:nvPr/>
        </p:nvSpPr>
        <p:spPr>
          <a:xfrm>
            <a:off x="1354597" y="1164447"/>
            <a:ext cx="10555251" cy="596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"---------------------------"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Integer.valueOf(3);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.decrease(</a:t>
            </a:r>
            <a:r>
              <a:rPr>
                <a:solidFill>
                  <a:srgbClr val="7E504F"/>
                </a:solidFill>
              </a:rPr>
              <a:t>distance</a:t>
            </a:r>
            <a:r>
              <a:t>[8],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distance</a:t>
            </a:r>
            <a:r>
              <a:rPr>
                <a:solidFill>
                  <a:srgbClr val="000000"/>
                </a:solidFill>
              </a:rPr>
              <a:t>[8] =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.size() != 0) {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Integer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queue</a:t>
            </a:r>
            <a:r>
              <a:t>.poll();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p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.println();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</p:txBody>
      </p:sp>
      <p:sp>
        <p:nvSpPr>
          <p:cNvPr id="790" name="0:1  1:2  2:5  3:4  4:8  5:9  6:6  7:7  8:10…"/>
          <p:cNvSpPr txBox="1"/>
          <p:nvPr/>
        </p:nvSpPr>
        <p:spPr>
          <a:xfrm>
            <a:off x="1888239" y="7207946"/>
            <a:ext cx="7476420" cy="212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0:1  1:2  2:5  3:4  4:8  5:9  6:6  7:7  8:10  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0:1  1:2  2:5  3:4  4:8  5:9  6:6  7:7  8:5  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---------------------------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0:1  1:2  2:3  3:4  4:8  5:9  6:6  7:7  8:5  </a:t>
            </a:r>
          </a:p>
          <a:p>
            <a:pPr indent="0">
              <a:lnSpc>
                <a:spcPct val="12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1 2 3 4 5 6 7 8 9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39447" indent="39447" algn="ctr" defTabSz="884109">
              <a:lnSpc>
                <a:spcPct val="115000"/>
              </a:lnSpc>
              <a:defRPr sz="3225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>
                <a:latin typeface="Arial Black"/>
                <a:ea typeface="Arial Black"/>
                <a:cs typeface="Arial Black"/>
                <a:sym typeface="Arial Black"/>
              </a:rPr>
              <a:t>基于堆的支持decresae操作的优先队列</a:t>
            </a:r>
          </a:p>
        </p:txBody>
      </p:sp>
      <p:sp>
        <p:nvSpPr>
          <p:cNvPr id="793" name="class Test implements Comparable&lt;Test&gt; {…"/>
          <p:cNvSpPr txBox="1"/>
          <p:nvPr/>
        </p:nvSpPr>
        <p:spPr>
          <a:xfrm>
            <a:off x="268309" y="1405748"/>
            <a:ext cx="12468182" cy="7676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Test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Comparable&lt;Test&gt; {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Integer </a:t>
            </a:r>
            <a:r>
              <a:rPr>
                <a:solidFill>
                  <a:srgbClr val="0326CC"/>
                </a:solidFill>
              </a:rPr>
              <a:t>d</a:t>
            </a:r>
            <a:r>
              <a:t>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Test(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) {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0326CC"/>
                </a:solidFill>
              </a:rPr>
              <a:t>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compareTo(Test </a:t>
            </a:r>
            <a:r>
              <a:rPr>
                <a:solidFill>
                  <a:srgbClr val="7E504F"/>
                </a:solidFill>
              </a:rPr>
              <a:t>other</a:t>
            </a:r>
            <a:r>
              <a:t>) {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Integer.compare(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, </a:t>
            </a:r>
            <a:r>
              <a:rPr>
                <a:solidFill>
                  <a:srgbClr val="7E504F"/>
                </a:solidFill>
              </a:rPr>
              <a:t>other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String toString() {</a:t>
            </a:r>
          </a:p>
          <a:p>
            <a:pPr indent="0"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d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PriorityQueueWithDecrease2&lt;Test&gt; 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PriorityQueueWithDecrease2&lt;&gt;(10);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.offer(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Test(10));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.offer(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Test(8));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.offer(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Test(12));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Test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Test(20);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</a:t>
            </a:r>
            <a:r>
              <a:t> = 5;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.decrease(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queue1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794" name="0:8   1:10   2:12   3:20…"/>
          <p:cNvSpPr txBox="1"/>
          <p:nvPr/>
        </p:nvSpPr>
        <p:spPr>
          <a:xfrm>
            <a:off x="7215555" y="7495326"/>
            <a:ext cx="5258638" cy="991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0:8   1:10   2:12   3:20   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0:5   1:8   2:12   3:10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Shape 930"/>
          <p:cNvSpPr txBox="1"/>
          <p:nvPr/>
        </p:nvSpPr>
        <p:spPr>
          <a:xfrm>
            <a:off x="2812485" y="1230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sz="43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以下是偶堆另外的一个例子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930"/>
          <p:cNvSpPr txBox="1"/>
          <p:nvPr/>
        </p:nvSpPr>
        <p:spPr>
          <a:xfrm>
            <a:off x="2812485" y="110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偶(对)堆-paring heap</a:t>
            </a:r>
          </a:p>
        </p:txBody>
      </p:sp>
      <p:sp>
        <p:nvSpPr>
          <p:cNvPr id="799" name="偶堆是满足堆条件的m叉树。"/>
          <p:cNvSpPr txBox="1"/>
          <p:nvPr/>
        </p:nvSpPr>
        <p:spPr>
          <a:xfrm>
            <a:off x="770950" y="1616595"/>
            <a:ext cx="504045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偶堆是满足堆条件的m叉树。</a:t>
            </a:r>
          </a:p>
        </p:txBody>
      </p:sp>
      <p:grpSp>
        <p:nvGrpSpPr>
          <p:cNvPr id="802" name="Group 610"/>
          <p:cNvGrpSpPr/>
          <p:nvPr/>
        </p:nvGrpSpPr>
        <p:grpSpPr>
          <a:xfrm>
            <a:off x="6053063" y="5343552"/>
            <a:ext cx="623301" cy="624625"/>
            <a:chOff x="0" y="0"/>
            <a:chExt cx="623299" cy="624623"/>
          </a:xfrm>
        </p:grpSpPr>
        <p:sp>
          <p:nvSpPr>
            <p:cNvPr id="800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1" name="Shape 609"/>
            <p:cNvSpPr txBox="1"/>
            <p:nvPr/>
          </p:nvSpPr>
          <p:spPr>
            <a:xfrm>
              <a:off x="19250" y="56898"/>
              <a:ext cx="51450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805" name="Group 613"/>
          <p:cNvGrpSpPr/>
          <p:nvPr/>
        </p:nvGrpSpPr>
        <p:grpSpPr>
          <a:xfrm>
            <a:off x="4779120" y="3974207"/>
            <a:ext cx="623301" cy="624627"/>
            <a:chOff x="0" y="0"/>
            <a:chExt cx="623299" cy="624626"/>
          </a:xfrm>
        </p:grpSpPr>
        <p:sp>
          <p:nvSpPr>
            <p:cNvPr id="803" name="Shape 611"/>
            <p:cNvSpPr/>
            <p:nvPr/>
          </p:nvSpPr>
          <p:spPr>
            <a:xfrm>
              <a:off x="-1" y="-1"/>
              <a:ext cx="623301" cy="62462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4" name="Shape 612"/>
            <p:cNvSpPr txBox="1"/>
            <p:nvPr/>
          </p:nvSpPr>
          <p:spPr>
            <a:xfrm>
              <a:off x="101552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806" name="Shape 615"/>
          <p:cNvSpPr/>
          <p:nvPr/>
        </p:nvSpPr>
        <p:spPr>
          <a:xfrm flipH="1">
            <a:off x="7081927" y="5930863"/>
            <a:ext cx="420030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809" name="Group 626"/>
          <p:cNvGrpSpPr/>
          <p:nvPr/>
        </p:nvGrpSpPr>
        <p:grpSpPr>
          <a:xfrm>
            <a:off x="1453829" y="3974207"/>
            <a:ext cx="623149" cy="620121"/>
            <a:chOff x="0" y="0"/>
            <a:chExt cx="623148" cy="620119"/>
          </a:xfrm>
        </p:grpSpPr>
        <p:sp>
          <p:nvSpPr>
            <p:cNvPr id="807" name="Shape 624"/>
            <p:cNvSpPr/>
            <p:nvPr/>
          </p:nvSpPr>
          <p:spPr>
            <a:xfrm>
              <a:off x="0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8" name="Shape 625"/>
            <p:cNvSpPr txBox="1"/>
            <p:nvPr/>
          </p:nvSpPr>
          <p:spPr>
            <a:xfrm>
              <a:off x="145655" y="759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812" name="Group 629"/>
          <p:cNvGrpSpPr/>
          <p:nvPr/>
        </p:nvGrpSpPr>
        <p:grpSpPr>
          <a:xfrm>
            <a:off x="4766420" y="5343552"/>
            <a:ext cx="623301" cy="624625"/>
            <a:chOff x="0" y="0"/>
            <a:chExt cx="623299" cy="624623"/>
          </a:xfrm>
        </p:grpSpPr>
        <p:sp>
          <p:nvSpPr>
            <p:cNvPr id="810" name="Shape 627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1" name="Shape 628"/>
            <p:cNvSpPr txBox="1"/>
            <p:nvPr/>
          </p:nvSpPr>
          <p:spPr>
            <a:xfrm>
              <a:off x="97037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815" name="Group 638"/>
          <p:cNvGrpSpPr/>
          <p:nvPr/>
        </p:nvGrpSpPr>
        <p:grpSpPr>
          <a:xfrm>
            <a:off x="2474703" y="5343552"/>
            <a:ext cx="625204" cy="623295"/>
            <a:chOff x="-720" y="0"/>
            <a:chExt cx="625202" cy="623294"/>
          </a:xfrm>
        </p:grpSpPr>
        <p:sp>
          <p:nvSpPr>
            <p:cNvPr id="813" name="Shape 636"/>
            <p:cNvSpPr/>
            <p:nvPr/>
          </p:nvSpPr>
          <p:spPr>
            <a:xfrm>
              <a:off x="0" y="-1"/>
              <a:ext cx="624483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4" name="Shape 637"/>
            <p:cNvSpPr txBox="1"/>
            <p:nvPr/>
          </p:nvSpPr>
          <p:spPr>
            <a:xfrm>
              <a:off x="-721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</p:grpSp>
      <p:grpSp>
        <p:nvGrpSpPr>
          <p:cNvPr id="818" name="Group 641"/>
          <p:cNvGrpSpPr/>
          <p:nvPr/>
        </p:nvGrpSpPr>
        <p:grpSpPr>
          <a:xfrm>
            <a:off x="5732060" y="2406770"/>
            <a:ext cx="623304" cy="625407"/>
            <a:chOff x="0" y="0"/>
            <a:chExt cx="623302" cy="625405"/>
          </a:xfrm>
        </p:grpSpPr>
        <p:sp>
          <p:nvSpPr>
            <p:cNvPr id="816" name="Shape 639"/>
            <p:cNvSpPr/>
            <p:nvPr/>
          </p:nvSpPr>
          <p:spPr>
            <a:xfrm>
              <a:off x="0" y="0"/>
              <a:ext cx="623303" cy="62540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7" name="Shape 640"/>
            <p:cNvSpPr txBox="1"/>
            <p:nvPr/>
          </p:nvSpPr>
          <p:spPr>
            <a:xfrm>
              <a:off x="147837" y="4170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821" name="Group 644"/>
          <p:cNvGrpSpPr/>
          <p:nvPr/>
        </p:nvGrpSpPr>
        <p:grpSpPr>
          <a:xfrm>
            <a:off x="6610497" y="3974207"/>
            <a:ext cx="623149" cy="620119"/>
            <a:chOff x="0" y="0"/>
            <a:chExt cx="623148" cy="620117"/>
          </a:xfrm>
        </p:grpSpPr>
        <p:sp>
          <p:nvSpPr>
            <p:cNvPr id="819" name="Shape 642"/>
            <p:cNvSpPr/>
            <p:nvPr/>
          </p:nvSpPr>
          <p:spPr>
            <a:xfrm>
              <a:off x="0" y="0"/>
              <a:ext cx="623149" cy="62011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0" name="Shape 643"/>
            <p:cNvSpPr txBox="1"/>
            <p:nvPr/>
          </p:nvSpPr>
          <p:spPr>
            <a:xfrm>
              <a:off x="107555" y="505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824" name="Group 647"/>
          <p:cNvGrpSpPr/>
          <p:nvPr/>
        </p:nvGrpSpPr>
        <p:grpSpPr>
          <a:xfrm>
            <a:off x="3006521" y="3974207"/>
            <a:ext cx="623301" cy="624625"/>
            <a:chOff x="0" y="0"/>
            <a:chExt cx="623299" cy="624623"/>
          </a:xfrm>
        </p:grpSpPr>
        <p:sp>
          <p:nvSpPr>
            <p:cNvPr id="822" name="Shape 645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3" name="Shape 646"/>
            <p:cNvSpPr txBox="1"/>
            <p:nvPr/>
          </p:nvSpPr>
          <p:spPr>
            <a:xfrm>
              <a:off x="152352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827" name="Group 644"/>
          <p:cNvGrpSpPr/>
          <p:nvPr/>
        </p:nvGrpSpPr>
        <p:grpSpPr>
          <a:xfrm>
            <a:off x="8987597" y="3974207"/>
            <a:ext cx="623149" cy="620119"/>
            <a:chOff x="0" y="0"/>
            <a:chExt cx="623148" cy="620117"/>
          </a:xfrm>
        </p:grpSpPr>
        <p:sp>
          <p:nvSpPr>
            <p:cNvPr id="825" name="Shape 642"/>
            <p:cNvSpPr/>
            <p:nvPr/>
          </p:nvSpPr>
          <p:spPr>
            <a:xfrm>
              <a:off x="0" y="0"/>
              <a:ext cx="623149" cy="62011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6" name="Shape 643"/>
            <p:cNvSpPr txBox="1"/>
            <p:nvPr/>
          </p:nvSpPr>
          <p:spPr>
            <a:xfrm>
              <a:off x="120255" y="759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830" name="Group 644"/>
          <p:cNvGrpSpPr/>
          <p:nvPr/>
        </p:nvGrpSpPr>
        <p:grpSpPr>
          <a:xfrm>
            <a:off x="10869891" y="3974207"/>
            <a:ext cx="623149" cy="620119"/>
            <a:chOff x="0" y="0"/>
            <a:chExt cx="623148" cy="620117"/>
          </a:xfrm>
        </p:grpSpPr>
        <p:sp>
          <p:nvSpPr>
            <p:cNvPr id="828" name="Shape 642"/>
            <p:cNvSpPr/>
            <p:nvPr/>
          </p:nvSpPr>
          <p:spPr>
            <a:xfrm>
              <a:off x="0" y="0"/>
              <a:ext cx="623149" cy="62011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29" name="Shape 643"/>
            <p:cNvSpPr txBox="1"/>
            <p:nvPr/>
          </p:nvSpPr>
          <p:spPr>
            <a:xfrm>
              <a:off x="120255" y="759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833" name="Group 638"/>
          <p:cNvGrpSpPr/>
          <p:nvPr/>
        </p:nvGrpSpPr>
        <p:grpSpPr>
          <a:xfrm>
            <a:off x="3465176" y="5343552"/>
            <a:ext cx="625203" cy="623295"/>
            <a:chOff x="-720" y="0"/>
            <a:chExt cx="625202" cy="623294"/>
          </a:xfrm>
        </p:grpSpPr>
        <p:sp>
          <p:nvSpPr>
            <p:cNvPr id="831" name="Shape 636"/>
            <p:cNvSpPr/>
            <p:nvPr/>
          </p:nvSpPr>
          <p:spPr>
            <a:xfrm>
              <a:off x="0" y="-1"/>
              <a:ext cx="624483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2" name="Shape 637"/>
            <p:cNvSpPr txBox="1"/>
            <p:nvPr/>
          </p:nvSpPr>
          <p:spPr>
            <a:xfrm>
              <a:off x="-721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836" name="Group 610"/>
          <p:cNvGrpSpPr/>
          <p:nvPr/>
        </p:nvGrpSpPr>
        <p:grpSpPr>
          <a:xfrm>
            <a:off x="7250805" y="5343552"/>
            <a:ext cx="623301" cy="624625"/>
            <a:chOff x="0" y="0"/>
            <a:chExt cx="623299" cy="624623"/>
          </a:xfrm>
        </p:grpSpPr>
        <p:sp>
          <p:nvSpPr>
            <p:cNvPr id="834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5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15</a:t>
              </a:r>
            </a:p>
          </p:txBody>
        </p:sp>
      </p:grpSp>
      <p:grpSp>
        <p:nvGrpSpPr>
          <p:cNvPr id="839" name="Group 610"/>
          <p:cNvGrpSpPr/>
          <p:nvPr/>
        </p:nvGrpSpPr>
        <p:grpSpPr>
          <a:xfrm>
            <a:off x="6746518" y="6615803"/>
            <a:ext cx="623301" cy="624625"/>
            <a:chOff x="0" y="0"/>
            <a:chExt cx="623299" cy="624623"/>
          </a:xfrm>
        </p:grpSpPr>
        <p:sp>
          <p:nvSpPr>
            <p:cNvPr id="837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8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</p:grpSp>
      <p:grpSp>
        <p:nvGrpSpPr>
          <p:cNvPr id="842" name="Group 610"/>
          <p:cNvGrpSpPr/>
          <p:nvPr/>
        </p:nvGrpSpPr>
        <p:grpSpPr>
          <a:xfrm>
            <a:off x="7944260" y="6615803"/>
            <a:ext cx="623301" cy="624625"/>
            <a:chOff x="0" y="0"/>
            <a:chExt cx="623299" cy="624623"/>
          </a:xfrm>
        </p:grpSpPr>
        <p:sp>
          <p:nvSpPr>
            <p:cNvPr id="840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1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</p:grpSp>
      <p:grpSp>
        <p:nvGrpSpPr>
          <p:cNvPr id="845" name="Group 610"/>
          <p:cNvGrpSpPr/>
          <p:nvPr/>
        </p:nvGrpSpPr>
        <p:grpSpPr>
          <a:xfrm>
            <a:off x="8254020" y="5343552"/>
            <a:ext cx="623301" cy="624625"/>
            <a:chOff x="0" y="0"/>
            <a:chExt cx="623299" cy="624623"/>
          </a:xfrm>
        </p:grpSpPr>
        <p:sp>
          <p:nvSpPr>
            <p:cNvPr id="843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</p:grpSp>
      <p:grpSp>
        <p:nvGrpSpPr>
          <p:cNvPr id="848" name="Group 610"/>
          <p:cNvGrpSpPr/>
          <p:nvPr/>
        </p:nvGrpSpPr>
        <p:grpSpPr>
          <a:xfrm>
            <a:off x="9007262" y="5343552"/>
            <a:ext cx="623301" cy="624625"/>
            <a:chOff x="0" y="0"/>
            <a:chExt cx="623299" cy="624623"/>
          </a:xfrm>
        </p:grpSpPr>
        <p:sp>
          <p:nvSpPr>
            <p:cNvPr id="846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7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</p:grpSp>
      <p:grpSp>
        <p:nvGrpSpPr>
          <p:cNvPr id="851" name="Group 610"/>
          <p:cNvGrpSpPr/>
          <p:nvPr/>
        </p:nvGrpSpPr>
        <p:grpSpPr>
          <a:xfrm>
            <a:off x="9773205" y="5343552"/>
            <a:ext cx="623300" cy="624625"/>
            <a:chOff x="0" y="0"/>
            <a:chExt cx="623299" cy="624623"/>
          </a:xfrm>
        </p:grpSpPr>
        <p:sp>
          <p:nvSpPr>
            <p:cNvPr id="849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0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17</a:t>
              </a:r>
            </a:p>
          </p:txBody>
        </p:sp>
      </p:grpSp>
      <p:grpSp>
        <p:nvGrpSpPr>
          <p:cNvPr id="854" name="Group 610"/>
          <p:cNvGrpSpPr/>
          <p:nvPr/>
        </p:nvGrpSpPr>
        <p:grpSpPr>
          <a:xfrm>
            <a:off x="10882515" y="5343552"/>
            <a:ext cx="623301" cy="624625"/>
            <a:chOff x="0" y="0"/>
            <a:chExt cx="623299" cy="624623"/>
          </a:xfrm>
        </p:grpSpPr>
        <p:sp>
          <p:nvSpPr>
            <p:cNvPr id="852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3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</p:grpSp>
      <p:sp>
        <p:nvSpPr>
          <p:cNvPr id="855" name="Shape 615"/>
          <p:cNvSpPr/>
          <p:nvPr/>
        </p:nvSpPr>
        <p:spPr>
          <a:xfrm>
            <a:off x="7683774" y="5930863"/>
            <a:ext cx="420031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56" name="Shape 615"/>
          <p:cNvSpPr/>
          <p:nvPr/>
        </p:nvSpPr>
        <p:spPr>
          <a:xfrm flipH="1">
            <a:off x="2807769" y="4604055"/>
            <a:ext cx="420030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57" name="Shape 615"/>
          <p:cNvSpPr/>
          <p:nvPr/>
        </p:nvSpPr>
        <p:spPr>
          <a:xfrm>
            <a:off x="3409616" y="4604055"/>
            <a:ext cx="420031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58" name="Shape 615"/>
          <p:cNvSpPr/>
          <p:nvPr/>
        </p:nvSpPr>
        <p:spPr>
          <a:xfrm flipH="1">
            <a:off x="6436533" y="4604055"/>
            <a:ext cx="420030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59" name="Shape 615"/>
          <p:cNvSpPr/>
          <p:nvPr/>
        </p:nvSpPr>
        <p:spPr>
          <a:xfrm>
            <a:off x="7038380" y="4604055"/>
            <a:ext cx="420031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0" name="Shape 615"/>
          <p:cNvSpPr/>
          <p:nvPr/>
        </p:nvSpPr>
        <p:spPr>
          <a:xfrm>
            <a:off x="5086455" y="4592734"/>
            <a:ext cx="1" cy="75116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1" name="Shape 615"/>
          <p:cNvSpPr/>
          <p:nvPr/>
        </p:nvSpPr>
        <p:spPr>
          <a:xfrm>
            <a:off x="11201602" y="4592734"/>
            <a:ext cx="1" cy="75116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2" name="Shape 615"/>
          <p:cNvSpPr/>
          <p:nvPr/>
        </p:nvSpPr>
        <p:spPr>
          <a:xfrm>
            <a:off x="9332621" y="4592734"/>
            <a:ext cx="1" cy="75116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3" name="Shape 615"/>
          <p:cNvSpPr/>
          <p:nvPr/>
        </p:nvSpPr>
        <p:spPr>
          <a:xfrm flipH="1">
            <a:off x="8605893" y="4590419"/>
            <a:ext cx="612027" cy="729385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4" name="Shape 615"/>
          <p:cNvSpPr/>
          <p:nvPr/>
        </p:nvSpPr>
        <p:spPr>
          <a:xfrm>
            <a:off x="9464060" y="4590419"/>
            <a:ext cx="612027" cy="729385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5" name="Shape 615"/>
          <p:cNvSpPr/>
          <p:nvPr/>
        </p:nvSpPr>
        <p:spPr>
          <a:xfrm flipH="1">
            <a:off x="1890245" y="2876357"/>
            <a:ext cx="3932414" cy="1118651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6" name="Shape 615"/>
          <p:cNvSpPr/>
          <p:nvPr/>
        </p:nvSpPr>
        <p:spPr>
          <a:xfrm flipH="1">
            <a:off x="3442258" y="2933766"/>
            <a:ext cx="2379134" cy="106733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7" name="Shape 615"/>
          <p:cNvSpPr/>
          <p:nvPr/>
        </p:nvSpPr>
        <p:spPr>
          <a:xfrm>
            <a:off x="6349186" y="2861663"/>
            <a:ext cx="4833763" cy="1114035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8" name="Shape 615"/>
          <p:cNvSpPr/>
          <p:nvPr/>
        </p:nvSpPr>
        <p:spPr>
          <a:xfrm>
            <a:off x="6350255" y="2887064"/>
            <a:ext cx="2961138" cy="109723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69" name="Shape 615"/>
          <p:cNvSpPr/>
          <p:nvPr/>
        </p:nvSpPr>
        <p:spPr>
          <a:xfrm flipH="1">
            <a:off x="5177677" y="3046053"/>
            <a:ext cx="790173" cy="941691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70" name="Shape 615"/>
          <p:cNvSpPr/>
          <p:nvPr/>
        </p:nvSpPr>
        <p:spPr>
          <a:xfrm>
            <a:off x="6107313" y="3046053"/>
            <a:ext cx="790173" cy="941691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930"/>
          <p:cNvSpPr txBox="1"/>
          <p:nvPr/>
        </p:nvSpPr>
        <p:spPr>
          <a:xfrm>
            <a:off x="2812485" y="110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sp>
        <p:nvSpPr>
          <p:cNvPr id="873" name="归并：将具有较大根的堆作为具有较小根的堆的新的第一个孩子。…"/>
          <p:cNvSpPr txBox="1"/>
          <p:nvPr/>
        </p:nvSpPr>
        <p:spPr>
          <a:xfrm>
            <a:off x="817411" y="1573718"/>
            <a:ext cx="11221100" cy="1915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rPr>
                <a:solidFill>
                  <a:schemeClr val="accent1"/>
                </a:solidFill>
              </a:rPr>
              <a:t>归并</a:t>
            </a:r>
            <a:r>
              <a:t>：将具有较大根的堆作为具有较小根的堆的新的第一个孩子。</a:t>
            </a:r>
          </a:p>
          <a:p>
            <a:pPr>
              <a:lnSpc>
                <a:spcPct val="120000"/>
              </a:lnSpc>
            </a:pPr>
            <a:r>
              <a:t>插入：归并的特例。</a:t>
            </a:r>
          </a:p>
          <a:p>
            <a:pPr>
              <a:lnSpc>
                <a:spcPct val="120000"/>
              </a:lnSpc>
            </a:pPr>
            <a:r>
              <a:t>decrease：将以权变小的结点为根的树从原树删除，再归并。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Shape 930"/>
          <p:cNvSpPr txBox="1"/>
          <p:nvPr/>
        </p:nvSpPr>
        <p:spPr>
          <a:xfrm>
            <a:off x="2812485" y="110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sp>
        <p:nvSpPr>
          <p:cNvPr id="876" name="例如，结点的权由5改为1。将以5为根的树从原树中分离，作为一个新堆，…"/>
          <p:cNvSpPr txBox="1"/>
          <p:nvPr/>
        </p:nvSpPr>
        <p:spPr>
          <a:xfrm>
            <a:off x="200840" y="1428465"/>
            <a:ext cx="12554600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例如，结点的权由5改为1。将以5为根的树从原树中分离，作为一个新堆，</a:t>
            </a:r>
          </a:p>
          <a:p>
            <a:pPr>
              <a:lnSpc>
                <a:spcPct val="120000"/>
              </a:lnSpc>
            </a:pPr>
            <a:r>
              <a:t>再与原有的堆合并。</a:t>
            </a:r>
          </a:p>
        </p:txBody>
      </p:sp>
      <p:grpSp>
        <p:nvGrpSpPr>
          <p:cNvPr id="928" name="成组"/>
          <p:cNvGrpSpPr/>
          <p:nvPr/>
        </p:nvGrpSpPr>
        <p:grpSpPr>
          <a:xfrm>
            <a:off x="1265910" y="3141776"/>
            <a:ext cx="7042087" cy="3561407"/>
            <a:chOff x="0" y="0"/>
            <a:chExt cx="7042086" cy="3561405"/>
          </a:xfrm>
        </p:grpSpPr>
        <p:grpSp>
          <p:nvGrpSpPr>
            <p:cNvPr id="879" name="Group 613"/>
            <p:cNvGrpSpPr/>
            <p:nvPr/>
          </p:nvGrpSpPr>
          <p:grpSpPr>
            <a:xfrm>
              <a:off x="3210991" y="1567436"/>
              <a:ext cx="623301" cy="624627"/>
              <a:chOff x="0" y="0"/>
              <a:chExt cx="623299" cy="624626"/>
            </a:xfrm>
          </p:grpSpPr>
          <p:sp>
            <p:nvSpPr>
              <p:cNvPr id="877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8" name="Shape 612"/>
              <p:cNvSpPr txBox="1"/>
              <p:nvPr/>
            </p:nvSpPr>
            <p:spPr>
              <a:xfrm>
                <a:off x="101552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882" name="Group 626"/>
            <p:cNvGrpSpPr/>
            <p:nvPr/>
          </p:nvGrpSpPr>
          <p:grpSpPr>
            <a:xfrm>
              <a:off x="0" y="1567436"/>
              <a:ext cx="623149" cy="620121"/>
              <a:chOff x="0" y="0"/>
              <a:chExt cx="623148" cy="620119"/>
            </a:xfrm>
          </p:grpSpPr>
          <p:sp>
            <p:nvSpPr>
              <p:cNvPr id="880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1" name="Shape 625"/>
              <p:cNvSpPr txBox="1"/>
              <p:nvPr/>
            </p:nvSpPr>
            <p:spPr>
              <a:xfrm>
                <a:off x="1456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885" name="Group 629"/>
            <p:cNvGrpSpPr/>
            <p:nvPr/>
          </p:nvGrpSpPr>
          <p:grpSpPr>
            <a:xfrm>
              <a:off x="3198291" y="2936782"/>
              <a:ext cx="623301" cy="624624"/>
              <a:chOff x="0" y="0"/>
              <a:chExt cx="623299" cy="624623"/>
            </a:xfrm>
          </p:grpSpPr>
          <p:sp>
            <p:nvSpPr>
              <p:cNvPr id="883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4" name="Shape 628"/>
              <p:cNvSpPr txBox="1"/>
              <p:nvPr/>
            </p:nvSpPr>
            <p:spPr>
              <a:xfrm>
                <a:off x="97037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888" name="Group 638"/>
            <p:cNvGrpSpPr/>
            <p:nvPr/>
          </p:nvGrpSpPr>
          <p:grpSpPr>
            <a:xfrm>
              <a:off x="1097073" y="2936781"/>
              <a:ext cx="625204" cy="623295"/>
              <a:chOff x="-720" y="0"/>
              <a:chExt cx="625202" cy="623294"/>
            </a:xfrm>
          </p:grpSpPr>
          <p:sp>
            <p:nvSpPr>
              <p:cNvPr id="886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7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891" name="Group 641"/>
            <p:cNvGrpSpPr/>
            <p:nvPr/>
          </p:nvGrpSpPr>
          <p:grpSpPr>
            <a:xfrm>
              <a:off x="3186031" y="0"/>
              <a:ext cx="623303" cy="625406"/>
              <a:chOff x="0" y="0"/>
              <a:chExt cx="623302" cy="625405"/>
            </a:xfrm>
          </p:grpSpPr>
          <p:sp>
            <p:nvSpPr>
              <p:cNvPr id="889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0" name="Shape 640"/>
              <p:cNvSpPr txBox="1"/>
              <p:nvPr/>
            </p:nvSpPr>
            <p:spPr>
              <a:xfrm>
                <a:off x="147837" y="4170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894" name="Group 647"/>
            <p:cNvGrpSpPr/>
            <p:nvPr/>
          </p:nvGrpSpPr>
          <p:grpSpPr>
            <a:xfrm>
              <a:off x="1628892" y="1567436"/>
              <a:ext cx="623301" cy="624625"/>
              <a:chOff x="0" y="0"/>
              <a:chExt cx="623299" cy="624623"/>
            </a:xfrm>
          </p:grpSpPr>
          <p:sp>
            <p:nvSpPr>
              <p:cNvPr id="892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3" name="Shape 646"/>
              <p:cNvSpPr txBox="1"/>
              <p:nvPr/>
            </p:nvSpPr>
            <p:spPr>
              <a:xfrm>
                <a:off x="152352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897" name="Group 644"/>
            <p:cNvGrpSpPr/>
            <p:nvPr/>
          </p:nvGrpSpPr>
          <p:grpSpPr>
            <a:xfrm>
              <a:off x="4841368" y="1567436"/>
              <a:ext cx="623149" cy="620119"/>
              <a:chOff x="0" y="0"/>
              <a:chExt cx="623148" cy="620117"/>
            </a:xfrm>
          </p:grpSpPr>
          <p:sp>
            <p:nvSpPr>
              <p:cNvPr id="895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6" name="Shape 643"/>
              <p:cNvSpPr txBox="1"/>
              <p:nvPr/>
            </p:nvSpPr>
            <p:spPr>
              <a:xfrm>
                <a:off x="1202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900" name="Group 644"/>
            <p:cNvGrpSpPr/>
            <p:nvPr/>
          </p:nvGrpSpPr>
          <p:grpSpPr>
            <a:xfrm>
              <a:off x="6406162" y="1567436"/>
              <a:ext cx="623149" cy="620119"/>
              <a:chOff x="0" y="0"/>
              <a:chExt cx="623148" cy="620117"/>
            </a:xfrm>
          </p:grpSpPr>
          <p:sp>
            <p:nvSpPr>
              <p:cNvPr id="898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9" name="Shape 643"/>
              <p:cNvSpPr txBox="1"/>
              <p:nvPr/>
            </p:nvSpPr>
            <p:spPr>
              <a:xfrm>
                <a:off x="1202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903" name="Group 638"/>
            <p:cNvGrpSpPr/>
            <p:nvPr/>
          </p:nvGrpSpPr>
          <p:grpSpPr>
            <a:xfrm>
              <a:off x="2087546" y="2936781"/>
              <a:ext cx="625204" cy="623295"/>
              <a:chOff x="-720" y="0"/>
              <a:chExt cx="625202" cy="623294"/>
            </a:xfrm>
          </p:grpSpPr>
          <p:sp>
            <p:nvSpPr>
              <p:cNvPr id="901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2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906" name="Group 610"/>
            <p:cNvGrpSpPr/>
            <p:nvPr/>
          </p:nvGrpSpPr>
          <p:grpSpPr>
            <a:xfrm>
              <a:off x="4861033" y="2936782"/>
              <a:ext cx="623301" cy="624624"/>
              <a:chOff x="0" y="0"/>
              <a:chExt cx="623299" cy="624623"/>
            </a:xfrm>
          </p:grpSpPr>
          <p:sp>
            <p:nvSpPr>
              <p:cNvPr id="904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5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909" name="Group 610"/>
            <p:cNvGrpSpPr/>
            <p:nvPr/>
          </p:nvGrpSpPr>
          <p:grpSpPr>
            <a:xfrm>
              <a:off x="5626975" y="2936782"/>
              <a:ext cx="623301" cy="624624"/>
              <a:chOff x="0" y="0"/>
              <a:chExt cx="623299" cy="624623"/>
            </a:xfrm>
          </p:grpSpPr>
          <p:sp>
            <p:nvSpPr>
              <p:cNvPr id="907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8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grpSp>
          <p:nvGrpSpPr>
            <p:cNvPr id="912" name="Group 610"/>
            <p:cNvGrpSpPr/>
            <p:nvPr/>
          </p:nvGrpSpPr>
          <p:grpSpPr>
            <a:xfrm>
              <a:off x="6418786" y="2936782"/>
              <a:ext cx="623301" cy="624624"/>
              <a:chOff x="0" y="0"/>
              <a:chExt cx="623299" cy="624623"/>
            </a:xfrm>
          </p:grpSpPr>
          <p:sp>
            <p:nvSpPr>
              <p:cNvPr id="910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1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19</a:t>
                </a:r>
              </a:p>
            </p:txBody>
          </p:sp>
        </p:grpSp>
        <p:sp>
          <p:nvSpPr>
            <p:cNvPr id="913" name="Shape 615"/>
            <p:cNvSpPr/>
            <p:nvPr/>
          </p:nvSpPr>
          <p:spPr>
            <a:xfrm flipH="1">
              <a:off x="1430139" y="2197285"/>
              <a:ext cx="420031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4" name="Shape 615"/>
            <p:cNvSpPr/>
            <p:nvPr/>
          </p:nvSpPr>
          <p:spPr>
            <a:xfrm>
              <a:off x="2031987" y="2197285"/>
              <a:ext cx="420030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17" name="Group 610"/>
            <p:cNvGrpSpPr/>
            <p:nvPr/>
          </p:nvGrpSpPr>
          <p:grpSpPr>
            <a:xfrm>
              <a:off x="4107790" y="2936782"/>
              <a:ext cx="623301" cy="624624"/>
              <a:chOff x="0" y="0"/>
              <a:chExt cx="623299" cy="624623"/>
            </a:xfrm>
          </p:grpSpPr>
          <p:sp>
            <p:nvSpPr>
              <p:cNvPr id="915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6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14</a:t>
                </a:r>
              </a:p>
            </p:txBody>
          </p:sp>
        </p:grpSp>
        <p:sp>
          <p:nvSpPr>
            <p:cNvPr id="918" name="Shape 615"/>
            <p:cNvSpPr/>
            <p:nvPr/>
          </p:nvSpPr>
          <p:spPr>
            <a:xfrm>
              <a:off x="3518325" y="2185964"/>
              <a:ext cx="1" cy="7511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9" name="Shape 615"/>
            <p:cNvSpPr/>
            <p:nvPr/>
          </p:nvSpPr>
          <p:spPr>
            <a:xfrm>
              <a:off x="6737872" y="2185964"/>
              <a:ext cx="1" cy="7511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0" name="Shape 615"/>
            <p:cNvSpPr/>
            <p:nvPr/>
          </p:nvSpPr>
          <p:spPr>
            <a:xfrm>
              <a:off x="5186391" y="2185964"/>
              <a:ext cx="1" cy="7511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1" name="Shape 615"/>
            <p:cNvSpPr/>
            <p:nvPr/>
          </p:nvSpPr>
          <p:spPr>
            <a:xfrm flipH="1">
              <a:off x="4459664" y="2183649"/>
              <a:ext cx="612027" cy="72938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2" name="Shape 615"/>
            <p:cNvSpPr/>
            <p:nvPr/>
          </p:nvSpPr>
          <p:spPr>
            <a:xfrm>
              <a:off x="5317831" y="2183649"/>
              <a:ext cx="612027" cy="72938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3" name="Shape 615"/>
            <p:cNvSpPr/>
            <p:nvPr/>
          </p:nvSpPr>
          <p:spPr>
            <a:xfrm flipH="1">
              <a:off x="359267" y="500502"/>
              <a:ext cx="2903591" cy="105682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4" name="Shape 615"/>
            <p:cNvSpPr/>
            <p:nvPr/>
          </p:nvSpPr>
          <p:spPr>
            <a:xfrm flipH="1">
              <a:off x="2074485" y="569176"/>
              <a:ext cx="1285457" cy="107862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5" name="Shape 615"/>
            <p:cNvSpPr/>
            <p:nvPr/>
          </p:nvSpPr>
          <p:spPr>
            <a:xfrm>
              <a:off x="3523082" y="627193"/>
              <a:ext cx="1" cy="96259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6" name="Shape 615"/>
            <p:cNvSpPr/>
            <p:nvPr/>
          </p:nvSpPr>
          <p:spPr>
            <a:xfrm>
              <a:off x="3681803" y="569176"/>
              <a:ext cx="1285457" cy="107862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7" name="Shape 615"/>
            <p:cNvSpPr/>
            <p:nvPr/>
          </p:nvSpPr>
          <p:spPr>
            <a:xfrm>
              <a:off x="3746552" y="500502"/>
              <a:ext cx="2903591" cy="105682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948" name="成组"/>
          <p:cNvGrpSpPr/>
          <p:nvPr/>
        </p:nvGrpSpPr>
        <p:grpSpPr>
          <a:xfrm>
            <a:off x="9139163" y="3141776"/>
            <a:ext cx="2514498" cy="3266221"/>
            <a:chOff x="0" y="0"/>
            <a:chExt cx="2514497" cy="3266220"/>
          </a:xfrm>
        </p:grpSpPr>
        <p:grpSp>
          <p:nvGrpSpPr>
            <p:cNvPr id="931" name="Group 610"/>
            <p:cNvGrpSpPr/>
            <p:nvPr/>
          </p:nvGrpSpPr>
          <p:grpSpPr>
            <a:xfrm>
              <a:off x="0" y="1369345"/>
              <a:ext cx="623300" cy="624625"/>
              <a:chOff x="0" y="0"/>
              <a:chExt cx="623299" cy="624623"/>
            </a:xfrm>
          </p:grpSpPr>
          <p:sp>
            <p:nvSpPr>
              <p:cNvPr id="929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0" name="Shape 609"/>
              <p:cNvSpPr txBox="1"/>
              <p:nvPr/>
            </p:nvSpPr>
            <p:spPr>
              <a:xfrm>
                <a:off x="19250" y="56898"/>
                <a:ext cx="5145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932" name="Shape 615"/>
            <p:cNvSpPr/>
            <p:nvPr/>
          </p:nvSpPr>
          <p:spPr>
            <a:xfrm flipH="1">
              <a:off x="1028864" y="1956656"/>
              <a:ext cx="420030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35" name="Group 644"/>
            <p:cNvGrpSpPr/>
            <p:nvPr/>
          </p:nvGrpSpPr>
          <p:grpSpPr>
            <a:xfrm>
              <a:off x="557434" y="0"/>
              <a:ext cx="623149" cy="620118"/>
              <a:chOff x="0" y="0"/>
              <a:chExt cx="623148" cy="620117"/>
            </a:xfrm>
          </p:grpSpPr>
          <p:sp>
            <p:nvSpPr>
              <p:cNvPr id="933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4" name="Shape 643"/>
              <p:cNvSpPr txBox="1"/>
              <p:nvPr/>
            </p:nvSpPr>
            <p:spPr>
              <a:xfrm>
                <a:off x="107555" y="505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38" name="Group 610"/>
            <p:cNvGrpSpPr/>
            <p:nvPr/>
          </p:nvGrpSpPr>
          <p:grpSpPr>
            <a:xfrm>
              <a:off x="1197742" y="1369345"/>
              <a:ext cx="623301" cy="624625"/>
              <a:chOff x="0" y="0"/>
              <a:chExt cx="623299" cy="624623"/>
            </a:xfrm>
          </p:grpSpPr>
          <p:sp>
            <p:nvSpPr>
              <p:cNvPr id="936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7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941" name="Group 610"/>
            <p:cNvGrpSpPr/>
            <p:nvPr/>
          </p:nvGrpSpPr>
          <p:grpSpPr>
            <a:xfrm>
              <a:off x="693455" y="2641596"/>
              <a:ext cx="623301" cy="624625"/>
              <a:chOff x="0" y="0"/>
              <a:chExt cx="623299" cy="624623"/>
            </a:xfrm>
          </p:grpSpPr>
          <p:sp>
            <p:nvSpPr>
              <p:cNvPr id="939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0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944" name="Group 610"/>
            <p:cNvGrpSpPr/>
            <p:nvPr/>
          </p:nvGrpSpPr>
          <p:grpSpPr>
            <a:xfrm>
              <a:off x="1891197" y="2641596"/>
              <a:ext cx="623301" cy="624625"/>
              <a:chOff x="0" y="0"/>
              <a:chExt cx="623299" cy="624623"/>
            </a:xfrm>
          </p:grpSpPr>
          <p:sp>
            <p:nvSpPr>
              <p:cNvPr id="942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3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18</a:t>
                </a:r>
              </a:p>
            </p:txBody>
          </p:sp>
        </p:grpSp>
        <p:sp>
          <p:nvSpPr>
            <p:cNvPr id="945" name="Shape 615"/>
            <p:cNvSpPr/>
            <p:nvPr/>
          </p:nvSpPr>
          <p:spPr>
            <a:xfrm>
              <a:off x="1630711" y="1956656"/>
              <a:ext cx="420031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6" name="Shape 615"/>
            <p:cNvSpPr/>
            <p:nvPr/>
          </p:nvSpPr>
          <p:spPr>
            <a:xfrm flipH="1">
              <a:off x="383470" y="629848"/>
              <a:ext cx="420030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7" name="Shape 615"/>
            <p:cNvSpPr/>
            <p:nvPr/>
          </p:nvSpPr>
          <p:spPr>
            <a:xfrm>
              <a:off x="985317" y="629848"/>
              <a:ext cx="420031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Shape 930"/>
          <p:cNvSpPr txBox="1"/>
          <p:nvPr/>
        </p:nvSpPr>
        <p:spPr>
          <a:xfrm>
            <a:off x="2812485" y="1103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grpSp>
        <p:nvGrpSpPr>
          <p:cNvPr id="1023" name="成组"/>
          <p:cNvGrpSpPr/>
          <p:nvPr/>
        </p:nvGrpSpPr>
        <p:grpSpPr>
          <a:xfrm>
            <a:off x="1600968" y="1709153"/>
            <a:ext cx="9427509" cy="5121030"/>
            <a:chOff x="0" y="0"/>
            <a:chExt cx="9427508" cy="5121028"/>
          </a:xfrm>
        </p:grpSpPr>
        <p:grpSp>
          <p:nvGrpSpPr>
            <p:cNvPr id="953" name="Group 610"/>
            <p:cNvGrpSpPr/>
            <p:nvPr/>
          </p:nvGrpSpPr>
          <p:grpSpPr>
            <a:xfrm>
              <a:off x="5590088" y="1559623"/>
              <a:ext cx="623301" cy="624625"/>
              <a:chOff x="0" y="0"/>
              <a:chExt cx="623299" cy="624623"/>
            </a:xfrm>
          </p:grpSpPr>
          <p:sp>
            <p:nvSpPr>
              <p:cNvPr id="951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2" name="Shape 609"/>
              <p:cNvSpPr txBox="1"/>
              <p:nvPr/>
            </p:nvSpPr>
            <p:spPr>
              <a:xfrm>
                <a:off x="19250" y="56898"/>
                <a:ext cx="5145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954" name="Shape 615"/>
            <p:cNvSpPr/>
            <p:nvPr/>
          </p:nvSpPr>
          <p:spPr>
            <a:xfrm flipH="1">
              <a:off x="3648755" y="500783"/>
              <a:ext cx="2018661" cy="11654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57" name="Group 644"/>
            <p:cNvGrpSpPr/>
            <p:nvPr/>
          </p:nvGrpSpPr>
          <p:grpSpPr>
            <a:xfrm>
              <a:off x="5592388" y="0"/>
              <a:ext cx="623149" cy="620118"/>
              <a:chOff x="0" y="0"/>
              <a:chExt cx="623148" cy="620117"/>
            </a:xfrm>
          </p:grpSpPr>
          <p:sp>
            <p:nvSpPr>
              <p:cNvPr id="955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6" name="Shape 643"/>
              <p:cNvSpPr txBox="1"/>
              <p:nvPr/>
            </p:nvSpPr>
            <p:spPr>
              <a:xfrm>
                <a:off x="107555" y="505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60" name="Group 610"/>
            <p:cNvGrpSpPr/>
            <p:nvPr/>
          </p:nvGrpSpPr>
          <p:grpSpPr>
            <a:xfrm>
              <a:off x="8059952" y="1560405"/>
              <a:ext cx="623301" cy="624625"/>
              <a:chOff x="0" y="0"/>
              <a:chExt cx="623299" cy="624623"/>
            </a:xfrm>
          </p:grpSpPr>
          <p:sp>
            <p:nvSpPr>
              <p:cNvPr id="958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59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963" name="Group 610"/>
            <p:cNvGrpSpPr/>
            <p:nvPr/>
          </p:nvGrpSpPr>
          <p:grpSpPr>
            <a:xfrm>
              <a:off x="7403265" y="3122553"/>
              <a:ext cx="623301" cy="624625"/>
              <a:chOff x="0" y="0"/>
              <a:chExt cx="623299" cy="624623"/>
            </a:xfrm>
          </p:grpSpPr>
          <p:sp>
            <p:nvSpPr>
              <p:cNvPr id="961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2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966" name="Group 610"/>
            <p:cNvGrpSpPr/>
            <p:nvPr/>
          </p:nvGrpSpPr>
          <p:grpSpPr>
            <a:xfrm>
              <a:off x="8804208" y="3122553"/>
              <a:ext cx="623301" cy="624625"/>
              <a:chOff x="0" y="0"/>
              <a:chExt cx="623299" cy="624623"/>
            </a:xfrm>
          </p:grpSpPr>
          <p:sp>
            <p:nvSpPr>
              <p:cNvPr id="964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5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18</a:t>
                </a:r>
              </a:p>
            </p:txBody>
          </p:sp>
        </p:grpSp>
        <p:sp>
          <p:nvSpPr>
            <p:cNvPr id="967" name="Shape 615"/>
            <p:cNvSpPr/>
            <p:nvPr/>
          </p:nvSpPr>
          <p:spPr>
            <a:xfrm flipH="1">
              <a:off x="7740322" y="2203499"/>
              <a:ext cx="592720" cy="91270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8" name="Shape 615"/>
            <p:cNvSpPr/>
            <p:nvPr/>
          </p:nvSpPr>
          <p:spPr>
            <a:xfrm>
              <a:off x="5901738" y="619041"/>
              <a:ext cx="1" cy="9289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20" name="成组"/>
            <p:cNvGrpSpPr/>
            <p:nvPr/>
          </p:nvGrpSpPr>
          <p:grpSpPr>
            <a:xfrm>
              <a:off x="-1" y="1559623"/>
              <a:ext cx="7042088" cy="3561406"/>
              <a:chOff x="0" y="0"/>
              <a:chExt cx="7042086" cy="3561405"/>
            </a:xfrm>
          </p:grpSpPr>
          <p:grpSp>
            <p:nvGrpSpPr>
              <p:cNvPr id="971" name="Group 613"/>
              <p:cNvGrpSpPr/>
              <p:nvPr/>
            </p:nvGrpSpPr>
            <p:grpSpPr>
              <a:xfrm>
                <a:off x="3210991" y="1567436"/>
                <a:ext cx="623301" cy="624627"/>
                <a:chOff x="0" y="0"/>
                <a:chExt cx="623299" cy="624626"/>
              </a:xfrm>
            </p:grpSpPr>
            <p:sp>
              <p:nvSpPr>
                <p:cNvPr id="969" name="Shape 611"/>
                <p:cNvSpPr/>
                <p:nvPr/>
              </p:nvSpPr>
              <p:spPr>
                <a:xfrm>
                  <a:off x="-1" y="-1"/>
                  <a:ext cx="623301" cy="62462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70" name="Shape 612"/>
                <p:cNvSpPr txBox="1"/>
                <p:nvPr/>
              </p:nvSpPr>
              <p:spPr>
                <a:xfrm>
                  <a:off x="101552" y="82298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974" name="Group 626"/>
              <p:cNvGrpSpPr/>
              <p:nvPr/>
            </p:nvGrpSpPr>
            <p:grpSpPr>
              <a:xfrm>
                <a:off x="0" y="1567436"/>
                <a:ext cx="623149" cy="620121"/>
                <a:chOff x="0" y="0"/>
                <a:chExt cx="623148" cy="620119"/>
              </a:xfrm>
            </p:grpSpPr>
            <p:sp>
              <p:nvSpPr>
                <p:cNvPr id="972" name="Shape 624"/>
                <p:cNvSpPr/>
                <p:nvPr/>
              </p:nvSpPr>
              <p:spPr>
                <a:xfrm>
                  <a:off x="0" y="-1"/>
                  <a:ext cx="623149" cy="620121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73" name="Shape 625"/>
                <p:cNvSpPr txBox="1"/>
                <p:nvPr/>
              </p:nvSpPr>
              <p:spPr>
                <a:xfrm>
                  <a:off x="145655" y="75932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977" name="Group 629"/>
              <p:cNvGrpSpPr/>
              <p:nvPr/>
            </p:nvGrpSpPr>
            <p:grpSpPr>
              <a:xfrm>
                <a:off x="3198291" y="2936782"/>
                <a:ext cx="623301" cy="624624"/>
                <a:chOff x="0" y="0"/>
                <a:chExt cx="623299" cy="624623"/>
              </a:xfrm>
            </p:grpSpPr>
            <p:sp>
              <p:nvSpPr>
                <p:cNvPr id="975" name="Shape 627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76" name="Shape 628"/>
                <p:cNvSpPr txBox="1"/>
                <p:nvPr/>
              </p:nvSpPr>
              <p:spPr>
                <a:xfrm>
                  <a:off x="97037" y="82298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grpSp>
            <p:nvGrpSpPr>
              <p:cNvPr id="980" name="Group 638"/>
              <p:cNvGrpSpPr/>
              <p:nvPr/>
            </p:nvGrpSpPr>
            <p:grpSpPr>
              <a:xfrm>
                <a:off x="1097073" y="2936781"/>
                <a:ext cx="625204" cy="623295"/>
                <a:chOff x="-720" y="0"/>
                <a:chExt cx="625202" cy="623294"/>
              </a:xfrm>
            </p:grpSpPr>
            <p:sp>
              <p:nvSpPr>
                <p:cNvPr id="978" name="Shape 636"/>
                <p:cNvSpPr/>
                <p:nvPr/>
              </p:nvSpPr>
              <p:spPr>
                <a:xfrm>
                  <a:off x="0" y="-1"/>
                  <a:ext cx="624483" cy="623296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79" name="Shape 637"/>
                <p:cNvSpPr txBox="1"/>
                <p:nvPr/>
              </p:nvSpPr>
              <p:spPr>
                <a:xfrm>
                  <a:off x="-721" y="61272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10</a:t>
                  </a:r>
                </a:p>
              </p:txBody>
            </p:sp>
          </p:grpSp>
          <p:grpSp>
            <p:nvGrpSpPr>
              <p:cNvPr id="983" name="Group 641"/>
              <p:cNvGrpSpPr/>
              <p:nvPr/>
            </p:nvGrpSpPr>
            <p:grpSpPr>
              <a:xfrm>
                <a:off x="3186031" y="0"/>
                <a:ext cx="623303" cy="625406"/>
                <a:chOff x="0" y="0"/>
                <a:chExt cx="623302" cy="625405"/>
              </a:xfrm>
            </p:grpSpPr>
            <p:sp>
              <p:nvSpPr>
                <p:cNvPr id="981" name="Shape 639"/>
                <p:cNvSpPr/>
                <p:nvPr/>
              </p:nvSpPr>
              <p:spPr>
                <a:xfrm>
                  <a:off x="0" y="0"/>
                  <a:ext cx="623303" cy="625406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82" name="Shape 640"/>
                <p:cNvSpPr txBox="1"/>
                <p:nvPr/>
              </p:nvSpPr>
              <p:spPr>
                <a:xfrm>
                  <a:off x="147837" y="41700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986" name="Group 647"/>
              <p:cNvGrpSpPr/>
              <p:nvPr/>
            </p:nvGrpSpPr>
            <p:grpSpPr>
              <a:xfrm>
                <a:off x="1628892" y="1567436"/>
                <a:ext cx="623301" cy="624625"/>
                <a:chOff x="0" y="0"/>
                <a:chExt cx="623299" cy="624623"/>
              </a:xfrm>
            </p:grpSpPr>
            <p:sp>
              <p:nvSpPr>
                <p:cNvPr id="984" name="Shape 645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85" name="Shape 646"/>
                <p:cNvSpPr txBox="1"/>
                <p:nvPr/>
              </p:nvSpPr>
              <p:spPr>
                <a:xfrm>
                  <a:off x="152352" y="82298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grpSp>
            <p:nvGrpSpPr>
              <p:cNvPr id="989" name="Group 644"/>
              <p:cNvGrpSpPr/>
              <p:nvPr/>
            </p:nvGrpSpPr>
            <p:grpSpPr>
              <a:xfrm>
                <a:off x="4841368" y="1567436"/>
                <a:ext cx="623149" cy="620119"/>
                <a:chOff x="0" y="0"/>
                <a:chExt cx="623148" cy="620117"/>
              </a:xfrm>
            </p:grpSpPr>
            <p:sp>
              <p:nvSpPr>
                <p:cNvPr id="987" name="Shape 642"/>
                <p:cNvSpPr/>
                <p:nvPr/>
              </p:nvSpPr>
              <p:spPr>
                <a:xfrm>
                  <a:off x="0" y="0"/>
                  <a:ext cx="623149" cy="62011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88" name="Shape 643"/>
                <p:cNvSpPr txBox="1"/>
                <p:nvPr/>
              </p:nvSpPr>
              <p:spPr>
                <a:xfrm>
                  <a:off x="120255" y="75932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9</a:t>
                  </a:r>
                </a:p>
              </p:txBody>
            </p:sp>
          </p:grpSp>
          <p:grpSp>
            <p:nvGrpSpPr>
              <p:cNvPr id="992" name="Group 644"/>
              <p:cNvGrpSpPr/>
              <p:nvPr/>
            </p:nvGrpSpPr>
            <p:grpSpPr>
              <a:xfrm>
                <a:off x="6406162" y="1567436"/>
                <a:ext cx="623149" cy="620119"/>
                <a:chOff x="0" y="0"/>
                <a:chExt cx="623148" cy="620117"/>
              </a:xfrm>
            </p:grpSpPr>
            <p:sp>
              <p:nvSpPr>
                <p:cNvPr id="990" name="Shape 642"/>
                <p:cNvSpPr/>
                <p:nvPr/>
              </p:nvSpPr>
              <p:spPr>
                <a:xfrm>
                  <a:off x="0" y="0"/>
                  <a:ext cx="623149" cy="62011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91" name="Shape 643"/>
                <p:cNvSpPr txBox="1"/>
                <p:nvPr/>
              </p:nvSpPr>
              <p:spPr>
                <a:xfrm>
                  <a:off x="120255" y="75932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995" name="Group 638"/>
              <p:cNvGrpSpPr/>
              <p:nvPr/>
            </p:nvGrpSpPr>
            <p:grpSpPr>
              <a:xfrm>
                <a:off x="2087546" y="2936781"/>
                <a:ext cx="625204" cy="623295"/>
                <a:chOff x="-720" y="0"/>
                <a:chExt cx="625202" cy="623294"/>
              </a:xfrm>
            </p:grpSpPr>
            <p:sp>
              <p:nvSpPr>
                <p:cNvPr id="993" name="Shape 636"/>
                <p:cNvSpPr/>
                <p:nvPr/>
              </p:nvSpPr>
              <p:spPr>
                <a:xfrm>
                  <a:off x="0" y="-1"/>
                  <a:ext cx="624483" cy="623296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94" name="Shape 637"/>
                <p:cNvSpPr txBox="1"/>
                <p:nvPr/>
              </p:nvSpPr>
              <p:spPr>
                <a:xfrm>
                  <a:off x="-721" y="61272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13</a:t>
                  </a:r>
                </a:p>
              </p:txBody>
            </p:sp>
          </p:grpSp>
          <p:grpSp>
            <p:nvGrpSpPr>
              <p:cNvPr id="998" name="Group 610"/>
              <p:cNvGrpSpPr/>
              <p:nvPr/>
            </p:nvGrpSpPr>
            <p:grpSpPr>
              <a:xfrm>
                <a:off x="4861033" y="2936782"/>
                <a:ext cx="623301" cy="624624"/>
                <a:chOff x="0" y="0"/>
                <a:chExt cx="623299" cy="624623"/>
              </a:xfrm>
            </p:grpSpPr>
            <p:sp>
              <p:nvSpPr>
                <p:cNvPr id="996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997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12</a:t>
                  </a:r>
                </a:p>
              </p:txBody>
            </p:sp>
          </p:grpSp>
          <p:grpSp>
            <p:nvGrpSpPr>
              <p:cNvPr id="1001" name="Group 610"/>
              <p:cNvGrpSpPr/>
              <p:nvPr/>
            </p:nvGrpSpPr>
            <p:grpSpPr>
              <a:xfrm>
                <a:off x="5626975" y="2936782"/>
                <a:ext cx="623301" cy="624624"/>
                <a:chOff x="0" y="0"/>
                <a:chExt cx="623299" cy="624623"/>
              </a:xfrm>
            </p:grpSpPr>
            <p:sp>
              <p:nvSpPr>
                <p:cNvPr id="999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00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17</a:t>
                  </a:r>
                </a:p>
              </p:txBody>
            </p:sp>
          </p:grpSp>
          <p:grpSp>
            <p:nvGrpSpPr>
              <p:cNvPr id="1004" name="Group 610"/>
              <p:cNvGrpSpPr/>
              <p:nvPr/>
            </p:nvGrpSpPr>
            <p:grpSpPr>
              <a:xfrm>
                <a:off x="6418786" y="2936782"/>
                <a:ext cx="623301" cy="624624"/>
                <a:chOff x="0" y="0"/>
                <a:chExt cx="623299" cy="624623"/>
              </a:xfrm>
            </p:grpSpPr>
            <p:sp>
              <p:nvSpPr>
                <p:cNvPr id="1002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03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sp>
            <p:nvSpPr>
              <p:cNvPr id="1005" name="Shape 615"/>
              <p:cNvSpPr/>
              <p:nvPr/>
            </p:nvSpPr>
            <p:spPr>
              <a:xfrm flipH="1">
                <a:off x="1430139" y="2197285"/>
                <a:ext cx="420031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6" name="Shape 615"/>
              <p:cNvSpPr/>
              <p:nvPr/>
            </p:nvSpPr>
            <p:spPr>
              <a:xfrm>
                <a:off x="2031987" y="2197285"/>
                <a:ext cx="420030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009" name="Group 610"/>
              <p:cNvGrpSpPr/>
              <p:nvPr/>
            </p:nvGrpSpPr>
            <p:grpSpPr>
              <a:xfrm>
                <a:off x="4107790" y="2936782"/>
                <a:ext cx="623301" cy="624624"/>
                <a:chOff x="0" y="0"/>
                <a:chExt cx="623299" cy="624623"/>
              </a:xfrm>
            </p:grpSpPr>
            <p:sp>
              <p:nvSpPr>
                <p:cNvPr id="1007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008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14</a:t>
                  </a:r>
                </a:p>
              </p:txBody>
            </p:sp>
          </p:grpSp>
          <p:sp>
            <p:nvSpPr>
              <p:cNvPr id="1010" name="Shape 615"/>
              <p:cNvSpPr/>
              <p:nvPr/>
            </p:nvSpPr>
            <p:spPr>
              <a:xfrm>
                <a:off x="3518325" y="2185964"/>
                <a:ext cx="1" cy="7511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1" name="Shape 615"/>
              <p:cNvSpPr/>
              <p:nvPr/>
            </p:nvSpPr>
            <p:spPr>
              <a:xfrm>
                <a:off x="6737872" y="2185964"/>
                <a:ext cx="1" cy="7511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2" name="Shape 615"/>
              <p:cNvSpPr/>
              <p:nvPr/>
            </p:nvSpPr>
            <p:spPr>
              <a:xfrm>
                <a:off x="5186391" y="2185964"/>
                <a:ext cx="1" cy="7511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3" name="Shape 615"/>
              <p:cNvSpPr/>
              <p:nvPr/>
            </p:nvSpPr>
            <p:spPr>
              <a:xfrm flipH="1">
                <a:off x="4459664" y="2183649"/>
                <a:ext cx="612027" cy="729385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4" name="Shape 615"/>
              <p:cNvSpPr/>
              <p:nvPr/>
            </p:nvSpPr>
            <p:spPr>
              <a:xfrm>
                <a:off x="5317831" y="2183649"/>
                <a:ext cx="612027" cy="729385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5" name="Shape 615"/>
              <p:cNvSpPr/>
              <p:nvPr/>
            </p:nvSpPr>
            <p:spPr>
              <a:xfrm flipH="1">
                <a:off x="359267" y="500502"/>
                <a:ext cx="2903591" cy="1056821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6" name="Shape 615"/>
              <p:cNvSpPr/>
              <p:nvPr/>
            </p:nvSpPr>
            <p:spPr>
              <a:xfrm flipH="1">
                <a:off x="2074485" y="569176"/>
                <a:ext cx="1285457" cy="107862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7" name="Shape 615"/>
              <p:cNvSpPr/>
              <p:nvPr/>
            </p:nvSpPr>
            <p:spPr>
              <a:xfrm>
                <a:off x="3523082" y="627193"/>
                <a:ext cx="1" cy="962591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8" name="Shape 615"/>
              <p:cNvSpPr/>
              <p:nvPr/>
            </p:nvSpPr>
            <p:spPr>
              <a:xfrm>
                <a:off x="3681803" y="569176"/>
                <a:ext cx="1285457" cy="1078626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9" name="Shape 615"/>
              <p:cNvSpPr/>
              <p:nvPr/>
            </p:nvSpPr>
            <p:spPr>
              <a:xfrm>
                <a:off x="3746552" y="500502"/>
                <a:ext cx="2903591" cy="1056821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021" name="Shape 615"/>
            <p:cNvSpPr/>
            <p:nvPr/>
          </p:nvSpPr>
          <p:spPr>
            <a:xfrm>
              <a:off x="6136061" y="500783"/>
              <a:ext cx="2018661" cy="11654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2" name="Shape 615"/>
            <p:cNvSpPr/>
            <p:nvPr/>
          </p:nvSpPr>
          <p:spPr>
            <a:xfrm>
              <a:off x="8407508" y="2203499"/>
              <a:ext cx="592719" cy="91270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hape 930"/>
          <p:cNvSpPr txBox="1"/>
          <p:nvPr/>
        </p:nvSpPr>
        <p:spPr>
          <a:xfrm>
            <a:off x="2812485" y="976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sp>
        <p:nvSpPr>
          <p:cNvPr id="1026" name="删除：将根结点的孩子结点从左到右两两合并，再从右往左逐一合并…"/>
          <p:cNvSpPr txBox="1"/>
          <p:nvPr/>
        </p:nvSpPr>
        <p:spPr>
          <a:xfrm>
            <a:off x="637286" y="1353856"/>
            <a:ext cx="11602100" cy="127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删除：将根结点的孩子结点从左到右两两合并，再从右往左逐一合并</a:t>
            </a:r>
          </a:p>
          <a:p>
            <a:pPr>
              <a:lnSpc>
                <a:spcPct val="120000"/>
              </a:lnSpc>
            </a:pPr>
            <a:r>
              <a:t>从左往右合并：</a:t>
            </a:r>
          </a:p>
        </p:txBody>
      </p:sp>
      <p:grpSp>
        <p:nvGrpSpPr>
          <p:cNvPr id="1029" name="Group 613"/>
          <p:cNvGrpSpPr/>
          <p:nvPr/>
        </p:nvGrpSpPr>
        <p:grpSpPr>
          <a:xfrm>
            <a:off x="5808490" y="2635456"/>
            <a:ext cx="623301" cy="624627"/>
            <a:chOff x="0" y="0"/>
            <a:chExt cx="623299" cy="624626"/>
          </a:xfrm>
        </p:grpSpPr>
        <p:sp>
          <p:nvSpPr>
            <p:cNvPr id="1027" name="Shape 611"/>
            <p:cNvSpPr/>
            <p:nvPr/>
          </p:nvSpPr>
          <p:spPr>
            <a:xfrm>
              <a:off x="-1" y="-1"/>
              <a:ext cx="623301" cy="62462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8" name="Shape 612"/>
            <p:cNvSpPr txBox="1"/>
            <p:nvPr/>
          </p:nvSpPr>
          <p:spPr>
            <a:xfrm>
              <a:off x="101552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032" name="Group 626"/>
          <p:cNvGrpSpPr/>
          <p:nvPr/>
        </p:nvGrpSpPr>
        <p:grpSpPr>
          <a:xfrm>
            <a:off x="2706154" y="4007976"/>
            <a:ext cx="623149" cy="620121"/>
            <a:chOff x="0" y="0"/>
            <a:chExt cx="623148" cy="620119"/>
          </a:xfrm>
        </p:grpSpPr>
        <p:sp>
          <p:nvSpPr>
            <p:cNvPr id="1030" name="Shape 624"/>
            <p:cNvSpPr/>
            <p:nvPr/>
          </p:nvSpPr>
          <p:spPr>
            <a:xfrm>
              <a:off x="0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Shape 625"/>
            <p:cNvSpPr txBox="1"/>
            <p:nvPr/>
          </p:nvSpPr>
          <p:spPr>
            <a:xfrm>
              <a:off x="145655" y="759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035" name="Group 629"/>
          <p:cNvGrpSpPr/>
          <p:nvPr/>
        </p:nvGrpSpPr>
        <p:grpSpPr>
          <a:xfrm>
            <a:off x="6316490" y="4004802"/>
            <a:ext cx="623301" cy="624625"/>
            <a:chOff x="0" y="0"/>
            <a:chExt cx="623299" cy="624623"/>
          </a:xfrm>
        </p:grpSpPr>
        <p:sp>
          <p:nvSpPr>
            <p:cNvPr id="1033" name="Shape 627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4" name="Shape 628"/>
            <p:cNvSpPr txBox="1"/>
            <p:nvPr/>
          </p:nvSpPr>
          <p:spPr>
            <a:xfrm>
              <a:off x="97037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038" name="Group 638"/>
          <p:cNvGrpSpPr/>
          <p:nvPr/>
        </p:nvGrpSpPr>
        <p:grpSpPr>
          <a:xfrm>
            <a:off x="3504072" y="4004802"/>
            <a:ext cx="625204" cy="623295"/>
            <a:chOff x="-720" y="0"/>
            <a:chExt cx="625202" cy="623294"/>
          </a:xfrm>
        </p:grpSpPr>
        <p:sp>
          <p:nvSpPr>
            <p:cNvPr id="1036" name="Shape 636"/>
            <p:cNvSpPr/>
            <p:nvPr/>
          </p:nvSpPr>
          <p:spPr>
            <a:xfrm>
              <a:off x="0" y="-1"/>
              <a:ext cx="624483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7" name="Shape 637"/>
            <p:cNvSpPr txBox="1"/>
            <p:nvPr/>
          </p:nvSpPr>
          <p:spPr>
            <a:xfrm>
              <a:off x="-721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</p:grpSp>
      <p:grpSp>
        <p:nvGrpSpPr>
          <p:cNvPr id="1041" name="Group 647"/>
          <p:cNvGrpSpPr/>
          <p:nvPr/>
        </p:nvGrpSpPr>
        <p:grpSpPr>
          <a:xfrm>
            <a:off x="3489791" y="2635456"/>
            <a:ext cx="623301" cy="624625"/>
            <a:chOff x="0" y="0"/>
            <a:chExt cx="623299" cy="624623"/>
          </a:xfrm>
        </p:grpSpPr>
        <p:sp>
          <p:nvSpPr>
            <p:cNvPr id="1039" name="Shape 645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0" name="Shape 646"/>
            <p:cNvSpPr txBox="1"/>
            <p:nvPr/>
          </p:nvSpPr>
          <p:spPr>
            <a:xfrm>
              <a:off x="152352" y="8229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044" name="Group 644"/>
          <p:cNvGrpSpPr/>
          <p:nvPr/>
        </p:nvGrpSpPr>
        <p:grpSpPr>
          <a:xfrm>
            <a:off x="8205192" y="2635456"/>
            <a:ext cx="623149" cy="620119"/>
            <a:chOff x="0" y="0"/>
            <a:chExt cx="623148" cy="620117"/>
          </a:xfrm>
        </p:grpSpPr>
        <p:sp>
          <p:nvSpPr>
            <p:cNvPr id="1042" name="Shape 642"/>
            <p:cNvSpPr/>
            <p:nvPr/>
          </p:nvSpPr>
          <p:spPr>
            <a:xfrm>
              <a:off x="0" y="0"/>
              <a:ext cx="623149" cy="620118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3" name="Shape 643"/>
            <p:cNvSpPr txBox="1"/>
            <p:nvPr/>
          </p:nvSpPr>
          <p:spPr>
            <a:xfrm>
              <a:off x="120255" y="7593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047" name="Group 638"/>
          <p:cNvGrpSpPr/>
          <p:nvPr/>
        </p:nvGrpSpPr>
        <p:grpSpPr>
          <a:xfrm>
            <a:off x="4291345" y="4004802"/>
            <a:ext cx="625204" cy="623295"/>
            <a:chOff x="-720" y="0"/>
            <a:chExt cx="625202" cy="623294"/>
          </a:xfrm>
        </p:grpSpPr>
        <p:sp>
          <p:nvSpPr>
            <p:cNvPr id="1045" name="Shape 636"/>
            <p:cNvSpPr/>
            <p:nvPr/>
          </p:nvSpPr>
          <p:spPr>
            <a:xfrm>
              <a:off x="0" y="-1"/>
              <a:ext cx="624483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6" name="Shape 637"/>
            <p:cNvSpPr txBox="1"/>
            <p:nvPr/>
          </p:nvSpPr>
          <p:spPr>
            <a:xfrm>
              <a:off x="-721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050" name="Group 610"/>
          <p:cNvGrpSpPr/>
          <p:nvPr/>
        </p:nvGrpSpPr>
        <p:grpSpPr>
          <a:xfrm>
            <a:off x="8719966" y="4004802"/>
            <a:ext cx="623301" cy="624625"/>
            <a:chOff x="0" y="0"/>
            <a:chExt cx="623299" cy="624623"/>
          </a:xfrm>
        </p:grpSpPr>
        <p:sp>
          <p:nvSpPr>
            <p:cNvPr id="1048" name="Shape 608"/>
            <p:cNvSpPr/>
            <p:nvPr/>
          </p:nvSpPr>
          <p:spPr>
            <a:xfrm>
              <a:off x="-1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9" name="Shape 609"/>
            <p:cNvSpPr txBox="1"/>
            <p:nvPr/>
          </p:nvSpPr>
          <p:spPr>
            <a:xfrm>
              <a:off x="12651" y="568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</p:grpSp>
      <p:sp>
        <p:nvSpPr>
          <p:cNvPr id="1051" name="Shape 615"/>
          <p:cNvSpPr/>
          <p:nvPr/>
        </p:nvSpPr>
        <p:spPr>
          <a:xfrm flipH="1">
            <a:off x="5596502" y="3265305"/>
            <a:ext cx="420030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52" name="Shape 615"/>
          <p:cNvSpPr/>
          <p:nvPr/>
        </p:nvSpPr>
        <p:spPr>
          <a:xfrm>
            <a:off x="6185649" y="3265305"/>
            <a:ext cx="420031" cy="72751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72" name="成组"/>
          <p:cNvGrpSpPr/>
          <p:nvPr/>
        </p:nvGrpSpPr>
        <p:grpSpPr>
          <a:xfrm>
            <a:off x="4645210" y="4004802"/>
            <a:ext cx="2514499" cy="3266221"/>
            <a:chOff x="0" y="0"/>
            <a:chExt cx="2514497" cy="3266220"/>
          </a:xfrm>
        </p:grpSpPr>
        <p:grpSp>
          <p:nvGrpSpPr>
            <p:cNvPr id="1055" name="Group 610"/>
            <p:cNvGrpSpPr/>
            <p:nvPr/>
          </p:nvGrpSpPr>
          <p:grpSpPr>
            <a:xfrm>
              <a:off x="0" y="1369345"/>
              <a:ext cx="623300" cy="624625"/>
              <a:chOff x="0" y="0"/>
              <a:chExt cx="623299" cy="624623"/>
            </a:xfrm>
          </p:grpSpPr>
          <p:sp>
            <p:nvSpPr>
              <p:cNvPr id="1053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4" name="Shape 609"/>
              <p:cNvSpPr txBox="1"/>
              <p:nvPr/>
            </p:nvSpPr>
            <p:spPr>
              <a:xfrm>
                <a:off x="19250" y="56898"/>
                <a:ext cx="5145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1056" name="Shape 615"/>
            <p:cNvSpPr/>
            <p:nvPr/>
          </p:nvSpPr>
          <p:spPr>
            <a:xfrm flipH="1">
              <a:off x="1028864" y="1956656"/>
              <a:ext cx="420030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59" name="Group 644"/>
            <p:cNvGrpSpPr/>
            <p:nvPr/>
          </p:nvGrpSpPr>
          <p:grpSpPr>
            <a:xfrm>
              <a:off x="557434" y="0"/>
              <a:ext cx="623149" cy="620118"/>
              <a:chOff x="0" y="0"/>
              <a:chExt cx="623148" cy="620117"/>
            </a:xfrm>
          </p:grpSpPr>
          <p:sp>
            <p:nvSpPr>
              <p:cNvPr id="1057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8" name="Shape 643"/>
              <p:cNvSpPr txBox="1"/>
              <p:nvPr/>
            </p:nvSpPr>
            <p:spPr>
              <a:xfrm>
                <a:off x="107555" y="505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1062" name="Group 610"/>
            <p:cNvGrpSpPr/>
            <p:nvPr/>
          </p:nvGrpSpPr>
          <p:grpSpPr>
            <a:xfrm>
              <a:off x="1197742" y="1369345"/>
              <a:ext cx="623301" cy="624625"/>
              <a:chOff x="0" y="0"/>
              <a:chExt cx="623299" cy="624623"/>
            </a:xfrm>
          </p:grpSpPr>
          <p:sp>
            <p:nvSpPr>
              <p:cNvPr id="1060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1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15</a:t>
                </a:r>
              </a:p>
            </p:txBody>
          </p:sp>
        </p:grpSp>
        <p:grpSp>
          <p:nvGrpSpPr>
            <p:cNvPr id="1065" name="Group 610"/>
            <p:cNvGrpSpPr/>
            <p:nvPr/>
          </p:nvGrpSpPr>
          <p:grpSpPr>
            <a:xfrm>
              <a:off x="693455" y="2641596"/>
              <a:ext cx="623301" cy="624625"/>
              <a:chOff x="0" y="0"/>
              <a:chExt cx="623299" cy="624623"/>
            </a:xfrm>
          </p:grpSpPr>
          <p:sp>
            <p:nvSpPr>
              <p:cNvPr id="1063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4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grpSp>
          <p:nvGrpSpPr>
            <p:cNvPr id="1068" name="Group 610"/>
            <p:cNvGrpSpPr/>
            <p:nvPr/>
          </p:nvGrpSpPr>
          <p:grpSpPr>
            <a:xfrm>
              <a:off x="1891197" y="2641596"/>
              <a:ext cx="623301" cy="624625"/>
              <a:chOff x="0" y="0"/>
              <a:chExt cx="623299" cy="624623"/>
            </a:xfrm>
          </p:grpSpPr>
          <p:sp>
            <p:nvSpPr>
              <p:cNvPr id="1066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7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18</a:t>
                </a:r>
              </a:p>
            </p:txBody>
          </p:sp>
        </p:grpSp>
        <p:sp>
          <p:nvSpPr>
            <p:cNvPr id="1069" name="Shape 615"/>
            <p:cNvSpPr/>
            <p:nvPr/>
          </p:nvSpPr>
          <p:spPr>
            <a:xfrm>
              <a:off x="1630711" y="1956656"/>
              <a:ext cx="420031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0" name="Shape 615"/>
            <p:cNvSpPr/>
            <p:nvPr/>
          </p:nvSpPr>
          <p:spPr>
            <a:xfrm flipH="1">
              <a:off x="383470" y="629848"/>
              <a:ext cx="420030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1" name="Shape 615"/>
            <p:cNvSpPr/>
            <p:nvPr/>
          </p:nvSpPr>
          <p:spPr>
            <a:xfrm>
              <a:off x="985317" y="629848"/>
              <a:ext cx="420031" cy="72751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088" name="成组"/>
          <p:cNvGrpSpPr/>
          <p:nvPr/>
        </p:nvGrpSpPr>
        <p:grpSpPr>
          <a:xfrm>
            <a:off x="6949338" y="4004802"/>
            <a:ext cx="2142486" cy="1993970"/>
            <a:chOff x="0" y="0"/>
            <a:chExt cx="2142484" cy="1993969"/>
          </a:xfrm>
        </p:grpSpPr>
        <p:grpSp>
          <p:nvGrpSpPr>
            <p:cNvPr id="1075" name="Group 644"/>
            <p:cNvGrpSpPr/>
            <p:nvPr/>
          </p:nvGrpSpPr>
          <p:grpSpPr>
            <a:xfrm>
              <a:off x="733577" y="0"/>
              <a:ext cx="623149" cy="620118"/>
              <a:chOff x="0" y="0"/>
              <a:chExt cx="623148" cy="620117"/>
            </a:xfrm>
          </p:grpSpPr>
          <p:sp>
            <p:nvSpPr>
              <p:cNvPr id="1073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74" name="Shape 643"/>
              <p:cNvSpPr txBox="1"/>
              <p:nvPr/>
            </p:nvSpPr>
            <p:spPr>
              <a:xfrm>
                <a:off x="1202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1078" name="Group 610"/>
            <p:cNvGrpSpPr/>
            <p:nvPr/>
          </p:nvGrpSpPr>
          <p:grpSpPr>
            <a:xfrm>
              <a:off x="0" y="1369345"/>
              <a:ext cx="623300" cy="624625"/>
              <a:chOff x="0" y="0"/>
              <a:chExt cx="623299" cy="624623"/>
            </a:xfrm>
          </p:grpSpPr>
          <p:sp>
            <p:nvSpPr>
              <p:cNvPr id="1076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77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14</a:t>
                </a:r>
              </a:p>
            </p:txBody>
          </p:sp>
        </p:grpSp>
        <p:grpSp>
          <p:nvGrpSpPr>
            <p:cNvPr id="1081" name="Group 610"/>
            <p:cNvGrpSpPr/>
            <p:nvPr/>
          </p:nvGrpSpPr>
          <p:grpSpPr>
            <a:xfrm>
              <a:off x="753242" y="1369345"/>
              <a:ext cx="623301" cy="624625"/>
              <a:chOff x="0" y="0"/>
              <a:chExt cx="623299" cy="624623"/>
            </a:xfrm>
          </p:grpSpPr>
          <p:sp>
            <p:nvSpPr>
              <p:cNvPr id="1079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0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grpSp>
          <p:nvGrpSpPr>
            <p:cNvPr id="1084" name="Group 610"/>
            <p:cNvGrpSpPr/>
            <p:nvPr/>
          </p:nvGrpSpPr>
          <p:grpSpPr>
            <a:xfrm>
              <a:off x="1519184" y="1369345"/>
              <a:ext cx="623301" cy="624625"/>
              <a:chOff x="0" y="0"/>
              <a:chExt cx="623299" cy="624623"/>
            </a:xfrm>
          </p:grpSpPr>
          <p:sp>
            <p:nvSpPr>
              <p:cNvPr id="1082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83" name="Shape 609"/>
              <p:cNvSpPr txBox="1"/>
              <p:nvPr/>
            </p:nvSpPr>
            <p:spPr>
              <a:xfrm>
                <a:off x="12651" y="568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17</a:t>
                </a:r>
              </a:p>
            </p:txBody>
          </p:sp>
        </p:grpSp>
        <p:sp>
          <p:nvSpPr>
            <p:cNvPr id="1085" name="Shape 615"/>
            <p:cNvSpPr/>
            <p:nvPr/>
          </p:nvSpPr>
          <p:spPr>
            <a:xfrm flipH="1">
              <a:off x="1078600" y="618527"/>
              <a:ext cx="1" cy="7511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6" name="Shape 615"/>
            <p:cNvSpPr/>
            <p:nvPr/>
          </p:nvSpPr>
          <p:spPr>
            <a:xfrm flipH="1">
              <a:off x="351873" y="616212"/>
              <a:ext cx="612027" cy="72938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7" name="Shape 615"/>
            <p:cNvSpPr/>
            <p:nvPr/>
          </p:nvSpPr>
          <p:spPr>
            <a:xfrm>
              <a:off x="1210040" y="616212"/>
              <a:ext cx="612027" cy="72938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089" name="Shape 615"/>
          <p:cNvSpPr/>
          <p:nvPr/>
        </p:nvSpPr>
        <p:spPr>
          <a:xfrm>
            <a:off x="3828188" y="3269170"/>
            <a:ext cx="1" cy="75116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0" name="Shape 615"/>
          <p:cNvSpPr/>
          <p:nvPr/>
        </p:nvSpPr>
        <p:spPr>
          <a:xfrm flipH="1">
            <a:off x="3076061" y="3254155"/>
            <a:ext cx="612027" cy="72938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1" name="Shape 615"/>
          <p:cNvSpPr/>
          <p:nvPr/>
        </p:nvSpPr>
        <p:spPr>
          <a:xfrm>
            <a:off x="3921528" y="3241455"/>
            <a:ext cx="612027" cy="72938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2" name="Shape 615"/>
          <p:cNvSpPr/>
          <p:nvPr/>
        </p:nvSpPr>
        <p:spPr>
          <a:xfrm flipH="1">
            <a:off x="8007007" y="3250493"/>
            <a:ext cx="420030" cy="727514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3" name="Shape 615"/>
          <p:cNvSpPr/>
          <p:nvPr/>
        </p:nvSpPr>
        <p:spPr>
          <a:xfrm>
            <a:off x="8596154" y="3250493"/>
            <a:ext cx="420030" cy="727514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Shape 930"/>
          <p:cNvSpPr txBox="1"/>
          <p:nvPr/>
        </p:nvSpPr>
        <p:spPr>
          <a:xfrm>
            <a:off x="2812485" y="1357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sp>
        <p:nvSpPr>
          <p:cNvPr id="1096" name="从右往左合并："/>
          <p:cNvSpPr txBox="1"/>
          <p:nvPr/>
        </p:nvSpPr>
        <p:spPr>
          <a:xfrm>
            <a:off x="97850" y="1502295"/>
            <a:ext cx="2839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从右往左合并：</a:t>
            </a:r>
          </a:p>
        </p:txBody>
      </p:sp>
      <p:grpSp>
        <p:nvGrpSpPr>
          <p:cNvPr id="1112" name="成组"/>
          <p:cNvGrpSpPr/>
          <p:nvPr/>
        </p:nvGrpSpPr>
        <p:grpSpPr>
          <a:xfrm>
            <a:off x="3346306" y="1257172"/>
            <a:ext cx="2210394" cy="1992640"/>
            <a:chOff x="0" y="0"/>
            <a:chExt cx="2210393" cy="1992639"/>
          </a:xfrm>
        </p:grpSpPr>
        <p:grpSp>
          <p:nvGrpSpPr>
            <p:cNvPr id="1099" name="Group 626"/>
            <p:cNvGrpSpPr/>
            <p:nvPr/>
          </p:nvGrpSpPr>
          <p:grpSpPr>
            <a:xfrm>
              <a:off x="0" y="1372518"/>
              <a:ext cx="623149" cy="620121"/>
              <a:chOff x="0" y="0"/>
              <a:chExt cx="623148" cy="620119"/>
            </a:xfrm>
          </p:grpSpPr>
          <p:sp>
            <p:nvSpPr>
              <p:cNvPr id="1097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8" name="Shape 625"/>
              <p:cNvSpPr txBox="1"/>
              <p:nvPr/>
            </p:nvSpPr>
            <p:spPr>
              <a:xfrm>
                <a:off x="1456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1102" name="Group 638"/>
            <p:cNvGrpSpPr/>
            <p:nvPr/>
          </p:nvGrpSpPr>
          <p:grpSpPr>
            <a:xfrm>
              <a:off x="797917" y="1369345"/>
              <a:ext cx="625204" cy="623295"/>
              <a:chOff x="-720" y="0"/>
              <a:chExt cx="625202" cy="623294"/>
            </a:xfrm>
          </p:grpSpPr>
          <p:sp>
            <p:nvSpPr>
              <p:cNvPr id="1100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01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1105" name="Group 647"/>
            <p:cNvGrpSpPr/>
            <p:nvPr/>
          </p:nvGrpSpPr>
          <p:grpSpPr>
            <a:xfrm>
              <a:off x="783636" y="0"/>
              <a:ext cx="623301" cy="624624"/>
              <a:chOff x="0" y="0"/>
              <a:chExt cx="623299" cy="624623"/>
            </a:xfrm>
          </p:grpSpPr>
          <p:sp>
            <p:nvSpPr>
              <p:cNvPr id="1103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04" name="Shape 646"/>
              <p:cNvSpPr txBox="1"/>
              <p:nvPr/>
            </p:nvSpPr>
            <p:spPr>
              <a:xfrm>
                <a:off x="152352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108" name="Group 638"/>
            <p:cNvGrpSpPr/>
            <p:nvPr/>
          </p:nvGrpSpPr>
          <p:grpSpPr>
            <a:xfrm>
              <a:off x="1585190" y="1369345"/>
              <a:ext cx="625204" cy="623295"/>
              <a:chOff x="-720" y="0"/>
              <a:chExt cx="625202" cy="623294"/>
            </a:xfrm>
          </p:grpSpPr>
          <p:sp>
            <p:nvSpPr>
              <p:cNvPr id="1106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07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1109" name="Shape 615"/>
            <p:cNvSpPr/>
            <p:nvPr/>
          </p:nvSpPr>
          <p:spPr>
            <a:xfrm flipH="1">
              <a:off x="1122033" y="633713"/>
              <a:ext cx="1" cy="7511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0" name="Shape 615"/>
            <p:cNvSpPr/>
            <p:nvPr/>
          </p:nvSpPr>
          <p:spPr>
            <a:xfrm flipH="1">
              <a:off x="369906" y="618698"/>
              <a:ext cx="612027" cy="7293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1" name="Shape 615"/>
            <p:cNvSpPr/>
            <p:nvPr/>
          </p:nvSpPr>
          <p:spPr>
            <a:xfrm>
              <a:off x="1215373" y="605998"/>
              <a:ext cx="612027" cy="7293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167" name="成组"/>
          <p:cNvGrpSpPr/>
          <p:nvPr/>
        </p:nvGrpSpPr>
        <p:grpSpPr>
          <a:xfrm>
            <a:off x="5834690" y="1257172"/>
            <a:ext cx="5427808" cy="4846960"/>
            <a:chOff x="0" y="0"/>
            <a:chExt cx="5427807" cy="4846959"/>
          </a:xfrm>
        </p:grpSpPr>
        <p:grpSp>
          <p:nvGrpSpPr>
            <p:cNvPr id="1115" name="Group 613"/>
            <p:cNvGrpSpPr/>
            <p:nvPr/>
          </p:nvGrpSpPr>
          <p:grpSpPr>
            <a:xfrm>
              <a:off x="3026507" y="0"/>
              <a:ext cx="623301" cy="624627"/>
              <a:chOff x="0" y="0"/>
              <a:chExt cx="623299" cy="624626"/>
            </a:xfrm>
          </p:grpSpPr>
          <p:sp>
            <p:nvSpPr>
              <p:cNvPr id="1113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4" name="Shape 612"/>
              <p:cNvSpPr txBox="1"/>
              <p:nvPr/>
            </p:nvSpPr>
            <p:spPr>
              <a:xfrm>
                <a:off x="101552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118" name="Group 629"/>
            <p:cNvGrpSpPr/>
            <p:nvPr/>
          </p:nvGrpSpPr>
          <p:grpSpPr>
            <a:xfrm>
              <a:off x="4804507" y="1483645"/>
              <a:ext cx="623301" cy="624625"/>
              <a:chOff x="0" y="0"/>
              <a:chExt cx="623299" cy="624623"/>
            </a:xfrm>
          </p:grpSpPr>
          <p:sp>
            <p:nvSpPr>
              <p:cNvPr id="1116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17" name="Shape 628"/>
              <p:cNvSpPr txBox="1"/>
              <p:nvPr/>
            </p:nvSpPr>
            <p:spPr>
              <a:xfrm>
                <a:off x="97037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1119" name="Shape 615"/>
            <p:cNvSpPr/>
            <p:nvPr/>
          </p:nvSpPr>
          <p:spPr>
            <a:xfrm>
              <a:off x="3342033" y="624374"/>
              <a:ext cx="1" cy="8400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0" name="Shape 615"/>
            <p:cNvSpPr/>
            <p:nvPr/>
          </p:nvSpPr>
          <p:spPr>
            <a:xfrm flipH="1">
              <a:off x="1735861" y="508790"/>
              <a:ext cx="1389398" cy="100945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140" name="成组"/>
            <p:cNvGrpSpPr/>
            <p:nvPr/>
          </p:nvGrpSpPr>
          <p:grpSpPr>
            <a:xfrm>
              <a:off x="2472827" y="1483645"/>
              <a:ext cx="2514499" cy="3266221"/>
              <a:chOff x="0" y="0"/>
              <a:chExt cx="2514497" cy="3266220"/>
            </a:xfrm>
          </p:grpSpPr>
          <p:grpSp>
            <p:nvGrpSpPr>
              <p:cNvPr id="1123" name="Group 610"/>
              <p:cNvGrpSpPr/>
              <p:nvPr/>
            </p:nvGrpSpPr>
            <p:grpSpPr>
              <a:xfrm>
                <a:off x="0" y="1369345"/>
                <a:ext cx="623300" cy="624625"/>
                <a:chOff x="0" y="0"/>
                <a:chExt cx="623299" cy="624623"/>
              </a:xfrm>
            </p:grpSpPr>
            <p:sp>
              <p:nvSpPr>
                <p:cNvPr id="1121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22" name="Shape 609"/>
                <p:cNvSpPr txBox="1"/>
                <p:nvPr/>
              </p:nvSpPr>
              <p:spPr>
                <a:xfrm>
                  <a:off x="19250" y="56898"/>
                  <a:ext cx="514504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11</a:t>
                  </a:r>
                </a:p>
              </p:txBody>
            </p:sp>
          </p:grpSp>
          <p:sp>
            <p:nvSpPr>
              <p:cNvPr id="1124" name="Shape 615"/>
              <p:cNvSpPr/>
              <p:nvPr/>
            </p:nvSpPr>
            <p:spPr>
              <a:xfrm flipH="1">
                <a:off x="1028864" y="1956656"/>
                <a:ext cx="420030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127" name="Group 644"/>
              <p:cNvGrpSpPr/>
              <p:nvPr/>
            </p:nvGrpSpPr>
            <p:grpSpPr>
              <a:xfrm>
                <a:off x="557434" y="0"/>
                <a:ext cx="623149" cy="620118"/>
                <a:chOff x="0" y="0"/>
                <a:chExt cx="623148" cy="620117"/>
              </a:xfrm>
            </p:grpSpPr>
            <p:sp>
              <p:nvSpPr>
                <p:cNvPr id="1125" name="Shape 642"/>
                <p:cNvSpPr/>
                <p:nvPr/>
              </p:nvSpPr>
              <p:spPr>
                <a:xfrm>
                  <a:off x="0" y="0"/>
                  <a:ext cx="623149" cy="62011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26" name="Shape 643"/>
                <p:cNvSpPr txBox="1"/>
                <p:nvPr/>
              </p:nvSpPr>
              <p:spPr>
                <a:xfrm>
                  <a:off x="107555" y="50532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grpSp>
            <p:nvGrpSpPr>
              <p:cNvPr id="1130" name="Group 610"/>
              <p:cNvGrpSpPr/>
              <p:nvPr/>
            </p:nvGrpSpPr>
            <p:grpSpPr>
              <a:xfrm>
                <a:off x="1197742" y="1369345"/>
                <a:ext cx="623301" cy="624625"/>
                <a:chOff x="0" y="0"/>
                <a:chExt cx="623299" cy="624623"/>
              </a:xfrm>
            </p:grpSpPr>
            <p:sp>
              <p:nvSpPr>
                <p:cNvPr id="1128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29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15</a:t>
                  </a:r>
                </a:p>
              </p:txBody>
            </p:sp>
          </p:grpSp>
          <p:grpSp>
            <p:nvGrpSpPr>
              <p:cNvPr id="1133" name="Group 610"/>
              <p:cNvGrpSpPr/>
              <p:nvPr/>
            </p:nvGrpSpPr>
            <p:grpSpPr>
              <a:xfrm>
                <a:off x="693455" y="2641596"/>
                <a:ext cx="623301" cy="624625"/>
                <a:chOff x="0" y="0"/>
                <a:chExt cx="623299" cy="624623"/>
              </a:xfrm>
            </p:grpSpPr>
            <p:sp>
              <p:nvSpPr>
                <p:cNvPr id="1131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32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16</a:t>
                  </a:r>
                </a:p>
              </p:txBody>
            </p:sp>
          </p:grpSp>
          <p:grpSp>
            <p:nvGrpSpPr>
              <p:cNvPr id="1136" name="Group 610"/>
              <p:cNvGrpSpPr/>
              <p:nvPr/>
            </p:nvGrpSpPr>
            <p:grpSpPr>
              <a:xfrm>
                <a:off x="1891197" y="2641596"/>
                <a:ext cx="623301" cy="624625"/>
                <a:chOff x="0" y="0"/>
                <a:chExt cx="623299" cy="624623"/>
              </a:xfrm>
            </p:grpSpPr>
            <p:sp>
              <p:nvSpPr>
                <p:cNvPr id="1134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35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18</a:t>
                  </a:r>
                </a:p>
              </p:txBody>
            </p:sp>
          </p:grpSp>
          <p:sp>
            <p:nvSpPr>
              <p:cNvPr id="1137" name="Shape 615"/>
              <p:cNvSpPr/>
              <p:nvPr/>
            </p:nvSpPr>
            <p:spPr>
              <a:xfrm>
                <a:off x="1630711" y="1956656"/>
                <a:ext cx="420031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8" name="Shape 615"/>
              <p:cNvSpPr/>
              <p:nvPr/>
            </p:nvSpPr>
            <p:spPr>
              <a:xfrm flipH="1">
                <a:off x="383470" y="629848"/>
                <a:ext cx="420030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9" name="Shape 615"/>
              <p:cNvSpPr/>
              <p:nvPr/>
            </p:nvSpPr>
            <p:spPr>
              <a:xfrm>
                <a:off x="985317" y="629848"/>
                <a:ext cx="420031" cy="727513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165" name="成组"/>
            <p:cNvGrpSpPr/>
            <p:nvPr/>
          </p:nvGrpSpPr>
          <p:grpSpPr>
            <a:xfrm>
              <a:off x="0" y="1483645"/>
              <a:ext cx="2393929" cy="3363315"/>
              <a:chOff x="0" y="0"/>
              <a:chExt cx="2393928" cy="3363314"/>
            </a:xfrm>
          </p:grpSpPr>
          <p:grpSp>
            <p:nvGrpSpPr>
              <p:cNvPr id="1143" name="Group 644"/>
              <p:cNvGrpSpPr/>
              <p:nvPr/>
            </p:nvGrpSpPr>
            <p:grpSpPr>
              <a:xfrm>
                <a:off x="1255854" y="0"/>
                <a:ext cx="623149" cy="620118"/>
                <a:chOff x="0" y="0"/>
                <a:chExt cx="623148" cy="620117"/>
              </a:xfrm>
            </p:grpSpPr>
            <p:sp>
              <p:nvSpPr>
                <p:cNvPr id="1141" name="Shape 642"/>
                <p:cNvSpPr/>
                <p:nvPr/>
              </p:nvSpPr>
              <p:spPr>
                <a:xfrm>
                  <a:off x="0" y="0"/>
                  <a:ext cx="623149" cy="62011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42" name="Shape 643"/>
                <p:cNvSpPr txBox="1"/>
                <p:nvPr/>
              </p:nvSpPr>
              <p:spPr>
                <a:xfrm>
                  <a:off x="120255" y="75932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7</a:t>
                  </a:r>
                </a:p>
              </p:txBody>
            </p:sp>
          </p:grpSp>
          <p:grpSp>
            <p:nvGrpSpPr>
              <p:cNvPr id="1146" name="Group 610"/>
              <p:cNvGrpSpPr/>
              <p:nvPr/>
            </p:nvGrpSpPr>
            <p:grpSpPr>
              <a:xfrm>
                <a:off x="1770628" y="1369345"/>
                <a:ext cx="623301" cy="624625"/>
                <a:chOff x="0" y="0"/>
                <a:chExt cx="623299" cy="624623"/>
              </a:xfrm>
            </p:grpSpPr>
            <p:sp>
              <p:nvSpPr>
                <p:cNvPr id="1144" name="Shape 608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45" name="Shape 609"/>
                <p:cNvSpPr txBox="1"/>
                <p:nvPr/>
              </p:nvSpPr>
              <p:spPr>
                <a:xfrm>
                  <a:off x="12651" y="56898"/>
                  <a:ext cx="5277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19</a:t>
                  </a:r>
                </a:p>
              </p:txBody>
            </p:sp>
          </p:grpSp>
          <p:grpSp>
            <p:nvGrpSpPr>
              <p:cNvPr id="1162" name="成组"/>
              <p:cNvGrpSpPr/>
              <p:nvPr/>
            </p:nvGrpSpPr>
            <p:grpSpPr>
              <a:xfrm>
                <a:off x="0" y="1369345"/>
                <a:ext cx="2142485" cy="1993970"/>
                <a:chOff x="0" y="0"/>
                <a:chExt cx="2142484" cy="1993969"/>
              </a:xfrm>
            </p:grpSpPr>
            <p:grpSp>
              <p:nvGrpSpPr>
                <p:cNvPr id="1149" name="Group 644"/>
                <p:cNvGrpSpPr/>
                <p:nvPr/>
              </p:nvGrpSpPr>
              <p:grpSpPr>
                <a:xfrm>
                  <a:off x="733577" y="0"/>
                  <a:ext cx="623149" cy="620118"/>
                  <a:chOff x="0" y="0"/>
                  <a:chExt cx="623148" cy="620117"/>
                </a:xfrm>
              </p:grpSpPr>
              <p:sp>
                <p:nvSpPr>
                  <p:cNvPr id="1147" name="Shape 642"/>
                  <p:cNvSpPr/>
                  <p:nvPr/>
                </p:nvSpPr>
                <p:spPr>
                  <a:xfrm>
                    <a:off x="0" y="0"/>
                    <a:ext cx="623149" cy="620118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48" name="Shape 643"/>
                  <p:cNvSpPr txBox="1"/>
                  <p:nvPr/>
                </p:nvSpPr>
                <p:spPr>
                  <a:xfrm>
                    <a:off x="120255" y="75932"/>
                    <a:ext cx="349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9</a:t>
                    </a:r>
                  </a:p>
                </p:txBody>
              </p:sp>
            </p:grpSp>
            <p:grpSp>
              <p:nvGrpSpPr>
                <p:cNvPr id="1152" name="Group 610"/>
                <p:cNvGrpSpPr/>
                <p:nvPr/>
              </p:nvGrpSpPr>
              <p:grpSpPr>
                <a:xfrm>
                  <a:off x="0" y="1369345"/>
                  <a:ext cx="623300" cy="624625"/>
                  <a:chOff x="0" y="0"/>
                  <a:chExt cx="623299" cy="624623"/>
                </a:xfrm>
              </p:grpSpPr>
              <p:sp>
                <p:nvSpPr>
                  <p:cNvPr id="1150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51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14</a:t>
                    </a:r>
                  </a:p>
                </p:txBody>
              </p:sp>
            </p:grpSp>
            <p:grpSp>
              <p:nvGrpSpPr>
                <p:cNvPr id="1155" name="Group 610"/>
                <p:cNvGrpSpPr/>
                <p:nvPr/>
              </p:nvGrpSpPr>
              <p:grpSpPr>
                <a:xfrm>
                  <a:off x="753242" y="1369345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153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54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12</a:t>
                    </a:r>
                  </a:p>
                </p:txBody>
              </p:sp>
            </p:grpSp>
            <p:grpSp>
              <p:nvGrpSpPr>
                <p:cNvPr id="1158" name="Group 610"/>
                <p:cNvGrpSpPr/>
                <p:nvPr/>
              </p:nvGrpSpPr>
              <p:grpSpPr>
                <a:xfrm>
                  <a:off x="1519184" y="1369345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156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57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17</a:t>
                    </a:r>
                  </a:p>
                </p:txBody>
              </p:sp>
            </p:grpSp>
            <p:sp>
              <p:nvSpPr>
                <p:cNvPr id="1159" name="Shape 615"/>
                <p:cNvSpPr/>
                <p:nvPr/>
              </p:nvSpPr>
              <p:spPr>
                <a:xfrm flipH="1">
                  <a:off x="1078600" y="618527"/>
                  <a:ext cx="1" cy="751160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60" name="Shape 615"/>
                <p:cNvSpPr/>
                <p:nvPr/>
              </p:nvSpPr>
              <p:spPr>
                <a:xfrm flipH="1">
                  <a:off x="351873" y="616212"/>
                  <a:ext cx="612027" cy="729385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61" name="Shape 615"/>
                <p:cNvSpPr/>
                <p:nvPr/>
              </p:nvSpPr>
              <p:spPr>
                <a:xfrm>
                  <a:off x="1210040" y="616212"/>
                  <a:ext cx="612027" cy="729385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163" name="Shape 615"/>
              <p:cNvSpPr/>
              <p:nvPr/>
            </p:nvSpPr>
            <p:spPr>
              <a:xfrm flipH="1">
                <a:off x="1057668" y="615036"/>
                <a:ext cx="420030" cy="72751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64" name="Shape 615"/>
              <p:cNvSpPr/>
              <p:nvPr/>
            </p:nvSpPr>
            <p:spPr>
              <a:xfrm>
                <a:off x="1646815" y="615036"/>
                <a:ext cx="420030" cy="727514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166" name="Shape 615"/>
            <p:cNvSpPr/>
            <p:nvPr/>
          </p:nvSpPr>
          <p:spPr>
            <a:xfrm>
              <a:off x="3548444" y="539676"/>
              <a:ext cx="1389397" cy="100945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Shape 930"/>
          <p:cNvSpPr txBox="1"/>
          <p:nvPr/>
        </p:nvSpPr>
        <p:spPr>
          <a:xfrm>
            <a:off x="2812485" y="135748"/>
            <a:ext cx="7632701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2597" indent="52597" algn="ctr" defTabSz="1178813">
              <a:lnSpc>
                <a:spcPct val="115000"/>
              </a:lnSpc>
              <a:defRPr b="1" sz="43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偶堆-paring heap</a:t>
            </a:r>
          </a:p>
        </p:txBody>
      </p:sp>
      <p:sp>
        <p:nvSpPr>
          <p:cNvPr id="1170" name="继续合并："/>
          <p:cNvSpPr txBox="1"/>
          <p:nvPr/>
        </p:nvSpPr>
        <p:spPr>
          <a:xfrm>
            <a:off x="428050" y="1502295"/>
            <a:ext cx="2077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继续合并：</a:t>
            </a:r>
          </a:p>
        </p:txBody>
      </p:sp>
      <p:grpSp>
        <p:nvGrpSpPr>
          <p:cNvPr id="1242" name="成组"/>
          <p:cNvGrpSpPr/>
          <p:nvPr/>
        </p:nvGrpSpPr>
        <p:grpSpPr>
          <a:xfrm>
            <a:off x="2985880" y="1209604"/>
            <a:ext cx="7285911" cy="6190905"/>
            <a:chOff x="0" y="0"/>
            <a:chExt cx="7285910" cy="6190904"/>
          </a:xfrm>
        </p:grpSpPr>
        <p:grpSp>
          <p:nvGrpSpPr>
            <p:cNvPr id="1173" name="Group 626"/>
            <p:cNvGrpSpPr/>
            <p:nvPr/>
          </p:nvGrpSpPr>
          <p:grpSpPr>
            <a:xfrm>
              <a:off x="4097617" y="1347118"/>
              <a:ext cx="623149" cy="620121"/>
              <a:chOff x="0" y="0"/>
              <a:chExt cx="623148" cy="620119"/>
            </a:xfrm>
          </p:grpSpPr>
          <p:sp>
            <p:nvSpPr>
              <p:cNvPr id="1171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2" name="Shape 625"/>
              <p:cNvSpPr txBox="1"/>
              <p:nvPr/>
            </p:nvSpPr>
            <p:spPr>
              <a:xfrm>
                <a:off x="145655" y="7593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1176" name="Group 638"/>
            <p:cNvGrpSpPr/>
            <p:nvPr/>
          </p:nvGrpSpPr>
          <p:grpSpPr>
            <a:xfrm>
              <a:off x="5670234" y="1343945"/>
              <a:ext cx="625204" cy="623295"/>
              <a:chOff x="-720" y="0"/>
              <a:chExt cx="625202" cy="623294"/>
            </a:xfrm>
          </p:grpSpPr>
          <p:sp>
            <p:nvSpPr>
              <p:cNvPr id="1174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5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1179" name="Group 647"/>
            <p:cNvGrpSpPr/>
            <p:nvPr/>
          </p:nvGrpSpPr>
          <p:grpSpPr>
            <a:xfrm>
              <a:off x="4805053" y="0"/>
              <a:ext cx="623301" cy="624624"/>
              <a:chOff x="0" y="0"/>
              <a:chExt cx="623299" cy="624623"/>
            </a:xfrm>
          </p:grpSpPr>
          <p:sp>
            <p:nvSpPr>
              <p:cNvPr id="1177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78" name="Shape 646"/>
              <p:cNvSpPr txBox="1"/>
              <p:nvPr/>
            </p:nvSpPr>
            <p:spPr>
              <a:xfrm>
                <a:off x="152352" y="82298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182" name="Group 638"/>
            <p:cNvGrpSpPr/>
            <p:nvPr/>
          </p:nvGrpSpPr>
          <p:grpSpPr>
            <a:xfrm>
              <a:off x="6660707" y="1343945"/>
              <a:ext cx="625204" cy="623295"/>
              <a:chOff x="-720" y="0"/>
              <a:chExt cx="625202" cy="623294"/>
            </a:xfrm>
          </p:grpSpPr>
          <p:sp>
            <p:nvSpPr>
              <p:cNvPr id="1180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1" name="Shape 637"/>
              <p:cNvSpPr txBox="1"/>
              <p:nvPr/>
            </p:nvSpPr>
            <p:spPr>
              <a:xfrm>
                <a:off x="-721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1183" name="Shape 615"/>
            <p:cNvSpPr/>
            <p:nvPr/>
          </p:nvSpPr>
          <p:spPr>
            <a:xfrm flipH="1">
              <a:off x="4378339" y="611196"/>
              <a:ext cx="612027" cy="7293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4" name="Shape 615"/>
            <p:cNvSpPr/>
            <p:nvPr/>
          </p:nvSpPr>
          <p:spPr>
            <a:xfrm flipH="1">
              <a:off x="3413526" y="513316"/>
              <a:ext cx="1502608" cy="83291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239" name="成组"/>
            <p:cNvGrpSpPr/>
            <p:nvPr/>
          </p:nvGrpSpPr>
          <p:grpSpPr>
            <a:xfrm>
              <a:off x="0" y="1343945"/>
              <a:ext cx="5427808" cy="4846960"/>
              <a:chOff x="0" y="0"/>
              <a:chExt cx="5427807" cy="4846959"/>
            </a:xfrm>
          </p:grpSpPr>
          <p:grpSp>
            <p:nvGrpSpPr>
              <p:cNvPr id="1187" name="Group 613"/>
              <p:cNvGrpSpPr/>
              <p:nvPr/>
            </p:nvGrpSpPr>
            <p:grpSpPr>
              <a:xfrm>
                <a:off x="3026507" y="0"/>
                <a:ext cx="623301" cy="624627"/>
                <a:chOff x="0" y="0"/>
                <a:chExt cx="623299" cy="624626"/>
              </a:xfrm>
            </p:grpSpPr>
            <p:sp>
              <p:nvSpPr>
                <p:cNvPr id="1185" name="Shape 611"/>
                <p:cNvSpPr/>
                <p:nvPr/>
              </p:nvSpPr>
              <p:spPr>
                <a:xfrm>
                  <a:off x="-1" y="-1"/>
                  <a:ext cx="623301" cy="624628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6" name="Shape 612"/>
                <p:cNvSpPr txBox="1"/>
                <p:nvPr/>
              </p:nvSpPr>
              <p:spPr>
                <a:xfrm>
                  <a:off x="101552" y="82298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1190" name="Group 629"/>
              <p:cNvGrpSpPr/>
              <p:nvPr/>
            </p:nvGrpSpPr>
            <p:grpSpPr>
              <a:xfrm>
                <a:off x="4804507" y="1483645"/>
                <a:ext cx="623301" cy="624625"/>
                <a:chOff x="0" y="0"/>
                <a:chExt cx="623299" cy="624623"/>
              </a:xfrm>
            </p:grpSpPr>
            <p:sp>
              <p:nvSpPr>
                <p:cNvPr id="1188" name="Shape 627"/>
                <p:cNvSpPr/>
                <p:nvPr/>
              </p:nvSpPr>
              <p:spPr>
                <a:xfrm>
                  <a:off x="-1" y="0"/>
                  <a:ext cx="623301" cy="624625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3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89" name="Shape 628"/>
                <p:cNvSpPr txBox="1"/>
                <p:nvPr/>
              </p:nvSpPr>
              <p:spPr>
                <a:xfrm>
                  <a:off x="97037" y="82298"/>
                  <a:ext cx="349900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algn="ctr" defTabSz="1295400"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  <p:sp>
            <p:nvSpPr>
              <p:cNvPr id="1191" name="Shape 615"/>
              <p:cNvSpPr/>
              <p:nvPr/>
            </p:nvSpPr>
            <p:spPr>
              <a:xfrm>
                <a:off x="3342033" y="624374"/>
                <a:ext cx="1" cy="84006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92" name="Shape 615"/>
              <p:cNvSpPr/>
              <p:nvPr/>
            </p:nvSpPr>
            <p:spPr>
              <a:xfrm flipH="1">
                <a:off x="1735861" y="508790"/>
                <a:ext cx="1389398" cy="100945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212" name="成组"/>
              <p:cNvGrpSpPr/>
              <p:nvPr/>
            </p:nvGrpSpPr>
            <p:grpSpPr>
              <a:xfrm>
                <a:off x="2472827" y="1483645"/>
                <a:ext cx="2514499" cy="3266221"/>
                <a:chOff x="0" y="0"/>
                <a:chExt cx="2514497" cy="3266220"/>
              </a:xfrm>
            </p:grpSpPr>
            <p:grpSp>
              <p:nvGrpSpPr>
                <p:cNvPr id="1195" name="Group 610"/>
                <p:cNvGrpSpPr/>
                <p:nvPr/>
              </p:nvGrpSpPr>
              <p:grpSpPr>
                <a:xfrm>
                  <a:off x="0" y="1369345"/>
                  <a:ext cx="623300" cy="624625"/>
                  <a:chOff x="0" y="0"/>
                  <a:chExt cx="623299" cy="624623"/>
                </a:xfrm>
              </p:grpSpPr>
              <p:sp>
                <p:nvSpPr>
                  <p:cNvPr id="1193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94" name="Shape 609"/>
                  <p:cNvSpPr txBox="1"/>
                  <p:nvPr/>
                </p:nvSpPr>
                <p:spPr>
                  <a:xfrm>
                    <a:off x="19250" y="56898"/>
                    <a:ext cx="514504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11</a:t>
                    </a:r>
                  </a:p>
                </p:txBody>
              </p:sp>
            </p:grpSp>
            <p:sp>
              <p:nvSpPr>
                <p:cNvPr id="1196" name="Shape 615"/>
                <p:cNvSpPr/>
                <p:nvPr/>
              </p:nvSpPr>
              <p:spPr>
                <a:xfrm flipH="1">
                  <a:off x="1028864" y="1956656"/>
                  <a:ext cx="420030" cy="727513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grpSp>
              <p:nvGrpSpPr>
                <p:cNvPr id="1199" name="Group 644"/>
                <p:cNvGrpSpPr/>
                <p:nvPr/>
              </p:nvGrpSpPr>
              <p:grpSpPr>
                <a:xfrm>
                  <a:off x="557434" y="0"/>
                  <a:ext cx="623149" cy="620118"/>
                  <a:chOff x="0" y="0"/>
                  <a:chExt cx="623148" cy="620117"/>
                </a:xfrm>
              </p:grpSpPr>
              <p:sp>
                <p:nvSpPr>
                  <p:cNvPr id="1197" name="Shape 642"/>
                  <p:cNvSpPr/>
                  <p:nvPr/>
                </p:nvSpPr>
                <p:spPr>
                  <a:xfrm>
                    <a:off x="0" y="0"/>
                    <a:ext cx="623149" cy="620118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198" name="Shape 643"/>
                  <p:cNvSpPr txBox="1"/>
                  <p:nvPr/>
                </p:nvSpPr>
                <p:spPr>
                  <a:xfrm>
                    <a:off x="107555" y="50532"/>
                    <a:ext cx="349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</a:t>
                    </a:r>
                  </a:p>
                </p:txBody>
              </p:sp>
            </p:grpSp>
            <p:grpSp>
              <p:nvGrpSpPr>
                <p:cNvPr id="1202" name="Group 610"/>
                <p:cNvGrpSpPr/>
                <p:nvPr/>
              </p:nvGrpSpPr>
              <p:grpSpPr>
                <a:xfrm>
                  <a:off x="1197742" y="1369345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200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01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15</a:t>
                    </a:r>
                  </a:p>
                </p:txBody>
              </p:sp>
            </p:grpSp>
            <p:grpSp>
              <p:nvGrpSpPr>
                <p:cNvPr id="1205" name="Group 610"/>
                <p:cNvGrpSpPr/>
                <p:nvPr/>
              </p:nvGrpSpPr>
              <p:grpSpPr>
                <a:xfrm>
                  <a:off x="693455" y="2641596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203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04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16</a:t>
                    </a:r>
                  </a:p>
                </p:txBody>
              </p:sp>
            </p:grpSp>
            <p:grpSp>
              <p:nvGrpSpPr>
                <p:cNvPr id="1208" name="Group 610"/>
                <p:cNvGrpSpPr/>
                <p:nvPr/>
              </p:nvGrpSpPr>
              <p:grpSpPr>
                <a:xfrm>
                  <a:off x="1891197" y="2641596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206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07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18</a:t>
                    </a:r>
                  </a:p>
                </p:txBody>
              </p:sp>
            </p:grpSp>
            <p:sp>
              <p:nvSpPr>
                <p:cNvPr id="1209" name="Shape 615"/>
                <p:cNvSpPr/>
                <p:nvPr/>
              </p:nvSpPr>
              <p:spPr>
                <a:xfrm>
                  <a:off x="1630711" y="1956656"/>
                  <a:ext cx="420031" cy="727513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0" name="Shape 615"/>
                <p:cNvSpPr/>
                <p:nvPr/>
              </p:nvSpPr>
              <p:spPr>
                <a:xfrm flipH="1">
                  <a:off x="383470" y="629848"/>
                  <a:ext cx="420030" cy="727513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1" name="Shape 615"/>
                <p:cNvSpPr/>
                <p:nvPr/>
              </p:nvSpPr>
              <p:spPr>
                <a:xfrm>
                  <a:off x="985317" y="629848"/>
                  <a:ext cx="420031" cy="727513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1237" name="成组"/>
              <p:cNvGrpSpPr/>
              <p:nvPr/>
            </p:nvGrpSpPr>
            <p:grpSpPr>
              <a:xfrm>
                <a:off x="0" y="1483645"/>
                <a:ext cx="2393929" cy="3363315"/>
                <a:chOff x="0" y="0"/>
                <a:chExt cx="2393928" cy="3363314"/>
              </a:xfrm>
            </p:grpSpPr>
            <p:grpSp>
              <p:nvGrpSpPr>
                <p:cNvPr id="1215" name="Group 644"/>
                <p:cNvGrpSpPr/>
                <p:nvPr/>
              </p:nvGrpSpPr>
              <p:grpSpPr>
                <a:xfrm>
                  <a:off x="1255854" y="0"/>
                  <a:ext cx="623149" cy="620118"/>
                  <a:chOff x="0" y="0"/>
                  <a:chExt cx="623148" cy="620117"/>
                </a:xfrm>
              </p:grpSpPr>
              <p:sp>
                <p:nvSpPr>
                  <p:cNvPr id="1213" name="Shape 642"/>
                  <p:cNvSpPr/>
                  <p:nvPr/>
                </p:nvSpPr>
                <p:spPr>
                  <a:xfrm>
                    <a:off x="0" y="0"/>
                    <a:ext cx="623149" cy="620118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14" name="Shape 643"/>
                  <p:cNvSpPr txBox="1"/>
                  <p:nvPr/>
                </p:nvSpPr>
                <p:spPr>
                  <a:xfrm>
                    <a:off x="120255" y="75932"/>
                    <a:ext cx="349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7</a:t>
                    </a:r>
                  </a:p>
                </p:txBody>
              </p:sp>
            </p:grpSp>
            <p:grpSp>
              <p:nvGrpSpPr>
                <p:cNvPr id="1218" name="Group 610"/>
                <p:cNvGrpSpPr/>
                <p:nvPr/>
              </p:nvGrpSpPr>
              <p:grpSpPr>
                <a:xfrm>
                  <a:off x="1770628" y="1369345"/>
                  <a:ext cx="623301" cy="624625"/>
                  <a:chOff x="0" y="0"/>
                  <a:chExt cx="623299" cy="624623"/>
                </a:xfrm>
              </p:grpSpPr>
              <p:sp>
                <p:nvSpPr>
                  <p:cNvPr id="1216" name="Shape 608"/>
                  <p:cNvSpPr/>
                  <p:nvPr/>
                </p:nvSpPr>
                <p:spPr>
                  <a:xfrm>
                    <a:off x="-1" y="0"/>
                    <a:ext cx="623301" cy="624625"/>
                  </a:xfrm>
                  <a:prstGeom prst="ellipse">
                    <a:avLst/>
                  </a:prstGeom>
                  <a:solidFill>
                    <a:srgbClr val="990000"/>
                  </a:solidFill>
                  <a:ln w="12700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3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17" name="Shape 609"/>
                  <p:cNvSpPr txBox="1"/>
                  <p:nvPr/>
                </p:nvSpPr>
                <p:spPr>
                  <a:xfrm>
                    <a:off x="12651" y="56898"/>
                    <a:ext cx="5277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algn="ctr" defTabSz="1295400">
                      <a:defRPr sz="2800"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19</a:t>
                    </a:r>
                  </a:p>
                </p:txBody>
              </p:sp>
            </p:grpSp>
            <p:grpSp>
              <p:nvGrpSpPr>
                <p:cNvPr id="1234" name="成组"/>
                <p:cNvGrpSpPr/>
                <p:nvPr/>
              </p:nvGrpSpPr>
              <p:grpSpPr>
                <a:xfrm>
                  <a:off x="0" y="1369345"/>
                  <a:ext cx="2142485" cy="1993970"/>
                  <a:chOff x="0" y="0"/>
                  <a:chExt cx="2142484" cy="1993969"/>
                </a:xfrm>
              </p:grpSpPr>
              <p:grpSp>
                <p:nvGrpSpPr>
                  <p:cNvPr id="1221" name="Group 644"/>
                  <p:cNvGrpSpPr/>
                  <p:nvPr/>
                </p:nvGrpSpPr>
                <p:grpSpPr>
                  <a:xfrm>
                    <a:off x="733577" y="0"/>
                    <a:ext cx="623149" cy="620118"/>
                    <a:chOff x="0" y="0"/>
                    <a:chExt cx="623148" cy="620117"/>
                  </a:xfrm>
                </p:grpSpPr>
                <p:sp>
                  <p:nvSpPr>
                    <p:cNvPr id="1219" name="Shape 642"/>
                    <p:cNvSpPr/>
                    <p:nvPr/>
                  </p:nvSpPr>
                  <p:spPr>
                    <a:xfrm>
                      <a:off x="0" y="0"/>
                      <a:ext cx="623149" cy="620118"/>
                    </a:xfrm>
                    <a:prstGeom prst="ellipse">
                      <a:avLst/>
                    </a:prstGeom>
                    <a:solidFill>
                      <a:srgbClr val="990000"/>
                    </a:solidFill>
                    <a:ln w="12700" cap="sq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3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220" name="Shape 643"/>
                    <p:cNvSpPr txBox="1"/>
                    <p:nvPr/>
                  </p:nvSpPr>
                  <p:spPr>
                    <a:xfrm>
                      <a:off x="120255" y="75932"/>
                      <a:ext cx="3499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algn="ctr" defTabSz="1295400">
                        <a:defRPr sz="2800">
                          <a:solidFill>
                            <a:srgbClr val="FEE8F7"/>
                          </a:solidFill>
                          <a:uFill>
                            <a:solidFill>
                              <a:srgbClr val="FEE8F7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9</a:t>
                      </a:r>
                    </a:p>
                  </p:txBody>
                </p:sp>
              </p:grpSp>
              <p:grpSp>
                <p:nvGrpSpPr>
                  <p:cNvPr id="1224" name="Group 610"/>
                  <p:cNvGrpSpPr/>
                  <p:nvPr/>
                </p:nvGrpSpPr>
                <p:grpSpPr>
                  <a:xfrm>
                    <a:off x="0" y="1369345"/>
                    <a:ext cx="623300" cy="624625"/>
                    <a:chOff x="0" y="0"/>
                    <a:chExt cx="623299" cy="624623"/>
                  </a:xfrm>
                </p:grpSpPr>
                <p:sp>
                  <p:nvSpPr>
                    <p:cNvPr id="1222" name="Shape 608"/>
                    <p:cNvSpPr/>
                    <p:nvPr/>
                  </p:nvSpPr>
                  <p:spPr>
                    <a:xfrm>
                      <a:off x="-1" y="0"/>
                      <a:ext cx="623301" cy="624625"/>
                    </a:xfrm>
                    <a:prstGeom prst="ellipse">
                      <a:avLst/>
                    </a:prstGeom>
                    <a:solidFill>
                      <a:srgbClr val="990000"/>
                    </a:solidFill>
                    <a:ln w="12700" cap="sq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3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223" name="Shape 609"/>
                    <p:cNvSpPr txBox="1"/>
                    <p:nvPr/>
                  </p:nvSpPr>
                  <p:spPr>
                    <a:xfrm>
                      <a:off x="12651" y="56898"/>
                      <a:ext cx="5277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algn="ctr" defTabSz="1295400">
                        <a:defRPr sz="2800">
                          <a:solidFill>
                            <a:srgbClr val="FEE8F7"/>
                          </a:solidFill>
                          <a:uFill>
                            <a:solidFill>
                              <a:srgbClr val="FEE8F7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14</a:t>
                      </a:r>
                    </a:p>
                  </p:txBody>
                </p:sp>
              </p:grpSp>
              <p:grpSp>
                <p:nvGrpSpPr>
                  <p:cNvPr id="1227" name="Group 610"/>
                  <p:cNvGrpSpPr/>
                  <p:nvPr/>
                </p:nvGrpSpPr>
                <p:grpSpPr>
                  <a:xfrm>
                    <a:off x="753242" y="1369345"/>
                    <a:ext cx="623301" cy="624625"/>
                    <a:chOff x="0" y="0"/>
                    <a:chExt cx="623299" cy="624623"/>
                  </a:xfrm>
                </p:grpSpPr>
                <p:sp>
                  <p:nvSpPr>
                    <p:cNvPr id="1225" name="Shape 608"/>
                    <p:cNvSpPr/>
                    <p:nvPr/>
                  </p:nvSpPr>
                  <p:spPr>
                    <a:xfrm>
                      <a:off x="-1" y="0"/>
                      <a:ext cx="623301" cy="624625"/>
                    </a:xfrm>
                    <a:prstGeom prst="ellipse">
                      <a:avLst/>
                    </a:prstGeom>
                    <a:solidFill>
                      <a:srgbClr val="990000"/>
                    </a:solidFill>
                    <a:ln w="12700" cap="sq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3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226" name="Shape 609"/>
                    <p:cNvSpPr txBox="1"/>
                    <p:nvPr/>
                  </p:nvSpPr>
                  <p:spPr>
                    <a:xfrm>
                      <a:off x="12651" y="56898"/>
                      <a:ext cx="5277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algn="ctr" defTabSz="1295400">
                        <a:defRPr sz="2800">
                          <a:solidFill>
                            <a:srgbClr val="FEE8F7"/>
                          </a:solidFill>
                          <a:uFill>
                            <a:solidFill>
                              <a:srgbClr val="FEE8F7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12</a:t>
                      </a:r>
                    </a:p>
                  </p:txBody>
                </p:sp>
              </p:grpSp>
              <p:grpSp>
                <p:nvGrpSpPr>
                  <p:cNvPr id="1230" name="Group 610"/>
                  <p:cNvGrpSpPr/>
                  <p:nvPr/>
                </p:nvGrpSpPr>
                <p:grpSpPr>
                  <a:xfrm>
                    <a:off x="1519184" y="1369345"/>
                    <a:ext cx="623301" cy="624625"/>
                    <a:chOff x="0" y="0"/>
                    <a:chExt cx="623299" cy="624623"/>
                  </a:xfrm>
                </p:grpSpPr>
                <p:sp>
                  <p:nvSpPr>
                    <p:cNvPr id="1228" name="Shape 608"/>
                    <p:cNvSpPr/>
                    <p:nvPr/>
                  </p:nvSpPr>
                  <p:spPr>
                    <a:xfrm>
                      <a:off x="-1" y="0"/>
                      <a:ext cx="623301" cy="624625"/>
                    </a:xfrm>
                    <a:prstGeom prst="ellipse">
                      <a:avLst/>
                    </a:prstGeom>
                    <a:solidFill>
                      <a:srgbClr val="990000"/>
                    </a:solidFill>
                    <a:ln w="12700" cap="sq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3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1229" name="Shape 609"/>
                    <p:cNvSpPr txBox="1"/>
                    <p:nvPr/>
                  </p:nvSpPr>
                  <p:spPr>
                    <a:xfrm>
                      <a:off x="12651" y="56898"/>
                      <a:ext cx="5277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algn="ctr" defTabSz="1295400">
                        <a:defRPr sz="2800">
                          <a:solidFill>
                            <a:srgbClr val="FEE8F7"/>
                          </a:solidFill>
                          <a:uFill>
                            <a:solidFill>
                              <a:srgbClr val="FEE8F7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17</a:t>
                      </a:r>
                    </a:p>
                  </p:txBody>
                </p:sp>
              </p:grpSp>
              <p:sp>
                <p:nvSpPr>
                  <p:cNvPr id="1231" name="Shape 615"/>
                  <p:cNvSpPr/>
                  <p:nvPr/>
                </p:nvSpPr>
                <p:spPr>
                  <a:xfrm flipH="1">
                    <a:off x="1078600" y="618527"/>
                    <a:ext cx="1" cy="751160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32" name="Shape 615"/>
                  <p:cNvSpPr/>
                  <p:nvPr/>
                </p:nvSpPr>
                <p:spPr>
                  <a:xfrm flipH="1">
                    <a:off x="351873" y="616212"/>
                    <a:ext cx="612027" cy="72938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1233" name="Shape 615"/>
                  <p:cNvSpPr/>
                  <p:nvPr/>
                </p:nvSpPr>
                <p:spPr>
                  <a:xfrm>
                    <a:off x="1210040" y="616212"/>
                    <a:ext cx="612027" cy="729385"/>
                  </a:xfrm>
                  <a:prstGeom prst="line">
                    <a:avLst/>
                  </a:prstGeom>
                  <a:noFill/>
                  <a:ln w="28575" cap="sq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</p:grpSp>
            <p:sp>
              <p:nvSpPr>
                <p:cNvPr id="1235" name="Shape 615"/>
                <p:cNvSpPr/>
                <p:nvPr/>
              </p:nvSpPr>
              <p:spPr>
                <a:xfrm flipH="1">
                  <a:off x="1057668" y="615036"/>
                  <a:ext cx="420030" cy="727514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36" name="Shape 615"/>
                <p:cNvSpPr/>
                <p:nvPr/>
              </p:nvSpPr>
              <p:spPr>
                <a:xfrm>
                  <a:off x="1646815" y="615036"/>
                  <a:ext cx="420030" cy="727514"/>
                </a:xfrm>
                <a:prstGeom prst="line">
                  <a:avLst/>
                </a:prstGeom>
                <a:noFill/>
                <a:ln w="28575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1238" name="Shape 615"/>
              <p:cNvSpPr/>
              <p:nvPr/>
            </p:nvSpPr>
            <p:spPr>
              <a:xfrm>
                <a:off x="3548444" y="539676"/>
                <a:ext cx="1389397" cy="1009457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240" name="Shape 615"/>
            <p:cNvSpPr/>
            <p:nvPr/>
          </p:nvSpPr>
          <p:spPr>
            <a:xfrm>
              <a:off x="5262278" y="611196"/>
              <a:ext cx="612027" cy="7293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1" name="Shape 615"/>
            <p:cNvSpPr/>
            <p:nvPr/>
          </p:nvSpPr>
          <p:spPr>
            <a:xfrm>
              <a:off x="5345833" y="513316"/>
              <a:ext cx="1502607" cy="83291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800" u="none" kumimoji="0" normalizeH="0">
            <a:ln>
              <a:noFill/>
            </a:ln>
            <a:solidFill>
              <a:schemeClr val="accent1">
                <a:satOff val="-36923"/>
                <a:lumOff val="15441"/>
              </a:schemeClr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

<file path=[Content_Types].xml><?xml version="1.0" encoding="utf-8"?>
<Types xmlns="http://schemas.openxmlformats.org/package/2006/content-types">
  <Default Extension="png" ContentType="image/png"/>
  <Default Extension="bmp" ContentType="image/bmp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20.xml" ContentType="application/vnd.openxmlformats-officedocument.presentationml.comments+xml"/>
  <Override PartName="/ppt/comments/comment21.xml" ContentType="application/vnd.openxmlformats-officedocument.presentationml.comments+xml"/>
  <Override PartName="/ppt/comments/comment22.xml" ContentType="application/vnd.openxmlformats-officedocument.presentationml.comments+xml"/>
  <Override PartName="/ppt/comments/comment23.xml" ContentType="application/vnd.openxmlformats-officedocument.presentationml.comments+xml"/>
  <Override PartName="/ppt/comments/comment24.xml" ContentType="application/vnd.openxmlformats-officedocument.presentationml.comments+xml"/>
  <Override PartName="/ppt/comments/comment25.xml" ContentType="application/vnd.openxmlformats-officedocument.presentationml.comments+xml"/>
  <Override PartName="/ppt/comments/comment26.xml" ContentType="application/vnd.openxmlformats-officedocument.presentationml.comments+xml"/>
  <Override PartName="/ppt/comments/comment27.xml" ContentType="application/vnd.openxmlformats-officedocument.presentationml.comments+xml"/>
  <Override PartName="/ppt/comments/comment28.xml" ContentType="application/vnd.openxmlformats-officedocument.presentationml.comments+xml"/>
  <Override PartName="/ppt/comments/comment29.xml" ContentType="application/vnd.openxmlformats-officedocument.presentationml.comments+xml"/>
  <Override PartName="/ppt/comments/comment3.xml" ContentType="application/vnd.openxmlformats-officedocument.presentationml.comments+xml"/>
  <Override PartName="/ppt/comments/comment30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</p:sldIdLst>
  <p:sldSz cx="13004800" cy="9753600"/>
  <p:notesSz cx="6858000" cy="9144000"/>
  <p:custDataLst>
    <p:tags r:id="rId12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1pPr>
    <a:lvl2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2pPr>
    <a:lvl3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3pPr>
    <a:lvl4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4pPr>
    <a:lvl5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5pPr>
    <a:lvl6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6pPr>
    <a:lvl7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7pPr>
    <a:lvl8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8pPr>
    <a:lvl9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盛恩" initials="李" lastIdx="3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 b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wholeTbl>
      <a:tcTxStyle b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3" Type="http://schemas.openxmlformats.org/officeDocument/2006/relationships/tags" Target="tags/tag1.xml"/><Relationship Id="rId122" Type="http://schemas.openxmlformats.org/officeDocument/2006/relationships/commentAuthors" Target="commentAuthors.xml"/><Relationship Id="rId121" Type="http://schemas.openxmlformats.org/officeDocument/2006/relationships/tableStyles" Target="tableStyles.xml"/><Relationship Id="rId120" Type="http://schemas.openxmlformats.org/officeDocument/2006/relationships/viewProps" Target="viewProps.xml"/><Relationship Id="rId12" Type="http://schemas.openxmlformats.org/officeDocument/2006/relationships/slide" Target="slides/slide10.xml"/><Relationship Id="rId119" Type="http://schemas.openxmlformats.org/officeDocument/2006/relationships/presProps" Target="presProps.xml"/><Relationship Id="rId118" Type="http://schemas.openxmlformats.org/officeDocument/2006/relationships/notesMaster" Target="notesMasters/notesMaster1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23T08:42:37.950" idx="1">
    <p:pos x="1595" y="4411"/>
    <p:text>序：全序、半序
Java中的接口：Comparable，Comparator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2-06T09:05:17.570" idx="2">
    <p:pos x="5311" y="772"/>
    <p:text>排序就是将逆序对变成正序对
稳定就是保证相对次序不变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14T11:36:09.228" idx="3">
    <p:pos x="3136" y="2512"/>
    <p:text>前4个是基于比较的排序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08:32:57.833" idx="4">
    <p:pos x="4771" y="2956"/>
    <p:text>通过比较，找到合适的位置（不是最终的位置，因为后面
还可能变化）
可以边比较边向后移动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4:57:31.472" idx="5">
    <p:pos x="4026" y="4763"/>
    <p:text>将待插入的值保存到临时变量，实现边比较边移动。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22T18:03:49.260" idx="6">
    <p:pos x="789" y="3834"/>
    <p:text>1、0号位置不用
2、将a[j]插入到1,…,j-1之前，让a[0] = a[j]
3、然后，和前面的插入过程一样
由于a[j]不大于a[0]，所以，a[j]向前插入的过程总是会停止，不会出现越界，这样，就不用判断j&gt;=0
本例的哨兵在位置0，实际应用时，根据具体情况，可以在任意位置。
哨兵就是起警戒作用(即数组下标不要越界)，明岗暗哨，可以任意布置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6:25:33.291" idx="7">
    <p:pos x="5706" y="2350"/>
    <p:text>移动的是什么？？？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6:51:29.413" idx="8">
    <p:pos x="4591" y="4569"/>
    <p:text>比较2种算法的比较次数和移动次数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8:48:33.751" idx="9">
    <p:pos x="6104" y="4319"/>
    <p:text>看第1列，然后向上，接着看第2列
...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8:54:21.482" idx="10">
    <p:pos x="1661" y="4057"/>
    <p:text>不同的颜色代表不同的子序列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9:29:45.417" idx="11">
    <p:pos x="589" y="4706"/>
    <p:text>比较相邻的数据，将小的交换到左边
得到无序序列中的最小值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9:29:45.417" idx="12">
    <p:pos x="589" y="4706"/>
    <p:text>比较相邻的数据，将大的交换到右边
得到无序序列中的最大值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5T16:16:00.791" idx="13">
    <p:pos x="4104" y="4008"/>
    <p:text>每次划分，将一个数据放到了正确的位置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5T16:22:17.084" idx="14">
    <p:pos x="4816" y="4712"/>
    <p:text>通过比较，在无序序列中找最小的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10:29:26.519" idx="15">
    <p:pos x="1652" y="4620"/>
    <p:text>k数据最小的位置，通过交换将
最小数据放到应该去的位置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9T15:56:27.965" idx="16">
    <p:pos x="6014" y="1849"/>
    <p:text>值小的胜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11:28:52.905" idx="17">
    <p:pos x="5992" y="3463"/>
    <p:text>类似上半区、下半区的比赛
冠军在上半区的获胜者和下半区的获胜者
中产生。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23T09:25:51.643" idx="18">
    <p:pos x="4886" y="125"/>
    <p:text>链表有引用头和尾的变量，方便将2个合并成一个链表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3T17:51:43.743" idx="19">
    <p:pos x="4873" y="4249"/>
    <p:text>如果m = 10 ，则p = 60，时间复杂度为 60n + 600
如果m = 10^10, 则 p = 6, 时间复杂度为 6n + 6 × 10^10</p:text>
  </p:cm>
  <p:cm authorId="0" dt="2020-05-23T17:55:55.557" idx="20">
    <p:pos x="437" y="4336"/>
    <p:text>int 在 java 为二进制补码，如果关键字key为正数，取m=2^n
则个位 为 key &amp; n，key / m =&gt; key &gt;&gt;&gt; m</p:text>
  </p:cm>
</p:cmLst>
</file>

<file path=ppt/comments/comment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7:05:24.061" idx="21">
    <p:pos x="5110" y="4416"/>
    <p:text>每个key，需要附加run号，参与比较的为&lt;run, key&gt;。
初始建树时，run=0;
输出最小值到相应的run后，从文件中读
一条数据替代冠军，如果该条数据的key比冠军大，则run
与冠军的相同，否则，run为冠军的run+1。
这样可以减少初始run的个数，从而减少归并的路数和趟数</p:text>
  </p:cm>
  <p:cm authorId="0" dt="2021-05-16T12:46:24.523" idx="22">
    <p:pos x="488" y="880"/>
    <p:text>败者树</p:text>
  </p:cm>
</p:cmLst>
</file>

<file path=ppt/comments/comment2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5-16T12:46:24.523" idx="23">
    <p:pos x="6074" y="1419"/>
    <p:text>败者树</p:text>
  </p:cm>
</p:cmLst>
</file>

<file path=ppt/comments/comment2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7:40:01.808" idx="24">
    <p:pos x="5405" y="4183"/>
    <p:text>不实用哨兵</p:text>
  </p:cm>
</p:cmLst>
</file>

<file path=ppt/comments/comment2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0T20:56:15.705" idx="25">
    <p:pos x="6047" y="2449"/>
    <p:text>一次插入2个，并使用自然的哨兵</p:text>
  </p:cm>
</p:cmLst>
</file>

<file path=ppt/comments/comment2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08:32:57.833" idx="26">
    <p:pos x="4771" y="2956"/>
    <p:text>通过比较，找到合适的位置（不是最终的位置，因为后面
还可能变化）
可以边比较边向后移动</p:text>
  </p:cm>
</p:cmLst>
</file>

<file path=ppt/comments/comment2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8:55:43.122" idx="27">
    <p:pos x="848" y="5264"/>
    <p:text>调整第1个子序列的前2个、第2个子序列的前2个、...、第k个子序列的前2个</p:text>
  </p:cm>
</p:cmLst>
</file>

<file path=ppt/comments/comment2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7:10:11.556" idx="28">
    <p:pos x="4018" y="3715"/>
    <p:text>比49大的，13就不用比了。</p:text>
  </p:cm>
</p:cmLst>
</file>

<file path=ppt/comments/comment2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9:29:45.417" idx="29">
    <p:pos x="589" y="4706"/>
    <p:text>比较相邻的数据，将大的交换到右边
得到无序序列中的最大值</p:text>
  </p:cm>
</p:cmLst>
</file>

<file path=ppt/comments/comment2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6:32:40.084" idx="30">
    <p:pos x="5939" y="4516"/>
    <p:text>虽然移动次数一样，
但移动占用空间大的对象，代价高
</p:text>
  </p:cm>
</p:cmLst>
</file>

<file path=ppt/comments/comment2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5T15:26:25.140" idx="31">
    <p:pos x="5042" y="1824"/>
    <p:text>链表插入一个结点，需要顺着指针找到前驱结点，
需要反复读出指针，再做简单指针调整
指针数组插入一个数据时，需要反复读出和写入指针</p:text>
  </p:cm>
</p:cmLst>
</file>

<file path=ppt/comments/comment3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7:10:11.556" idx="32">
    <p:pos x="2474" y="4861"/>
    <p:text>需要排序的数据少，比较的次数就少
类似于哈希表将数据分配到桶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6" name="Shape 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Lucida Grande"/>
      </a:defRPr>
    </a:lvl1pPr>
    <a:lvl2pPr indent="228600" defTabSz="457200" latinLnBrk="0">
      <a:defRPr sz="2200">
        <a:latin typeface="+mn-lt"/>
        <a:ea typeface="+mn-ea"/>
        <a:cs typeface="+mn-cs"/>
        <a:sym typeface="Lucida Grande"/>
      </a:defRPr>
    </a:lvl2pPr>
    <a:lvl3pPr indent="457200" defTabSz="457200" latinLnBrk="0">
      <a:defRPr sz="2200">
        <a:latin typeface="+mn-lt"/>
        <a:ea typeface="+mn-ea"/>
        <a:cs typeface="+mn-cs"/>
        <a:sym typeface="Lucida Grande"/>
      </a:defRPr>
    </a:lvl3pPr>
    <a:lvl4pPr indent="685800" defTabSz="457200" latinLnBrk="0">
      <a:defRPr sz="2200">
        <a:latin typeface="+mn-lt"/>
        <a:ea typeface="+mn-ea"/>
        <a:cs typeface="+mn-cs"/>
        <a:sym typeface="Lucida Grande"/>
      </a:defRPr>
    </a:lvl4pPr>
    <a:lvl5pPr indent="914400" defTabSz="457200" latinLnBrk="0">
      <a:defRPr sz="2200">
        <a:latin typeface="+mn-lt"/>
        <a:ea typeface="+mn-ea"/>
        <a:cs typeface="+mn-cs"/>
        <a:sym typeface="Lucida Grande"/>
      </a:defRPr>
    </a:lvl5pPr>
    <a:lvl6pPr indent="1143000" defTabSz="457200" latinLnBrk="0">
      <a:defRPr sz="2200">
        <a:latin typeface="+mn-lt"/>
        <a:ea typeface="+mn-ea"/>
        <a:cs typeface="+mn-cs"/>
        <a:sym typeface="Lucida Grande"/>
      </a:defRPr>
    </a:lvl6pPr>
    <a:lvl7pPr indent="1371600" defTabSz="457200" latinLnBrk="0">
      <a:defRPr sz="2200">
        <a:latin typeface="+mn-lt"/>
        <a:ea typeface="+mn-ea"/>
        <a:cs typeface="+mn-cs"/>
        <a:sym typeface="Lucida Grande"/>
      </a:defRPr>
    </a:lvl7pPr>
    <a:lvl8pPr indent="1600200" defTabSz="457200" latinLnBrk="0">
      <a:defRPr sz="2200">
        <a:latin typeface="+mn-lt"/>
        <a:ea typeface="+mn-ea"/>
        <a:cs typeface="+mn-cs"/>
        <a:sym typeface="Lucida Grande"/>
      </a:defRPr>
    </a:lvl8pPr>
    <a:lvl9pPr indent="1828800" defTabSz="4572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"/>
          <p:cNvSpPr/>
          <p:nvPr/>
        </p:nvSpPr>
        <p:spPr>
          <a:xfrm>
            <a:off x="591537" y="27093"/>
            <a:ext cx="625406" cy="675076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29" name="矩形"/>
          <p:cNvSpPr/>
          <p:nvPr/>
        </p:nvSpPr>
        <p:spPr>
          <a:xfrm>
            <a:off x="1142435" y="27093"/>
            <a:ext cx="467361" cy="675076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0" name="矩形"/>
          <p:cNvSpPr/>
          <p:nvPr/>
        </p:nvSpPr>
        <p:spPr>
          <a:xfrm>
            <a:off x="767644" y="379306"/>
            <a:ext cx="602827" cy="675077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1" name="矩形"/>
          <p:cNvSpPr/>
          <p:nvPr/>
        </p:nvSpPr>
        <p:spPr>
          <a:xfrm>
            <a:off x="1293706" y="379306"/>
            <a:ext cx="521548" cy="675077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2" name="矩形"/>
          <p:cNvSpPr/>
          <p:nvPr/>
        </p:nvSpPr>
        <p:spPr>
          <a:xfrm>
            <a:off x="189653" y="447039"/>
            <a:ext cx="796996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3" name="矩形"/>
          <p:cNvSpPr/>
          <p:nvPr/>
        </p:nvSpPr>
        <p:spPr>
          <a:xfrm>
            <a:off x="1131146" y="24835"/>
            <a:ext cx="45157" cy="107018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4" name="矩形"/>
          <p:cNvSpPr/>
          <p:nvPr/>
        </p:nvSpPr>
        <p:spPr>
          <a:xfrm>
            <a:off x="627662" y="1022773"/>
            <a:ext cx="11702063" cy="45156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pic>
        <p:nvPicPr>
          <p:cNvPr id="35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524" y="27093"/>
            <a:ext cx="1074704" cy="100245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" name="标题文本"/>
          <p:cNvSpPr txBox="1"/>
          <p:nvPr>
            <p:ph type="title" hasCustomPrompt="1"/>
          </p:nvPr>
        </p:nvSpPr>
        <p:spPr>
          <a:xfrm>
            <a:off x="1959750" y="40639"/>
            <a:ext cx="9396873" cy="1002455"/>
          </a:xfrm>
          <a:prstGeom prst="rect">
            <a:avLst/>
          </a:prstGeom>
        </p:spPr>
        <p:txBody>
          <a:bodyPr lIns="50798" tIns="50798" rIns="50798" bIns="50798" anchor="b"/>
          <a:lstStyle>
            <a:lvl1pPr marR="0" indent="81280" defTabSz="1293495">
              <a:defRPr sz="5600">
                <a:uFillTx/>
              </a:defRPr>
            </a:lvl1pPr>
          </a:lstStyle>
          <a:p>
            <a:r>
              <a:t>标题文本</a:t>
            </a:r>
          </a:p>
        </p:txBody>
      </p:sp>
      <p:sp>
        <p:nvSpPr>
          <p:cNvPr id="37" name="正文级别 1…"/>
          <p:cNvSpPr txBox="1"/>
          <p:nvPr>
            <p:ph type="body" sz="half" idx="1" hasCustomPrompt="1"/>
          </p:nvPr>
        </p:nvSpPr>
        <p:spPr>
          <a:xfrm>
            <a:off x="7258755" y="3467946"/>
            <a:ext cx="5093548" cy="6285654"/>
          </a:xfrm>
          <a:prstGeom prst="rect">
            <a:avLst/>
          </a:prstGeom>
        </p:spPr>
        <p:txBody>
          <a:bodyPr lIns="50798" tIns="50798" rIns="50798" bIns="50798"/>
          <a:lstStyle>
            <a:lvl1pPr marL="366395" marR="0" indent="-326390" defTabSz="1293495">
              <a:spcBef>
                <a:spcPts val="900"/>
              </a:spcBef>
              <a:defRPr sz="4200">
                <a:uFillTx/>
              </a:defRPr>
            </a:lvl1pPr>
            <a:lvl2pPr marL="1022985" marR="0" indent="-525780" defTabSz="1293495">
              <a:spcBef>
                <a:spcPts val="900"/>
              </a:spcBef>
              <a:defRPr sz="4200">
                <a:uFillTx/>
              </a:defRPr>
            </a:lvl2pPr>
            <a:lvl3pPr marL="1424305" marR="0" indent="-470535" defTabSz="1293495">
              <a:spcBef>
                <a:spcPts val="900"/>
              </a:spcBef>
              <a:defRPr sz="4200">
                <a:uFillTx/>
              </a:defRPr>
            </a:lvl3pPr>
            <a:lvl4pPr marL="1981835" marR="0" indent="-570230" defTabSz="1293495">
              <a:spcBef>
                <a:spcPts val="900"/>
              </a:spcBef>
              <a:defRPr sz="4200">
                <a:uFillTx/>
              </a:defRPr>
            </a:lvl4pPr>
            <a:lvl5pPr marL="2439035" marR="0" indent="-570230" defTabSz="1293495">
              <a:spcBef>
                <a:spcPts val="900"/>
              </a:spcBef>
              <a:defRPr sz="4200">
                <a:uFillTx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xfrm>
            <a:off x="6088522" y="9078524"/>
            <a:ext cx="825498" cy="884187"/>
          </a:xfrm>
          <a:prstGeom prst="rect">
            <a:avLst/>
          </a:prstGeom>
        </p:spPr>
        <p:txBody>
          <a:bodyPr lIns="50798" tIns="50798" rIns="50798" bIns="50798"/>
          <a:lstStyle>
            <a:lvl1pPr defTabSz="824230">
              <a:defRPr sz="5600">
                <a:uFillTx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/>
          <p:nvPr/>
        </p:nvSpPr>
        <p:spPr>
          <a:xfrm>
            <a:off x="1143000" y="206304"/>
            <a:ext cx="467360" cy="675078"/>
          </a:xfrm>
          <a:prstGeom prst="rect">
            <a:avLst/>
          </a:prstGeom>
          <a:gradFill>
            <a:gsLst>
              <a:gs pos="0">
                <a:srgbClr val="F824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0" name="成组"/>
          <p:cNvGrpSpPr/>
          <p:nvPr/>
        </p:nvGrpSpPr>
        <p:grpSpPr>
          <a:xfrm>
            <a:off x="165099" y="206303"/>
            <a:ext cx="1435101" cy="1041403"/>
            <a:chOff x="0" y="0"/>
            <a:chExt cx="1435099" cy="1041401"/>
          </a:xfrm>
        </p:grpSpPr>
        <p:sp>
          <p:nvSpPr>
            <p:cNvPr id="46" name="正方形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24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矩形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矩形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" name="矩形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26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1" name="矩形"/>
          <p:cNvSpPr/>
          <p:nvPr/>
        </p:nvSpPr>
        <p:spPr>
          <a:xfrm>
            <a:off x="1087402" y="-11572"/>
            <a:ext cx="45157" cy="13445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" name="矩形"/>
          <p:cNvSpPr/>
          <p:nvPr/>
        </p:nvSpPr>
        <p:spPr>
          <a:xfrm>
            <a:off x="629919" y="9739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3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6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70" name="tb.png" descr="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</p:spPr>
        <p:txBody>
          <a:bodyPr/>
          <a:lstStyle>
            <a:lvl1pPr>
              <a:defRPr sz="3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2"/>
          <p:cNvSpPr/>
          <p:nvPr/>
        </p:nvSpPr>
        <p:spPr>
          <a:xfrm>
            <a:off x="1143000" y="320603"/>
            <a:ext cx="467360" cy="675080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indent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84" name="Group 7"/>
          <p:cNvGrpSpPr/>
          <p:nvPr/>
        </p:nvGrpSpPr>
        <p:grpSpPr>
          <a:xfrm>
            <a:off x="165097" y="320601"/>
            <a:ext cx="1435104" cy="1041406"/>
            <a:chOff x="-1" y="-1"/>
            <a:chExt cx="1435102" cy="1041405"/>
          </a:xfrm>
        </p:grpSpPr>
        <p:sp>
          <p:nvSpPr>
            <p:cNvPr id="80" name="Shape 3"/>
            <p:cNvSpPr/>
            <p:nvPr/>
          </p:nvSpPr>
          <p:spPr>
            <a:xfrm>
              <a:off x="364273" y="-2"/>
              <a:ext cx="545672" cy="548567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" name="Shape 4"/>
            <p:cNvSpPr/>
            <p:nvPr/>
          </p:nvSpPr>
          <p:spPr>
            <a:xfrm>
              <a:off x="518483" y="492836"/>
              <a:ext cx="525901" cy="548568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" name="Shape 5"/>
            <p:cNvSpPr/>
            <p:nvPr/>
          </p:nvSpPr>
          <p:spPr>
            <a:xfrm>
              <a:off x="979139" y="492836"/>
              <a:ext cx="455963" cy="548568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" name="Shape 6"/>
            <p:cNvSpPr/>
            <p:nvPr/>
          </p:nvSpPr>
          <p:spPr>
            <a:xfrm>
              <a:off x="-2" y="403625"/>
              <a:ext cx="697906" cy="488023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5" name="Shape 8"/>
          <p:cNvSpPr/>
          <p:nvPr/>
        </p:nvSpPr>
        <p:spPr>
          <a:xfrm>
            <a:off x="1087402" y="26528"/>
            <a:ext cx="45158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indent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" name="Shape 9"/>
          <p:cNvSpPr/>
          <p:nvPr/>
        </p:nvSpPr>
        <p:spPr>
          <a:xfrm>
            <a:off x="629919" y="1088248"/>
            <a:ext cx="11699807" cy="45159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indent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87" name="tb.png" descr="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24" y="206304"/>
            <a:ext cx="800103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8" name="标题文本"/>
          <p:cNvSpPr txBox="1"/>
          <p:nvPr>
            <p:ph type="title" hasCustomPrompt="1"/>
          </p:nvPr>
        </p:nvSpPr>
        <p:spPr>
          <a:xfrm>
            <a:off x="1611487" y="125587"/>
            <a:ext cx="9448803" cy="952503"/>
          </a:xfrm>
          <a:prstGeom prst="rect">
            <a:avLst/>
          </a:prstGeom>
        </p:spPr>
        <p:txBody>
          <a:bodyPr/>
          <a:lstStyle>
            <a:lvl1pPr marR="57785" indent="57785"/>
          </a:lstStyle>
          <a:p>
            <a:r>
              <a:t>标题文本</a:t>
            </a:r>
          </a:p>
        </p:txBody>
      </p:sp>
      <p:sp>
        <p:nvSpPr>
          <p:cNvPr id="8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lnSpc>
                <a:spcPct val="100000"/>
              </a:lnSpc>
              <a:defRPr sz="28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1pPr>
      <a:lvl2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2pPr>
      <a:lvl3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3pPr>
      <a:lvl4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4pPr>
      <a:lvl5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5pPr>
      <a:lvl6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6pPr>
      <a:lvl7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7pPr>
      <a:lvl8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8pPr>
      <a:lvl9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9pPr>
    </p:titleStyle>
    <p:bodyStyle>
      <a:lvl1pPr marL="383540" marR="57785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1pPr>
      <a:lvl2pPr marL="817245" marR="57785" indent="-31940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2pPr>
      <a:lvl3pPr marL="1265555" marR="57785" indent="-31051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3pPr>
      <a:lvl4pPr marL="18072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4pPr>
      <a:lvl5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5pPr>
      <a:lvl6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6pPr>
      <a:lvl7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7pPr>
      <a:lvl8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8pPr>
      <a:lvl9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1pPr>
      <a:lvl2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2pPr>
      <a:lvl3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3pPr>
      <a:lvl4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4pPr>
      <a:lvl5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5pPr>
      <a:lvl6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6pPr>
      <a:lvl7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7pPr>
      <a:lvl8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8pPr>
      <a:lvl9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bmp"/><Relationship Id="rId1" Type="http://schemas.openxmlformats.org/officeDocument/2006/relationships/image" Target="../media/image3.bmp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bmp"/><Relationship Id="rId1" Type="http://schemas.openxmlformats.org/officeDocument/2006/relationships/image" Target="../media/image3.b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image" Target="../media/image6.bmp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image" Target="../media/image6.bm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bmp"/><Relationship Id="rId1" Type="http://schemas.openxmlformats.org/officeDocument/2006/relationships/image" Target="../media/image7.bm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8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0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1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2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3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bmp"/><Relationship Id="rId1" Type="http://schemas.openxmlformats.org/officeDocument/2006/relationships/image" Target="../media/image3.bmp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5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image" Target="../media/image6.bmp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30"/>
          <p:cNvSpPr txBox="1"/>
          <p:nvPr/>
        </p:nvSpPr>
        <p:spPr>
          <a:xfrm>
            <a:off x="124174" y="1973862"/>
            <a:ext cx="12873657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30000"/>
              </a:lnSpc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排序是一种常用操作，其目的是将一组</a:t>
            </a:r>
            <a:r>
              <a:rPr>
                <a:solidFill>
                  <a:schemeClr val="accent1"/>
                </a:solidFill>
                <a:uFill>
                  <a:solidFill>
                    <a:srgbClr val="800000"/>
                  </a:solidFill>
                </a:uFill>
              </a:rPr>
              <a:t>无序</a:t>
            </a:r>
            <a:r>
              <a:t>的数据调整为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有序</a:t>
            </a:r>
            <a:r>
              <a:t>的数据。</a:t>
            </a:r>
          </a:p>
        </p:txBody>
      </p:sp>
      <p:sp>
        <p:nvSpPr>
          <p:cNvPr id="99" name="Shape 31"/>
          <p:cNvSpPr txBox="1"/>
          <p:nvPr/>
        </p:nvSpPr>
        <p:spPr>
          <a:xfrm>
            <a:off x="2594186" y="3142941"/>
            <a:ext cx="6801500" cy="6155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15000"/>
              </a:lnSpc>
              <a:defRPr sz="360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</a:defRPr>
            </a:lvl1pPr>
          </a:lstStyle>
          <a:p>
            <a:r>
              <a:t>52, 49, 80, 36, 14, 58, 61, 23, 97, 75</a:t>
            </a:r>
          </a:p>
        </p:txBody>
      </p:sp>
      <p:sp>
        <p:nvSpPr>
          <p:cNvPr id="100" name="Shape 32"/>
          <p:cNvSpPr txBox="1"/>
          <p:nvPr/>
        </p:nvSpPr>
        <p:spPr>
          <a:xfrm>
            <a:off x="2580639" y="5258479"/>
            <a:ext cx="6801500" cy="6155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60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</a:defRPr>
            </a:lvl1pPr>
          </a:lstStyle>
          <a:p>
            <a:r>
              <a:t>14, 23, 36, 49, 52, 58, 61 ,75, 80, 97</a:t>
            </a:r>
          </a:p>
        </p:txBody>
      </p:sp>
      <p:sp>
        <p:nvSpPr>
          <p:cNvPr id="101" name="Shape 33"/>
          <p:cNvSpPr/>
          <p:nvPr/>
        </p:nvSpPr>
        <p:spPr>
          <a:xfrm>
            <a:off x="5842000" y="4032505"/>
            <a:ext cx="304800" cy="927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2" name="Shape 34"/>
          <p:cNvSpPr txBox="1"/>
          <p:nvPr/>
        </p:nvSpPr>
        <p:spPr>
          <a:xfrm>
            <a:off x="1986844" y="101317"/>
            <a:ext cx="8242302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排序问题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47"/>
          <p:cNvSpPr txBox="1"/>
          <p:nvPr/>
        </p:nvSpPr>
        <p:spPr>
          <a:xfrm>
            <a:off x="1275644" y="63217"/>
            <a:ext cx="106553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排序的基本概念</a:t>
            </a:r>
          </a:p>
        </p:txBody>
      </p:sp>
      <p:sp>
        <p:nvSpPr>
          <p:cNvPr id="105" name="Shape 48"/>
          <p:cNvSpPr txBox="1"/>
          <p:nvPr/>
        </p:nvSpPr>
        <p:spPr>
          <a:xfrm>
            <a:off x="81279" y="1549116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一、内部排序和外部排序</a:t>
            </a:r>
          </a:p>
        </p:txBody>
      </p:sp>
      <p:sp>
        <p:nvSpPr>
          <p:cNvPr id="106" name="Shape 49"/>
          <p:cNvSpPr txBox="1"/>
          <p:nvPr/>
        </p:nvSpPr>
        <p:spPr>
          <a:xfrm>
            <a:off x="578836" y="2400300"/>
            <a:ext cx="11125203" cy="635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pPr>
            <a:r>
              <a:t>1.内部排序：</a:t>
            </a:r>
            <a:r>
              <a:rPr>
                <a:uFill>
                  <a:solidFill>
                    <a:srgbClr val="000000"/>
                  </a:solidFill>
                </a:uFill>
              </a:rPr>
              <a:t>对内存中的数据排序。　 　</a:t>
            </a:r>
            <a:endParaRPr>
              <a:uFill>
                <a:solidFill>
                  <a:srgbClr val="000000"/>
                </a:solidFill>
              </a:uFill>
            </a:endParaRPr>
          </a:p>
        </p:txBody>
      </p:sp>
      <p:sp>
        <p:nvSpPr>
          <p:cNvPr id="107" name="Shape 50"/>
          <p:cNvSpPr txBox="1"/>
          <p:nvPr/>
        </p:nvSpPr>
        <p:spPr>
          <a:xfrm>
            <a:off x="578836" y="3158630"/>
            <a:ext cx="11074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pPr>
            <a:r>
              <a:t>2.外部排序：</a:t>
            </a:r>
            <a:r>
              <a:rPr>
                <a:uFill>
                  <a:solidFill>
                    <a:srgbClr val="000000"/>
                  </a:solidFill>
                </a:uFill>
              </a:rPr>
              <a:t>对</a:t>
            </a:r>
            <a:r>
              <a:t>外存中的数据排序。</a:t>
            </a:r>
          </a:p>
        </p:txBody>
      </p:sp>
      <p:sp>
        <p:nvSpPr>
          <p:cNvPr id="108" name="用于串行计算机、并行计算机、量子计算机的排序算法。"/>
          <p:cNvSpPr txBox="1"/>
          <p:nvPr/>
        </p:nvSpPr>
        <p:spPr>
          <a:xfrm>
            <a:off x="578836" y="5034844"/>
            <a:ext cx="9062100" cy="609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用于串行计算机、并行计算机、量子计算机的排序算法。</a:t>
            </a:r>
          </a:p>
        </p:txBody>
      </p:sp>
      <p:sp>
        <p:nvSpPr>
          <p:cNvPr id="109" name="Shape 48"/>
          <p:cNvSpPr txBox="1"/>
          <p:nvPr/>
        </p:nvSpPr>
        <p:spPr>
          <a:xfrm>
            <a:off x="81279" y="4089892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二、串行排序、并行排序和量子排序？？？</a:t>
            </a:r>
          </a:p>
        </p:txBody>
      </p:sp>
      <p:sp>
        <p:nvSpPr>
          <p:cNvPr id="110" name="Shape 45"/>
          <p:cNvSpPr txBox="1"/>
          <p:nvPr/>
        </p:nvSpPr>
        <p:spPr>
          <a:xfrm>
            <a:off x="578836" y="6668160"/>
            <a:ext cx="12424887" cy="139794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rPr>
                <a:uFill>
                  <a:solidFill>
                    <a:srgbClr val="800000"/>
                  </a:solidFill>
                </a:uFill>
              </a:rPr>
              <a:t>对任意的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和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,</a:t>
            </a:r>
            <a:r>
              <a:t> 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如果R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=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,</a:t>
            </a:r>
            <a:r>
              <a:t> 在排序之前,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在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t>的前面，</a:t>
            </a:r>
          </a:p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如果在排序之后,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仍然排在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t>前面,  则为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稳定</a:t>
            </a:r>
            <a:r>
              <a:t>算法，否则为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不稳定</a:t>
            </a:r>
            <a:r>
              <a:rPr>
                <a:uFill>
                  <a:solidFill>
                    <a:srgbClr val="333399"/>
                  </a:solidFill>
                </a:uFill>
              </a:rPr>
              <a:t>算法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。</a:t>
            </a:r>
            <a:endParaRPr>
              <a:solidFill>
                <a:srgbClr val="333399"/>
              </a:solidFill>
              <a:uFill>
                <a:solidFill>
                  <a:srgbClr val="333399"/>
                </a:solidFill>
              </a:uFill>
            </a:endParaRPr>
          </a:p>
        </p:txBody>
      </p:sp>
      <p:sp>
        <p:nvSpPr>
          <p:cNvPr id="111" name="Shape 48"/>
          <p:cNvSpPr txBox="1"/>
          <p:nvPr/>
        </p:nvSpPr>
        <p:spPr>
          <a:xfrm>
            <a:off x="81279" y="5983956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三、稳定和非稳定算法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48"/>
          <p:cNvSpPr txBox="1"/>
          <p:nvPr/>
        </p:nvSpPr>
        <p:spPr>
          <a:xfrm>
            <a:off x="89022" y="1508689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pPr>
            <a:r>
              <a:t>四、排序算法的主要操作是</a:t>
            </a:r>
            <a:r>
              <a:rPr>
                <a:solidFill>
                  <a:schemeClr val="accent1"/>
                </a:solidFill>
              </a:rPr>
              <a:t>比较</a:t>
            </a:r>
            <a:r>
              <a:t>和</a:t>
            </a:r>
            <a:r>
              <a:rPr>
                <a:solidFill>
                  <a:schemeClr val="accent5"/>
                </a:solidFill>
              </a:rPr>
              <a:t>复制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4" name="Shape 47"/>
          <p:cNvSpPr txBox="1"/>
          <p:nvPr/>
        </p:nvSpPr>
        <p:spPr>
          <a:xfrm>
            <a:off x="1275644" y="63217"/>
            <a:ext cx="106553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排序的基本概念</a:t>
            </a:r>
          </a:p>
        </p:txBody>
      </p:sp>
      <p:sp>
        <p:nvSpPr>
          <p:cNvPr id="115" name="Shape 45"/>
          <p:cNvSpPr txBox="1"/>
          <p:nvPr/>
        </p:nvSpPr>
        <p:spPr>
          <a:xfrm>
            <a:off x="468313" y="3020235"/>
            <a:ext cx="12424887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800000"/>
                  </a:solidFill>
                </a:uFill>
              </a:defRPr>
            </a:pPr>
            <a:r>
              <a:t>基于比较的排序，一般的排序算法O(n</a:t>
            </a:r>
            <a:r>
              <a:rPr baseline="32000"/>
              <a:t>2</a:t>
            </a:r>
            <a:r>
              <a:t>)，典型的排序算法O(nlogn)</a:t>
            </a:r>
          </a:p>
        </p:txBody>
      </p:sp>
      <p:sp>
        <p:nvSpPr>
          <p:cNvPr id="116" name="Shape 48"/>
          <p:cNvSpPr txBox="1"/>
          <p:nvPr/>
        </p:nvSpPr>
        <p:spPr>
          <a:xfrm>
            <a:off x="66445" y="2247131"/>
            <a:ext cx="11366502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五、时间复杂度</a:t>
            </a:r>
          </a:p>
        </p:txBody>
      </p:sp>
      <p:sp>
        <p:nvSpPr>
          <p:cNvPr id="117" name="Shape 45"/>
          <p:cNvSpPr txBox="1"/>
          <p:nvPr/>
        </p:nvSpPr>
        <p:spPr>
          <a:xfrm>
            <a:off x="468313" y="3793338"/>
            <a:ext cx="12424887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基于数据分布的，O(n)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47"/>
          <p:cNvSpPr txBox="1"/>
          <p:nvPr/>
        </p:nvSpPr>
        <p:spPr>
          <a:xfrm>
            <a:off x="1275644" y="63217"/>
            <a:ext cx="106553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排序算法的分类</a:t>
            </a:r>
          </a:p>
        </p:txBody>
      </p:sp>
      <p:sp>
        <p:nvSpPr>
          <p:cNvPr id="120" name="插入排序…"/>
          <p:cNvSpPr txBox="1"/>
          <p:nvPr/>
        </p:nvSpPr>
        <p:spPr>
          <a:xfrm>
            <a:off x="1742750" y="1644649"/>
            <a:ext cx="2243222" cy="445770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t>插入排序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交换排序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选择排序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归并排序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基数排序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计数排序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基于比较的排序的基本思想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/>
          <a:p>
            <a:r>
              <a:t>基于比较的排序的基本思想</a:t>
            </a:r>
          </a:p>
        </p:txBody>
      </p:sp>
      <p:grpSp>
        <p:nvGrpSpPr>
          <p:cNvPr id="125" name="成组"/>
          <p:cNvGrpSpPr/>
          <p:nvPr/>
        </p:nvGrpSpPr>
        <p:grpSpPr>
          <a:xfrm>
            <a:off x="663603" y="1842627"/>
            <a:ext cx="4768428" cy="1043095"/>
            <a:chOff x="0" y="0"/>
            <a:chExt cx="4768426" cy="1043093"/>
          </a:xfrm>
        </p:grpSpPr>
        <p:sp>
          <p:nvSpPr>
            <p:cNvPr id="123" name="矩形"/>
            <p:cNvSpPr/>
            <p:nvPr/>
          </p:nvSpPr>
          <p:spPr>
            <a:xfrm>
              <a:off x="0" y="0"/>
              <a:ext cx="4768427" cy="104309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24" name="有序序列R[0..i-1]"/>
            <p:cNvSpPr txBox="1"/>
            <p:nvPr/>
          </p:nvSpPr>
          <p:spPr>
            <a:xfrm>
              <a:off x="516638" y="119972"/>
              <a:ext cx="373515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R[0..i-1]</a:t>
              </a:r>
            </a:p>
          </p:txBody>
        </p:sp>
      </p:grpSp>
      <p:grpSp>
        <p:nvGrpSpPr>
          <p:cNvPr id="128" name="成组"/>
          <p:cNvGrpSpPr/>
          <p:nvPr/>
        </p:nvGrpSpPr>
        <p:grpSpPr>
          <a:xfrm>
            <a:off x="5432030" y="1842627"/>
            <a:ext cx="6719147" cy="1043095"/>
            <a:chOff x="0" y="0"/>
            <a:chExt cx="6719146" cy="1043093"/>
          </a:xfrm>
        </p:grpSpPr>
        <p:sp>
          <p:nvSpPr>
            <p:cNvPr id="126" name="矩形"/>
            <p:cNvSpPr/>
            <p:nvPr/>
          </p:nvSpPr>
          <p:spPr>
            <a:xfrm>
              <a:off x="0" y="0"/>
              <a:ext cx="6719147" cy="104309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27" name="无序序列 R[i..n]"/>
            <p:cNvSpPr txBox="1"/>
            <p:nvPr/>
          </p:nvSpPr>
          <p:spPr>
            <a:xfrm>
              <a:off x="1625962" y="119972"/>
              <a:ext cx="3467222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R[i..n]</a:t>
              </a:r>
            </a:p>
          </p:txBody>
        </p:sp>
      </p:grpSp>
      <p:sp>
        <p:nvSpPr>
          <p:cNvPr id="129" name="线条"/>
          <p:cNvSpPr/>
          <p:nvPr/>
        </p:nvSpPr>
        <p:spPr>
          <a:xfrm flipH="1">
            <a:off x="6502217" y="1842628"/>
            <a:ext cx="13547" cy="1043094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32" name="成组"/>
          <p:cNvGrpSpPr/>
          <p:nvPr/>
        </p:nvGrpSpPr>
        <p:grpSpPr>
          <a:xfrm>
            <a:off x="647798" y="4063999"/>
            <a:ext cx="5852162" cy="1025032"/>
            <a:chOff x="0" y="0"/>
            <a:chExt cx="5852160" cy="1025031"/>
          </a:xfrm>
        </p:grpSpPr>
        <p:sp>
          <p:nvSpPr>
            <p:cNvPr id="130" name="矩形"/>
            <p:cNvSpPr/>
            <p:nvPr/>
          </p:nvSpPr>
          <p:spPr>
            <a:xfrm>
              <a:off x="0" y="0"/>
              <a:ext cx="5852161" cy="102503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31" name="有序序列R[0..i]"/>
            <p:cNvSpPr txBox="1"/>
            <p:nvPr/>
          </p:nvSpPr>
          <p:spPr>
            <a:xfrm>
              <a:off x="1259510" y="110941"/>
              <a:ext cx="333314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R[0..i]</a:t>
              </a:r>
            </a:p>
          </p:txBody>
        </p:sp>
      </p:grpSp>
      <p:grpSp>
        <p:nvGrpSpPr>
          <p:cNvPr id="135" name="成组"/>
          <p:cNvGrpSpPr/>
          <p:nvPr/>
        </p:nvGrpSpPr>
        <p:grpSpPr>
          <a:xfrm>
            <a:off x="6499959" y="4063999"/>
            <a:ext cx="5635414" cy="1025032"/>
            <a:chOff x="0" y="0"/>
            <a:chExt cx="5635413" cy="1025031"/>
          </a:xfrm>
        </p:grpSpPr>
        <p:sp>
          <p:nvSpPr>
            <p:cNvPr id="133" name="矩形"/>
            <p:cNvSpPr/>
            <p:nvPr/>
          </p:nvSpPr>
          <p:spPr>
            <a:xfrm>
              <a:off x="0" y="0"/>
              <a:ext cx="5635414" cy="102503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34" name="无序序列 R[i+1..n]"/>
            <p:cNvSpPr txBox="1"/>
            <p:nvPr/>
          </p:nvSpPr>
          <p:spPr>
            <a:xfrm>
              <a:off x="827361" y="110941"/>
              <a:ext cx="3980691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R[i+1..n]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基于插入的排序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/>
          <a:p>
            <a:r>
              <a:t>基于插入的排序</a:t>
            </a:r>
          </a:p>
        </p:txBody>
      </p:sp>
      <p:grpSp>
        <p:nvGrpSpPr>
          <p:cNvPr id="140" name="成组"/>
          <p:cNvGrpSpPr/>
          <p:nvPr/>
        </p:nvGrpSpPr>
        <p:grpSpPr>
          <a:xfrm>
            <a:off x="1133503" y="2909427"/>
            <a:ext cx="4768428" cy="1043095"/>
            <a:chOff x="0" y="0"/>
            <a:chExt cx="4768426" cy="1043093"/>
          </a:xfrm>
        </p:grpSpPr>
        <p:sp>
          <p:nvSpPr>
            <p:cNvPr id="138" name="矩形"/>
            <p:cNvSpPr/>
            <p:nvPr/>
          </p:nvSpPr>
          <p:spPr>
            <a:xfrm>
              <a:off x="0" y="0"/>
              <a:ext cx="4768427" cy="104309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39" name="有序序列R[0..i-1]"/>
            <p:cNvSpPr txBox="1"/>
            <p:nvPr/>
          </p:nvSpPr>
          <p:spPr>
            <a:xfrm>
              <a:off x="516638" y="119972"/>
              <a:ext cx="373515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R[0..i-1]</a:t>
              </a:r>
            </a:p>
          </p:txBody>
        </p:sp>
      </p:grpSp>
      <p:grpSp>
        <p:nvGrpSpPr>
          <p:cNvPr id="143" name="成组"/>
          <p:cNvGrpSpPr/>
          <p:nvPr/>
        </p:nvGrpSpPr>
        <p:grpSpPr>
          <a:xfrm>
            <a:off x="5901930" y="2909427"/>
            <a:ext cx="6719147" cy="1043095"/>
            <a:chOff x="0" y="0"/>
            <a:chExt cx="6719146" cy="1043093"/>
          </a:xfrm>
        </p:grpSpPr>
        <p:sp>
          <p:nvSpPr>
            <p:cNvPr id="141" name="矩形"/>
            <p:cNvSpPr/>
            <p:nvPr/>
          </p:nvSpPr>
          <p:spPr>
            <a:xfrm>
              <a:off x="0" y="0"/>
              <a:ext cx="6719147" cy="104309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42" name="无序序列 R[i..n]"/>
            <p:cNvSpPr txBox="1"/>
            <p:nvPr/>
          </p:nvSpPr>
          <p:spPr>
            <a:xfrm>
              <a:off x="1625962" y="119972"/>
              <a:ext cx="3467222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R[i..n]</a:t>
              </a:r>
            </a:p>
          </p:txBody>
        </p:sp>
      </p:grpSp>
      <p:sp>
        <p:nvSpPr>
          <p:cNvPr id="144" name="线条"/>
          <p:cNvSpPr/>
          <p:nvPr/>
        </p:nvSpPr>
        <p:spPr>
          <a:xfrm flipH="1">
            <a:off x="6972117" y="2909428"/>
            <a:ext cx="13547" cy="1043094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47" name="成组"/>
          <p:cNvGrpSpPr/>
          <p:nvPr/>
        </p:nvGrpSpPr>
        <p:grpSpPr>
          <a:xfrm>
            <a:off x="1117698" y="6819899"/>
            <a:ext cx="5852162" cy="1025032"/>
            <a:chOff x="0" y="0"/>
            <a:chExt cx="5852160" cy="1025031"/>
          </a:xfrm>
        </p:grpSpPr>
        <p:sp>
          <p:nvSpPr>
            <p:cNvPr id="145" name="矩形"/>
            <p:cNvSpPr/>
            <p:nvPr/>
          </p:nvSpPr>
          <p:spPr>
            <a:xfrm>
              <a:off x="0" y="0"/>
              <a:ext cx="5852161" cy="102503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46" name="有序序列R[0..i]"/>
            <p:cNvSpPr txBox="1"/>
            <p:nvPr/>
          </p:nvSpPr>
          <p:spPr>
            <a:xfrm>
              <a:off x="1259510" y="110941"/>
              <a:ext cx="333314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R[0..i]</a:t>
              </a:r>
            </a:p>
          </p:txBody>
        </p:sp>
      </p:grpSp>
      <p:grpSp>
        <p:nvGrpSpPr>
          <p:cNvPr id="150" name="成组"/>
          <p:cNvGrpSpPr/>
          <p:nvPr/>
        </p:nvGrpSpPr>
        <p:grpSpPr>
          <a:xfrm>
            <a:off x="6969859" y="6819899"/>
            <a:ext cx="5635414" cy="1025032"/>
            <a:chOff x="0" y="0"/>
            <a:chExt cx="5635413" cy="1025031"/>
          </a:xfrm>
        </p:grpSpPr>
        <p:sp>
          <p:nvSpPr>
            <p:cNvPr id="148" name="矩形"/>
            <p:cNvSpPr/>
            <p:nvPr/>
          </p:nvSpPr>
          <p:spPr>
            <a:xfrm>
              <a:off x="0" y="0"/>
              <a:ext cx="5635414" cy="102503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49" name="无序序列 R[i+1..n]"/>
            <p:cNvSpPr txBox="1"/>
            <p:nvPr/>
          </p:nvSpPr>
          <p:spPr>
            <a:xfrm>
              <a:off x="827361" y="110941"/>
              <a:ext cx="3980691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R[i+1..n]</a:t>
              </a:r>
            </a:p>
          </p:txBody>
        </p:sp>
      </p:grpSp>
      <p:sp>
        <p:nvSpPr>
          <p:cNvPr id="151" name="初始时，有序序列为R[0]"/>
          <p:cNvSpPr txBox="1"/>
          <p:nvPr/>
        </p:nvSpPr>
        <p:spPr>
          <a:xfrm>
            <a:off x="1148704" y="1590604"/>
            <a:ext cx="498737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初始时，有序序列为R[0]</a:t>
            </a:r>
          </a:p>
        </p:txBody>
      </p:sp>
      <p:sp>
        <p:nvSpPr>
          <p:cNvPr id="152" name="线条"/>
          <p:cNvSpPr/>
          <p:nvPr/>
        </p:nvSpPr>
        <p:spPr>
          <a:xfrm flipV="1">
            <a:off x="6412088" y="3471377"/>
            <a:ext cx="1" cy="1496909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3" name="线条"/>
          <p:cNvSpPr/>
          <p:nvPr/>
        </p:nvSpPr>
        <p:spPr>
          <a:xfrm>
            <a:off x="4096546" y="4937581"/>
            <a:ext cx="2308966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" name="线条"/>
          <p:cNvSpPr/>
          <p:nvPr/>
        </p:nvSpPr>
        <p:spPr>
          <a:xfrm flipV="1">
            <a:off x="4079999" y="3961403"/>
            <a:ext cx="1" cy="1005397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38"/>
          <p:cNvSpPr txBox="1"/>
          <p:nvPr/>
        </p:nvSpPr>
        <p:spPr>
          <a:xfrm>
            <a:off x="37397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157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58" name="97"/>
          <p:cNvSpPr txBox="1"/>
          <p:nvPr/>
        </p:nvSpPr>
        <p:spPr>
          <a:xfrm>
            <a:off x="58891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59" name="76"/>
          <p:cNvSpPr txBox="1"/>
          <p:nvPr/>
        </p:nvSpPr>
        <p:spPr>
          <a:xfrm>
            <a:off x="69141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60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161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62" name="49"/>
          <p:cNvSpPr txBox="1"/>
          <p:nvPr/>
        </p:nvSpPr>
        <p:spPr>
          <a:xfrm>
            <a:off x="27079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63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176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168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164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65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66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67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169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0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1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2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4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77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178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179" name="第1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第1趟：</a:t>
            </a:r>
          </a:p>
        </p:txBody>
      </p:sp>
      <p:sp>
        <p:nvSpPr>
          <p:cNvPr id="180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181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184" name="成组"/>
          <p:cNvGrpSpPr/>
          <p:nvPr/>
        </p:nvGrpSpPr>
        <p:grpSpPr>
          <a:xfrm>
            <a:off x="3935039" y="2390075"/>
            <a:ext cx="292526" cy="1639147"/>
            <a:chOff x="0" y="0"/>
            <a:chExt cx="292525" cy="1639146"/>
          </a:xfrm>
        </p:grpSpPr>
        <p:sp>
          <p:nvSpPr>
            <p:cNvPr id="182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2" animBg="1" advAuto="0"/>
      <p:bldP spid="156" grpId="1" animBg="1" advAuto="0"/>
      <p:bldP spid="181" grpId="4" animBg="1" advAuto="0"/>
      <p:bldP spid="180" grpId="3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87" name="97"/>
          <p:cNvSpPr txBox="1"/>
          <p:nvPr/>
        </p:nvSpPr>
        <p:spPr>
          <a:xfrm>
            <a:off x="58891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88" name="76"/>
          <p:cNvSpPr txBox="1"/>
          <p:nvPr/>
        </p:nvSpPr>
        <p:spPr>
          <a:xfrm>
            <a:off x="69141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89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190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91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04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196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192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93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94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95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197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8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9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0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1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2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3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05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06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207" name="第2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第2趟：</a:t>
            </a:r>
          </a:p>
        </p:txBody>
      </p:sp>
      <p:sp>
        <p:nvSpPr>
          <p:cNvPr id="208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09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12" name="成组"/>
          <p:cNvGrpSpPr/>
          <p:nvPr/>
        </p:nvGrpSpPr>
        <p:grpSpPr>
          <a:xfrm>
            <a:off x="4954311" y="2278175"/>
            <a:ext cx="292526" cy="1639147"/>
            <a:chOff x="0" y="0"/>
            <a:chExt cx="292525" cy="1639146"/>
          </a:xfrm>
        </p:grpSpPr>
        <p:sp>
          <p:nvSpPr>
            <p:cNvPr id="210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11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15" name="97"/>
          <p:cNvSpPr txBox="1"/>
          <p:nvPr/>
        </p:nvSpPr>
        <p:spPr>
          <a:xfrm>
            <a:off x="58891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16" name="76"/>
          <p:cNvSpPr txBox="1"/>
          <p:nvPr/>
        </p:nvSpPr>
        <p:spPr>
          <a:xfrm>
            <a:off x="69141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17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18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19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32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224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220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21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22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23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25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6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7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8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9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0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1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33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34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235" name="第3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第3趟：</a:t>
            </a:r>
          </a:p>
        </p:txBody>
      </p:sp>
      <p:sp>
        <p:nvSpPr>
          <p:cNvPr id="236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37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40" name="成组"/>
          <p:cNvGrpSpPr/>
          <p:nvPr/>
        </p:nvGrpSpPr>
        <p:grpSpPr>
          <a:xfrm>
            <a:off x="5979342" y="2367342"/>
            <a:ext cx="292526" cy="1639148"/>
            <a:chOff x="0" y="0"/>
            <a:chExt cx="292525" cy="1639146"/>
          </a:xfrm>
        </p:grpSpPr>
        <p:sp>
          <p:nvSpPr>
            <p:cNvPr id="238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9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43" name="97"/>
          <p:cNvSpPr txBox="1"/>
          <p:nvPr/>
        </p:nvSpPr>
        <p:spPr>
          <a:xfrm>
            <a:off x="58002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44" name="76"/>
          <p:cNvSpPr txBox="1"/>
          <p:nvPr/>
        </p:nvSpPr>
        <p:spPr>
          <a:xfrm>
            <a:off x="68760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45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46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47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60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252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248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49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50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51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53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4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5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6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7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8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9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61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62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263" name="第4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第4趟：</a:t>
            </a:r>
          </a:p>
        </p:txBody>
      </p:sp>
      <p:sp>
        <p:nvSpPr>
          <p:cNvPr id="264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65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66" name="97"/>
          <p:cNvSpPr txBox="1"/>
          <p:nvPr/>
        </p:nvSpPr>
        <p:spPr>
          <a:xfrm>
            <a:off x="6876274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67" name="76"/>
          <p:cNvSpPr txBox="1"/>
          <p:nvPr/>
        </p:nvSpPr>
        <p:spPr>
          <a:xfrm>
            <a:off x="58256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grpSp>
        <p:nvGrpSpPr>
          <p:cNvPr id="270" name="成组"/>
          <p:cNvGrpSpPr/>
          <p:nvPr/>
        </p:nvGrpSpPr>
        <p:grpSpPr>
          <a:xfrm>
            <a:off x="7128428" y="2371692"/>
            <a:ext cx="292526" cy="1639147"/>
            <a:chOff x="0" y="0"/>
            <a:chExt cx="292525" cy="1639146"/>
          </a:xfrm>
        </p:grpSpPr>
        <p:sp>
          <p:nvSpPr>
            <p:cNvPr id="268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69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2" animBg="1" advAuto="0"/>
      <p:bldP spid="267" grpId="3" animBg="1" advAuto="0"/>
      <p:bldP spid="243" grpId="1" animBg="1" advAuto="0"/>
      <p:bldP spid="266" grpId="4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73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74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75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88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280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276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77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78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79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81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2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3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4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5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6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7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89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90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grpSp>
        <p:nvGrpSpPr>
          <p:cNvPr id="293" name="成组"/>
          <p:cNvGrpSpPr/>
          <p:nvPr/>
        </p:nvGrpSpPr>
        <p:grpSpPr>
          <a:xfrm>
            <a:off x="8144428" y="2371692"/>
            <a:ext cx="292526" cy="1639147"/>
            <a:chOff x="0" y="0"/>
            <a:chExt cx="292525" cy="1639146"/>
          </a:xfrm>
        </p:grpSpPr>
        <p:sp>
          <p:nvSpPr>
            <p:cNvPr id="291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92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294" name="第5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第5趟：</a:t>
            </a:r>
          </a:p>
        </p:txBody>
      </p:sp>
      <p:sp>
        <p:nvSpPr>
          <p:cNvPr id="295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96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7" name="97"/>
          <p:cNvSpPr txBox="1"/>
          <p:nvPr/>
        </p:nvSpPr>
        <p:spPr>
          <a:xfrm>
            <a:off x="6876274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8" name="76"/>
          <p:cNvSpPr txBox="1"/>
          <p:nvPr/>
        </p:nvSpPr>
        <p:spPr>
          <a:xfrm>
            <a:off x="58256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9" name="13"/>
          <p:cNvSpPr txBox="1"/>
          <p:nvPr/>
        </p:nvSpPr>
        <p:spPr>
          <a:xfrm>
            <a:off x="5817087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0" name="13"/>
          <p:cNvSpPr txBox="1"/>
          <p:nvPr/>
        </p:nvSpPr>
        <p:spPr>
          <a:xfrm>
            <a:off x="4757900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1" name="13"/>
          <p:cNvSpPr txBox="1"/>
          <p:nvPr/>
        </p:nvSpPr>
        <p:spPr>
          <a:xfrm>
            <a:off x="3724060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2" name="13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3" name="38"/>
          <p:cNvSpPr txBox="1"/>
          <p:nvPr/>
        </p:nvSpPr>
        <p:spPr>
          <a:xfrm>
            <a:off x="3692557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04" name="49"/>
          <p:cNvSpPr txBox="1"/>
          <p:nvPr/>
        </p:nvSpPr>
        <p:spPr>
          <a:xfrm>
            <a:off x="4755550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5" name="65"/>
          <p:cNvSpPr txBox="1"/>
          <p:nvPr/>
        </p:nvSpPr>
        <p:spPr>
          <a:xfrm>
            <a:off x="581410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6" name="97"/>
          <p:cNvSpPr txBox="1"/>
          <p:nvPr/>
        </p:nvSpPr>
        <p:spPr>
          <a:xfrm>
            <a:off x="79496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7" name="13"/>
          <p:cNvSpPr txBox="1"/>
          <p:nvPr/>
        </p:nvSpPr>
        <p:spPr>
          <a:xfrm>
            <a:off x="6876274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8" name="76"/>
          <p:cNvSpPr txBox="1"/>
          <p:nvPr/>
        </p:nvSpPr>
        <p:spPr>
          <a:xfrm>
            <a:off x="6870523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indefinite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dur="indefinite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" grpId="19" animBg="1" advAuto="0"/>
      <p:bldP spid="273" grpId="2" animBg="1" advAuto="0"/>
      <p:bldP spid="304" grpId="16" animBg="1" advAuto="0"/>
      <p:bldP spid="298" grpId="5" animBg="1" advAuto="0"/>
      <p:bldP spid="296" grpId="13" animBg="1" advAuto="0"/>
      <p:bldP spid="301" grpId="15" animBg="1" advAuto="0"/>
      <p:bldP spid="301" grpId="17" animBg="1" advAuto="0"/>
      <p:bldP spid="307" grpId="4" animBg="1" advAuto="0"/>
      <p:bldP spid="307" grpId="6" animBg="1" advAuto="0"/>
      <p:bldP spid="308" grpId="8" animBg="1" advAuto="0"/>
      <p:bldP spid="305" grpId="11" animBg="1" advAuto="0"/>
      <p:bldP spid="303" grpId="20" animBg="1" advAuto="0"/>
      <p:bldP spid="295" grpId="18" animBg="1" advAuto="0"/>
      <p:bldP spid="299" grpId="7" animBg="1" advAuto="0"/>
      <p:bldP spid="300" grpId="12" animBg="1" advAuto="0"/>
      <p:bldP spid="306" grpId="3" animBg="1" advAuto="0"/>
      <p:bldP spid="272" grpId="10" animBg="1" advAuto="0"/>
      <p:bldP spid="300" grpId="14" animBg="1" advAuto="0"/>
      <p:bldP spid="299" grpId="9" animBg="1" advAuto="0"/>
      <p:bldP spid="297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ublic static &lt;T&gt; T[] insertSort(T[] a) {…"/>
          <p:cNvSpPr txBox="1"/>
          <p:nvPr/>
        </p:nvSpPr>
        <p:spPr>
          <a:xfrm>
            <a:off x="365744" y="1575074"/>
            <a:ext cx="12353789" cy="401421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insertSort(T[]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1;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- 1;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&gt;= 0 &amp;&amp; ((Comparable&lt;T&gt;) </a:t>
            </a:r>
            <a:r>
              <a:rPr>
                <a:solidFill>
                  <a:srgbClr val="7E504F"/>
                </a:solidFill>
              </a:rPr>
              <a:t>e</a:t>
            </a:r>
            <a:r>
              <a:t>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--)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311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38"/>
          <p:cNvSpPr txBox="1"/>
          <p:nvPr/>
        </p:nvSpPr>
        <p:spPr>
          <a:xfrm>
            <a:off x="4730326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14" name="65"/>
          <p:cNvSpPr txBox="1"/>
          <p:nvPr/>
        </p:nvSpPr>
        <p:spPr>
          <a:xfrm>
            <a:off x="5753100" y="26850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15" name="97"/>
          <p:cNvSpPr txBox="1"/>
          <p:nvPr/>
        </p:nvSpPr>
        <p:spPr>
          <a:xfrm>
            <a:off x="6879731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16" name="76"/>
          <p:cNvSpPr txBox="1"/>
          <p:nvPr/>
        </p:nvSpPr>
        <p:spPr>
          <a:xfrm>
            <a:off x="7904762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17" name="13"/>
          <p:cNvSpPr txBox="1"/>
          <p:nvPr/>
        </p:nvSpPr>
        <p:spPr>
          <a:xfrm>
            <a:off x="8927535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18" name="27"/>
          <p:cNvSpPr txBox="1"/>
          <p:nvPr/>
        </p:nvSpPr>
        <p:spPr>
          <a:xfrm>
            <a:off x="10063198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19" name="49"/>
          <p:cNvSpPr txBox="1"/>
          <p:nvPr/>
        </p:nvSpPr>
        <p:spPr>
          <a:xfrm>
            <a:off x="3698522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20" name="0          1         2          3          4          5          6          7"/>
          <p:cNvSpPr txBox="1"/>
          <p:nvPr/>
        </p:nvSpPr>
        <p:spPr>
          <a:xfrm>
            <a:off x="2406791" y="21070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333" name="成组"/>
          <p:cNvGrpSpPr/>
          <p:nvPr/>
        </p:nvGrpSpPr>
        <p:grpSpPr>
          <a:xfrm>
            <a:off x="2510648" y="2615071"/>
            <a:ext cx="8498277" cy="824089"/>
            <a:chOff x="0" y="0"/>
            <a:chExt cx="8498275" cy="824088"/>
          </a:xfrm>
        </p:grpSpPr>
        <p:grpSp>
          <p:nvGrpSpPr>
            <p:cNvPr id="325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321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22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23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24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26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27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28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29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30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31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32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34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335" name="哨兵："/>
          <p:cNvSpPr txBox="1"/>
          <p:nvPr/>
        </p:nvSpPr>
        <p:spPr>
          <a:xfrm>
            <a:off x="506768" y="1490000"/>
            <a:ext cx="1505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哨兵：</a:t>
            </a:r>
          </a:p>
        </p:txBody>
      </p:sp>
      <p:sp>
        <p:nvSpPr>
          <p:cNvPr id="336" name="38"/>
          <p:cNvSpPr txBox="1"/>
          <p:nvPr/>
        </p:nvSpPr>
        <p:spPr>
          <a:xfrm>
            <a:off x="4730326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37" name="65"/>
          <p:cNvSpPr txBox="1"/>
          <p:nvPr/>
        </p:nvSpPr>
        <p:spPr>
          <a:xfrm>
            <a:off x="5753100" y="4493891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38" name="97"/>
          <p:cNvSpPr txBox="1"/>
          <p:nvPr/>
        </p:nvSpPr>
        <p:spPr>
          <a:xfrm>
            <a:off x="6879731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39" name="76"/>
          <p:cNvSpPr txBox="1"/>
          <p:nvPr/>
        </p:nvSpPr>
        <p:spPr>
          <a:xfrm>
            <a:off x="7904762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40" name="13"/>
          <p:cNvSpPr txBox="1"/>
          <p:nvPr/>
        </p:nvSpPr>
        <p:spPr>
          <a:xfrm>
            <a:off x="8927535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41" name="27"/>
          <p:cNvSpPr txBox="1"/>
          <p:nvPr/>
        </p:nvSpPr>
        <p:spPr>
          <a:xfrm>
            <a:off x="10063198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42" name="49"/>
          <p:cNvSpPr txBox="1"/>
          <p:nvPr/>
        </p:nvSpPr>
        <p:spPr>
          <a:xfrm>
            <a:off x="3698522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43" name="0          1         2          3          4          5          6          7"/>
          <p:cNvSpPr txBox="1"/>
          <p:nvPr/>
        </p:nvSpPr>
        <p:spPr>
          <a:xfrm>
            <a:off x="2406791" y="391590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356" name="成组"/>
          <p:cNvGrpSpPr/>
          <p:nvPr/>
        </p:nvGrpSpPr>
        <p:grpSpPr>
          <a:xfrm>
            <a:off x="2510648" y="4423900"/>
            <a:ext cx="8498277" cy="824090"/>
            <a:chOff x="0" y="0"/>
            <a:chExt cx="8498275" cy="824088"/>
          </a:xfrm>
        </p:grpSpPr>
        <p:grpSp>
          <p:nvGrpSpPr>
            <p:cNvPr id="348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344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45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46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47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49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0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1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2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3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4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5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57" name="38"/>
          <p:cNvSpPr txBox="1"/>
          <p:nvPr/>
        </p:nvSpPr>
        <p:spPr>
          <a:xfrm>
            <a:off x="2749126" y="44684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chemeClr val="accent5"/>
                </a:solidFill>
              </a:defRPr>
            </a:lvl1pPr>
          </a:lstStyle>
          <a:p>
            <a:r>
              <a:t>38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  <p:sp>
        <p:nvSpPr>
          <p:cNvPr id="360" name="使用哨兵的示意性代码："/>
          <p:cNvSpPr txBox="1"/>
          <p:nvPr/>
        </p:nvSpPr>
        <p:spPr>
          <a:xfrm>
            <a:off x="371654" y="1384738"/>
            <a:ext cx="4363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使用哨兵的示意性代码：</a:t>
            </a:r>
          </a:p>
        </p:txBody>
      </p:sp>
      <p:sp>
        <p:nvSpPr>
          <p:cNvPr id="361" name="public static &lt;T&gt; T[] insertSortSentinel(T a[]) {…"/>
          <p:cNvSpPr txBox="1"/>
          <p:nvPr/>
        </p:nvSpPr>
        <p:spPr>
          <a:xfrm>
            <a:off x="770366" y="2271071"/>
            <a:ext cx="11393513" cy="38469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insertSortSentinel(T </a:t>
            </a:r>
            <a:r>
              <a:rPr>
                <a:solidFill>
                  <a:srgbClr val="7E504F"/>
                </a:solidFill>
              </a:rPr>
              <a:t>a</a:t>
            </a:r>
            <a:r>
              <a:t>[])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2, </a:t>
            </a:r>
            <a:r>
              <a:rPr>
                <a:solidFill>
                  <a:srgbClr val="7E504F"/>
                </a:solidFill>
              </a:rPr>
              <a:t>j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[0]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[0]).compareTo(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0)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[0];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202"/>
          <p:cNvSpPr txBox="1"/>
          <p:nvPr/>
        </p:nvSpPr>
        <p:spPr>
          <a:xfrm>
            <a:off x="3159461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25</a:t>
            </a:r>
          </a:p>
        </p:txBody>
      </p:sp>
      <p:sp>
        <p:nvSpPr>
          <p:cNvPr id="364" name="Shape 203"/>
          <p:cNvSpPr txBox="1"/>
          <p:nvPr/>
        </p:nvSpPr>
        <p:spPr>
          <a:xfrm>
            <a:off x="4184492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65" name="Shape 204"/>
          <p:cNvSpPr txBox="1"/>
          <p:nvPr/>
        </p:nvSpPr>
        <p:spPr>
          <a:xfrm>
            <a:off x="5308865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66" name="Shape 205"/>
          <p:cNvSpPr txBox="1"/>
          <p:nvPr/>
        </p:nvSpPr>
        <p:spPr>
          <a:xfrm>
            <a:off x="6333896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67" name="Shape 206"/>
          <p:cNvSpPr txBox="1"/>
          <p:nvPr/>
        </p:nvSpPr>
        <p:spPr>
          <a:xfrm>
            <a:off x="7356669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68" name="Shape 207"/>
          <p:cNvSpPr txBox="1"/>
          <p:nvPr/>
        </p:nvSpPr>
        <p:spPr>
          <a:xfrm>
            <a:off x="8492332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69" name="Shape 208"/>
          <p:cNvSpPr txBox="1"/>
          <p:nvPr/>
        </p:nvSpPr>
        <p:spPr>
          <a:xfrm>
            <a:off x="2127656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12</a:t>
            </a:r>
          </a:p>
        </p:txBody>
      </p:sp>
      <p:sp>
        <p:nvSpPr>
          <p:cNvPr id="370" name="Shape 209"/>
          <p:cNvSpPr txBox="1"/>
          <p:nvPr/>
        </p:nvSpPr>
        <p:spPr>
          <a:xfrm>
            <a:off x="1877325" y="3269840"/>
            <a:ext cx="86106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0           1         2         3          4          5         6          7</a:t>
            </a:r>
          </a:p>
        </p:txBody>
      </p:sp>
      <p:grpSp>
        <p:nvGrpSpPr>
          <p:cNvPr id="383" name="Group 222"/>
          <p:cNvGrpSpPr/>
          <p:nvPr/>
        </p:nvGrpSpPr>
        <p:grpSpPr>
          <a:xfrm>
            <a:off x="1987391" y="3777841"/>
            <a:ext cx="8498281" cy="826350"/>
            <a:chOff x="0" y="0"/>
            <a:chExt cx="8498279" cy="826349"/>
          </a:xfrm>
        </p:grpSpPr>
        <p:grpSp>
          <p:nvGrpSpPr>
            <p:cNvPr id="375" name="Group 214"/>
            <p:cNvGrpSpPr/>
            <p:nvPr/>
          </p:nvGrpSpPr>
          <p:grpSpPr>
            <a:xfrm>
              <a:off x="0" y="4514"/>
              <a:ext cx="8498280" cy="821836"/>
              <a:chOff x="0" y="0"/>
              <a:chExt cx="8498279" cy="821834"/>
            </a:xfrm>
          </p:grpSpPr>
          <p:sp>
            <p:nvSpPr>
              <p:cNvPr id="371" name="Shape 210"/>
              <p:cNvSpPr/>
              <p:nvPr/>
            </p:nvSpPr>
            <p:spPr>
              <a:xfrm>
                <a:off x="0" y="819575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2" name="Shape 211"/>
              <p:cNvSpPr/>
              <p:nvPr/>
            </p:nvSpPr>
            <p:spPr>
              <a:xfrm>
                <a:off x="0" y="-1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3" name="Shape 212"/>
              <p:cNvSpPr/>
              <p:nvPr/>
            </p:nvSpPr>
            <p:spPr>
              <a:xfrm>
                <a:off x="8492069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4" name="Shape 213"/>
              <p:cNvSpPr/>
              <p:nvPr/>
            </p:nvSpPr>
            <p:spPr>
              <a:xfrm>
                <a:off x="-1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76" name="Shape 215"/>
            <p:cNvSpPr/>
            <p:nvPr/>
          </p:nvSpPr>
          <p:spPr>
            <a:xfrm>
              <a:off x="1018822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Shape 216"/>
            <p:cNvSpPr/>
            <p:nvPr/>
          </p:nvSpPr>
          <p:spPr>
            <a:xfrm>
              <a:off x="2043853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8" name="Shape 217"/>
            <p:cNvSpPr/>
            <p:nvPr/>
          </p:nvSpPr>
          <p:spPr>
            <a:xfrm>
              <a:off x="3066627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9" name="Shape 218"/>
            <p:cNvSpPr/>
            <p:nvPr/>
          </p:nvSpPr>
          <p:spPr>
            <a:xfrm>
              <a:off x="4091659" y="4515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0" name="Shape 219"/>
            <p:cNvSpPr/>
            <p:nvPr/>
          </p:nvSpPr>
          <p:spPr>
            <a:xfrm>
              <a:off x="5218291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1" name="Shape 220"/>
            <p:cNvSpPr/>
            <p:nvPr/>
          </p:nvSpPr>
          <p:spPr>
            <a:xfrm>
              <a:off x="6241064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2" name="Shape 221"/>
            <p:cNvSpPr/>
            <p:nvPr/>
          </p:nvSpPr>
          <p:spPr>
            <a:xfrm>
              <a:off x="7365437" y="0"/>
              <a:ext cx="2261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84" name="Shape 207"/>
          <p:cNvSpPr txBox="1"/>
          <p:nvPr/>
        </p:nvSpPr>
        <p:spPr>
          <a:xfrm>
            <a:off x="9559132" y="38605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385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  <p:sp>
        <p:nvSpPr>
          <p:cNvPr id="386" name="成对插入，大掩护小，例如，一次插入13和27"/>
          <p:cNvSpPr txBox="1"/>
          <p:nvPr/>
        </p:nvSpPr>
        <p:spPr>
          <a:xfrm>
            <a:off x="352100" y="1818587"/>
            <a:ext cx="9062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成对插入，大掩护小，例如，一次插入13和27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直接插入排序分析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直接插入排序分析</a:t>
            </a:r>
          </a:p>
        </p:txBody>
      </p:sp>
      <p:sp>
        <p:nvSpPr>
          <p:cNvPr id="389" name="直接排序的空间复杂度： O(1)"/>
          <p:cNvSpPr txBox="1"/>
          <p:nvPr/>
        </p:nvSpPr>
        <p:spPr>
          <a:xfrm>
            <a:off x="178268" y="7150430"/>
            <a:ext cx="5177748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直接排序的空间复杂度： O(1)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直接排序的时间复杂度与数据的分布有关：…"/>
              <p:cNvSpPr txBox="1"/>
              <p:nvPr/>
            </p:nvSpPr>
            <p:spPr>
              <a:xfrm>
                <a:off x="178268" y="1508460"/>
                <a:ext cx="8428344" cy="52923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3000"/>
                </a:pPr>
                <a:r>
                  <a:t>直接排序的时间复杂度与数据的分布有关：</a:t>
                </a:r>
              </a:p>
              <a:p>
                <a:pPr marL="681990" lvl="1" indent="-300990">
                  <a:buSzPct val="60000"/>
                  <a:buBlip>
                    <a:blip r:embed="rId1"/>
                  </a:buBlip>
                  <a:defRPr sz="3000"/>
                </a:pPr>
                <a:r>
                  <a:t>正序，每趟比较1次， 移动2次； n - 1趟：</a:t>
                </a:r>
              </a:p>
              <a:p>
                <a:pPr lvl="1" indent="228600">
                  <a:defRPr sz="3000"/>
                </a:pPr>
                <a:r>
                  <a:t>                 比较 ： n - 1      移动: 2(n - 1)</a:t>
                </a:r>
              </a:p>
              <a:p>
                <a:pPr marL="681990" lvl="1" indent="-300990">
                  <a:buSzPct val="60000"/>
                  <a:buBlip>
                    <a:blip r:embed="rId1"/>
                  </a:buBlip>
                  <a:defRPr sz="3000"/>
                </a:pPr>
                <a:r>
                  <a:t>逆序，第i趟比较i次，移动i + 2次；n - 1趟:</a:t>
                </a:r>
              </a:p>
              <a:p>
                <a:pPr lvl="1" indent="228600">
                  <a:defRPr sz="3000"/>
                </a:pPr>
                <a:r>
                  <a:t>                 比较：(1 + 2 + 3 + ... + n - 1 ) =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lvl="1" indent="228600">
                  <a:defRPr sz="3000"/>
                </a:pPr>
                <a:r>
                  <a:t>                 移动：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t>  + 2(n - 1) </a:t>
                </a:r>
              </a:p>
              <a:p>
                <a:pPr marL="681990" lvl="1" indent="-300990">
                  <a:buSzPct val="60000"/>
                  <a:buBlip>
                    <a:blip r:embed="rId1"/>
                  </a:buBlip>
                  <a:defRPr sz="3000"/>
                </a:pPr>
                <a:r>
                  <a:t>随机分布： O(n</a:t>
                </a:r>
                <a:r>
                  <a:rPr sz="3100" baseline="32000"/>
                  <a:t>2</a:t>
                </a:r>
                <a:r>
                  <a:t>)</a:t>
                </a:r>
              </a:p>
            </p:txBody>
          </p:sp>
        </mc:Choice>
        <mc:Fallback>
          <p:sp>
            <p:nvSpPr>
              <p:cNvPr id="390" name="直接排序的时间复杂度与数据的分布有关：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68" y="1508460"/>
                <a:ext cx="8428344" cy="5292316"/>
              </a:xfrm>
              <a:prstGeom prst="rect">
                <a:avLst/>
              </a:prstGeom>
              <a:blipFill rotWithShape="1">
                <a:blip r:embed="rId2"/>
                <a:stretch>
                  <a:fillRect l="-6" t="-6" r="5" b="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稳定排序"/>
          <p:cNvSpPr txBox="1"/>
          <p:nvPr/>
        </p:nvSpPr>
        <p:spPr>
          <a:xfrm>
            <a:off x="178268" y="7922590"/>
            <a:ext cx="1696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t>稳定排序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25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插入排序-希尔排序</a:t>
            </a:r>
          </a:p>
        </p:txBody>
      </p:sp>
      <p:sp>
        <p:nvSpPr>
          <p:cNvPr id="394" name="Shape 254"/>
          <p:cNvSpPr txBox="1"/>
          <p:nvPr/>
        </p:nvSpPr>
        <p:spPr>
          <a:xfrm>
            <a:off x="872771" y="1595299"/>
            <a:ext cx="11214103" cy="194753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D. L. Shell在1959年提出，又称为缩小增量排序。</a:t>
            </a:r>
          </a:p>
          <a:p>
            <a:pPr>
              <a:defRPr sz="3000"/>
            </a:pPr>
            <a:r>
              <a:t>基本思想：“跳跃式”的插入排序，在数据基本有序时，可以减少</a:t>
            </a:r>
          </a:p>
          <a:p>
            <a:pPr>
              <a:defRPr sz="3000"/>
            </a:pPr>
            <a:r>
              <a:t>比较和复制的次数。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52"/>
          <p:cNvSpPr txBox="1"/>
          <p:nvPr/>
        </p:nvSpPr>
        <p:spPr>
          <a:xfrm>
            <a:off x="1707444" y="63217"/>
            <a:ext cx="9283702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希尔排序的基本思想</a:t>
            </a:r>
          </a:p>
        </p:txBody>
      </p:sp>
      <p:grpSp>
        <p:nvGrpSpPr>
          <p:cNvPr id="411" name="成组"/>
          <p:cNvGrpSpPr/>
          <p:nvPr/>
        </p:nvGrpSpPr>
        <p:grpSpPr>
          <a:xfrm>
            <a:off x="780908" y="2655428"/>
            <a:ext cx="5230999" cy="819578"/>
            <a:chOff x="0" y="0"/>
            <a:chExt cx="5230998" cy="819577"/>
          </a:xfrm>
        </p:grpSpPr>
        <p:grpSp>
          <p:nvGrpSpPr>
            <p:cNvPr id="40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39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06" name="4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07" name="5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08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09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10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26" name="成组"/>
          <p:cNvGrpSpPr/>
          <p:nvPr/>
        </p:nvGrpSpPr>
        <p:grpSpPr>
          <a:xfrm>
            <a:off x="6940408" y="2655428"/>
            <a:ext cx="5230999" cy="819578"/>
            <a:chOff x="0" y="0"/>
            <a:chExt cx="5230998" cy="819577"/>
          </a:xfrm>
        </p:grpSpPr>
        <p:grpSp>
          <p:nvGrpSpPr>
            <p:cNvPr id="42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1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21" name="2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22" name="1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23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24" name="5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25" name="4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41" name="成组"/>
          <p:cNvGrpSpPr/>
          <p:nvPr/>
        </p:nvGrpSpPr>
        <p:grpSpPr>
          <a:xfrm>
            <a:off x="780908" y="3646027"/>
            <a:ext cx="5230999" cy="819579"/>
            <a:chOff x="0" y="0"/>
            <a:chExt cx="5230998" cy="819577"/>
          </a:xfrm>
        </p:grpSpPr>
        <p:grpSp>
          <p:nvGrpSpPr>
            <p:cNvPr id="43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2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36" name="3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37" name="4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38" name="5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39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40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6" name="成组"/>
          <p:cNvGrpSpPr/>
          <p:nvPr/>
        </p:nvGrpSpPr>
        <p:grpSpPr>
          <a:xfrm>
            <a:off x="780908" y="4662027"/>
            <a:ext cx="5230999" cy="819579"/>
            <a:chOff x="0" y="0"/>
            <a:chExt cx="5230998" cy="819577"/>
          </a:xfrm>
        </p:grpSpPr>
        <p:grpSp>
          <p:nvGrpSpPr>
            <p:cNvPr id="45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4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51" name="2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52" name="3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53" name="4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54" name="5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55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1" name="成组"/>
          <p:cNvGrpSpPr/>
          <p:nvPr/>
        </p:nvGrpSpPr>
        <p:grpSpPr>
          <a:xfrm>
            <a:off x="780908" y="5678027"/>
            <a:ext cx="5230999" cy="819579"/>
            <a:chOff x="0" y="0"/>
            <a:chExt cx="5230998" cy="819577"/>
          </a:xfrm>
        </p:grpSpPr>
        <p:grpSp>
          <p:nvGrpSpPr>
            <p:cNvPr id="46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5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66" name="1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67" name="2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68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69" name="4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70" name="5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86" name="成组"/>
          <p:cNvGrpSpPr/>
          <p:nvPr/>
        </p:nvGrpSpPr>
        <p:grpSpPr>
          <a:xfrm>
            <a:off x="6940408" y="1692910"/>
            <a:ext cx="5230999" cy="819578"/>
            <a:chOff x="0" y="0"/>
            <a:chExt cx="5230998" cy="819577"/>
          </a:xfrm>
        </p:grpSpPr>
        <p:grpSp>
          <p:nvGrpSpPr>
            <p:cNvPr id="48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7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81" name="5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82" name="4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83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84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85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01" name="成组"/>
          <p:cNvGrpSpPr/>
          <p:nvPr/>
        </p:nvGrpSpPr>
        <p:grpSpPr>
          <a:xfrm>
            <a:off x="6940408" y="3646027"/>
            <a:ext cx="5230999" cy="819579"/>
            <a:chOff x="0" y="0"/>
            <a:chExt cx="5230998" cy="819577"/>
          </a:xfrm>
        </p:grpSpPr>
        <p:grpSp>
          <p:nvGrpSpPr>
            <p:cNvPr id="49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8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96" name="1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97" name="2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98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99" name="5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500" name="4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516" name="成组"/>
          <p:cNvGrpSpPr/>
          <p:nvPr/>
        </p:nvGrpSpPr>
        <p:grpSpPr>
          <a:xfrm>
            <a:off x="6940408" y="4662027"/>
            <a:ext cx="5230999" cy="819579"/>
            <a:chOff x="0" y="0"/>
            <a:chExt cx="5230998" cy="819577"/>
          </a:xfrm>
        </p:grpSpPr>
        <p:grpSp>
          <p:nvGrpSpPr>
            <p:cNvPr id="51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50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11" name="1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512" name="2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13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14" name="4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515" name="5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517" name="希尔排序：先增量3，再增量1"/>
          <p:cNvSpPr txBox="1"/>
          <p:nvPr/>
        </p:nvSpPr>
        <p:spPr>
          <a:xfrm>
            <a:off x="7437142" y="6215497"/>
            <a:ext cx="4134500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希尔排序：先增量3，再增量1</a:t>
            </a:r>
          </a:p>
        </p:txBody>
      </p:sp>
      <p:sp>
        <p:nvSpPr>
          <p:cNvPr id="518" name="直接插入排序：1次移动1个位置，慢慢…"/>
          <p:cNvSpPr txBox="1"/>
          <p:nvPr/>
        </p:nvSpPr>
        <p:spPr>
          <a:xfrm>
            <a:off x="885966" y="6919239"/>
            <a:ext cx="5353700" cy="119404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直接插入排序：1次移动1个位置，慢慢</a:t>
            </a:r>
          </a:p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向最终的位置靠拢</a:t>
            </a:r>
          </a:p>
        </p:txBody>
      </p:sp>
      <p:grpSp>
        <p:nvGrpSpPr>
          <p:cNvPr id="533" name="成组"/>
          <p:cNvGrpSpPr/>
          <p:nvPr/>
        </p:nvGrpSpPr>
        <p:grpSpPr>
          <a:xfrm>
            <a:off x="780908" y="1692910"/>
            <a:ext cx="5230999" cy="819578"/>
            <a:chOff x="0" y="0"/>
            <a:chExt cx="5230998" cy="819577"/>
          </a:xfrm>
        </p:grpSpPr>
        <p:grpSp>
          <p:nvGrpSpPr>
            <p:cNvPr id="527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519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0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1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2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3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4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5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6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28" name="5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529" name="4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530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31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32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256"/>
          <p:cNvSpPr txBox="1"/>
          <p:nvPr/>
        </p:nvSpPr>
        <p:spPr>
          <a:xfrm>
            <a:off x="991163" y="1338861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将数据序列分成若干子序列，分别对每个子序列进行插入排序。</a:t>
            </a:r>
          </a:p>
        </p:txBody>
      </p:sp>
      <p:sp>
        <p:nvSpPr>
          <p:cNvPr id="536" name="Shape 257"/>
          <p:cNvSpPr txBox="1"/>
          <p:nvPr/>
        </p:nvSpPr>
        <p:spPr>
          <a:xfrm>
            <a:off x="1820916" y="2218125"/>
            <a:ext cx="8033574" cy="3118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>
              <a:defRPr sz="3000"/>
            </a:pPr>
            <a:r>
              <a:t>例如：将 n 个数据分成 d 个子序列：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rPr>
                <a:solidFill>
                  <a:schemeClr val="accent1"/>
                </a:solidFill>
                <a:uFill>
                  <a:solidFill>
                    <a:srgbClr val="800000"/>
                  </a:solidFill>
                </a:uFill>
              </a:rPr>
              <a:t>1:</a:t>
            </a:r>
            <a:r>
              <a:t>  R[0]，   R[0+d]，   R[0+2d]，…，  R[0+kd] 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rPr>
                <a:solidFill>
                  <a:schemeClr val="accent1"/>
                </a:solidFill>
              </a:rPr>
              <a:t>2:</a:t>
            </a:r>
            <a:r>
              <a:t>  R[1]，   R[1+d]，   R[1+2d]，…，  R[1+kd] 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t>      …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rPr>
                <a:solidFill>
                  <a:schemeClr val="accent1"/>
                </a:solidFill>
              </a:rPr>
              <a:t>d:</a:t>
            </a:r>
            <a:r>
              <a:t>  R[d-1]，R[d-1+d]，R[d-1+2d]，…, R[d-1+kd]</a:t>
            </a:r>
          </a:p>
        </p:txBody>
      </p:sp>
      <p:sp>
        <p:nvSpPr>
          <p:cNvPr id="537" name="Shape 258"/>
          <p:cNvSpPr txBox="1"/>
          <p:nvPr/>
        </p:nvSpPr>
        <p:spPr>
          <a:xfrm>
            <a:off x="775263" y="5982546"/>
            <a:ext cx="11798303" cy="12912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其中，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d</a:t>
            </a:r>
            <a:r>
              <a:t> 称为增量，它的值在排序过程中从大到小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逐渐缩小</a:t>
            </a:r>
            <a:r>
              <a:t>，</a:t>
            </a:r>
          </a:p>
          <a:p>
            <a:pPr>
              <a:defRPr sz="3000"/>
            </a:pPr>
            <a:r>
              <a:t>直至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最后一趟</a:t>
            </a:r>
            <a:r>
              <a:t>排序减为 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1</a:t>
            </a:r>
            <a:r>
              <a:t>。</a:t>
            </a:r>
          </a:p>
        </p:txBody>
      </p:sp>
      <p:sp>
        <p:nvSpPr>
          <p:cNvPr id="538" name="Shape 259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希尔排序的基本思想</a:t>
            </a:r>
          </a:p>
        </p:txBody>
      </p:sp>
      <p:sp>
        <p:nvSpPr>
          <p:cNvPr id="539" name="线条"/>
          <p:cNvSpPr/>
          <p:nvPr/>
        </p:nvSpPr>
        <p:spPr>
          <a:xfrm flipV="1">
            <a:off x="7211066" y="3269890"/>
            <a:ext cx="942443" cy="1613624"/>
          </a:xfrm>
          <a:prstGeom prst="line">
            <a:avLst/>
          </a:prstGeom>
          <a:ln w="25400">
            <a:solidFill>
              <a:schemeClr val="accent5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40" name="线条"/>
          <p:cNvSpPr/>
          <p:nvPr/>
        </p:nvSpPr>
        <p:spPr>
          <a:xfrm flipV="1">
            <a:off x="4889926" y="3320590"/>
            <a:ext cx="942443" cy="1613623"/>
          </a:xfrm>
          <a:prstGeom prst="line">
            <a:avLst/>
          </a:prstGeom>
          <a:ln w="25400">
            <a:solidFill>
              <a:schemeClr val="accent5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41" name="线条"/>
          <p:cNvSpPr/>
          <p:nvPr/>
        </p:nvSpPr>
        <p:spPr>
          <a:xfrm flipV="1">
            <a:off x="2947749" y="3295290"/>
            <a:ext cx="942443" cy="1613624"/>
          </a:xfrm>
          <a:prstGeom prst="line">
            <a:avLst/>
          </a:prstGeom>
          <a:ln w="25400">
            <a:solidFill>
              <a:schemeClr val="accent5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" grpId="2" animBg="1" advAuto="0"/>
      <p:bldP spid="539" grpId="3" animBg="1" advAuto="0"/>
      <p:bldP spid="541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261"/>
          <p:cNvSpPr txBox="1"/>
          <p:nvPr/>
        </p:nvSpPr>
        <p:spPr>
          <a:xfrm>
            <a:off x="2406791" y="1496906"/>
            <a:ext cx="648796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d=5</a:t>
            </a:r>
          </a:p>
        </p:txBody>
      </p:sp>
      <p:grpSp>
        <p:nvGrpSpPr>
          <p:cNvPr id="558" name="Group 276"/>
          <p:cNvGrpSpPr/>
          <p:nvPr/>
        </p:nvGrpSpPr>
        <p:grpSpPr>
          <a:xfrm>
            <a:off x="1657489" y="2580356"/>
            <a:ext cx="10241285" cy="930209"/>
            <a:chOff x="0" y="0"/>
            <a:chExt cx="10241284" cy="930207"/>
          </a:xfrm>
        </p:grpSpPr>
        <p:grpSp>
          <p:nvGrpSpPr>
            <p:cNvPr id="548" name="Group 266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544" name="Shape 262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5" name="Shape 263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6" name="Shape 264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7" name="Shape 265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49" name="Shape 267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0" name="Shape 268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1" name="Shape 269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2" name="Shape 270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3" name="Shape 271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4" name="Shape 272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5" name="Shape 273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6" name="Shape 274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7" name="Shape 275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59" name="Shape 277"/>
          <p:cNvSpPr txBox="1"/>
          <p:nvPr/>
        </p:nvSpPr>
        <p:spPr>
          <a:xfrm>
            <a:off x="1553633" y="21175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  <p:sp>
        <p:nvSpPr>
          <p:cNvPr id="560" name="Shape 278"/>
          <p:cNvSpPr txBox="1"/>
          <p:nvPr/>
        </p:nvSpPr>
        <p:spPr>
          <a:xfrm>
            <a:off x="3806895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561" name="Shape 279"/>
          <p:cNvSpPr txBox="1"/>
          <p:nvPr/>
        </p:nvSpPr>
        <p:spPr>
          <a:xfrm>
            <a:off x="4927600" y="268675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562" name="Shape 280"/>
          <p:cNvSpPr txBox="1"/>
          <p:nvPr/>
        </p:nvSpPr>
        <p:spPr>
          <a:xfrm>
            <a:off x="5958558" y="268675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563" name="Shape 281"/>
          <p:cNvSpPr txBox="1"/>
          <p:nvPr/>
        </p:nvSpPr>
        <p:spPr>
          <a:xfrm>
            <a:off x="6981331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564" name="Shape 282"/>
          <p:cNvSpPr txBox="1"/>
          <p:nvPr/>
        </p:nvSpPr>
        <p:spPr>
          <a:xfrm>
            <a:off x="8123766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565" name="Shape 283"/>
          <p:cNvSpPr txBox="1"/>
          <p:nvPr/>
        </p:nvSpPr>
        <p:spPr>
          <a:xfrm>
            <a:off x="9038166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66" name="Shape 284"/>
          <p:cNvSpPr txBox="1"/>
          <p:nvPr/>
        </p:nvSpPr>
        <p:spPr>
          <a:xfrm>
            <a:off x="9952566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567" name="Shape 285"/>
          <p:cNvSpPr txBox="1"/>
          <p:nvPr/>
        </p:nvSpPr>
        <p:spPr>
          <a:xfrm>
            <a:off x="11076940" y="2686754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568" name="Shape 286"/>
          <p:cNvSpPr/>
          <p:nvPr/>
        </p:nvSpPr>
        <p:spPr>
          <a:xfrm>
            <a:off x="1759091" y="268675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69" name="Shape 287"/>
          <p:cNvSpPr/>
          <p:nvPr/>
        </p:nvSpPr>
        <p:spPr>
          <a:xfrm>
            <a:off x="2781300" y="2686754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570" name="Shape 288"/>
          <p:cNvSpPr txBox="1"/>
          <p:nvPr/>
        </p:nvSpPr>
        <p:spPr>
          <a:xfrm>
            <a:off x="767643" y="1496906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第1趟</a:t>
            </a:r>
          </a:p>
        </p:txBody>
      </p:sp>
      <p:grpSp>
        <p:nvGrpSpPr>
          <p:cNvPr id="585" name="Group 303"/>
          <p:cNvGrpSpPr/>
          <p:nvPr/>
        </p:nvGrpSpPr>
        <p:grpSpPr>
          <a:xfrm>
            <a:off x="1657489" y="4531076"/>
            <a:ext cx="10241285" cy="927951"/>
            <a:chOff x="0" y="0"/>
            <a:chExt cx="10241284" cy="927950"/>
          </a:xfrm>
        </p:grpSpPr>
        <p:grpSp>
          <p:nvGrpSpPr>
            <p:cNvPr id="575" name="Group 293"/>
            <p:cNvGrpSpPr/>
            <p:nvPr/>
          </p:nvGrpSpPr>
          <p:grpSpPr>
            <a:xfrm>
              <a:off x="-1" y="-1"/>
              <a:ext cx="10241285" cy="927952"/>
              <a:chOff x="0" y="0"/>
              <a:chExt cx="10241284" cy="927950"/>
            </a:xfrm>
          </p:grpSpPr>
          <p:sp>
            <p:nvSpPr>
              <p:cNvPr id="571" name="Shape 289"/>
              <p:cNvSpPr/>
              <p:nvPr/>
            </p:nvSpPr>
            <p:spPr>
              <a:xfrm>
                <a:off x="0" y="923434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2" name="Shape 290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3" name="Shape 291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4" name="Shape 292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76" name="Shape 294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7" name="Shape 295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8" name="Shape 296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9" name="Shape 297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0" name="Shape 298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1" name="Shape 299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2" name="Shape 300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3" name="Shape 301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4" name="Shape 302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86" name="Shape 305"/>
          <p:cNvSpPr txBox="1"/>
          <p:nvPr/>
        </p:nvSpPr>
        <p:spPr>
          <a:xfrm>
            <a:off x="3806895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87" name="Shape 306"/>
          <p:cNvSpPr txBox="1"/>
          <p:nvPr/>
        </p:nvSpPr>
        <p:spPr>
          <a:xfrm>
            <a:off x="4927600" y="4645659"/>
            <a:ext cx="7054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588" name="Shape 307"/>
          <p:cNvSpPr txBox="1"/>
          <p:nvPr/>
        </p:nvSpPr>
        <p:spPr>
          <a:xfrm>
            <a:off x="6060158" y="4645659"/>
            <a:ext cx="4387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589" name="Shape 308"/>
          <p:cNvSpPr txBox="1"/>
          <p:nvPr/>
        </p:nvSpPr>
        <p:spPr>
          <a:xfrm>
            <a:off x="6981331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90" name="Shape 309"/>
          <p:cNvSpPr txBox="1"/>
          <p:nvPr/>
        </p:nvSpPr>
        <p:spPr>
          <a:xfrm>
            <a:off x="8123766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591" name="Shape 310"/>
          <p:cNvSpPr txBox="1"/>
          <p:nvPr/>
        </p:nvSpPr>
        <p:spPr>
          <a:xfrm>
            <a:off x="9038166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592" name="Shape 311"/>
          <p:cNvSpPr txBox="1"/>
          <p:nvPr/>
        </p:nvSpPr>
        <p:spPr>
          <a:xfrm>
            <a:off x="9952566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593" name="Shape 312"/>
          <p:cNvSpPr txBox="1"/>
          <p:nvPr/>
        </p:nvSpPr>
        <p:spPr>
          <a:xfrm>
            <a:off x="10975340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594" name="Shape 313"/>
          <p:cNvSpPr/>
          <p:nvPr/>
        </p:nvSpPr>
        <p:spPr>
          <a:xfrm>
            <a:off x="1759091" y="4645659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595" name="Shape 314"/>
          <p:cNvSpPr/>
          <p:nvPr/>
        </p:nvSpPr>
        <p:spPr>
          <a:xfrm>
            <a:off x="2781300" y="4645659"/>
            <a:ext cx="705499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596" name="Shape 315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597" name="Shape 277"/>
          <p:cNvSpPr txBox="1"/>
          <p:nvPr/>
        </p:nvSpPr>
        <p:spPr>
          <a:xfrm>
            <a:off x="1579033" y="40479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317"/>
          <p:cNvSpPr txBox="1"/>
          <p:nvPr/>
        </p:nvSpPr>
        <p:spPr>
          <a:xfrm>
            <a:off x="2302933" y="1611206"/>
            <a:ext cx="648796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d=3</a:t>
            </a:r>
          </a:p>
        </p:txBody>
      </p:sp>
      <p:sp>
        <p:nvSpPr>
          <p:cNvPr id="600" name="Shape 318"/>
          <p:cNvSpPr txBox="1"/>
          <p:nvPr/>
        </p:nvSpPr>
        <p:spPr>
          <a:xfrm>
            <a:off x="356727" y="1600764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第2趟</a:t>
            </a:r>
          </a:p>
        </p:txBody>
      </p:sp>
      <p:grpSp>
        <p:nvGrpSpPr>
          <p:cNvPr id="615" name="Group 333"/>
          <p:cNvGrpSpPr/>
          <p:nvPr/>
        </p:nvGrpSpPr>
        <p:grpSpPr>
          <a:xfrm>
            <a:off x="1632089" y="2623536"/>
            <a:ext cx="10241285" cy="930209"/>
            <a:chOff x="0" y="0"/>
            <a:chExt cx="10241284" cy="930207"/>
          </a:xfrm>
        </p:grpSpPr>
        <p:grpSp>
          <p:nvGrpSpPr>
            <p:cNvPr id="605" name="Group 323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601" name="Shape 319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2" name="Shape 320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3" name="Shape 321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4" name="Shape 322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06" name="Shape 324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7" name="Shape 325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8" name="Shape 326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9" name="Shape 327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0" name="Shape 328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1" name="Shape 329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2" name="Shape 330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3" name="Shape 331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4" name="Shape 332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16" name="Shape 335"/>
          <p:cNvSpPr txBox="1"/>
          <p:nvPr/>
        </p:nvSpPr>
        <p:spPr>
          <a:xfrm>
            <a:off x="3781495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17" name="Shape 336"/>
          <p:cNvSpPr txBox="1"/>
          <p:nvPr/>
        </p:nvSpPr>
        <p:spPr>
          <a:xfrm>
            <a:off x="4902200" y="278073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618" name="Shape 337"/>
          <p:cNvSpPr txBox="1"/>
          <p:nvPr/>
        </p:nvSpPr>
        <p:spPr>
          <a:xfrm>
            <a:off x="6047458" y="2780734"/>
            <a:ext cx="4387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619" name="Shape 338"/>
          <p:cNvSpPr txBox="1"/>
          <p:nvPr/>
        </p:nvSpPr>
        <p:spPr>
          <a:xfrm>
            <a:off x="6955931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20" name="Shape 339"/>
          <p:cNvSpPr txBox="1"/>
          <p:nvPr/>
        </p:nvSpPr>
        <p:spPr>
          <a:xfrm>
            <a:off x="8098366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21" name="Shape 340"/>
          <p:cNvSpPr txBox="1"/>
          <p:nvPr/>
        </p:nvSpPr>
        <p:spPr>
          <a:xfrm>
            <a:off x="9012766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622" name="Shape 341"/>
          <p:cNvSpPr txBox="1"/>
          <p:nvPr/>
        </p:nvSpPr>
        <p:spPr>
          <a:xfrm>
            <a:off x="9927166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623" name="Shape 342"/>
          <p:cNvSpPr txBox="1"/>
          <p:nvPr/>
        </p:nvSpPr>
        <p:spPr>
          <a:xfrm>
            <a:off x="10949940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624" name="Shape 343"/>
          <p:cNvSpPr/>
          <p:nvPr/>
        </p:nvSpPr>
        <p:spPr>
          <a:xfrm>
            <a:off x="1733691" y="278073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625" name="Shape 344"/>
          <p:cNvSpPr/>
          <p:nvPr/>
        </p:nvSpPr>
        <p:spPr>
          <a:xfrm>
            <a:off x="2755900" y="2780734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grpSp>
        <p:nvGrpSpPr>
          <p:cNvPr id="640" name="Group 359"/>
          <p:cNvGrpSpPr/>
          <p:nvPr/>
        </p:nvGrpSpPr>
        <p:grpSpPr>
          <a:xfrm>
            <a:off x="1632089" y="4978398"/>
            <a:ext cx="10241285" cy="933878"/>
            <a:chOff x="0" y="0"/>
            <a:chExt cx="10241284" cy="933876"/>
          </a:xfrm>
        </p:grpSpPr>
        <p:grpSp>
          <p:nvGrpSpPr>
            <p:cNvPr id="630" name="Group 349"/>
            <p:cNvGrpSpPr/>
            <p:nvPr/>
          </p:nvGrpSpPr>
          <p:grpSpPr>
            <a:xfrm>
              <a:off x="-1" y="-1"/>
              <a:ext cx="10241285" cy="933878"/>
              <a:chOff x="0" y="0"/>
              <a:chExt cx="10241284" cy="933876"/>
            </a:xfrm>
          </p:grpSpPr>
          <p:sp>
            <p:nvSpPr>
              <p:cNvPr id="626" name="Shape 345"/>
              <p:cNvSpPr/>
              <p:nvPr/>
            </p:nvSpPr>
            <p:spPr>
              <a:xfrm>
                <a:off x="0" y="931618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7" name="Shape 346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8" name="Shape 347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9" name="Shape 348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31" name="Shape 350"/>
            <p:cNvSpPr/>
            <p:nvPr/>
          </p:nvSpPr>
          <p:spPr>
            <a:xfrm>
              <a:off x="1024804" y="-1"/>
              <a:ext cx="2261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2" name="Shape 351"/>
            <p:cNvSpPr/>
            <p:nvPr/>
          </p:nvSpPr>
          <p:spPr>
            <a:xfrm>
              <a:off x="2049610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3" name="Shape 352"/>
            <p:cNvSpPr/>
            <p:nvPr/>
          </p:nvSpPr>
          <p:spPr>
            <a:xfrm>
              <a:off x="3072158" y="-1"/>
              <a:ext cx="2259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4" name="Shape 353"/>
            <p:cNvSpPr/>
            <p:nvPr/>
          </p:nvSpPr>
          <p:spPr>
            <a:xfrm>
              <a:off x="4096963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5" name="Shape 354"/>
            <p:cNvSpPr/>
            <p:nvPr/>
          </p:nvSpPr>
          <p:spPr>
            <a:xfrm>
              <a:off x="5223346" y="-1"/>
              <a:ext cx="2261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6" name="Shape 355"/>
            <p:cNvSpPr/>
            <p:nvPr/>
          </p:nvSpPr>
          <p:spPr>
            <a:xfrm>
              <a:off x="6245895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7" name="Shape 356"/>
            <p:cNvSpPr/>
            <p:nvPr/>
          </p:nvSpPr>
          <p:spPr>
            <a:xfrm>
              <a:off x="7270700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8" name="Shape 357"/>
            <p:cNvSpPr/>
            <p:nvPr/>
          </p:nvSpPr>
          <p:spPr>
            <a:xfrm>
              <a:off x="8191669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9" name="Shape 358"/>
            <p:cNvSpPr/>
            <p:nvPr/>
          </p:nvSpPr>
          <p:spPr>
            <a:xfrm>
              <a:off x="9216474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41" name="Shape 361"/>
          <p:cNvSpPr txBox="1"/>
          <p:nvPr/>
        </p:nvSpPr>
        <p:spPr>
          <a:xfrm>
            <a:off x="3781495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42" name="Shape 362"/>
          <p:cNvSpPr txBox="1"/>
          <p:nvPr/>
        </p:nvSpPr>
        <p:spPr>
          <a:xfrm>
            <a:off x="4902200" y="512261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43" name="Shape 363"/>
          <p:cNvSpPr txBox="1"/>
          <p:nvPr/>
        </p:nvSpPr>
        <p:spPr>
          <a:xfrm>
            <a:off x="5933158" y="512261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644" name="Shape 364"/>
          <p:cNvSpPr txBox="1"/>
          <p:nvPr/>
        </p:nvSpPr>
        <p:spPr>
          <a:xfrm>
            <a:off x="6955931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45" name="Shape 365"/>
          <p:cNvSpPr txBox="1"/>
          <p:nvPr/>
        </p:nvSpPr>
        <p:spPr>
          <a:xfrm>
            <a:off x="8098366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646" name="Shape 366"/>
          <p:cNvSpPr txBox="1"/>
          <p:nvPr/>
        </p:nvSpPr>
        <p:spPr>
          <a:xfrm>
            <a:off x="9012766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647" name="Shape 367"/>
          <p:cNvSpPr txBox="1"/>
          <p:nvPr/>
        </p:nvSpPr>
        <p:spPr>
          <a:xfrm>
            <a:off x="9927166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648" name="Shape 368"/>
          <p:cNvSpPr txBox="1"/>
          <p:nvPr/>
        </p:nvSpPr>
        <p:spPr>
          <a:xfrm>
            <a:off x="10949940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649" name="Shape 369"/>
          <p:cNvSpPr/>
          <p:nvPr/>
        </p:nvSpPr>
        <p:spPr>
          <a:xfrm>
            <a:off x="1733691" y="512261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650" name="Shape 370"/>
          <p:cNvSpPr/>
          <p:nvPr/>
        </p:nvSpPr>
        <p:spPr>
          <a:xfrm>
            <a:off x="2882900" y="5122614"/>
            <a:ext cx="4387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651" name="Shape 371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652" name="Shape 277"/>
          <p:cNvSpPr txBox="1"/>
          <p:nvPr/>
        </p:nvSpPr>
        <p:spPr>
          <a:xfrm>
            <a:off x="1553633" y="21175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  <p:sp>
        <p:nvSpPr>
          <p:cNvPr id="653" name="Shape 277"/>
          <p:cNvSpPr txBox="1"/>
          <p:nvPr/>
        </p:nvSpPr>
        <p:spPr>
          <a:xfrm>
            <a:off x="1502833" y="45051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373"/>
          <p:cNvSpPr txBox="1"/>
          <p:nvPr/>
        </p:nvSpPr>
        <p:spPr>
          <a:xfrm>
            <a:off x="2302933" y="1598506"/>
            <a:ext cx="648796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d=1</a:t>
            </a:r>
          </a:p>
        </p:txBody>
      </p:sp>
      <p:sp>
        <p:nvSpPr>
          <p:cNvPr id="656" name="Shape 374"/>
          <p:cNvSpPr txBox="1"/>
          <p:nvPr/>
        </p:nvSpPr>
        <p:spPr>
          <a:xfrm>
            <a:off x="356727" y="1600764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第3趟</a:t>
            </a:r>
          </a:p>
        </p:txBody>
      </p:sp>
      <p:grpSp>
        <p:nvGrpSpPr>
          <p:cNvPr id="671" name="Group 389"/>
          <p:cNvGrpSpPr/>
          <p:nvPr/>
        </p:nvGrpSpPr>
        <p:grpSpPr>
          <a:xfrm>
            <a:off x="1606689" y="2784967"/>
            <a:ext cx="10241285" cy="930209"/>
            <a:chOff x="0" y="0"/>
            <a:chExt cx="10241284" cy="930207"/>
          </a:xfrm>
        </p:grpSpPr>
        <p:grpSp>
          <p:nvGrpSpPr>
            <p:cNvPr id="661" name="Group 379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657" name="Shape 375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8" name="Shape 376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9" name="Shape 377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0" name="Shape 378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62" name="Shape 380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3" name="Shape 381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4" name="Shape 382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5" name="Shape 383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6" name="Shape 384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7" name="Shape 385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8" name="Shape 386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9" name="Shape 387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0" name="Shape 388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72" name="Shape 391"/>
          <p:cNvSpPr txBox="1"/>
          <p:nvPr/>
        </p:nvSpPr>
        <p:spPr>
          <a:xfrm>
            <a:off x="3756095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73" name="Shape 392"/>
          <p:cNvSpPr txBox="1"/>
          <p:nvPr/>
        </p:nvSpPr>
        <p:spPr>
          <a:xfrm>
            <a:off x="4838700" y="2898421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74" name="Shape 393"/>
          <p:cNvSpPr txBox="1"/>
          <p:nvPr/>
        </p:nvSpPr>
        <p:spPr>
          <a:xfrm>
            <a:off x="5907758" y="2898421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675" name="Shape 394"/>
          <p:cNvSpPr txBox="1"/>
          <p:nvPr/>
        </p:nvSpPr>
        <p:spPr>
          <a:xfrm>
            <a:off x="6981331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76" name="Shape 395"/>
          <p:cNvSpPr txBox="1"/>
          <p:nvPr/>
        </p:nvSpPr>
        <p:spPr>
          <a:xfrm>
            <a:off x="8022166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677" name="Shape 396"/>
          <p:cNvSpPr txBox="1"/>
          <p:nvPr/>
        </p:nvSpPr>
        <p:spPr>
          <a:xfrm>
            <a:off x="8987366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678" name="Shape 397"/>
          <p:cNvSpPr txBox="1"/>
          <p:nvPr/>
        </p:nvSpPr>
        <p:spPr>
          <a:xfrm>
            <a:off x="9901766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679" name="Shape 398"/>
          <p:cNvSpPr txBox="1"/>
          <p:nvPr/>
        </p:nvSpPr>
        <p:spPr>
          <a:xfrm>
            <a:off x="10924540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680" name="Shape 399"/>
          <p:cNvSpPr txBox="1"/>
          <p:nvPr/>
        </p:nvSpPr>
        <p:spPr>
          <a:xfrm>
            <a:off x="1708291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681" name="Shape 400"/>
          <p:cNvSpPr txBox="1"/>
          <p:nvPr/>
        </p:nvSpPr>
        <p:spPr>
          <a:xfrm>
            <a:off x="2870200" y="2898421"/>
            <a:ext cx="4387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</a:t>
            </a:r>
          </a:p>
        </p:txBody>
      </p:sp>
      <p:grpSp>
        <p:nvGrpSpPr>
          <p:cNvPr id="696" name="Group 415"/>
          <p:cNvGrpSpPr/>
          <p:nvPr/>
        </p:nvGrpSpPr>
        <p:grpSpPr>
          <a:xfrm>
            <a:off x="1606689" y="4570869"/>
            <a:ext cx="10241285" cy="930209"/>
            <a:chOff x="0" y="0"/>
            <a:chExt cx="10241284" cy="930207"/>
          </a:xfrm>
        </p:grpSpPr>
        <p:grpSp>
          <p:nvGrpSpPr>
            <p:cNvPr id="686" name="Group 405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682" name="Shape 401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3" name="Shape 402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4" name="Shape 403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5" name="Shape 404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87" name="Shape 406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8" name="Shape 407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9" name="Shape 408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0" name="Shape 409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1" name="Shape 410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2" name="Shape 411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3" name="Shape 412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4" name="Shape 413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5" name="Shape 414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97" name="Shape 417"/>
          <p:cNvSpPr txBox="1"/>
          <p:nvPr/>
        </p:nvSpPr>
        <p:spPr>
          <a:xfrm>
            <a:off x="3832295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698" name="Shape 418"/>
          <p:cNvSpPr txBox="1"/>
          <p:nvPr/>
        </p:nvSpPr>
        <p:spPr>
          <a:xfrm>
            <a:off x="4838700" y="467162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99" name="Shape 419"/>
          <p:cNvSpPr txBox="1"/>
          <p:nvPr/>
        </p:nvSpPr>
        <p:spPr>
          <a:xfrm>
            <a:off x="5907758" y="467162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700" name="Shape 420"/>
          <p:cNvSpPr txBox="1"/>
          <p:nvPr/>
        </p:nvSpPr>
        <p:spPr>
          <a:xfrm>
            <a:off x="6994031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701" name="Shape 421"/>
          <p:cNvSpPr txBox="1"/>
          <p:nvPr/>
        </p:nvSpPr>
        <p:spPr>
          <a:xfrm>
            <a:off x="7984066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702" name="Shape 422"/>
          <p:cNvSpPr txBox="1"/>
          <p:nvPr/>
        </p:nvSpPr>
        <p:spPr>
          <a:xfrm>
            <a:off x="8949266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703" name="Shape 423"/>
          <p:cNvSpPr txBox="1"/>
          <p:nvPr/>
        </p:nvSpPr>
        <p:spPr>
          <a:xfrm>
            <a:off x="10924540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704" name="Shape 424"/>
          <p:cNvSpPr txBox="1"/>
          <p:nvPr/>
        </p:nvSpPr>
        <p:spPr>
          <a:xfrm>
            <a:off x="9899508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705" name="Shape 425"/>
          <p:cNvSpPr txBox="1"/>
          <p:nvPr/>
        </p:nvSpPr>
        <p:spPr>
          <a:xfrm>
            <a:off x="1847991" y="4671624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706" name="Shape 426"/>
          <p:cNvSpPr txBox="1"/>
          <p:nvPr/>
        </p:nvSpPr>
        <p:spPr>
          <a:xfrm>
            <a:off x="2730500" y="467162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707" name="Shape 427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708" name="Shape 277"/>
          <p:cNvSpPr txBox="1"/>
          <p:nvPr/>
        </p:nvSpPr>
        <p:spPr>
          <a:xfrm>
            <a:off x="1553633" y="22826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  <p:sp>
        <p:nvSpPr>
          <p:cNvPr id="709" name="Shape 277"/>
          <p:cNvSpPr txBox="1"/>
          <p:nvPr/>
        </p:nvSpPr>
        <p:spPr>
          <a:xfrm>
            <a:off x="1553633" y="40479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hape 738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712" name="public static &lt;T&gt; T[] shellSort(T[] a) {…"/>
          <p:cNvSpPr txBox="1"/>
          <p:nvPr/>
        </p:nvSpPr>
        <p:spPr>
          <a:xfrm>
            <a:off x="838726" y="1413954"/>
            <a:ext cx="11393514" cy="59096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shellSort(T[]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</a:t>
            </a:r>
            <a:r>
              <a:rPr>
                <a:solidFill>
                  <a:srgbClr val="7E504F"/>
                </a:solidFill>
              </a:rPr>
              <a:t>d</a:t>
            </a:r>
            <a:r>
              <a:t> &gt;&gt;&gt;= 1) &gt;= 1) </a:t>
            </a:r>
            <a:r>
              <a:rPr>
                <a:solidFill>
                  <a:srgbClr val="4E9072"/>
                </a:solidFill>
              </a:rPr>
              <a:t>// d = d/2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shellSort(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d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shellSort(T[]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d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d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&gt;= 0 &amp;&amp; ((Comparable&lt;T&gt;) </a:t>
            </a:r>
            <a:r>
              <a:rPr>
                <a:solidFill>
                  <a:srgbClr val="7E504F"/>
                </a:solidFill>
              </a:rPr>
              <a:t>e</a:t>
            </a:r>
            <a:r>
              <a:t>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-= </a:t>
            </a:r>
            <a:r>
              <a:rPr>
                <a:solidFill>
                  <a:srgbClr val="7E504F"/>
                </a:solidFill>
              </a:rPr>
              <a:t>d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</a:t>
            </a:r>
            <a:r>
              <a:rPr>
                <a:solidFill>
                  <a:srgbClr val="7E504F"/>
                </a:solidFill>
              </a:rPr>
              <a:t>d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</a:t>
            </a:r>
            <a:r>
              <a:rPr>
                <a:solidFill>
                  <a:srgbClr val="7E504F"/>
                </a:solidFill>
              </a:rPr>
              <a:t>d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44"/>
          <p:cNvSpPr txBox="1"/>
          <p:nvPr/>
        </p:nvSpPr>
        <p:spPr>
          <a:xfrm>
            <a:off x="347927" y="1490145"/>
            <a:ext cx="10464802" cy="391632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1、增量序列影响算法性能。</a:t>
            </a:r>
          </a:p>
          <a:p>
            <a:pPr>
              <a:defRPr sz="3000"/>
            </a:pPr>
            <a:r>
              <a:t>2、增量序列可以有各种取法，但最后的增量必须是1。</a:t>
            </a:r>
          </a:p>
          <a:p>
            <a:pPr>
              <a:defRPr sz="3000"/>
            </a:pPr>
            <a:r>
              <a:t>3、常用的增量序列：</a:t>
            </a:r>
          </a:p>
          <a:p>
            <a:pPr>
              <a:defRPr sz="3000"/>
            </a:pPr>
            <a:r>
              <a:t>   a、Shell: n/2 , n/4,…,1</a:t>
            </a:r>
          </a:p>
          <a:p>
            <a:pPr>
              <a:defRPr sz="3000"/>
            </a:pPr>
            <a:r>
              <a:t>   b、Hibbard: h</a:t>
            </a:r>
            <a:r>
              <a:rPr baseline="-6000"/>
              <a:t>i</a:t>
            </a:r>
            <a:r>
              <a:t> = 2</a:t>
            </a:r>
            <a:r>
              <a:rPr baseline="32000"/>
              <a:t>i</a:t>
            </a:r>
            <a:r>
              <a:t> - 1</a:t>
            </a:r>
          </a:p>
          <a:p>
            <a:pPr>
              <a:defRPr sz="3000"/>
            </a:pPr>
            <a:r>
              <a:t>   c、Knuth:   h</a:t>
            </a:r>
            <a:r>
              <a:rPr baseline="-6000"/>
              <a:t>i</a:t>
            </a:r>
            <a:r>
              <a:t> = (3</a:t>
            </a:r>
            <a:r>
              <a:rPr baseline="32000"/>
              <a:t>i</a:t>
            </a:r>
            <a:r>
              <a:t> - 1)/2</a:t>
            </a:r>
          </a:p>
        </p:txBody>
      </p:sp>
      <p:sp>
        <p:nvSpPr>
          <p:cNvPr id="715" name="Shape 747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希尔排序性能分析</a:t>
            </a:r>
          </a:p>
        </p:txBody>
      </p:sp>
      <p:sp>
        <p:nvSpPr>
          <p:cNvPr id="716" name="Shape 746"/>
          <p:cNvSpPr txBox="1"/>
          <p:nvPr/>
        </p:nvSpPr>
        <p:spPr>
          <a:xfrm>
            <a:off x="274562" y="5900935"/>
            <a:ext cx="12663198" cy="16884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rPr>
                <a:solidFill>
                  <a:schemeClr val="accent1"/>
                </a:solidFill>
              </a:rPr>
              <a:t>非稳定算法</a:t>
            </a:r>
            <a:r>
              <a:t>，最好情况的复杂度是nlogn，最坏情况的复杂度与增量有关。</a:t>
            </a:r>
          </a:p>
          <a:p>
            <a:pPr marL="1062990" lvl="2" indent="-300990">
              <a:buSzPct val="60000"/>
              <a:buBlip>
                <a:blip r:embed="rId1"/>
              </a:buBlip>
              <a:defRPr sz="3000"/>
            </a:pPr>
            <a:r>
              <a:t>Shell: O(n</a:t>
            </a:r>
            <a:r>
              <a:rPr baseline="32000"/>
              <a:t>2</a:t>
            </a:r>
            <a:r>
              <a:t>)</a:t>
            </a:r>
          </a:p>
          <a:p>
            <a:pPr marL="1062990" lvl="2" indent="-300990">
              <a:buSzPct val="60000"/>
              <a:buBlip>
                <a:blip r:embed="rId1"/>
              </a:buBlip>
              <a:defRPr sz="3000"/>
            </a:pPr>
            <a:r>
              <a:t>Hibbard: O(n</a:t>
            </a:r>
            <a:r>
              <a:rPr baseline="32000"/>
              <a:t>3/2</a:t>
            </a:r>
            <a:r>
              <a:t>) 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749"/>
          <p:cNvSpPr txBox="1"/>
          <p:nvPr/>
        </p:nvSpPr>
        <p:spPr>
          <a:xfrm>
            <a:off x="1587216" y="1393048"/>
            <a:ext cx="10306003" cy="264349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用希尔排序对数组{98，36，47，23，1，8，10，7}</a:t>
            </a:r>
          </a:p>
          <a:p>
            <a:pPr marR="57785" defTabSz="1295400">
              <a:lnSpc>
                <a:spcPct val="14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进行排序，给出的增量依次是4，2，1，则排序需</a:t>
            </a:r>
            <a:r>
              <a:rPr u="sng"/>
              <a:t>     </a:t>
            </a:r>
            <a:r>
              <a:t>趟，</a:t>
            </a:r>
          </a:p>
          <a:p>
            <a:pPr marR="57785" defTabSz="1295400">
              <a:lnSpc>
                <a:spcPct val="14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写出第一趟结束后，数组中数据的排列次序</a:t>
            </a:r>
          </a:p>
        </p:txBody>
      </p:sp>
      <p:sp>
        <p:nvSpPr>
          <p:cNvPr id="719" name="Shape 750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课堂练习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基于交换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基于交换的排序</a:t>
            </a:r>
          </a:p>
        </p:txBody>
      </p:sp>
      <p:sp>
        <p:nvSpPr>
          <p:cNvPr id="722" name="初始时，有序序列为空"/>
          <p:cNvSpPr txBox="1"/>
          <p:nvPr/>
        </p:nvSpPr>
        <p:spPr>
          <a:xfrm>
            <a:off x="960430" y="1484477"/>
            <a:ext cx="4617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初始时，有序序列为空</a:t>
            </a:r>
          </a:p>
        </p:txBody>
      </p:sp>
      <p:grpSp>
        <p:nvGrpSpPr>
          <p:cNvPr id="725" name="成组"/>
          <p:cNvGrpSpPr/>
          <p:nvPr/>
        </p:nvGrpSpPr>
        <p:grpSpPr>
          <a:xfrm>
            <a:off x="975719" y="3140710"/>
            <a:ext cx="5138703" cy="1041401"/>
            <a:chOff x="0" y="0"/>
            <a:chExt cx="5138702" cy="1041400"/>
          </a:xfrm>
        </p:grpSpPr>
        <p:sp>
          <p:nvSpPr>
            <p:cNvPr id="723" name="矩形"/>
            <p:cNvSpPr/>
            <p:nvPr/>
          </p:nvSpPr>
          <p:spPr>
            <a:xfrm>
              <a:off x="0" y="0"/>
              <a:ext cx="5138703" cy="1041400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24" name="有序序列R[0…i-1]"/>
            <p:cNvSpPr txBox="1"/>
            <p:nvPr/>
          </p:nvSpPr>
          <p:spPr>
            <a:xfrm>
              <a:off x="446927" y="195965"/>
              <a:ext cx="4244848" cy="7500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有序序列R[0…i-1]</a:t>
              </a:r>
            </a:p>
          </p:txBody>
        </p:sp>
      </p:grpSp>
      <p:grpSp>
        <p:nvGrpSpPr>
          <p:cNvPr id="728" name="成组"/>
          <p:cNvGrpSpPr/>
          <p:nvPr/>
        </p:nvGrpSpPr>
        <p:grpSpPr>
          <a:xfrm>
            <a:off x="6123055" y="3142873"/>
            <a:ext cx="5842001" cy="1041401"/>
            <a:chOff x="0" y="0"/>
            <a:chExt cx="5842000" cy="1041400"/>
          </a:xfrm>
        </p:grpSpPr>
        <p:sp>
          <p:nvSpPr>
            <p:cNvPr id="726" name="矩形"/>
            <p:cNvSpPr/>
            <p:nvPr/>
          </p:nvSpPr>
          <p:spPr>
            <a:xfrm>
              <a:off x="0" y="0"/>
              <a:ext cx="5842000" cy="10414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27" name="无序序列 R[i…n]"/>
            <p:cNvSpPr txBox="1"/>
            <p:nvPr/>
          </p:nvSpPr>
          <p:spPr>
            <a:xfrm>
              <a:off x="401998" y="139090"/>
              <a:ext cx="5038004" cy="81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R[i…n]</a:t>
              </a:r>
            </a:p>
          </p:txBody>
        </p:sp>
      </p:grpSp>
      <p:sp>
        <p:nvSpPr>
          <p:cNvPr id="729" name="min(R[i...n])"/>
          <p:cNvSpPr txBox="1"/>
          <p:nvPr/>
        </p:nvSpPr>
        <p:spPr>
          <a:xfrm>
            <a:off x="7365675" y="5842170"/>
            <a:ext cx="3792422" cy="116453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min(R[i...n])</a:t>
            </a:r>
          </a:p>
        </p:txBody>
      </p:sp>
      <p:sp>
        <p:nvSpPr>
          <p:cNvPr id="730" name="线条"/>
          <p:cNvSpPr/>
          <p:nvPr/>
        </p:nvSpPr>
        <p:spPr>
          <a:xfrm>
            <a:off x="6466703" y="6498532"/>
            <a:ext cx="1381237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31" name="线条"/>
          <p:cNvSpPr/>
          <p:nvPr/>
        </p:nvSpPr>
        <p:spPr>
          <a:xfrm>
            <a:off x="6462888" y="5567643"/>
            <a:ext cx="1" cy="952502"/>
          </a:xfrm>
          <a:prstGeom prst="line">
            <a:avLst/>
          </a:prstGeom>
          <a:ln w="50800">
            <a:solidFill>
              <a:schemeClr val="accent1"/>
            </a:solidFill>
            <a:head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73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229042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734097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252571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271208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65433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94134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314526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832281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338055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1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838217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333517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745" name="成组"/>
          <p:cNvGrpSpPr/>
          <p:nvPr/>
        </p:nvGrpSpPr>
        <p:grpSpPr>
          <a:xfrm>
            <a:off x="968492" y="4499678"/>
            <a:ext cx="5842001" cy="1041402"/>
            <a:chOff x="0" y="0"/>
            <a:chExt cx="5842000" cy="1041401"/>
          </a:xfrm>
        </p:grpSpPr>
        <p:sp>
          <p:nvSpPr>
            <p:cNvPr id="743" name="矩形"/>
            <p:cNvSpPr/>
            <p:nvPr/>
          </p:nvSpPr>
          <p:spPr>
            <a:xfrm>
              <a:off x="0" y="0"/>
              <a:ext cx="5842000" cy="104140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44" name="有序序列R[0…i]"/>
            <p:cNvSpPr txBox="1"/>
            <p:nvPr/>
          </p:nvSpPr>
          <p:spPr>
            <a:xfrm>
              <a:off x="782419" y="195966"/>
              <a:ext cx="4277162" cy="779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有序序列R[0…i]</a:t>
              </a:r>
            </a:p>
          </p:txBody>
        </p:sp>
      </p:grpSp>
      <p:grpSp>
        <p:nvGrpSpPr>
          <p:cNvPr id="748" name="成组"/>
          <p:cNvGrpSpPr/>
          <p:nvPr/>
        </p:nvGrpSpPr>
        <p:grpSpPr>
          <a:xfrm>
            <a:off x="6826353" y="4495800"/>
            <a:ext cx="5138703" cy="1041400"/>
            <a:chOff x="0" y="0"/>
            <a:chExt cx="5138702" cy="1041400"/>
          </a:xfrm>
        </p:grpSpPr>
        <p:sp>
          <p:nvSpPr>
            <p:cNvPr id="746" name="矩形"/>
            <p:cNvSpPr/>
            <p:nvPr/>
          </p:nvSpPr>
          <p:spPr>
            <a:xfrm>
              <a:off x="0" y="0"/>
              <a:ext cx="5138703" cy="10414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47" name="无序序列 R[i+1…n]"/>
            <p:cNvSpPr txBox="1"/>
            <p:nvPr/>
          </p:nvSpPr>
          <p:spPr>
            <a:xfrm>
              <a:off x="353603" y="139090"/>
              <a:ext cx="4595340" cy="81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R[i+1…n]</a:t>
              </a:r>
            </a:p>
          </p:txBody>
        </p:sp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基于交换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基于交换的排序</a:t>
            </a:r>
          </a:p>
        </p:txBody>
      </p:sp>
      <p:sp>
        <p:nvSpPr>
          <p:cNvPr id="751" name="初始时，有序序列为空"/>
          <p:cNvSpPr txBox="1"/>
          <p:nvPr/>
        </p:nvSpPr>
        <p:spPr>
          <a:xfrm>
            <a:off x="960430" y="1484477"/>
            <a:ext cx="4617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初始时，有序序列为空</a:t>
            </a:r>
          </a:p>
        </p:txBody>
      </p:sp>
      <p:grpSp>
        <p:nvGrpSpPr>
          <p:cNvPr id="754" name="成组"/>
          <p:cNvGrpSpPr/>
          <p:nvPr/>
        </p:nvGrpSpPr>
        <p:grpSpPr>
          <a:xfrm>
            <a:off x="6912621" y="2891741"/>
            <a:ext cx="5138703" cy="975361"/>
            <a:chOff x="0" y="0"/>
            <a:chExt cx="5138702" cy="975360"/>
          </a:xfrm>
        </p:grpSpPr>
        <p:sp>
          <p:nvSpPr>
            <p:cNvPr id="752" name="矩形"/>
            <p:cNvSpPr/>
            <p:nvPr/>
          </p:nvSpPr>
          <p:spPr>
            <a:xfrm>
              <a:off x="0" y="0"/>
              <a:ext cx="5138703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53" name="有序序列R[i...n]"/>
            <p:cNvSpPr txBox="1"/>
            <p:nvPr/>
          </p:nvSpPr>
          <p:spPr>
            <a:xfrm>
              <a:off x="835504" y="86106"/>
              <a:ext cx="3467694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有序序列R[i...n]</a:t>
              </a:r>
            </a:p>
          </p:txBody>
        </p:sp>
      </p:grpSp>
      <p:grpSp>
        <p:nvGrpSpPr>
          <p:cNvPr id="757" name="成组"/>
          <p:cNvGrpSpPr/>
          <p:nvPr/>
        </p:nvGrpSpPr>
        <p:grpSpPr>
          <a:xfrm>
            <a:off x="1076787" y="2891741"/>
            <a:ext cx="5842001" cy="975361"/>
            <a:chOff x="0" y="0"/>
            <a:chExt cx="5842000" cy="975360"/>
          </a:xfrm>
        </p:grpSpPr>
        <p:sp>
          <p:nvSpPr>
            <p:cNvPr id="755" name="矩形"/>
            <p:cNvSpPr/>
            <p:nvPr/>
          </p:nvSpPr>
          <p:spPr>
            <a:xfrm>
              <a:off x="0" y="0"/>
              <a:ext cx="5842000" cy="975361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56" name="无序序列 R[1...i-1]"/>
            <p:cNvSpPr txBox="1"/>
            <p:nvPr/>
          </p:nvSpPr>
          <p:spPr>
            <a:xfrm>
              <a:off x="401998" y="130269"/>
              <a:ext cx="5038004" cy="763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R[1...i-1]</a:t>
              </a:r>
            </a:p>
          </p:txBody>
        </p:sp>
      </p:grpSp>
      <p:grpSp>
        <p:nvGrpSpPr>
          <p:cNvPr id="760" name="成组"/>
          <p:cNvGrpSpPr/>
          <p:nvPr/>
        </p:nvGrpSpPr>
        <p:grpSpPr>
          <a:xfrm>
            <a:off x="6338863" y="6261100"/>
            <a:ext cx="5712461" cy="973244"/>
            <a:chOff x="0" y="0"/>
            <a:chExt cx="5712460" cy="973243"/>
          </a:xfrm>
        </p:grpSpPr>
        <p:sp>
          <p:nvSpPr>
            <p:cNvPr id="758" name="矩形"/>
            <p:cNvSpPr/>
            <p:nvPr/>
          </p:nvSpPr>
          <p:spPr>
            <a:xfrm>
              <a:off x="0" y="0"/>
              <a:ext cx="5712461" cy="97324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59" name="有序序列R[i-1...n]"/>
            <p:cNvSpPr txBox="1"/>
            <p:nvPr/>
          </p:nvSpPr>
          <p:spPr>
            <a:xfrm>
              <a:off x="666701" y="64827"/>
              <a:ext cx="4887550" cy="725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有序序列R[i-1...n]</a:t>
              </a:r>
            </a:p>
          </p:txBody>
        </p:sp>
      </p:grpSp>
      <p:grpSp>
        <p:nvGrpSpPr>
          <p:cNvPr id="763" name="成组"/>
          <p:cNvGrpSpPr/>
          <p:nvPr/>
        </p:nvGrpSpPr>
        <p:grpSpPr>
          <a:xfrm>
            <a:off x="1076787" y="6261100"/>
            <a:ext cx="5283201" cy="977900"/>
            <a:chOff x="0" y="0"/>
            <a:chExt cx="5283200" cy="977900"/>
          </a:xfrm>
        </p:grpSpPr>
        <p:sp>
          <p:nvSpPr>
            <p:cNvPr id="761" name="矩形"/>
            <p:cNvSpPr/>
            <p:nvPr/>
          </p:nvSpPr>
          <p:spPr>
            <a:xfrm>
              <a:off x="0" y="0"/>
              <a:ext cx="5283201" cy="9779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62" name="无序序列 R[1...i-2]"/>
            <p:cNvSpPr txBox="1"/>
            <p:nvPr/>
          </p:nvSpPr>
          <p:spPr>
            <a:xfrm>
              <a:off x="125757" y="61969"/>
              <a:ext cx="5032905" cy="731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R[1...i-2]</a:t>
              </a:r>
            </a:p>
          </p:txBody>
        </p:sp>
      </p:grpSp>
      <p:pic>
        <p:nvPicPr>
          <p:cNvPr id="76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74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83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30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4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1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8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258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1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1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787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9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75" name="max(R[1...i-1])"/>
          <p:cNvSpPr txBox="1"/>
          <p:nvPr/>
        </p:nvSpPr>
        <p:spPr>
          <a:xfrm>
            <a:off x="1822177" y="4294530"/>
            <a:ext cx="3792422" cy="116454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max(R[1...i-1])</a:t>
            </a:r>
          </a:p>
        </p:txBody>
      </p:sp>
      <p:sp>
        <p:nvSpPr>
          <p:cNvPr id="776" name="线条"/>
          <p:cNvSpPr/>
          <p:nvPr/>
        </p:nvSpPr>
        <p:spPr>
          <a:xfrm>
            <a:off x="5410320" y="4889500"/>
            <a:ext cx="138123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77" name="线条"/>
          <p:cNvSpPr/>
          <p:nvPr/>
        </p:nvSpPr>
        <p:spPr>
          <a:xfrm>
            <a:off x="6783536" y="4880664"/>
            <a:ext cx="1" cy="1385780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直接交换排序（冒泡排序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直接交换排序（冒泡排序）</a:t>
            </a:r>
          </a:p>
        </p:txBody>
      </p:sp>
      <p:sp>
        <p:nvSpPr>
          <p:cNvPr id="780" name="30"/>
          <p:cNvSpPr txBox="1"/>
          <p:nvPr/>
        </p:nvSpPr>
        <p:spPr>
          <a:xfrm>
            <a:off x="10105447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781" name="65"/>
          <p:cNvSpPr txBox="1"/>
          <p:nvPr/>
        </p:nvSpPr>
        <p:spPr>
          <a:xfrm>
            <a:off x="4713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782" name="0           1         2          3          4          5          6           7"/>
          <p:cNvSpPr txBox="1"/>
          <p:nvPr/>
        </p:nvSpPr>
        <p:spPr>
          <a:xfrm>
            <a:off x="2390986" y="3678484"/>
            <a:ext cx="8602135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0           1         2          3          4          5          6           7</a:t>
            </a:r>
          </a:p>
        </p:txBody>
      </p:sp>
      <p:grpSp>
        <p:nvGrpSpPr>
          <p:cNvPr id="795" name="成组"/>
          <p:cNvGrpSpPr/>
          <p:nvPr/>
        </p:nvGrpSpPr>
        <p:grpSpPr>
          <a:xfrm>
            <a:off x="2494844" y="4186484"/>
            <a:ext cx="8498277" cy="824090"/>
            <a:chOff x="0" y="0"/>
            <a:chExt cx="8498275" cy="824088"/>
          </a:xfrm>
        </p:grpSpPr>
        <p:grpSp>
          <p:nvGrpSpPr>
            <p:cNvPr id="787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783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784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785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786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788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89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0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1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2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3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4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796" name="49"/>
          <p:cNvSpPr txBox="1"/>
          <p:nvPr/>
        </p:nvSpPr>
        <p:spPr>
          <a:xfrm>
            <a:off x="267659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797" name="第1趟冒泡排序过程："/>
          <p:cNvSpPr txBox="1"/>
          <p:nvPr/>
        </p:nvSpPr>
        <p:spPr>
          <a:xfrm>
            <a:off x="379143" y="1568089"/>
            <a:ext cx="6041814" cy="7523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第1趟冒泡排序过程：</a:t>
            </a:r>
          </a:p>
        </p:txBody>
      </p:sp>
      <p:sp>
        <p:nvSpPr>
          <p:cNvPr id="798" name="38"/>
          <p:cNvSpPr txBox="1"/>
          <p:nvPr/>
        </p:nvSpPr>
        <p:spPr>
          <a:xfrm>
            <a:off x="370529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799" name="97"/>
          <p:cNvSpPr txBox="1"/>
          <p:nvPr/>
        </p:nvSpPr>
        <p:spPr>
          <a:xfrm>
            <a:off x="57545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800" name="76"/>
          <p:cNvSpPr txBox="1"/>
          <p:nvPr/>
        </p:nvSpPr>
        <p:spPr>
          <a:xfrm>
            <a:off x="68117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801" name="13"/>
          <p:cNvSpPr txBox="1"/>
          <p:nvPr/>
        </p:nvSpPr>
        <p:spPr>
          <a:xfrm>
            <a:off x="78912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02" name="27"/>
          <p:cNvSpPr txBox="1"/>
          <p:nvPr/>
        </p:nvSpPr>
        <p:spPr>
          <a:xfrm>
            <a:off x="89453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grpSp>
        <p:nvGrpSpPr>
          <p:cNvPr id="807" name="成组"/>
          <p:cNvGrpSpPr/>
          <p:nvPr/>
        </p:nvGrpSpPr>
        <p:grpSpPr>
          <a:xfrm>
            <a:off x="9048653" y="2141784"/>
            <a:ext cx="1560125" cy="1639148"/>
            <a:chOff x="0" y="0"/>
            <a:chExt cx="1560123" cy="1639146"/>
          </a:xfrm>
        </p:grpSpPr>
        <p:sp>
          <p:nvSpPr>
            <p:cNvPr id="803" name="线条"/>
            <p:cNvSpPr/>
            <p:nvPr/>
          </p:nvSpPr>
          <p:spPr>
            <a:xfrm flipH="1">
              <a:off x="1409118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804" name="j"/>
            <p:cNvSpPr txBox="1"/>
            <p:nvPr/>
          </p:nvSpPr>
          <p:spPr>
            <a:xfrm>
              <a:off x="1267597" y="0"/>
              <a:ext cx="292527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805" name="线条"/>
            <p:cNvSpPr/>
            <p:nvPr/>
          </p:nvSpPr>
          <p:spPr>
            <a:xfrm flipH="1">
              <a:off x="266118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806" name="j-1"/>
            <p:cNvSpPr txBox="1"/>
            <p:nvPr/>
          </p:nvSpPr>
          <p:spPr>
            <a:xfrm>
              <a:off x="0" y="0"/>
              <a:ext cx="676148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j-1</a:t>
              </a:r>
            </a:p>
          </p:txBody>
        </p:sp>
      </p:grpSp>
      <p:grpSp>
        <p:nvGrpSpPr>
          <p:cNvPr id="814" name="成组"/>
          <p:cNvGrpSpPr/>
          <p:nvPr/>
        </p:nvGrpSpPr>
        <p:grpSpPr>
          <a:xfrm>
            <a:off x="7982627" y="2142913"/>
            <a:ext cx="1471224" cy="1639148"/>
            <a:chOff x="0" y="0"/>
            <a:chExt cx="1471223" cy="1639146"/>
          </a:xfrm>
        </p:grpSpPr>
        <p:grpSp>
          <p:nvGrpSpPr>
            <p:cNvPr id="810" name="成组"/>
            <p:cNvGrpSpPr/>
            <p:nvPr/>
          </p:nvGrpSpPr>
          <p:grpSpPr>
            <a:xfrm>
              <a:off x="1178697" y="0"/>
              <a:ext cx="292527" cy="1639147"/>
              <a:chOff x="0" y="0"/>
              <a:chExt cx="292525" cy="1639146"/>
            </a:xfrm>
          </p:grpSpPr>
          <p:sp>
            <p:nvSpPr>
              <p:cNvPr id="808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09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13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11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12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grpSp>
        <p:nvGrpSpPr>
          <p:cNvPr id="821" name="成组"/>
          <p:cNvGrpSpPr/>
          <p:nvPr/>
        </p:nvGrpSpPr>
        <p:grpSpPr>
          <a:xfrm>
            <a:off x="4805214" y="2179460"/>
            <a:ext cx="1471224" cy="1639148"/>
            <a:chOff x="0" y="0"/>
            <a:chExt cx="1471222" cy="1639146"/>
          </a:xfrm>
        </p:grpSpPr>
        <p:grpSp>
          <p:nvGrpSpPr>
            <p:cNvPr id="817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15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16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20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18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19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grpSp>
        <p:nvGrpSpPr>
          <p:cNvPr id="828" name="成组"/>
          <p:cNvGrpSpPr/>
          <p:nvPr/>
        </p:nvGrpSpPr>
        <p:grpSpPr>
          <a:xfrm>
            <a:off x="6926933" y="2154382"/>
            <a:ext cx="1471224" cy="1639147"/>
            <a:chOff x="0" y="0"/>
            <a:chExt cx="1471222" cy="1639146"/>
          </a:xfrm>
        </p:grpSpPr>
        <p:grpSp>
          <p:nvGrpSpPr>
            <p:cNvPr id="824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22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23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27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25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26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sp>
        <p:nvSpPr>
          <p:cNvPr id="829" name="13"/>
          <p:cNvSpPr txBox="1"/>
          <p:nvPr/>
        </p:nvSpPr>
        <p:spPr>
          <a:xfrm>
            <a:off x="68117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0" name="76"/>
          <p:cNvSpPr txBox="1"/>
          <p:nvPr/>
        </p:nvSpPr>
        <p:spPr>
          <a:xfrm>
            <a:off x="78785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831" name="97"/>
          <p:cNvSpPr txBox="1"/>
          <p:nvPr/>
        </p:nvSpPr>
        <p:spPr>
          <a:xfrm>
            <a:off x="67832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832" name="13"/>
          <p:cNvSpPr txBox="1"/>
          <p:nvPr/>
        </p:nvSpPr>
        <p:spPr>
          <a:xfrm>
            <a:off x="5729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3" name="13"/>
          <p:cNvSpPr txBox="1"/>
          <p:nvPr/>
        </p:nvSpPr>
        <p:spPr>
          <a:xfrm>
            <a:off x="4725079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4" name="13"/>
          <p:cNvSpPr txBox="1"/>
          <p:nvPr/>
        </p:nvSpPr>
        <p:spPr>
          <a:xfrm>
            <a:off x="3721047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5" name="13"/>
          <p:cNvSpPr txBox="1"/>
          <p:nvPr/>
        </p:nvSpPr>
        <p:spPr>
          <a:xfrm>
            <a:off x="26916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chemeClr val="accent5"/>
                </a:solidFill>
              </a:defRPr>
            </a:lvl1pPr>
          </a:lstStyle>
          <a:p>
            <a:r>
              <a:t>13</a:t>
            </a:r>
          </a:p>
        </p:txBody>
      </p:sp>
      <p:grpSp>
        <p:nvGrpSpPr>
          <p:cNvPr id="842" name="成组"/>
          <p:cNvGrpSpPr/>
          <p:nvPr/>
        </p:nvGrpSpPr>
        <p:grpSpPr>
          <a:xfrm>
            <a:off x="5858511" y="2159363"/>
            <a:ext cx="1471223" cy="1639147"/>
            <a:chOff x="0" y="0"/>
            <a:chExt cx="1471222" cy="1639146"/>
          </a:xfrm>
        </p:grpSpPr>
        <p:grpSp>
          <p:nvGrpSpPr>
            <p:cNvPr id="838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36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37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41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39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40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grpSp>
        <p:nvGrpSpPr>
          <p:cNvPr id="849" name="成组"/>
          <p:cNvGrpSpPr/>
          <p:nvPr/>
        </p:nvGrpSpPr>
        <p:grpSpPr>
          <a:xfrm>
            <a:off x="2684807" y="2191306"/>
            <a:ext cx="1471224" cy="1639147"/>
            <a:chOff x="0" y="0"/>
            <a:chExt cx="1471222" cy="1639146"/>
          </a:xfrm>
        </p:grpSpPr>
        <p:grpSp>
          <p:nvGrpSpPr>
            <p:cNvPr id="845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43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44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48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46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47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sp>
        <p:nvSpPr>
          <p:cNvPr id="850" name="65"/>
          <p:cNvSpPr txBox="1"/>
          <p:nvPr/>
        </p:nvSpPr>
        <p:spPr>
          <a:xfrm>
            <a:off x="5729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851" name="38"/>
          <p:cNvSpPr txBox="1"/>
          <p:nvPr/>
        </p:nvSpPr>
        <p:spPr>
          <a:xfrm>
            <a:off x="4713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858" name="成组"/>
          <p:cNvGrpSpPr/>
          <p:nvPr/>
        </p:nvGrpSpPr>
        <p:grpSpPr>
          <a:xfrm>
            <a:off x="3757140" y="2201885"/>
            <a:ext cx="1471223" cy="1639148"/>
            <a:chOff x="0" y="0"/>
            <a:chExt cx="1471222" cy="1639146"/>
          </a:xfrm>
        </p:grpSpPr>
        <p:grpSp>
          <p:nvGrpSpPr>
            <p:cNvPr id="854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52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53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57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55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56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sp>
        <p:nvSpPr>
          <p:cNvPr id="859" name="49"/>
          <p:cNvSpPr txBox="1"/>
          <p:nvPr/>
        </p:nvSpPr>
        <p:spPr>
          <a:xfrm>
            <a:off x="373535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indefinite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indefinite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dur="indefinite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indefinite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dur="indefinite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dur="indefinite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" grpId="32" animBg="1" advAuto="0"/>
      <p:bldP spid="821" grpId="16" animBg="1" advAuto="0"/>
      <p:bldP spid="842" grpId="10" animBg="1" advAuto="0"/>
      <p:bldP spid="850" grpId="20" animBg="1" advAuto="0"/>
      <p:bldP spid="833" grpId="19" animBg="1" advAuto="0"/>
      <p:bldP spid="821" grpId="21" animBg="1" advAuto="0"/>
      <p:bldP spid="799" grpId="11" animBg="1" advAuto="0"/>
      <p:bldP spid="842" grpId="15" animBg="1" advAuto="0"/>
      <p:bldP spid="796" grpId="29" animBg="1" advAuto="0"/>
      <p:bldP spid="833" grpId="24" animBg="1" advAuto="0"/>
      <p:bldP spid="851" grpId="26" animBg="1" advAuto="0"/>
      <p:bldP spid="849" grpId="28" animBg="1" advAuto="0"/>
      <p:bldP spid="831" grpId="14" animBg="1" advAuto="0"/>
      <p:bldP spid="800" grpId="5" animBg="1" advAuto="0"/>
      <p:bldP spid="828" grpId="4" animBg="1" advAuto="0"/>
      <p:bldP spid="832" grpId="13" animBg="1" advAuto="0"/>
      <p:bldP spid="807" grpId="1" animBg="1" advAuto="0"/>
      <p:bldP spid="835" grpId="31" animBg="1" advAuto="0"/>
      <p:bldP spid="829" grpId="8" animBg="1" advAuto="0"/>
      <p:bldP spid="828" grpId="9" animBg="1" advAuto="0"/>
      <p:bldP spid="832" grpId="18" animBg="1" advAuto="0"/>
      <p:bldP spid="781" grpId="17" animBg="1" advAuto="0"/>
      <p:bldP spid="829" grpId="12" animBg="1" advAuto="0"/>
      <p:bldP spid="830" grpId="7" animBg="1" advAuto="0"/>
      <p:bldP spid="858" grpId="22" animBg="1" advAuto="0"/>
      <p:bldP spid="834" grpId="25" animBg="1" advAuto="0"/>
      <p:bldP spid="858" grpId="27" animBg="1" advAuto="0"/>
      <p:bldP spid="798" grpId="23" animBg="1" advAuto="0"/>
      <p:bldP spid="814" grpId="2" animBg="1" advAuto="0"/>
      <p:bldP spid="814" grpId="3" animBg="1" advAuto="0"/>
      <p:bldP spid="801" grpId="6" animBg="1" advAuto="0"/>
      <p:bldP spid="834" grpId="3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冒泡排序的结束条件: 没有“交换数据”。"/>
          <p:cNvSpPr txBox="1"/>
          <p:nvPr/>
        </p:nvSpPr>
        <p:spPr>
          <a:xfrm>
            <a:off x="573475" y="1388551"/>
            <a:ext cx="11812695" cy="6634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>
              <a:defRPr sz="3000"/>
            </a:pPr>
            <a:r>
              <a:t>冒泡排序的结束条件: 没有“</a:t>
            </a:r>
            <a:r>
              <a:rPr>
                <a:solidFill>
                  <a:schemeClr val="accent1"/>
                </a:solidFill>
              </a:rPr>
              <a:t>交换数据</a:t>
            </a:r>
            <a:r>
              <a:t>”。</a:t>
            </a:r>
          </a:p>
        </p:txBody>
      </p:sp>
      <p:sp>
        <p:nvSpPr>
          <p:cNvPr id="862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  <p:sp>
        <p:nvSpPr>
          <p:cNvPr id="863" name="public static &lt;T&gt; T[] bubbleSort1(T[] a) {…"/>
          <p:cNvSpPr txBox="1"/>
          <p:nvPr/>
        </p:nvSpPr>
        <p:spPr>
          <a:xfrm>
            <a:off x="704254" y="2167445"/>
            <a:ext cx="11596292" cy="566851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bubbleSort1(T[]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每趟最小的数据的位置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flag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是否是没有数据交换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 --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通过交换找到[0,i]最小的数据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- 1]) &lt; 0)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flag</a:t>
            </a:r>
            <a:r>
              <a:t> =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flag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  <p:sp>
        <p:nvSpPr>
          <p:cNvPr id="866" name="public static &lt;T&gt; T[] bubbleSort(T[] a) {…"/>
          <p:cNvSpPr txBox="1"/>
          <p:nvPr/>
        </p:nvSpPr>
        <p:spPr>
          <a:xfrm>
            <a:off x="1065089" y="2185009"/>
            <a:ext cx="10829467" cy="698656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bubbleSort(T[]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0;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!=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0;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 - 1;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; --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- 1]) &lt; 0)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j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== 0)</a:t>
            </a:r>
            <a:r>
              <a:t>// 没有变化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有序序列的右界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867" name="效率更高的："/>
          <p:cNvSpPr txBox="1"/>
          <p:nvPr/>
        </p:nvSpPr>
        <p:spPr>
          <a:xfrm>
            <a:off x="187000" y="1411557"/>
            <a:ext cx="2839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效率更高的：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Shape 81"/>
          <p:cNvSpPr txBox="1"/>
          <p:nvPr/>
        </p:nvSpPr>
        <p:spPr>
          <a:xfrm>
            <a:off x="1172916" y="762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</a:t>
            </a:r>
          </a:p>
        </p:txBody>
      </p:sp>
      <p:sp>
        <p:nvSpPr>
          <p:cNvPr id="870" name="Shape 82"/>
          <p:cNvSpPr txBox="1"/>
          <p:nvPr/>
        </p:nvSpPr>
        <p:spPr>
          <a:xfrm>
            <a:off x="513183" y="1674705"/>
            <a:ext cx="11978434" cy="12627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2900"/>
            </a:pPr>
            <a:r>
              <a:t>快速排序是C.A.R.Hoare于1962年提出的一种划分交换排序。它采用了</a:t>
            </a:r>
          </a:p>
          <a:p>
            <a:pPr>
              <a:defRPr sz="2900"/>
            </a:pPr>
            <a:r>
              <a:t>一种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分治</a:t>
            </a:r>
            <a:r>
              <a:t>的策略，通常称其为分治法(Divide-and-Conquer Method)。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84"/>
          <p:cNvSpPr txBox="1"/>
          <p:nvPr/>
        </p:nvSpPr>
        <p:spPr>
          <a:xfrm>
            <a:off x="868115" y="1363838"/>
            <a:ext cx="11595103" cy="12912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对无序的数据序列进行“划分”，之后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分别</a:t>
            </a:r>
            <a:r>
              <a:t>对所得的两个子序列</a:t>
            </a:r>
          </a:p>
          <a:p>
            <a:pPr>
              <a:defRPr sz="3000"/>
            </a:pPr>
            <a:r>
              <a:t>“递归”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进行快速排序</a:t>
            </a:r>
            <a:r>
              <a:t>。</a:t>
            </a:r>
          </a:p>
        </p:txBody>
      </p:sp>
      <p:sp>
        <p:nvSpPr>
          <p:cNvPr id="873" name="Shape 120"/>
          <p:cNvSpPr txBox="1"/>
          <p:nvPr/>
        </p:nvSpPr>
        <p:spPr>
          <a:xfrm>
            <a:off x="1172916" y="762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基本思想</a:t>
            </a:r>
          </a:p>
        </p:txBody>
      </p:sp>
      <p:sp>
        <p:nvSpPr>
          <p:cNvPr id="874" name="Shape 85"/>
          <p:cNvSpPr txBox="1"/>
          <p:nvPr/>
        </p:nvSpPr>
        <p:spPr>
          <a:xfrm>
            <a:off x="3676227" y="386757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sp>
        <p:nvSpPr>
          <p:cNvPr id="875" name="Shape 86"/>
          <p:cNvSpPr txBox="1"/>
          <p:nvPr/>
        </p:nvSpPr>
        <p:spPr>
          <a:xfrm>
            <a:off x="4802858" y="3867572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36</a:t>
            </a:r>
          </a:p>
        </p:txBody>
      </p:sp>
      <p:sp>
        <p:nvSpPr>
          <p:cNvPr id="876" name="Shape 87"/>
          <p:cNvSpPr txBox="1"/>
          <p:nvPr/>
        </p:nvSpPr>
        <p:spPr>
          <a:xfrm>
            <a:off x="5834662" y="3856283"/>
            <a:ext cx="825502" cy="6885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877" name="Shape 88"/>
          <p:cNvSpPr txBox="1"/>
          <p:nvPr/>
        </p:nvSpPr>
        <p:spPr>
          <a:xfrm>
            <a:off x="7028461" y="3883095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58</a:t>
            </a:r>
          </a:p>
        </p:txBody>
      </p:sp>
      <p:sp>
        <p:nvSpPr>
          <p:cNvPr id="878" name="Shape 89"/>
          <p:cNvSpPr txBox="1"/>
          <p:nvPr/>
        </p:nvSpPr>
        <p:spPr>
          <a:xfrm>
            <a:off x="8103728" y="3876604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61</a:t>
            </a:r>
          </a:p>
        </p:txBody>
      </p:sp>
      <p:sp>
        <p:nvSpPr>
          <p:cNvPr id="879" name="Shape 90"/>
          <p:cNvSpPr txBox="1"/>
          <p:nvPr/>
        </p:nvSpPr>
        <p:spPr>
          <a:xfrm>
            <a:off x="2755052" y="3878862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880" name="Shape 91"/>
          <p:cNvSpPr txBox="1"/>
          <p:nvPr/>
        </p:nvSpPr>
        <p:spPr>
          <a:xfrm>
            <a:off x="1635194" y="3876604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sp>
        <p:nvSpPr>
          <p:cNvPr id="881" name="Shape 92"/>
          <p:cNvSpPr txBox="1"/>
          <p:nvPr/>
        </p:nvSpPr>
        <p:spPr>
          <a:xfrm>
            <a:off x="9183792" y="3874346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882" name="Shape 93"/>
          <p:cNvSpPr txBox="1"/>
          <p:nvPr/>
        </p:nvSpPr>
        <p:spPr>
          <a:xfrm>
            <a:off x="10335824" y="3874346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sp>
        <p:nvSpPr>
          <p:cNvPr id="883" name="Shape 94"/>
          <p:cNvSpPr txBox="1"/>
          <p:nvPr/>
        </p:nvSpPr>
        <p:spPr>
          <a:xfrm>
            <a:off x="11451449" y="39028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75</a:t>
            </a:r>
          </a:p>
        </p:txBody>
      </p:sp>
      <p:sp>
        <p:nvSpPr>
          <p:cNvPr id="884" name="Shape 95"/>
          <p:cNvSpPr txBox="1"/>
          <p:nvPr/>
        </p:nvSpPr>
        <p:spPr>
          <a:xfrm>
            <a:off x="1882422" y="3296072"/>
            <a:ext cx="1033622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0          1         2          3          4           5          6          7           8          9          </a:t>
            </a:r>
          </a:p>
        </p:txBody>
      </p:sp>
      <p:sp>
        <p:nvSpPr>
          <p:cNvPr id="885" name="Shape 96"/>
          <p:cNvSpPr/>
          <p:nvPr/>
        </p:nvSpPr>
        <p:spPr>
          <a:xfrm>
            <a:off x="1562100" y="4660056"/>
            <a:ext cx="10833100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6" name="Shape 97"/>
          <p:cNvSpPr/>
          <p:nvPr/>
        </p:nvSpPr>
        <p:spPr>
          <a:xfrm>
            <a:off x="1562100" y="3840477"/>
            <a:ext cx="10826894" cy="226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7" name="Shape 98"/>
          <p:cNvSpPr/>
          <p:nvPr/>
        </p:nvSpPr>
        <p:spPr>
          <a:xfrm>
            <a:off x="12388993" y="3840479"/>
            <a:ext cx="2260" cy="81957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8" name="Shape 101"/>
          <p:cNvSpPr/>
          <p:nvPr/>
        </p:nvSpPr>
        <p:spPr>
          <a:xfrm>
            <a:off x="1564639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9" name="Shape 102"/>
          <p:cNvSpPr/>
          <p:nvPr/>
        </p:nvSpPr>
        <p:spPr>
          <a:xfrm>
            <a:off x="2615070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0" name="Shape 103"/>
          <p:cNvSpPr/>
          <p:nvPr/>
        </p:nvSpPr>
        <p:spPr>
          <a:xfrm>
            <a:off x="3643206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1" name="Shape 104"/>
          <p:cNvSpPr/>
          <p:nvPr/>
        </p:nvSpPr>
        <p:spPr>
          <a:xfrm>
            <a:off x="4662875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2" name="Shape 105"/>
          <p:cNvSpPr/>
          <p:nvPr/>
        </p:nvSpPr>
        <p:spPr>
          <a:xfrm>
            <a:off x="5789506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3" name="Shape 106"/>
          <p:cNvSpPr/>
          <p:nvPr/>
        </p:nvSpPr>
        <p:spPr>
          <a:xfrm>
            <a:off x="6812280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4" name="Shape 107"/>
          <p:cNvSpPr/>
          <p:nvPr/>
        </p:nvSpPr>
        <p:spPr>
          <a:xfrm>
            <a:off x="7935806" y="3835964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5" name="Shape 108"/>
          <p:cNvSpPr/>
          <p:nvPr/>
        </p:nvSpPr>
        <p:spPr>
          <a:xfrm>
            <a:off x="9000067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6" name="Shape 109"/>
          <p:cNvSpPr/>
          <p:nvPr/>
        </p:nvSpPr>
        <p:spPr>
          <a:xfrm>
            <a:off x="10117667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7" name="Shape 110"/>
          <p:cNvSpPr/>
          <p:nvPr/>
        </p:nvSpPr>
        <p:spPr>
          <a:xfrm>
            <a:off x="11298485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8" name="Shape 112"/>
          <p:cNvSpPr/>
          <p:nvPr/>
        </p:nvSpPr>
        <p:spPr>
          <a:xfrm>
            <a:off x="5888849" y="3872088"/>
            <a:ext cx="825502" cy="688541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grpSp>
        <p:nvGrpSpPr>
          <p:cNvPr id="901" name="Group 115"/>
          <p:cNvGrpSpPr/>
          <p:nvPr/>
        </p:nvGrpSpPr>
        <p:grpSpPr>
          <a:xfrm>
            <a:off x="5484707" y="2549594"/>
            <a:ext cx="1472073" cy="762003"/>
            <a:chOff x="0" y="0"/>
            <a:chExt cx="1472072" cy="762002"/>
          </a:xfrm>
        </p:grpSpPr>
        <p:sp>
          <p:nvSpPr>
            <p:cNvPr id="899" name="Shape 113"/>
            <p:cNvSpPr/>
            <p:nvPr/>
          </p:nvSpPr>
          <p:spPr>
            <a:xfrm>
              <a:off x="-1" y="-1"/>
              <a:ext cx="1472074" cy="762004"/>
            </a:xfrm>
            <a:prstGeom prst="ellipse">
              <a:avLst/>
            </a:prstGeom>
            <a:solidFill>
              <a:srgbClr val="FFCC99"/>
            </a:solidFill>
            <a:ln w="190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0" name="Shape 114"/>
            <p:cNvSpPr txBox="1"/>
            <p:nvPr/>
          </p:nvSpPr>
          <p:spPr>
            <a:xfrm>
              <a:off x="353862" y="133350"/>
              <a:ext cx="755317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38100" tIns="38100" rIns="38100" bIns="38100" numCol="1" anchor="ctr">
              <a:spAutoFit/>
            </a:bodyPr>
            <a:lstStyle>
              <a:lvl1pPr marR="56515" indent="56515" algn="ctr" defTabSz="1295400">
                <a:lnSpc>
                  <a:spcPct val="100000"/>
                </a:lnSpc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枢轴</a:t>
              </a:r>
            </a:p>
          </p:txBody>
        </p:sp>
      </p:grpSp>
      <p:sp>
        <p:nvSpPr>
          <p:cNvPr id="902" name="Shape 116"/>
          <p:cNvSpPr/>
          <p:nvPr/>
        </p:nvSpPr>
        <p:spPr>
          <a:xfrm rot="16200000">
            <a:off x="3381587" y="3175563"/>
            <a:ext cx="304801" cy="3481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11"/>
                </a:lnTo>
                <a:cubicBezTo>
                  <a:pt x="10800" y="10005"/>
                  <a:pt x="5965" y="10811"/>
                  <a:pt x="0" y="10811"/>
                </a:cubicBezTo>
                <a:cubicBezTo>
                  <a:pt x="5965" y="10811"/>
                  <a:pt x="10800" y="11617"/>
                  <a:pt x="10800" y="12611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03" name="Shape 117"/>
          <p:cNvSpPr/>
          <p:nvPr/>
        </p:nvSpPr>
        <p:spPr>
          <a:xfrm rot="16200000">
            <a:off x="9320672" y="2664176"/>
            <a:ext cx="408659" cy="46081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11"/>
                </a:lnTo>
                <a:cubicBezTo>
                  <a:pt x="10800" y="10005"/>
                  <a:pt x="5965" y="10811"/>
                  <a:pt x="0" y="10811"/>
                </a:cubicBezTo>
                <a:cubicBezTo>
                  <a:pt x="5965" y="10811"/>
                  <a:pt x="10800" y="11617"/>
                  <a:pt x="10800" y="12611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04" name="Shape 118"/>
          <p:cNvSpPr txBox="1"/>
          <p:nvPr/>
        </p:nvSpPr>
        <p:spPr>
          <a:xfrm>
            <a:off x="1662289" y="5253849"/>
            <a:ext cx="4356102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           快速排序</a:t>
            </a:r>
          </a:p>
        </p:txBody>
      </p:sp>
      <p:sp>
        <p:nvSpPr>
          <p:cNvPr id="905" name="Shape 119"/>
          <p:cNvSpPr txBox="1"/>
          <p:nvPr/>
        </p:nvSpPr>
        <p:spPr>
          <a:xfrm>
            <a:off x="7602501" y="5253849"/>
            <a:ext cx="44450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           快速排序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" grpId="5" animBg="1" advAuto="0"/>
      <p:bldP spid="904" grpId="4" animBg="1" advAuto="0"/>
      <p:bldP spid="901" grpId="2" animBg="1" advAuto="0"/>
      <p:bldP spid="905" grpId="6" animBg="1" advAuto="0"/>
      <p:bldP spid="902" grpId="3" animBg="1" advAuto="0"/>
      <p:bldP spid="898" grpId="1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908" name="p"/>
          <p:cNvSpPr txBox="1"/>
          <p:nvPr/>
        </p:nvSpPr>
        <p:spPr>
          <a:xfrm>
            <a:off x="2637669" y="2942232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909" name="≤ p"/>
          <p:cNvSpPr txBox="1"/>
          <p:nvPr/>
        </p:nvSpPr>
        <p:spPr>
          <a:xfrm>
            <a:off x="3293675" y="2942232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≤ p</a:t>
            </a:r>
          </a:p>
        </p:txBody>
      </p:sp>
      <p:sp>
        <p:nvSpPr>
          <p:cNvPr id="910" name="&gt; p"/>
          <p:cNvSpPr txBox="1"/>
          <p:nvPr/>
        </p:nvSpPr>
        <p:spPr>
          <a:xfrm>
            <a:off x="8743383" y="2942232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&gt; p</a:t>
            </a:r>
          </a:p>
        </p:txBody>
      </p:sp>
      <p:sp>
        <p:nvSpPr>
          <p:cNvPr id="911" name="?"/>
          <p:cNvSpPr txBox="1"/>
          <p:nvPr/>
        </p:nvSpPr>
        <p:spPr>
          <a:xfrm>
            <a:off x="5547461" y="2942232"/>
            <a:ext cx="288616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?</a:t>
            </a:r>
          </a:p>
        </p:txBody>
      </p:sp>
      <p:sp>
        <p:nvSpPr>
          <p:cNvPr id="912" name="l"/>
          <p:cNvSpPr txBox="1"/>
          <p:nvPr/>
        </p:nvSpPr>
        <p:spPr>
          <a:xfrm>
            <a:off x="2810917" y="2499446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913" name="r"/>
          <p:cNvSpPr txBox="1"/>
          <p:nvPr/>
        </p:nvSpPr>
        <p:spPr>
          <a:xfrm>
            <a:off x="10324922" y="2429283"/>
            <a:ext cx="456370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914" name="i"/>
          <p:cNvSpPr txBox="1"/>
          <p:nvPr/>
        </p:nvSpPr>
        <p:spPr>
          <a:xfrm>
            <a:off x="5304092" y="3646871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915" name="j"/>
          <p:cNvSpPr txBox="1"/>
          <p:nvPr/>
        </p:nvSpPr>
        <p:spPr>
          <a:xfrm>
            <a:off x="8390847" y="3646871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sp>
        <p:nvSpPr>
          <p:cNvPr id="916" name="矩形"/>
          <p:cNvSpPr txBox="1"/>
          <p:nvPr/>
        </p:nvSpPr>
        <p:spPr>
          <a:xfrm>
            <a:off x="8419786" y="2942232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917" name="矩形"/>
          <p:cNvSpPr txBox="1"/>
          <p:nvPr/>
        </p:nvSpPr>
        <p:spPr>
          <a:xfrm>
            <a:off x="5237707" y="2942232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918" name="part I"/>
          <p:cNvSpPr txBox="1"/>
          <p:nvPr/>
        </p:nvSpPr>
        <p:spPr>
          <a:xfrm>
            <a:off x="3432932" y="2264183"/>
            <a:ext cx="1149261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</a:t>
            </a:r>
          </a:p>
        </p:txBody>
      </p:sp>
      <p:sp>
        <p:nvSpPr>
          <p:cNvPr id="919" name="part II"/>
          <p:cNvSpPr txBox="1"/>
          <p:nvPr/>
        </p:nvSpPr>
        <p:spPr>
          <a:xfrm>
            <a:off x="6415914" y="2264183"/>
            <a:ext cx="128122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</a:t>
            </a:r>
          </a:p>
        </p:txBody>
      </p:sp>
      <p:sp>
        <p:nvSpPr>
          <p:cNvPr id="920" name="part III"/>
          <p:cNvSpPr txBox="1"/>
          <p:nvPr/>
        </p:nvSpPr>
        <p:spPr>
          <a:xfrm>
            <a:off x="9016437" y="2264183"/>
            <a:ext cx="141318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III</a:t>
            </a:r>
          </a:p>
        </p:txBody>
      </p:sp>
      <p:sp>
        <p:nvSpPr>
          <p:cNvPr id="921" name="a[l…i)"/>
          <p:cNvSpPr txBox="1"/>
          <p:nvPr/>
        </p:nvSpPr>
        <p:spPr>
          <a:xfrm>
            <a:off x="3329099" y="1768488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a[l…i)</a:t>
            </a:r>
          </a:p>
        </p:txBody>
      </p:sp>
      <p:sp>
        <p:nvSpPr>
          <p:cNvPr id="922" name="a(j…r]"/>
          <p:cNvSpPr txBox="1"/>
          <p:nvPr/>
        </p:nvSpPr>
        <p:spPr>
          <a:xfrm>
            <a:off x="9024176" y="1752683"/>
            <a:ext cx="1381453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a(j…r]</a:t>
            </a:r>
          </a:p>
        </p:txBody>
      </p:sp>
      <p:sp>
        <p:nvSpPr>
          <p:cNvPr id="923" name="a[i…j]"/>
          <p:cNvSpPr txBox="1"/>
          <p:nvPr/>
        </p:nvSpPr>
        <p:spPr>
          <a:xfrm>
            <a:off x="6002438" y="1772200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a[i…j]</a:t>
            </a:r>
          </a:p>
        </p:txBody>
      </p:sp>
      <p:sp>
        <p:nvSpPr>
          <p:cNvPr id="924" name="a[i] ≤ p: i++，否则停止"/>
          <p:cNvSpPr txBox="1"/>
          <p:nvPr/>
        </p:nvSpPr>
        <p:spPr>
          <a:xfrm>
            <a:off x="2309523" y="4870450"/>
            <a:ext cx="467049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a[i] ≤ p: i++，否则停止 </a:t>
            </a:r>
          </a:p>
        </p:txBody>
      </p:sp>
      <p:sp>
        <p:nvSpPr>
          <p:cNvPr id="925" name="a[j] &gt; p: j--，否则停止"/>
          <p:cNvSpPr txBox="1"/>
          <p:nvPr/>
        </p:nvSpPr>
        <p:spPr>
          <a:xfrm>
            <a:off x="2309523" y="5789057"/>
            <a:ext cx="4471899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&gt; p: j--，否则停止 </a:t>
            </a:r>
          </a:p>
        </p:txBody>
      </p:sp>
      <p:sp>
        <p:nvSpPr>
          <p:cNvPr id="926" name="交换a[i]， a[j]，然后i++，j--"/>
          <p:cNvSpPr txBox="1"/>
          <p:nvPr/>
        </p:nvSpPr>
        <p:spPr>
          <a:xfrm>
            <a:off x="2309523" y="6872765"/>
            <a:ext cx="578391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交换a[i]， a[j]，然后i++，j-- </a:t>
            </a:r>
          </a:p>
        </p:txBody>
      </p:sp>
      <p:sp>
        <p:nvSpPr>
          <p:cNvPr id="927" name="重复以下步骤，直到第2部分为空，即i &gt; j"/>
          <p:cNvSpPr txBox="1"/>
          <p:nvPr/>
        </p:nvSpPr>
        <p:spPr>
          <a:xfrm>
            <a:off x="1696515" y="4011869"/>
            <a:ext cx="8226275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重复以下步骤，直到第2部分为空，即i &gt; j</a:t>
            </a:r>
          </a:p>
        </p:txBody>
      </p:sp>
      <p:sp>
        <p:nvSpPr>
          <p:cNvPr id="928" name="交换a[l]和a[j]"/>
          <p:cNvSpPr txBox="1"/>
          <p:nvPr/>
        </p:nvSpPr>
        <p:spPr>
          <a:xfrm>
            <a:off x="1536781" y="7744338"/>
            <a:ext cx="2739261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交换a[l]和a[j]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956" name="成组"/>
          <p:cNvGrpSpPr/>
          <p:nvPr/>
        </p:nvGrpSpPr>
        <p:grpSpPr>
          <a:xfrm>
            <a:off x="1068671" y="1253348"/>
            <a:ext cx="11313315" cy="2349501"/>
            <a:chOff x="0" y="0"/>
            <a:chExt cx="11313314" cy="2349500"/>
          </a:xfrm>
        </p:grpSpPr>
        <p:sp>
          <p:nvSpPr>
            <p:cNvPr id="931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932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933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934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935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936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937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938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939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940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941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2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3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4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5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6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7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8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9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0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1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2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3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4" name="i"/>
            <p:cNvSpPr/>
            <p:nvPr/>
          </p:nvSpPr>
          <p:spPr>
            <a:xfrm>
              <a:off x="355554" y="10668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955" name="j"/>
            <p:cNvSpPr/>
            <p:nvPr/>
          </p:nvSpPr>
          <p:spPr>
            <a:xfrm>
              <a:off x="10043314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982" name="成组"/>
          <p:cNvGrpSpPr/>
          <p:nvPr/>
        </p:nvGrpSpPr>
        <p:grpSpPr>
          <a:xfrm>
            <a:off x="1068671" y="2976468"/>
            <a:ext cx="10948738" cy="2387601"/>
            <a:chOff x="0" y="0"/>
            <a:chExt cx="10948737" cy="2387600"/>
          </a:xfrm>
        </p:grpSpPr>
        <p:sp>
          <p:nvSpPr>
            <p:cNvPr id="957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958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959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960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961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962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963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964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965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966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967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8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9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0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1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2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3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4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5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6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7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8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9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0" name="i"/>
            <p:cNvSpPr/>
            <p:nvPr/>
          </p:nvSpPr>
          <p:spPr>
            <a:xfrm>
              <a:off x="2387554" y="11176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981" name="j"/>
            <p:cNvSpPr/>
            <p:nvPr/>
          </p:nvSpPr>
          <p:spPr>
            <a:xfrm>
              <a:off x="8976514" y="10541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008" name="成组"/>
          <p:cNvGrpSpPr/>
          <p:nvPr/>
        </p:nvGrpSpPr>
        <p:grpSpPr>
          <a:xfrm>
            <a:off x="1068671" y="6384890"/>
            <a:ext cx="10948738" cy="2350590"/>
            <a:chOff x="0" y="0"/>
            <a:chExt cx="10948737" cy="2350588"/>
          </a:xfrm>
        </p:grpSpPr>
        <p:sp>
          <p:nvSpPr>
            <p:cNvPr id="983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984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985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986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987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988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989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990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991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992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993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4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5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6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7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8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9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0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1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2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3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4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5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6" name="i"/>
            <p:cNvSpPr/>
            <p:nvPr/>
          </p:nvSpPr>
          <p:spPr>
            <a:xfrm>
              <a:off x="5562554" y="10541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007" name="j"/>
            <p:cNvSpPr/>
            <p:nvPr/>
          </p:nvSpPr>
          <p:spPr>
            <a:xfrm>
              <a:off x="4569331" y="108058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034" name="成组"/>
          <p:cNvGrpSpPr/>
          <p:nvPr/>
        </p:nvGrpSpPr>
        <p:grpSpPr>
          <a:xfrm>
            <a:off x="1068671" y="8210163"/>
            <a:ext cx="10948738" cy="2400301"/>
            <a:chOff x="0" y="0"/>
            <a:chExt cx="10948737" cy="2400300"/>
          </a:xfrm>
        </p:grpSpPr>
        <p:sp>
          <p:nvSpPr>
            <p:cNvPr id="1009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010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011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012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013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014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015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016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017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018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1019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0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1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2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3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4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5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6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7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8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9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0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1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2" name="i"/>
            <p:cNvSpPr/>
            <p:nvPr/>
          </p:nvSpPr>
          <p:spPr>
            <a:xfrm>
              <a:off x="5499054" y="11303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033" name="j"/>
            <p:cNvSpPr/>
            <p:nvPr/>
          </p:nvSpPr>
          <p:spPr>
            <a:xfrm>
              <a:off x="4531231" y="108058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060" name="成组"/>
          <p:cNvGrpSpPr/>
          <p:nvPr/>
        </p:nvGrpSpPr>
        <p:grpSpPr>
          <a:xfrm>
            <a:off x="1068671" y="4725129"/>
            <a:ext cx="10948738" cy="2329621"/>
            <a:chOff x="0" y="0"/>
            <a:chExt cx="10948737" cy="2329620"/>
          </a:xfrm>
        </p:grpSpPr>
        <p:sp>
          <p:nvSpPr>
            <p:cNvPr id="1035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036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037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038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039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040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041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042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043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044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1045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6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7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8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9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0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1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2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3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4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5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6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7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8" name="i"/>
            <p:cNvSpPr/>
            <p:nvPr/>
          </p:nvSpPr>
          <p:spPr>
            <a:xfrm>
              <a:off x="3439426" y="105518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059" name="j"/>
            <p:cNvSpPr/>
            <p:nvPr/>
          </p:nvSpPr>
          <p:spPr>
            <a:xfrm>
              <a:off x="7799365" y="10596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Shape 126"/>
          <p:cNvSpPr txBox="1"/>
          <p:nvPr/>
        </p:nvSpPr>
        <p:spPr>
          <a:xfrm>
            <a:off x="3452705" y="305562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sp>
        <p:nvSpPr>
          <p:cNvPr id="1063" name="Shape 127"/>
          <p:cNvSpPr txBox="1"/>
          <p:nvPr/>
        </p:nvSpPr>
        <p:spPr>
          <a:xfrm>
            <a:off x="4579337" y="305562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36</a:t>
            </a:r>
          </a:p>
        </p:txBody>
      </p:sp>
      <p:sp>
        <p:nvSpPr>
          <p:cNvPr id="1064" name="Shape 128"/>
          <p:cNvSpPr txBox="1"/>
          <p:nvPr/>
        </p:nvSpPr>
        <p:spPr>
          <a:xfrm>
            <a:off x="5611141" y="3044330"/>
            <a:ext cx="825502" cy="6885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sp>
        <p:nvSpPr>
          <p:cNvPr id="1065" name="Shape 129"/>
          <p:cNvSpPr txBox="1"/>
          <p:nvPr/>
        </p:nvSpPr>
        <p:spPr>
          <a:xfrm>
            <a:off x="6627141" y="3053362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58</a:t>
            </a:r>
          </a:p>
        </p:txBody>
      </p:sp>
      <p:sp>
        <p:nvSpPr>
          <p:cNvPr id="1066" name="Shape 130"/>
          <p:cNvSpPr txBox="1"/>
          <p:nvPr/>
        </p:nvSpPr>
        <p:spPr>
          <a:xfrm>
            <a:off x="7778608" y="30646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61</a:t>
            </a:r>
          </a:p>
        </p:txBody>
      </p:sp>
      <p:sp>
        <p:nvSpPr>
          <p:cNvPr id="1067" name="Shape 131"/>
          <p:cNvSpPr txBox="1"/>
          <p:nvPr/>
        </p:nvSpPr>
        <p:spPr>
          <a:xfrm>
            <a:off x="2531533" y="3066908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068" name="Shape 132"/>
          <p:cNvSpPr txBox="1"/>
          <p:nvPr/>
        </p:nvSpPr>
        <p:spPr>
          <a:xfrm>
            <a:off x="1411674" y="30646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1069" name="Shape 133"/>
          <p:cNvSpPr txBox="1"/>
          <p:nvPr/>
        </p:nvSpPr>
        <p:spPr>
          <a:xfrm>
            <a:off x="8769773" y="3062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070" name="Shape 134"/>
          <p:cNvSpPr txBox="1"/>
          <p:nvPr/>
        </p:nvSpPr>
        <p:spPr>
          <a:xfrm>
            <a:off x="9896403" y="3062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sp>
        <p:nvSpPr>
          <p:cNvPr id="1071" name="Shape 135"/>
          <p:cNvSpPr txBox="1"/>
          <p:nvPr/>
        </p:nvSpPr>
        <p:spPr>
          <a:xfrm>
            <a:off x="11023600" y="3062392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75</a:t>
            </a:r>
          </a:p>
        </p:txBody>
      </p:sp>
      <p:sp>
        <p:nvSpPr>
          <p:cNvPr id="1072" name="Shape 137"/>
          <p:cNvSpPr/>
          <p:nvPr/>
        </p:nvSpPr>
        <p:spPr>
          <a:xfrm>
            <a:off x="1344863" y="3850361"/>
            <a:ext cx="10820612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3" name="Shape 138"/>
          <p:cNvSpPr/>
          <p:nvPr/>
        </p:nvSpPr>
        <p:spPr>
          <a:xfrm>
            <a:off x="1344863" y="3030785"/>
            <a:ext cx="10820612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4" name="Shape 139"/>
          <p:cNvSpPr/>
          <p:nvPr/>
        </p:nvSpPr>
        <p:spPr>
          <a:xfrm>
            <a:off x="12164905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5" name="Shape 142"/>
          <p:cNvSpPr/>
          <p:nvPr/>
        </p:nvSpPr>
        <p:spPr>
          <a:xfrm>
            <a:off x="1366518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6" name="Shape 143"/>
          <p:cNvSpPr/>
          <p:nvPr/>
        </p:nvSpPr>
        <p:spPr>
          <a:xfrm>
            <a:off x="2391550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7" name="Shape 144"/>
          <p:cNvSpPr/>
          <p:nvPr/>
        </p:nvSpPr>
        <p:spPr>
          <a:xfrm>
            <a:off x="3414324" y="3028526"/>
            <a:ext cx="2259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8" name="Shape 145"/>
          <p:cNvSpPr/>
          <p:nvPr/>
        </p:nvSpPr>
        <p:spPr>
          <a:xfrm>
            <a:off x="4439355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9" name="Shape 146"/>
          <p:cNvSpPr/>
          <p:nvPr/>
        </p:nvSpPr>
        <p:spPr>
          <a:xfrm>
            <a:off x="5565986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0" name="Shape 147"/>
          <p:cNvSpPr/>
          <p:nvPr/>
        </p:nvSpPr>
        <p:spPr>
          <a:xfrm>
            <a:off x="6588760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1" name="Shape 148"/>
          <p:cNvSpPr/>
          <p:nvPr/>
        </p:nvSpPr>
        <p:spPr>
          <a:xfrm>
            <a:off x="7713133" y="3022599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2" name="Shape 149"/>
          <p:cNvSpPr/>
          <p:nvPr/>
        </p:nvSpPr>
        <p:spPr>
          <a:xfrm>
            <a:off x="8776547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3" name="Shape 150"/>
          <p:cNvSpPr/>
          <p:nvPr/>
        </p:nvSpPr>
        <p:spPr>
          <a:xfrm>
            <a:off x="9894147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4" name="Shape 151"/>
          <p:cNvSpPr/>
          <p:nvPr/>
        </p:nvSpPr>
        <p:spPr>
          <a:xfrm>
            <a:off x="11074966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5" name="Shape 153"/>
          <p:cNvSpPr txBox="1"/>
          <p:nvPr/>
        </p:nvSpPr>
        <p:spPr>
          <a:xfrm>
            <a:off x="4766733" y="2024379"/>
            <a:ext cx="1879602" cy="6399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005042"/>
                </a:solidFill>
                <a:uFill>
                  <a:solidFill>
                    <a:srgbClr val="005042"/>
                  </a:solidFill>
                </a:uFill>
              </a:defRPr>
            </a:lvl1pPr>
          </a:lstStyle>
          <a:p>
            <a:r>
              <a:t>pivot=</a:t>
            </a:r>
          </a:p>
        </p:txBody>
      </p:sp>
      <p:sp>
        <p:nvSpPr>
          <p:cNvPr id="1086" name="Shape 154"/>
          <p:cNvSpPr/>
          <p:nvPr/>
        </p:nvSpPr>
        <p:spPr>
          <a:xfrm>
            <a:off x="6311900" y="2024379"/>
            <a:ext cx="654699" cy="639900"/>
          </a:xfrm>
          <a:prstGeom prst="rect">
            <a:avLst/>
          </a:prstGeom>
          <a:solidFill>
            <a:srgbClr val="993300">
              <a:alpha val="50195"/>
            </a:srgbClr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 b="1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grpSp>
        <p:nvGrpSpPr>
          <p:cNvPr id="1089" name="Group 157"/>
          <p:cNvGrpSpPr/>
          <p:nvPr/>
        </p:nvGrpSpPr>
        <p:grpSpPr>
          <a:xfrm>
            <a:off x="1411674" y="3848099"/>
            <a:ext cx="1143002" cy="1361758"/>
            <a:chOff x="0" y="0"/>
            <a:chExt cx="1143000" cy="1361756"/>
          </a:xfrm>
        </p:grpSpPr>
        <p:sp>
          <p:nvSpPr>
            <p:cNvPr id="1087" name="Shape 155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8" name="Shape 156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grpSp>
        <p:nvGrpSpPr>
          <p:cNvPr id="1092" name="Group 160"/>
          <p:cNvGrpSpPr/>
          <p:nvPr/>
        </p:nvGrpSpPr>
        <p:grpSpPr>
          <a:xfrm>
            <a:off x="11038840" y="3848099"/>
            <a:ext cx="1143002" cy="1361758"/>
            <a:chOff x="0" y="0"/>
            <a:chExt cx="1143000" cy="1361756"/>
          </a:xfrm>
        </p:grpSpPr>
        <p:sp>
          <p:nvSpPr>
            <p:cNvPr id="1090" name="Shape 158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1" name="Shape 159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grpSp>
        <p:nvGrpSpPr>
          <p:cNvPr id="1095" name="Group 163"/>
          <p:cNvGrpSpPr/>
          <p:nvPr/>
        </p:nvGrpSpPr>
        <p:grpSpPr>
          <a:xfrm>
            <a:off x="9982200" y="3843301"/>
            <a:ext cx="1143000" cy="1363451"/>
            <a:chOff x="0" y="0"/>
            <a:chExt cx="1143000" cy="1363450"/>
          </a:xfrm>
        </p:grpSpPr>
        <p:sp>
          <p:nvSpPr>
            <p:cNvPr id="1093" name="Shape 161"/>
            <p:cNvSpPr/>
            <p:nvPr/>
          </p:nvSpPr>
          <p:spPr>
            <a:xfrm>
              <a:off x="419946" y="-1"/>
              <a:ext cx="2261" cy="96859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4" name="Shape 162"/>
            <p:cNvSpPr txBox="1"/>
            <p:nvPr/>
          </p:nvSpPr>
          <p:spPr>
            <a:xfrm>
              <a:off x="0" y="931898"/>
              <a:ext cx="11430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sp>
        <p:nvSpPr>
          <p:cNvPr id="1096" name="Shape 164"/>
          <p:cNvSpPr/>
          <p:nvPr/>
        </p:nvSpPr>
        <p:spPr>
          <a:xfrm>
            <a:off x="1459088" y="3060700"/>
            <a:ext cx="705500" cy="688541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grpSp>
        <p:nvGrpSpPr>
          <p:cNvPr id="1099" name="Group 167"/>
          <p:cNvGrpSpPr/>
          <p:nvPr/>
        </p:nvGrpSpPr>
        <p:grpSpPr>
          <a:xfrm>
            <a:off x="2538305" y="3851204"/>
            <a:ext cx="1143002" cy="1361757"/>
            <a:chOff x="0" y="0"/>
            <a:chExt cx="1143000" cy="1361756"/>
          </a:xfrm>
        </p:grpSpPr>
        <p:sp>
          <p:nvSpPr>
            <p:cNvPr id="1097" name="Shape 165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8" name="Shape 166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grpSp>
        <p:nvGrpSpPr>
          <p:cNvPr id="1102" name="Group 170"/>
          <p:cNvGrpSpPr/>
          <p:nvPr/>
        </p:nvGrpSpPr>
        <p:grpSpPr>
          <a:xfrm>
            <a:off x="3459479" y="3848099"/>
            <a:ext cx="1143002" cy="1361758"/>
            <a:chOff x="0" y="0"/>
            <a:chExt cx="1143000" cy="1361756"/>
          </a:xfrm>
        </p:grpSpPr>
        <p:sp>
          <p:nvSpPr>
            <p:cNvPr id="1100" name="Shape 168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1" name="Shape 169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sp>
        <p:nvSpPr>
          <p:cNvPr id="1103" name="Shape 171"/>
          <p:cNvSpPr/>
          <p:nvPr/>
        </p:nvSpPr>
        <p:spPr>
          <a:xfrm>
            <a:off x="10033000" y="3044330"/>
            <a:ext cx="705499" cy="688542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grpSp>
        <p:nvGrpSpPr>
          <p:cNvPr id="1106" name="Group 174"/>
          <p:cNvGrpSpPr/>
          <p:nvPr/>
        </p:nvGrpSpPr>
        <p:grpSpPr>
          <a:xfrm>
            <a:off x="8862342" y="3850921"/>
            <a:ext cx="1143001" cy="1361758"/>
            <a:chOff x="0" y="0"/>
            <a:chExt cx="1143000" cy="1361756"/>
          </a:xfrm>
        </p:grpSpPr>
        <p:sp>
          <p:nvSpPr>
            <p:cNvPr id="1104" name="Shape 172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5" name="Shape 173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grpSp>
        <p:nvGrpSpPr>
          <p:cNvPr id="1109" name="Group 177"/>
          <p:cNvGrpSpPr/>
          <p:nvPr/>
        </p:nvGrpSpPr>
        <p:grpSpPr>
          <a:xfrm>
            <a:off x="5507284" y="3845559"/>
            <a:ext cx="1143001" cy="1361194"/>
            <a:chOff x="0" y="0"/>
            <a:chExt cx="1143000" cy="1361192"/>
          </a:xfrm>
        </p:grpSpPr>
        <p:sp>
          <p:nvSpPr>
            <p:cNvPr id="1107" name="Shape 175"/>
            <p:cNvSpPr/>
            <p:nvPr/>
          </p:nvSpPr>
          <p:spPr>
            <a:xfrm>
              <a:off x="419946" y="-1"/>
              <a:ext cx="2260" cy="96859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8" name="Shape 176"/>
            <p:cNvSpPr txBox="1"/>
            <p:nvPr/>
          </p:nvSpPr>
          <p:spPr>
            <a:xfrm>
              <a:off x="0" y="929640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sp>
        <p:nvSpPr>
          <p:cNvPr id="1110" name="Shape 178"/>
          <p:cNvSpPr/>
          <p:nvPr/>
        </p:nvSpPr>
        <p:spPr>
          <a:xfrm>
            <a:off x="3459479" y="3028525"/>
            <a:ext cx="825502" cy="688542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grpSp>
        <p:nvGrpSpPr>
          <p:cNvPr id="1113" name="Group 181"/>
          <p:cNvGrpSpPr/>
          <p:nvPr/>
        </p:nvGrpSpPr>
        <p:grpSpPr>
          <a:xfrm>
            <a:off x="4516120" y="3844995"/>
            <a:ext cx="1143002" cy="1361757"/>
            <a:chOff x="0" y="0"/>
            <a:chExt cx="1143000" cy="1361756"/>
          </a:xfrm>
        </p:grpSpPr>
        <p:sp>
          <p:nvSpPr>
            <p:cNvPr id="1111" name="Shape 179"/>
            <p:cNvSpPr/>
            <p:nvPr/>
          </p:nvSpPr>
          <p:spPr>
            <a:xfrm>
              <a:off x="424179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2" name="Shape 180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grpSp>
        <p:nvGrpSpPr>
          <p:cNvPr id="1116" name="Group 184"/>
          <p:cNvGrpSpPr/>
          <p:nvPr/>
        </p:nvGrpSpPr>
        <p:grpSpPr>
          <a:xfrm>
            <a:off x="6045200" y="3848099"/>
            <a:ext cx="1143000" cy="1361758"/>
            <a:chOff x="0" y="0"/>
            <a:chExt cx="1143000" cy="1361756"/>
          </a:xfrm>
        </p:grpSpPr>
        <p:sp>
          <p:nvSpPr>
            <p:cNvPr id="1114" name="Shape 182"/>
            <p:cNvSpPr/>
            <p:nvPr/>
          </p:nvSpPr>
          <p:spPr>
            <a:xfrm>
              <a:off x="419945" y="-1"/>
              <a:ext cx="2261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5" name="Shape 183"/>
            <p:cNvSpPr txBox="1"/>
            <p:nvPr/>
          </p:nvSpPr>
          <p:spPr>
            <a:xfrm>
              <a:off x="0" y="930204"/>
              <a:ext cx="11430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  low</a:t>
              </a:r>
            </a:p>
          </p:txBody>
        </p:sp>
      </p:grpSp>
      <p:sp>
        <p:nvSpPr>
          <p:cNvPr id="1117" name="Shape 185"/>
          <p:cNvSpPr/>
          <p:nvPr/>
        </p:nvSpPr>
        <p:spPr>
          <a:xfrm>
            <a:off x="5642750" y="3044330"/>
            <a:ext cx="825502" cy="688542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grpSp>
        <p:nvGrpSpPr>
          <p:cNvPr id="1120" name="Group 188"/>
          <p:cNvGrpSpPr/>
          <p:nvPr/>
        </p:nvGrpSpPr>
        <p:grpSpPr>
          <a:xfrm>
            <a:off x="7861300" y="3848099"/>
            <a:ext cx="1143000" cy="1361758"/>
            <a:chOff x="0" y="0"/>
            <a:chExt cx="1143000" cy="1361756"/>
          </a:xfrm>
        </p:grpSpPr>
        <p:sp>
          <p:nvSpPr>
            <p:cNvPr id="1118" name="Shape 186"/>
            <p:cNvSpPr/>
            <p:nvPr/>
          </p:nvSpPr>
          <p:spPr>
            <a:xfrm>
              <a:off x="420792" y="-1"/>
              <a:ext cx="2261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9" name="Shape 187"/>
            <p:cNvSpPr txBox="1"/>
            <p:nvPr/>
          </p:nvSpPr>
          <p:spPr>
            <a:xfrm>
              <a:off x="0" y="930204"/>
              <a:ext cx="11430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grpSp>
        <p:nvGrpSpPr>
          <p:cNvPr id="1123" name="Group 191"/>
          <p:cNvGrpSpPr/>
          <p:nvPr/>
        </p:nvGrpSpPr>
        <p:grpSpPr>
          <a:xfrm>
            <a:off x="6737773" y="3848099"/>
            <a:ext cx="1143002" cy="1361758"/>
            <a:chOff x="0" y="0"/>
            <a:chExt cx="1143000" cy="1361756"/>
          </a:xfrm>
        </p:grpSpPr>
        <p:sp>
          <p:nvSpPr>
            <p:cNvPr id="1121" name="Shape 189"/>
            <p:cNvSpPr/>
            <p:nvPr/>
          </p:nvSpPr>
          <p:spPr>
            <a:xfrm>
              <a:off x="42502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2" name="Shape 190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sp>
        <p:nvSpPr>
          <p:cNvPr id="1124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6" dur="500" fill="hold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1" dur="500" fill="hold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51" dur="500" fill="hold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1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6" dur="500" fill="hold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1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76" dur="500" fill="hold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dur="indefinite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6" dur="500" fill="hold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1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96" dur="500" fill="hold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1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11" dur="500" fill="hold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indefinite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1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21" dur="500" fill="hold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dur="indefinite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dur="indefinite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" grpId="23" animBg="1" advAuto="0"/>
      <p:bldP spid="1096" grpId="7" animBg="1" advAuto="0"/>
      <p:bldP spid="1113" grpId="24" animBg="1" advAuto="0"/>
      <p:bldP spid="1089" grpId="3" animBg="1" advAuto="0"/>
      <p:bldP spid="1099" grpId="9" animBg="1" advAuto="0"/>
      <p:bldP spid="1099" grpId="10" animBg="1" advAuto="0"/>
      <p:bldP spid="1102" grpId="22" animBg="1" advAuto="0"/>
      <p:bldP spid="1089" grpId="8" animBg="1" advAuto="0"/>
      <p:bldP spid="1109" grpId="20" animBg="1" advAuto="0"/>
      <p:bldP spid="1110" grpId="21" animBg="1" advAuto="0"/>
      <p:bldP spid="1106" grpId="14" animBg="1" advAuto="0"/>
      <p:bldP spid="1103" grpId="12" animBg="1" advAuto="0"/>
      <p:bldP spid="1106" grpId="15" animBg="1" advAuto="0"/>
      <p:bldP spid="1086" grpId="2" animBg="1" advAuto="0"/>
      <p:bldP spid="1085" grpId="1" animBg="1" advAuto="0"/>
      <p:bldP spid="1123" grpId="18" animBg="1" advAuto="0"/>
      <p:bldP spid="1123" grpId="19" animBg="1" advAuto="0"/>
      <p:bldP spid="1095" grpId="6" animBg="1" advAuto="0"/>
      <p:bldP spid="1116" grpId="25" animBg="1" advAuto="0"/>
      <p:bldP spid="1117" grpId="26" animBg="1" advAuto="0"/>
      <p:bldP spid="1095" grpId="13" animBg="1" advAuto="0"/>
      <p:bldP spid="1092" grpId="4" animBg="1" advAuto="0"/>
      <p:bldP spid="1092" grpId="5" animBg="1" advAuto="0"/>
      <p:bldP spid="1120" grpId="16" animBg="1" advAuto="0"/>
      <p:bldP spid="1120" grpId="17" animBg="1" advAuto="0"/>
      <p:bldP spid="1102" grpId="11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Shape 201"/>
          <p:cNvSpPr txBox="1"/>
          <p:nvPr/>
        </p:nvSpPr>
        <p:spPr>
          <a:xfrm>
            <a:off x="1172916" y="101316"/>
            <a:ext cx="109855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课堂练习</a:t>
            </a:r>
          </a:p>
        </p:txBody>
      </p:sp>
      <p:sp>
        <p:nvSpPr>
          <p:cNvPr id="1127" name="Shape 202"/>
          <p:cNvSpPr txBox="1"/>
          <p:nvPr/>
        </p:nvSpPr>
        <p:spPr>
          <a:xfrm>
            <a:off x="3242169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1128" name="Shape 203"/>
          <p:cNvSpPr txBox="1"/>
          <p:nvPr/>
        </p:nvSpPr>
        <p:spPr>
          <a:xfrm>
            <a:off x="4267200" y="2975750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1129" name="Shape 204"/>
          <p:cNvSpPr txBox="1"/>
          <p:nvPr/>
        </p:nvSpPr>
        <p:spPr>
          <a:xfrm>
            <a:off x="5391573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130" name="Shape 205"/>
          <p:cNvSpPr txBox="1"/>
          <p:nvPr/>
        </p:nvSpPr>
        <p:spPr>
          <a:xfrm>
            <a:off x="6416603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1131" name="Shape 206"/>
          <p:cNvSpPr txBox="1"/>
          <p:nvPr/>
        </p:nvSpPr>
        <p:spPr>
          <a:xfrm>
            <a:off x="7439376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1132" name="Shape 207"/>
          <p:cNvSpPr txBox="1"/>
          <p:nvPr/>
        </p:nvSpPr>
        <p:spPr>
          <a:xfrm>
            <a:off x="8575040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1133" name="Shape 208"/>
          <p:cNvSpPr txBox="1"/>
          <p:nvPr/>
        </p:nvSpPr>
        <p:spPr>
          <a:xfrm>
            <a:off x="2210363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134" name="Shape 209"/>
          <p:cNvSpPr txBox="1"/>
          <p:nvPr/>
        </p:nvSpPr>
        <p:spPr>
          <a:xfrm>
            <a:off x="1960033" y="2397760"/>
            <a:ext cx="8610602" cy="49289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0           1         2         3          4          5         6          7</a:t>
            </a:r>
          </a:p>
        </p:txBody>
      </p:sp>
      <p:grpSp>
        <p:nvGrpSpPr>
          <p:cNvPr id="1147" name="Group 222"/>
          <p:cNvGrpSpPr/>
          <p:nvPr/>
        </p:nvGrpSpPr>
        <p:grpSpPr>
          <a:xfrm>
            <a:off x="2070098" y="2905760"/>
            <a:ext cx="8498281" cy="826350"/>
            <a:chOff x="0" y="0"/>
            <a:chExt cx="8498279" cy="826349"/>
          </a:xfrm>
        </p:grpSpPr>
        <p:grpSp>
          <p:nvGrpSpPr>
            <p:cNvPr id="1139" name="Group 214"/>
            <p:cNvGrpSpPr/>
            <p:nvPr/>
          </p:nvGrpSpPr>
          <p:grpSpPr>
            <a:xfrm>
              <a:off x="0" y="4514"/>
              <a:ext cx="8498280" cy="821836"/>
              <a:chOff x="0" y="0"/>
              <a:chExt cx="8498279" cy="821834"/>
            </a:xfrm>
          </p:grpSpPr>
          <p:sp>
            <p:nvSpPr>
              <p:cNvPr id="1135" name="Shape 210"/>
              <p:cNvSpPr/>
              <p:nvPr/>
            </p:nvSpPr>
            <p:spPr>
              <a:xfrm>
                <a:off x="0" y="819575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6" name="Shape 211"/>
              <p:cNvSpPr/>
              <p:nvPr/>
            </p:nvSpPr>
            <p:spPr>
              <a:xfrm>
                <a:off x="0" y="-1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7" name="Shape 212"/>
              <p:cNvSpPr/>
              <p:nvPr/>
            </p:nvSpPr>
            <p:spPr>
              <a:xfrm>
                <a:off x="8492069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8" name="Shape 213"/>
              <p:cNvSpPr/>
              <p:nvPr/>
            </p:nvSpPr>
            <p:spPr>
              <a:xfrm>
                <a:off x="-1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140" name="Shape 215"/>
            <p:cNvSpPr/>
            <p:nvPr/>
          </p:nvSpPr>
          <p:spPr>
            <a:xfrm>
              <a:off x="1018822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1" name="Shape 216"/>
            <p:cNvSpPr/>
            <p:nvPr/>
          </p:nvSpPr>
          <p:spPr>
            <a:xfrm>
              <a:off x="2043853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2" name="Shape 217"/>
            <p:cNvSpPr/>
            <p:nvPr/>
          </p:nvSpPr>
          <p:spPr>
            <a:xfrm>
              <a:off x="3066627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3" name="Shape 218"/>
            <p:cNvSpPr/>
            <p:nvPr/>
          </p:nvSpPr>
          <p:spPr>
            <a:xfrm>
              <a:off x="4091659" y="4515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4" name="Shape 219"/>
            <p:cNvSpPr/>
            <p:nvPr/>
          </p:nvSpPr>
          <p:spPr>
            <a:xfrm>
              <a:off x="5218291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5" name="Shape 220"/>
            <p:cNvSpPr/>
            <p:nvPr/>
          </p:nvSpPr>
          <p:spPr>
            <a:xfrm>
              <a:off x="6241064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6" name="Shape 221"/>
            <p:cNvSpPr/>
            <p:nvPr/>
          </p:nvSpPr>
          <p:spPr>
            <a:xfrm>
              <a:off x="7365437" y="0"/>
              <a:ext cx="2261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148" name="Shape 202"/>
          <p:cNvSpPr txBox="1"/>
          <p:nvPr/>
        </p:nvSpPr>
        <p:spPr>
          <a:xfrm>
            <a:off x="3176974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1149" name="Shape 203"/>
          <p:cNvSpPr txBox="1"/>
          <p:nvPr/>
        </p:nvSpPr>
        <p:spPr>
          <a:xfrm>
            <a:off x="4202005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1150" name="Shape 204"/>
          <p:cNvSpPr txBox="1"/>
          <p:nvPr/>
        </p:nvSpPr>
        <p:spPr>
          <a:xfrm>
            <a:off x="5326378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151" name="Shape 205"/>
          <p:cNvSpPr txBox="1"/>
          <p:nvPr/>
        </p:nvSpPr>
        <p:spPr>
          <a:xfrm>
            <a:off x="6351409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1152" name="Shape 206"/>
          <p:cNvSpPr txBox="1"/>
          <p:nvPr/>
        </p:nvSpPr>
        <p:spPr>
          <a:xfrm>
            <a:off x="7374182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1153" name="Shape 207"/>
          <p:cNvSpPr txBox="1"/>
          <p:nvPr/>
        </p:nvSpPr>
        <p:spPr>
          <a:xfrm>
            <a:off x="8522545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1154" name="Shape 208"/>
          <p:cNvSpPr txBox="1"/>
          <p:nvPr/>
        </p:nvSpPr>
        <p:spPr>
          <a:xfrm>
            <a:off x="2195969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grpSp>
        <p:nvGrpSpPr>
          <p:cNvPr id="1169" name="Group 223"/>
          <p:cNvGrpSpPr/>
          <p:nvPr/>
        </p:nvGrpSpPr>
        <p:grpSpPr>
          <a:xfrm>
            <a:off x="1958338" y="4130401"/>
            <a:ext cx="8610602" cy="1334351"/>
            <a:chOff x="0" y="0"/>
            <a:chExt cx="8610600" cy="1334349"/>
          </a:xfrm>
        </p:grpSpPr>
        <p:sp>
          <p:nvSpPr>
            <p:cNvPr id="1155" name="Shape 209"/>
            <p:cNvSpPr txBox="1"/>
            <p:nvPr/>
          </p:nvSpPr>
          <p:spPr>
            <a:xfrm>
              <a:off x="0" y="0"/>
              <a:ext cx="8610601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   0           1         2         3          4          5          6          7</a:t>
              </a:r>
            </a:p>
          </p:txBody>
        </p:sp>
        <p:grpSp>
          <p:nvGrpSpPr>
            <p:cNvPr id="1168" name="Group 222"/>
            <p:cNvGrpSpPr/>
            <p:nvPr/>
          </p:nvGrpSpPr>
          <p:grpSpPr>
            <a:xfrm>
              <a:off x="110065" y="508000"/>
              <a:ext cx="8498281" cy="826350"/>
              <a:chOff x="0" y="0"/>
              <a:chExt cx="8498279" cy="826349"/>
            </a:xfrm>
          </p:grpSpPr>
          <p:grpSp>
            <p:nvGrpSpPr>
              <p:cNvPr id="1160" name="Group 214"/>
              <p:cNvGrpSpPr/>
              <p:nvPr/>
            </p:nvGrpSpPr>
            <p:grpSpPr>
              <a:xfrm>
                <a:off x="0" y="4514"/>
                <a:ext cx="8498280" cy="821836"/>
                <a:chOff x="0" y="0"/>
                <a:chExt cx="8498279" cy="821834"/>
              </a:xfrm>
            </p:grpSpPr>
            <p:sp>
              <p:nvSpPr>
                <p:cNvPr id="1156" name="Shape 210"/>
                <p:cNvSpPr/>
                <p:nvPr/>
              </p:nvSpPr>
              <p:spPr>
                <a:xfrm>
                  <a:off x="0" y="819575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7" name="Shape 211"/>
                <p:cNvSpPr/>
                <p:nvPr/>
              </p:nvSpPr>
              <p:spPr>
                <a:xfrm>
                  <a:off x="0" y="-1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8" name="Shape 212"/>
                <p:cNvSpPr/>
                <p:nvPr/>
              </p:nvSpPr>
              <p:spPr>
                <a:xfrm>
                  <a:off x="8492069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9" name="Shape 213"/>
                <p:cNvSpPr/>
                <p:nvPr/>
              </p:nvSpPr>
              <p:spPr>
                <a:xfrm>
                  <a:off x="-1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1161" name="Shape 215"/>
              <p:cNvSpPr/>
              <p:nvPr/>
            </p:nvSpPr>
            <p:spPr>
              <a:xfrm>
                <a:off x="1018822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2" name="Shape 216"/>
              <p:cNvSpPr/>
              <p:nvPr/>
            </p:nvSpPr>
            <p:spPr>
              <a:xfrm>
                <a:off x="2043853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3" name="Shape 217"/>
              <p:cNvSpPr/>
              <p:nvPr/>
            </p:nvSpPr>
            <p:spPr>
              <a:xfrm>
                <a:off x="3066627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4" name="Shape 218"/>
              <p:cNvSpPr/>
              <p:nvPr/>
            </p:nvSpPr>
            <p:spPr>
              <a:xfrm>
                <a:off x="4091659" y="4515"/>
                <a:ext cx="2259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5" name="Shape 219"/>
              <p:cNvSpPr/>
              <p:nvPr/>
            </p:nvSpPr>
            <p:spPr>
              <a:xfrm>
                <a:off x="5218291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6" name="Shape 220"/>
              <p:cNvSpPr/>
              <p:nvPr/>
            </p:nvSpPr>
            <p:spPr>
              <a:xfrm>
                <a:off x="6241064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7" name="Shape 221"/>
              <p:cNvSpPr/>
              <p:nvPr/>
            </p:nvSpPr>
            <p:spPr>
              <a:xfrm>
                <a:off x="7365437" y="0"/>
                <a:ext cx="2261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170" name="Shape 202"/>
          <p:cNvSpPr txBox="1"/>
          <p:nvPr/>
        </p:nvSpPr>
        <p:spPr>
          <a:xfrm>
            <a:off x="3227774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1171" name="Shape 203"/>
          <p:cNvSpPr txBox="1"/>
          <p:nvPr/>
        </p:nvSpPr>
        <p:spPr>
          <a:xfrm>
            <a:off x="4252805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1172" name="Shape 204"/>
          <p:cNvSpPr txBox="1"/>
          <p:nvPr/>
        </p:nvSpPr>
        <p:spPr>
          <a:xfrm>
            <a:off x="5377178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173" name="Shape 205"/>
          <p:cNvSpPr txBox="1"/>
          <p:nvPr/>
        </p:nvSpPr>
        <p:spPr>
          <a:xfrm>
            <a:off x="6402209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1174" name="Shape 206"/>
          <p:cNvSpPr txBox="1"/>
          <p:nvPr/>
        </p:nvSpPr>
        <p:spPr>
          <a:xfrm>
            <a:off x="7424982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175" name="Shape 207"/>
          <p:cNvSpPr txBox="1"/>
          <p:nvPr/>
        </p:nvSpPr>
        <p:spPr>
          <a:xfrm>
            <a:off x="8560645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1176" name="Shape 208"/>
          <p:cNvSpPr txBox="1"/>
          <p:nvPr/>
        </p:nvSpPr>
        <p:spPr>
          <a:xfrm>
            <a:off x="2195969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grpSp>
        <p:nvGrpSpPr>
          <p:cNvPr id="1191" name="Group 223"/>
          <p:cNvGrpSpPr/>
          <p:nvPr/>
        </p:nvGrpSpPr>
        <p:grpSpPr>
          <a:xfrm>
            <a:off x="1958338" y="5930860"/>
            <a:ext cx="8610602" cy="1334351"/>
            <a:chOff x="0" y="0"/>
            <a:chExt cx="8610600" cy="1334349"/>
          </a:xfrm>
        </p:grpSpPr>
        <p:sp>
          <p:nvSpPr>
            <p:cNvPr id="1177" name="Shape 209"/>
            <p:cNvSpPr txBox="1"/>
            <p:nvPr/>
          </p:nvSpPr>
          <p:spPr>
            <a:xfrm>
              <a:off x="0" y="0"/>
              <a:ext cx="8610601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   0           1         2          3          4          5          6          7</a:t>
              </a:r>
            </a:p>
          </p:txBody>
        </p:sp>
        <p:grpSp>
          <p:nvGrpSpPr>
            <p:cNvPr id="1190" name="Group 222"/>
            <p:cNvGrpSpPr/>
            <p:nvPr/>
          </p:nvGrpSpPr>
          <p:grpSpPr>
            <a:xfrm>
              <a:off x="110065" y="508000"/>
              <a:ext cx="8498281" cy="826350"/>
              <a:chOff x="0" y="0"/>
              <a:chExt cx="8498279" cy="826349"/>
            </a:xfrm>
          </p:grpSpPr>
          <p:grpSp>
            <p:nvGrpSpPr>
              <p:cNvPr id="1182" name="Group 214"/>
              <p:cNvGrpSpPr/>
              <p:nvPr/>
            </p:nvGrpSpPr>
            <p:grpSpPr>
              <a:xfrm>
                <a:off x="0" y="4514"/>
                <a:ext cx="8498280" cy="821836"/>
                <a:chOff x="0" y="0"/>
                <a:chExt cx="8498279" cy="821834"/>
              </a:xfrm>
            </p:grpSpPr>
            <p:sp>
              <p:nvSpPr>
                <p:cNvPr id="1178" name="Shape 210"/>
                <p:cNvSpPr/>
                <p:nvPr/>
              </p:nvSpPr>
              <p:spPr>
                <a:xfrm>
                  <a:off x="0" y="819575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79" name="Shape 211"/>
                <p:cNvSpPr/>
                <p:nvPr/>
              </p:nvSpPr>
              <p:spPr>
                <a:xfrm>
                  <a:off x="0" y="-1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0" name="Shape 212"/>
                <p:cNvSpPr/>
                <p:nvPr/>
              </p:nvSpPr>
              <p:spPr>
                <a:xfrm>
                  <a:off x="8492069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1" name="Shape 213"/>
                <p:cNvSpPr/>
                <p:nvPr/>
              </p:nvSpPr>
              <p:spPr>
                <a:xfrm>
                  <a:off x="-1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1183" name="Shape 215"/>
              <p:cNvSpPr/>
              <p:nvPr/>
            </p:nvSpPr>
            <p:spPr>
              <a:xfrm>
                <a:off x="1018822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4" name="Shape 216"/>
              <p:cNvSpPr/>
              <p:nvPr/>
            </p:nvSpPr>
            <p:spPr>
              <a:xfrm>
                <a:off x="2043853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5" name="Shape 217"/>
              <p:cNvSpPr/>
              <p:nvPr/>
            </p:nvSpPr>
            <p:spPr>
              <a:xfrm>
                <a:off x="3066627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6" name="Shape 218"/>
              <p:cNvSpPr/>
              <p:nvPr/>
            </p:nvSpPr>
            <p:spPr>
              <a:xfrm>
                <a:off x="4091659" y="4515"/>
                <a:ext cx="2259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7" name="Shape 219"/>
              <p:cNvSpPr/>
              <p:nvPr/>
            </p:nvSpPr>
            <p:spPr>
              <a:xfrm>
                <a:off x="5218291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8" name="Shape 220"/>
              <p:cNvSpPr/>
              <p:nvPr/>
            </p:nvSpPr>
            <p:spPr>
              <a:xfrm>
                <a:off x="6241064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9" name="Shape 221"/>
              <p:cNvSpPr/>
              <p:nvPr/>
            </p:nvSpPr>
            <p:spPr>
              <a:xfrm>
                <a:off x="7365437" y="0"/>
                <a:ext cx="2261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192" name="Shape 207"/>
          <p:cNvSpPr txBox="1"/>
          <p:nvPr/>
        </p:nvSpPr>
        <p:spPr>
          <a:xfrm>
            <a:off x="9641840" y="29884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1193" name="Shape 207"/>
          <p:cNvSpPr txBox="1"/>
          <p:nvPr/>
        </p:nvSpPr>
        <p:spPr>
          <a:xfrm>
            <a:off x="9591040" y="47283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1194" name="Shape 207"/>
          <p:cNvSpPr txBox="1"/>
          <p:nvPr/>
        </p:nvSpPr>
        <p:spPr>
          <a:xfrm>
            <a:off x="9616440" y="65063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1195" name="选下标0的数组元素做枢轴"/>
          <p:cNvSpPr txBox="1"/>
          <p:nvPr/>
        </p:nvSpPr>
        <p:spPr>
          <a:xfrm>
            <a:off x="211130" y="1617302"/>
            <a:ext cx="5283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选下标0的数组元素做枢轴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1198" name="p"/>
          <p:cNvSpPr txBox="1"/>
          <p:nvPr/>
        </p:nvSpPr>
        <p:spPr>
          <a:xfrm>
            <a:off x="9896982" y="3398058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1199" name="≤ p"/>
          <p:cNvSpPr txBox="1"/>
          <p:nvPr/>
        </p:nvSpPr>
        <p:spPr>
          <a:xfrm>
            <a:off x="2504671" y="3398058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≤ p</a:t>
            </a:r>
          </a:p>
        </p:txBody>
      </p:sp>
      <p:sp>
        <p:nvSpPr>
          <p:cNvPr id="1200" name="?"/>
          <p:cNvSpPr txBox="1"/>
          <p:nvPr/>
        </p:nvSpPr>
        <p:spPr>
          <a:xfrm>
            <a:off x="7954379" y="3398058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?</a:t>
            </a:r>
          </a:p>
        </p:txBody>
      </p:sp>
      <p:sp>
        <p:nvSpPr>
          <p:cNvPr id="1201" name="&gt;p"/>
          <p:cNvSpPr txBox="1"/>
          <p:nvPr/>
        </p:nvSpPr>
        <p:spPr>
          <a:xfrm>
            <a:off x="4758457" y="3398058"/>
            <a:ext cx="2886168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&gt;p</a:t>
            </a:r>
          </a:p>
        </p:txBody>
      </p:sp>
      <p:sp>
        <p:nvSpPr>
          <p:cNvPr id="1202" name="l"/>
          <p:cNvSpPr txBox="1"/>
          <p:nvPr/>
        </p:nvSpPr>
        <p:spPr>
          <a:xfrm>
            <a:off x="2441013" y="2955272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1203" name="r"/>
          <p:cNvSpPr txBox="1"/>
          <p:nvPr/>
        </p:nvSpPr>
        <p:spPr>
          <a:xfrm>
            <a:off x="10107418" y="2885109"/>
            <a:ext cx="456369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1204" name="i"/>
          <p:cNvSpPr txBox="1"/>
          <p:nvPr/>
        </p:nvSpPr>
        <p:spPr>
          <a:xfrm>
            <a:off x="4515087" y="4102697"/>
            <a:ext cx="41225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1205" name="j"/>
          <p:cNvSpPr txBox="1"/>
          <p:nvPr/>
        </p:nvSpPr>
        <p:spPr>
          <a:xfrm>
            <a:off x="7601843" y="4102697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sp>
        <p:nvSpPr>
          <p:cNvPr id="1206" name="矩形"/>
          <p:cNvSpPr txBox="1"/>
          <p:nvPr/>
        </p:nvSpPr>
        <p:spPr>
          <a:xfrm>
            <a:off x="7630782" y="3398058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207" name="矩形"/>
          <p:cNvSpPr txBox="1"/>
          <p:nvPr/>
        </p:nvSpPr>
        <p:spPr>
          <a:xfrm>
            <a:off x="4448703" y="3398058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208" name="part I"/>
          <p:cNvSpPr txBox="1"/>
          <p:nvPr/>
        </p:nvSpPr>
        <p:spPr>
          <a:xfrm>
            <a:off x="3037627" y="2720009"/>
            <a:ext cx="1149262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</a:t>
            </a:r>
          </a:p>
        </p:txBody>
      </p:sp>
      <p:sp>
        <p:nvSpPr>
          <p:cNvPr id="1209" name="part II"/>
          <p:cNvSpPr txBox="1"/>
          <p:nvPr/>
        </p:nvSpPr>
        <p:spPr>
          <a:xfrm>
            <a:off x="5626910" y="2720009"/>
            <a:ext cx="128122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</a:t>
            </a:r>
          </a:p>
        </p:txBody>
      </p:sp>
      <p:sp>
        <p:nvSpPr>
          <p:cNvPr id="1210" name="part III"/>
          <p:cNvSpPr txBox="1"/>
          <p:nvPr/>
        </p:nvSpPr>
        <p:spPr>
          <a:xfrm>
            <a:off x="8367133" y="2720009"/>
            <a:ext cx="141318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III</a:t>
            </a:r>
          </a:p>
        </p:txBody>
      </p:sp>
      <p:sp>
        <p:nvSpPr>
          <p:cNvPr id="1211" name="a[l…i]"/>
          <p:cNvSpPr txBox="1"/>
          <p:nvPr/>
        </p:nvSpPr>
        <p:spPr>
          <a:xfrm>
            <a:off x="2540095" y="2224314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a[l…i]</a:t>
            </a:r>
          </a:p>
        </p:txBody>
      </p:sp>
      <p:sp>
        <p:nvSpPr>
          <p:cNvPr id="1212" name="a[j…r-1]"/>
          <p:cNvSpPr txBox="1"/>
          <p:nvPr/>
        </p:nvSpPr>
        <p:spPr>
          <a:xfrm>
            <a:off x="8235172" y="2208509"/>
            <a:ext cx="1742826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a[j…r-1]</a:t>
            </a:r>
          </a:p>
        </p:txBody>
      </p:sp>
      <p:sp>
        <p:nvSpPr>
          <p:cNvPr id="1213" name="a[i+1…j-1]"/>
          <p:cNvSpPr txBox="1"/>
          <p:nvPr/>
        </p:nvSpPr>
        <p:spPr>
          <a:xfrm>
            <a:off x="5213434" y="2228026"/>
            <a:ext cx="2200131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a[i+1…j-1]</a:t>
            </a:r>
          </a:p>
        </p:txBody>
      </p:sp>
      <p:sp>
        <p:nvSpPr>
          <p:cNvPr id="1214" name="a[j] ≤ p : 交换 a[i+1]和a[j]，然后i++, j++"/>
          <p:cNvSpPr txBox="1"/>
          <p:nvPr/>
        </p:nvSpPr>
        <p:spPr>
          <a:xfrm>
            <a:off x="1963723" y="5125446"/>
            <a:ext cx="777982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≤ p : 交换 a[i+1]和a[j]，然后i++, j++</a:t>
            </a:r>
          </a:p>
        </p:txBody>
      </p:sp>
      <p:sp>
        <p:nvSpPr>
          <p:cNvPr id="1215" name="a[j] &gt; p :  j++"/>
          <p:cNvSpPr txBox="1"/>
          <p:nvPr/>
        </p:nvSpPr>
        <p:spPr>
          <a:xfrm>
            <a:off x="1963723" y="6053507"/>
            <a:ext cx="2565846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&gt; p :  j++</a:t>
            </a:r>
          </a:p>
        </p:txBody>
      </p:sp>
      <p:sp>
        <p:nvSpPr>
          <p:cNvPr id="1216" name="重复以下操作，直到第3部分为空，即j == r"/>
          <p:cNvSpPr txBox="1"/>
          <p:nvPr/>
        </p:nvSpPr>
        <p:spPr>
          <a:xfrm>
            <a:off x="1303561" y="4514850"/>
            <a:ext cx="8612608" cy="723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 重复以下操作，直到第3部分为空，即j == r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1219" name="Shape 126"/>
          <p:cNvSpPr txBox="1"/>
          <p:nvPr/>
        </p:nvSpPr>
        <p:spPr>
          <a:xfrm>
            <a:off x="3402997" y="1396588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sp>
        <p:nvSpPr>
          <p:cNvPr id="1220" name="Shape 127"/>
          <p:cNvSpPr txBox="1"/>
          <p:nvPr/>
        </p:nvSpPr>
        <p:spPr>
          <a:xfrm>
            <a:off x="4529628" y="1396588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36</a:t>
            </a:r>
          </a:p>
        </p:txBody>
      </p:sp>
      <p:sp>
        <p:nvSpPr>
          <p:cNvPr id="1221" name="Shape 128"/>
          <p:cNvSpPr txBox="1"/>
          <p:nvPr/>
        </p:nvSpPr>
        <p:spPr>
          <a:xfrm>
            <a:off x="5561433" y="1385299"/>
            <a:ext cx="825502" cy="6885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sp>
        <p:nvSpPr>
          <p:cNvPr id="1222" name="Shape 129"/>
          <p:cNvSpPr txBox="1"/>
          <p:nvPr/>
        </p:nvSpPr>
        <p:spPr>
          <a:xfrm>
            <a:off x="6577433" y="139433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58</a:t>
            </a:r>
          </a:p>
        </p:txBody>
      </p:sp>
      <p:sp>
        <p:nvSpPr>
          <p:cNvPr id="1223" name="Shape 130"/>
          <p:cNvSpPr txBox="1"/>
          <p:nvPr/>
        </p:nvSpPr>
        <p:spPr>
          <a:xfrm>
            <a:off x="7728899" y="1405619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61</a:t>
            </a:r>
          </a:p>
        </p:txBody>
      </p:sp>
      <p:sp>
        <p:nvSpPr>
          <p:cNvPr id="1224" name="Shape 131"/>
          <p:cNvSpPr txBox="1"/>
          <p:nvPr/>
        </p:nvSpPr>
        <p:spPr>
          <a:xfrm>
            <a:off x="2481824" y="1407876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225" name="Shape 132"/>
          <p:cNvSpPr txBox="1"/>
          <p:nvPr/>
        </p:nvSpPr>
        <p:spPr>
          <a:xfrm>
            <a:off x="1361966" y="1405619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1226" name="Shape 133"/>
          <p:cNvSpPr txBox="1"/>
          <p:nvPr/>
        </p:nvSpPr>
        <p:spPr>
          <a:xfrm>
            <a:off x="8720065" y="140336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227" name="Shape 134"/>
          <p:cNvSpPr txBox="1"/>
          <p:nvPr/>
        </p:nvSpPr>
        <p:spPr>
          <a:xfrm>
            <a:off x="9846695" y="140336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sp>
        <p:nvSpPr>
          <p:cNvPr id="1228" name="Shape 135"/>
          <p:cNvSpPr txBox="1"/>
          <p:nvPr/>
        </p:nvSpPr>
        <p:spPr>
          <a:xfrm>
            <a:off x="10973891" y="140336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1229" name="Shape 137"/>
          <p:cNvSpPr/>
          <p:nvPr/>
        </p:nvSpPr>
        <p:spPr>
          <a:xfrm>
            <a:off x="1295154" y="2191329"/>
            <a:ext cx="10820613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0" name="Shape 138"/>
          <p:cNvSpPr/>
          <p:nvPr/>
        </p:nvSpPr>
        <p:spPr>
          <a:xfrm>
            <a:off x="1295154" y="1371754"/>
            <a:ext cx="10820613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1" name="Shape 139"/>
          <p:cNvSpPr/>
          <p:nvPr/>
        </p:nvSpPr>
        <p:spPr>
          <a:xfrm>
            <a:off x="12115197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2" name="Shape 142"/>
          <p:cNvSpPr/>
          <p:nvPr/>
        </p:nvSpPr>
        <p:spPr>
          <a:xfrm>
            <a:off x="1316810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3" name="Shape 143"/>
          <p:cNvSpPr/>
          <p:nvPr/>
        </p:nvSpPr>
        <p:spPr>
          <a:xfrm>
            <a:off x="2341841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4" name="Shape 144"/>
          <p:cNvSpPr/>
          <p:nvPr/>
        </p:nvSpPr>
        <p:spPr>
          <a:xfrm>
            <a:off x="3364615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5" name="Shape 145"/>
          <p:cNvSpPr/>
          <p:nvPr/>
        </p:nvSpPr>
        <p:spPr>
          <a:xfrm>
            <a:off x="4389647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6" name="Shape 146"/>
          <p:cNvSpPr/>
          <p:nvPr/>
        </p:nvSpPr>
        <p:spPr>
          <a:xfrm>
            <a:off x="5516278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7" name="Shape 147"/>
          <p:cNvSpPr/>
          <p:nvPr/>
        </p:nvSpPr>
        <p:spPr>
          <a:xfrm>
            <a:off x="6539051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8" name="Shape 148"/>
          <p:cNvSpPr/>
          <p:nvPr/>
        </p:nvSpPr>
        <p:spPr>
          <a:xfrm>
            <a:off x="7663425" y="1363568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9" name="Shape 149"/>
          <p:cNvSpPr/>
          <p:nvPr/>
        </p:nvSpPr>
        <p:spPr>
          <a:xfrm>
            <a:off x="8726839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0" name="Shape 150"/>
          <p:cNvSpPr/>
          <p:nvPr/>
        </p:nvSpPr>
        <p:spPr>
          <a:xfrm>
            <a:off x="9844439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1" name="Shape 151"/>
          <p:cNvSpPr/>
          <p:nvPr/>
        </p:nvSpPr>
        <p:spPr>
          <a:xfrm>
            <a:off x="11025258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2" name="i"/>
          <p:cNvSpPr txBox="1"/>
          <p:nvPr/>
        </p:nvSpPr>
        <p:spPr>
          <a:xfrm>
            <a:off x="817618" y="2156417"/>
            <a:ext cx="295597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i</a:t>
            </a:r>
          </a:p>
        </p:txBody>
      </p:sp>
      <p:sp>
        <p:nvSpPr>
          <p:cNvPr id="1243" name="j"/>
          <p:cNvSpPr txBox="1"/>
          <p:nvPr/>
        </p:nvSpPr>
        <p:spPr>
          <a:xfrm>
            <a:off x="1766977" y="2148540"/>
            <a:ext cx="295596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j</a:t>
            </a:r>
          </a:p>
        </p:txBody>
      </p:sp>
      <p:grpSp>
        <p:nvGrpSpPr>
          <p:cNvPr id="1269" name="成组"/>
          <p:cNvGrpSpPr/>
          <p:nvPr/>
        </p:nvGrpSpPr>
        <p:grpSpPr>
          <a:xfrm>
            <a:off x="1282454" y="3193198"/>
            <a:ext cx="10948738" cy="2349501"/>
            <a:chOff x="0" y="0"/>
            <a:chExt cx="10948737" cy="2349500"/>
          </a:xfrm>
        </p:grpSpPr>
        <p:sp>
          <p:nvSpPr>
            <p:cNvPr id="1244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245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246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247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248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249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250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51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252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253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54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5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6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7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8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9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0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1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2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3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4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5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6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7" name="i"/>
            <p:cNvSpPr/>
            <p:nvPr/>
          </p:nvSpPr>
          <p:spPr>
            <a:xfrm>
              <a:off x="4699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268" name="j"/>
            <p:cNvSpPr/>
            <p:nvPr/>
          </p:nvSpPr>
          <p:spPr>
            <a:xfrm>
              <a:off x="14235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sp>
        <p:nvSpPr>
          <p:cNvPr id="1270" name="l"/>
          <p:cNvSpPr txBox="1"/>
          <p:nvPr/>
        </p:nvSpPr>
        <p:spPr>
          <a:xfrm>
            <a:off x="1761962" y="821630"/>
            <a:ext cx="295596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l</a:t>
            </a:r>
          </a:p>
        </p:txBody>
      </p:sp>
      <p:sp>
        <p:nvSpPr>
          <p:cNvPr id="1271" name="r"/>
          <p:cNvSpPr txBox="1"/>
          <p:nvPr/>
        </p:nvSpPr>
        <p:spPr>
          <a:xfrm>
            <a:off x="11220612" y="802767"/>
            <a:ext cx="345082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r</a:t>
            </a:r>
          </a:p>
        </p:txBody>
      </p:sp>
      <p:grpSp>
        <p:nvGrpSpPr>
          <p:cNvPr id="1297" name="成组"/>
          <p:cNvGrpSpPr/>
          <p:nvPr/>
        </p:nvGrpSpPr>
        <p:grpSpPr>
          <a:xfrm>
            <a:off x="1295154" y="4749413"/>
            <a:ext cx="10948738" cy="2349502"/>
            <a:chOff x="0" y="0"/>
            <a:chExt cx="10948737" cy="2349500"/>
          </a:xfrm>
        </p:grpSpPr>
        <p:sp>
          <p:nvSpPr>
            <p:cNvPr id="1272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273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274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275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276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277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278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79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280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281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82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3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4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5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6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7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8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9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0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1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2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3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4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5" name="i"/>
            <p:cNvSpPr/>
            <p:nvPr/>
          </p:nvSpPr>
          <p:spPr>
            <a:xfrm>
              <a:off x="13462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296" name="j"/>
            <p:cNvSpPr/>
            <p:nvPr/>
          </p:nvSpPr>
          <p:spPr>
            <a:xfrm>
              <a:off x="24268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323" name="成组"/>
          <p:cNvGrpSpPr/>
          <p:nvPr/>
        </p:nvGrpSpPr>
        <p:grpSpPr>
          <a:xfrm>
            <a:off x="1154430" y="6384100"/>
            <a:ext cx="10948738" cy="2349501"/>
            <a:chOff x="0" y="0"/>
            <a:chExt cx="10948737" cy="2349500"/>
          </a:xfrm>
        </p:grpSpPr>
        <p:sp>
          <p:nvSpPr>
            <p:cNvPr id="1298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299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00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01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02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03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04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05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06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07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08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9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0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1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2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3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4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5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6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7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8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9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0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1" name="i"/>
            <p:cNvSpPr/>
            <p:nvPr/>
          </p:nvSpPr>
          <p:spPr>
            <a:xfrm>
              <a:off x="13462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322" name="j"/>
            <p:cNvSpPr/>
            <p:nvPr/>
          </p:nvSpPr>
          <p:spPr>
            <a:xfrm>
              <a:off x="35190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351" name="成组"/>
          <p:cNvGrpSpPr/>
          <p:nvPr/>
        </p:nvGrpSpPr>
        <p:grpSpPr>
          <a:xfrm>
            <a:off x="1068671" y="1574348"/>
            <a:ext cx="10948738" cy="2349502"/>
            <a:chOff x="0" y="0"/>
            <a:chExt cx="10948737" cy="2349500"/>
          </a:xfrm>
        </p:grpSpPr>
        <p:sp>
          <p:nvSpPr>
            <p:cNvPr id="1326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327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28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29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30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31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32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33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34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35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36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7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8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9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0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1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2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3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4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5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6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7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8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9" name="i"/>
            <p:cNvSpPr/>
            <p:nvPr/>
          </p:nvSpPr>
          <p:spPr>
            <a:xfrm>
              <a:off x="13462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350" name="j"/>
            <p:cNvSpPr/>
            <p:nvPr/>
          </p:nvSpPr>
          <p:spPr>
            <a:xfrm>
              <a:off x="35190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377" name="成组"/>
          <p:cNvGrpSpPr/>
          <p:nvPr/>
        </p:nvGrpSpPr>
        <p:grpSpPr>
          <a:xfrm>
            <a:off x="1091249" y="3161551"/>
            <a:ext cx="10948738" cy="2349501"/>
            <a:chOff x="0" y="0"/>
            <a:chExt cx="10948737" cy="2349500"/>
          </a:xfrm>
        </p:grpSpPr>
        <p:sp>
          <p:nvSpPr>
            <p:cNvPr id="1352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53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354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55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56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57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58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59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60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61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62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3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4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5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6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7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8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9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0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1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2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3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4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5" name="i"/>
            <p:cNvSpPr/>
            <p:nvPr/>
          </p:nvSpPr>
          <p:spPr>
            <a:xfrm>
              <a:off x="24003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376" name="j"/>
            <p:cNvSpPr/>
            <p:nvPr/>
          </p:nvSpPr>
          <p:spPr>
            <a:xfrm>
              <a:off x="45604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403" name="成组"/>
          <p:cNvGrpSpPr/>
          <p:nvPr/>
        </p:nvGrpSpPr>
        <p:grpSpPr>
          <a:xfrm>
            <a:off x="1053149" y="5064701"/>
            <a:ext cx="10948738" cy="2349501"/>
            <a:chOff x="0" y="0"/>
            <a:chExt cx="10948737" cy="2349500"/>
          </a:xfrm>
        </p:grpSpPr>
        <p:sp>
          <p:nvSpPr>
            <p:cNvPr id="1378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79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80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381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82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83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84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85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86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87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88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9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0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1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2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3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4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5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6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7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8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9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0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1" name="i"/>
            <p:cNvSpPr/>
            <p:nvPr/>
          </p:nvSpPr>
          <p:spPr>
            <a:xfrm>
              <a:off x="35941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02" name="j"/>
            <p:cNvSpPr/>
            <p:nvPr/>
          </p:nvSpPr>
          <p:spPr>
            <a:xfrm>
              <a:off x="56653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429" name="成组"/>
          <p:cNvGrpSpPr/>
          <p:nvPr/>
        </p:nvGrpSpPr>
        <p:grpSpPr>
          <a:xfrm>
            <a:off x="1053149" y="6783561"/>
            <a:ext cx="10948738" cy="2349501"/>
            <a:chOff x="0" y="0"/>
            <a:chExt cx="10948737" cy="2349500"/>
          </a:xfrm>
        </p:grpSpPr>
        <p:sp>
          <p:nvSpPr>
            <p:cNvPr id="1404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405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406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407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408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409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410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11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412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413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14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5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6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7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8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9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0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1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2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3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4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5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6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7" name="i"/>
            <p:cNvSpPr/>
            <p:nvPr/>
          </p:nvSpPr>
          <p:spPr>
            <a:xfrm>
              <a:off x="35941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28" name="j"/>
            <p:cNvSpPr/>
            <p:nvPr/>
          </p:nvSpPr>
          <p:spPr>
            <a:xfrm>
              <a:off x="8801084" y="105279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457" name="成组"/>
          <p:cNvGrpSpPr/>
          <p:nvPr/>
        </p:nvGrpSpPr>
        <p:grpSpPr>
          <a:xfrm>
            <a:off x="1043271" y="1663600"/>
            <a:ext cx="10948738" cy="2349501"/>
            <a:chOff x="0" y="0"/>
            <a:chExt cx="10948737" cy="2349500"/>
          </a:xfrm>
        </p:grpSpPr>
        <p:sp>
          <p:nvSpPr>
            <p:cNvPr id="1432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433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434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435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436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437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438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39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440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441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42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3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4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5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6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7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8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9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0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1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2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3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4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5" name="i"/>
            <p:cNvSpPr/>
            <p:nvPr/>
          </p:nvSpPr>
          <p:spPr>
            <a:xfrm>
              <a:off x="35941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56" name="j"/>
            <p:cNvSpPr/>
            <p:nvPr/>
          </p:nvSpPr>
          <p:spPr>
            <a:xfrm>
              <a:off x="8801083" y="105279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483" name="成组"/>
          <p:cNvGrpSpPr/>
          <p:nvPr/>
        </p:nvGrpSpPr>
        <p:grpSpPr>
          <a:xfrm>
            <a:off x="1055971" y="3479754"/>
            <a:ext cx="11264885" cy="2349501"/>
            <a:chOff x="0" y="0"/>
            <a:chExt cx="11264883" cy="2349500"/>
          </a:xfrm>
        </p:grpSpPr>
        <p:sp>
          <p:nvSpPr>
            <p:cNvPr id="1458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459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460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461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462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463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464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65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466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467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68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9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0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1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2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3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4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5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6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7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8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9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0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1" name="i"/>
            <p:cNvSpPr/>
            <p:nvPr/>
          </p:nvSpPr>
          <p:spPr>
            <a:xfrm>
              <a:off x="45339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82" name="j"/>
            <p:cNvSpPr/>
            <p:nvPr/>
          </p:nvSpPr>
          <p:spPr>
            <a:xfrm>
              <a:off x="9994883" y="105279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1486" name="a0"/>
          <p:cNvSpPr txBox="1"/>
          <p:nvPr/>
        </p:nvSpPr>
        <p:spPr>
          <a:xfrm>
            <a:off x="2246002" y="3699331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i="0" baseline="-6000"/>
              <a:t>0</a:t>
            </a:r>
            <a:endParaRPr i="0" baseline="-6000"/>
          </a:p>
        </p:txBody>
      </p:sp>
      <p:sp>
        <p:nvSpPr>
          <p:cNvPr id="1487" name="a1"/>
          <p:cNvSpPr txBox="1"/>
          <p:nvPr/>
        </p:nvSpPr>
        <p:spPr>
          <a:xfrm>
            <a:off x="10963945" y="3699331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pPr>
            <a:r>
              <a:rPr i="1"/>
              <a:t>a</a:t>
            </a:r>
            <a:r>
              <a:rPr baseline="-6000"/>
              <a:t>1</a:t>
            </a:r>
            <a:endParaRPr baseline="-6000"/>
          </a:p>
        </p:txBody>
      </p:sp>
      <p:sp>
        <p:nvSpPr>
          <p:cNvPr id="1488" name="p"/>
          <p:cNvSpPr txBox="1"/>
          <p:nvPr/>
        </p:nvSpPr>
        <p:spPr>
          <a:xfrm>
            <a:off x="10295239" y="3699331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1489" name="≤ p"/>
          <p:cNvSpPr txBox="1"/>
          <p:nvPr/>
        </p:nvSpPr>
        <p:spPr>
          <a:xfrm>
            <a:off x="2914708" y="3699331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≤ p</a:t>
            </a:r>
          </a:p>
        </p:txBody>
      </p:sp>
      <p:sp>
        <p:nvSpPr>
          <p:cNvPr id="1490" name="&gt; p"/>
          <p:cNvSpPr txBox="1"/>
          <p:nvPr/>
        </p:nvSpPr>
        <p:spPr>
          <a:xfrm>
            <a:off x="8364416" y="3699331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&gt; p</a:t>
            </a:r>
          </a:p>
        </p:txBody>
      </p:sp>
      <p:sp>
        <p:nvSpPr>
          <p:cNvPr id="1491" name="?"/>
          <p:cNvSpPr txBox="1"/>
          <p:nvPr/>
        </p:nvSpPr>
        <p:spPr>
          <a:xfrm>
            <a:off x="5168494" y="3699331"/>
            <a:ext cx="288616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?</a:t>
            </a:r>
          </a:p>
        </p:txBody>
      </p:sp>
      <p:sp>
        <p:nvSpPr>
          <p:cNvPr id="1492" name="l"/>
          <p:cNvSpPr txBox="1"/>
          <p:nvPr/>
        </p:nvSpPr>
        <p:spPr>
          <a:xfrm>
            <a:off x="2369740" y="4403970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1493" name="r"/>
          <p:cNvSpPr txBox="1"/>
          <p:nvPr/>
        </p:nvSpPr>
        <p:spPr>
          <a:xfrm>
            <a:off x="11089102" y="4403970"/>
            <a:ext cx="456370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1494" name="i"/>
          <p:cNvSpPr txBox="1"/>
          <p:nvPr/>
        </p:nvSpPr>
        <p:spPr>
          <a:xfrm>
            <a:off x="4810825" y="4403970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1495" name="j"/>
          <p:cNvSpPr txBox="1"/>
          <p:nvPr/>
        </p:nvSpPr>
        <p:spPr>
          <a:xfrm>
            <a:off x="8011880" y="4403970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sp>
        <p:nvSpPr>
          <p:cNvPr id="1496" name="矩形"/>
          <p:cNvSpPr txBox="1"/>
          <p:nvPr/>
        </p:nvSpPr>
        <p:spPr>
          <a:xfrm>
            <a:off x="8040819" y="3699331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497" name="矩形"/>
          <p:cNvSpPr txBox="1"/>
          <p:nvPr/>
        </p:nvSpPr>
        <p:spPr>
          <a:xfrm>
            <a:off x="4858741" y="3699331"/>
            <a:ext cx="32197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498" name="part I"/>
          <p:cNvSpPr txBox="1"/>
          <p:nvPr/>
        </p:nvSpPr>
        <p:spPr>
          <a:xfrm>
            <a:off x="3333365" y="3021282"/>
            <a:ext cx="1149261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</a:t>
            </a:r>
          </a:p>
        </p:txBody>
      </p:sp>
      <p:sp>
        <p:nvSpPr>
          <p:cNvPr id="1499" name="part II"/>
          <p:cNvSpPr txBox="1"/>
          <p:nvPr/>
        </p:nvSpPr>
        <p:spPr>
          <a:xfrm>
            <a:off x="6036947" y="3021282"/>
            <a:ext cx="128122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</a:t>
            </a:r>
          </a:p>
        </p:txBody>
      </p:sp>
      <p:sp>
        <p:nvSpPr>
          <p:cNvPr id="1500" name="part III"/>
          <p:cNvSpPr txBox="1"/>
          <p:nvPr/>
        </p:nvSpPr>
        <p:spPr>
          <a:xfrm>
            <a:off x="8637470" y="3021282"/>
            <a:ext cx="141318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III</a:t>
            </a:r>
          </a:p>
        </p:txBody>
      </p:sp>
      <p:sp>
        <p:nvSpPr>
          <p:cNvPr id="1501" name="枢轴三者者选一：…"/>
          <p:cNvSpPr txBox="1"/>
          <p:nvPr/>
        </p:nvSpPr>
        <p:spPr>
          <a:xfrm>
            <a:off x="9532" y="1318152"/>
            <a:ext cx="3728100" cy="133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枢轴三者者选一：</a:t>
            </a:r>
          </a:p>
          <a:p>
            <a:r>
              <a:t>   </a:t>
            </a:r>
            <a:r>
              <a:rPr i="1"/>
              <a:t>a</a:t>
            </a:r>
            <a:r>
              <a:rPr baseline="-6000"/>
              <a:t>0</a:t>
            </a:r>
            <a:r>
              <a:t> ≤ </a:t>
            </a:r>
            <a:r>
              <a:rPr i="1"/>
              <a:t>p</a:t>
            </a:r>
            <a:r>
              <a:t> ≤ </a:t>
            </a:r>
            <a:r>
              <a:rPr i="1"/>
              <a:t>a</a:t>
            </a:r>
            <a:r>
              <a:rPr baseline="-6000"/>
              <a:t>1</a:t>
            </a:r>
            <a:endParaRPr baseline="-6000"/>
          </a:p>
        </p:txBody>
      </p:sp>
      <p:sp>
        <p:nvSpPr>
          <p:cNvPr id="1502" name="a[l…i)"/>
          <p:cNvSpPr txBox="1"/>
          <p:nvPr/>
        </p:nvSpPr>
        <p:spPr>
          <a:xfrm>
            <a:off x="3284573" y="2576387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a[l…i)</a:t>
            </a:r>
          </a:p>
        </p:txBody>
      </p:sp>
      <p:sp>
        <p:nvSpPr>
          <p:cNvPr id="1503" name="a(j…r-1)"/>
          <p:cNvSpPr txBox="1"/>
          <p:nvPr/>
        </p:nvSpPr>
        <p:spPr>
          <a:xfrm>
            <a:off x="8979651" y="2560582"/>
            <a:ext cx="1742826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a(j…r-1)</a:t>
            </a:r>
          </a:p>
        </p:txBody>
      </p:sp>
      <p:sp>
        <p:nvSpPr>
          <p:cNvPr id="1504" name="a[i…j]"/>
          <p:cNvSpPr txBox="1"/>
          <p:nvPr/>
        </p:nvSpPr>
        <p:spPr>
          <a:xfrm>
            <a:off x="5957912" y="2580099"/>
            <a:ext cx="1356927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a[i…j]</a:t>
            </a:r>
          </a:p>
        </p:txBody>
      </p:sp>
      <p:sp>
        <p:nvSpPr>
          <p:cNvPr id="1505" name="a[i] ≤ p: i++，否则停止"/>
          <p:cNvSpPr txBox="1"/>
          <p:nvPr/>
        </p:nvSpPr>
        <p:spPr>
          <a:xfrm>
            <a:off x="3257296" y="5805804"/>
            <a:ext cx="467049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a[i] ≤ p: i++，否则停止 </a:t>
            </a:r>
          </a:p>
        </p:txBody>
      </p:sp>
      <p:sp>
        <p:nvSpPr>
          <p:cNvPr id="1506" name="a[j] &gt; p: j--，否则停止"/>
          <p:cNvSpPr txBox="1"/>
          <p:nvPr/>
        </p:nvSpPr>
        <p:spPr>
          <a:xfrm>
            <a:off x="3257296" y="6724412"/>
            <a:ext cx="4471899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&gt; p: j--，否则停止 </a:t>
            </a:r>
          </a:p>
        </p:txBody>
      </p:sp>
      <p:sp>
        <p:nvSpPr>
          <p:cNvPr id="1507" name="交换a[i]， a[j]，然后i++，j--"/>
          <p:cNvSpPr txBox="1"/>
          <p:nvPr/>
        </p:nvSpPr>
        <p:spPr>
          <a:xfrm>
            <a:off x="3257296" y="7808120"/>
            <a:ext cx="578391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交换a[i]， a[j]，然后i++，j-- </a:t>
            </a:r>
          </a:p>
        </p:txBody>
      </p:sp>
      <p:sp>
        <p:nvSpPr>
          <p:cNvPr id="1508" name="重复以下步骤，直到第2部分为空，即i &gt; j"/>
          <p:cNvSpPr txBox="1"/>
          <p:nvPr/>
        </p:nvSpPr>
        <p:spPr>
          <a:xfrm>
            <a:off x="2644288" y="4947224"/>
            <a:ext cx="8226275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重复以下步骤，直到第2部分为空，即i &gt; j</a:t>
            </a:r>
          </a:p>
        </p:txBody>
      </p:sp>
      <p:sp>
        <p:nvSpPr>
          <p:cNvPr id="1509" name="交换a[i]和a[r-1]"/>
          <p:cNvSpPr txBox="1"/>
          <p:nvPr/>
        </p:nvSpPr>
        <p:spPr>
          <a:xfrm>
            <a:off x="2484554" y="8679693"/>
            <a:ext cx="312516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交换a[i]和a[r-1]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528" name="成组"/>
          <p:cNvGrpSpPr/>
          <p:nvPr/>
        </p:nvGrpSpPr>
        <p:grpSpPr>
          <a:xfrm>
            <a:off x="1282700" y="1743088"/>
            <a:ext cx="10453530" cy="6302072"/>
            <a:chOff x="25400" y="0"/>
            <a:chExt cx="10453529" cy="6302072"/>
          </a:xfrm>
        </p:grpSpPr>
        <p:graphicFrame>
          <p:nvGraphicFramePr>
            <p:cNvPr id="1512" name="表格"/>
            <p:cNvGraphicFramePr/>
            <p:nvPr/>
          </p:nvGraphicFramePr>
          <p:xfrm>
            <a:off x="25400" y="1929421"/>
            <a:ext cx="10453530" cy="80293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790231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513" name="i"/>
            <p:cNvSpPr txBox="1"/>
            <p:nvPr/>
          </p:nvSpPr>
          <p:spPr>
            <a:xfrm>
              <a:off x="878762" y="1393365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14" name="j"/>
            <p:cNvSpPr txBox="1"/>
            <p:nvPr/>
          </p:nvSpPr>
          <p:spPr>
            <a:xfrm>
              <a:off x="9406523" y="1393365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15" name="b) 设置哨兵、初始化"/>
            <p:cNvSpPr txBox="1"/>
            <p:nvPr/>
          </p:nvSpPr>
          <p:spPr>
            <a:xfrm>
              <a:off x="3992481" y="2617292"/>
              <a:ext cx="2996676" cy="644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b) 设置哨兵、初始化</a:t>
              </a:r>
            </a:p>
          </p:txBody>
        </p:sp>
        <p:graphicFrame>
          <p:nvGraphicFramePr>
            <p:cNvPr id="1516" name="表格"/>
            <p:cNvGraphicFramePr/>
            <p:nvPr/>
          </p:nvGraphicFramePr>
          <p:xfrm>
            <a:off x="25400" y="3452366"/>
            <a:ext cx="10453530" cy="81883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80613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17" name="i"/>
            <p:cNvSpPr txBox="1"/>
            <p:nvPr/>
          </p:nvSpPr>
          <p:spPr>
            <a:xfrm>
              <a:off x="1461080" y="2952377"/>
              <a:ext cx="316646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18" name="j"/>
            <p:cNvSpPr txBox="1"/>
            <p:nvPr/>
          </p:nvSpPr>
          <p:spPr>
            <a:xfrm>
              <a:off x="6711457" y="2952377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19" name="c) 移动"/>
            <p:cNvSpPr txBox="1"/>
            <p:nvPr/>
          </p:nvSpPr>
          <p:spPr>
            <a:xfrm>
              <a:off x="4632514" y="4154832"/>
              <a:ext cx="1153366" cy="644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c) 移动</a:t>
              </a:r>
            </a:p>
          </p:txBody>
        </p:sp>
        <p:graphicFrame>
          <p:nvGraphicFramePr>
            <p:cNvPr id="1520" name="表格"/>
            <p:cNvGraphicFramePr/>
            <p:nvPr/>
          </p:nvGraphicFramePr>
          <p:xfrm>
            <a:off x="25400" y="4980934"/>
            <a:ext cx="10453530" cy="82678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81408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21" name="i"/>
            <p:cNvSpPr txBox="1"/>
            <p:nvPr/>
          </p:nvSpPr>
          <p:spPr>
            <a:xfrm>
              <a:off x="1549980" y="4459474"/>
              <a:ext cx="316646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22" name="j"/>
            <p:cNvSpPr txBox="1"/>
            <p:nvPr/>
          </p:nvSpPr>
          <p:spPr>
            <a:xfrm>
              <a:off x="6711457" y="4459474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23" name="d) 交换"/>
            <p:cNvSpPr txBox="1"/>
            <p:nvPr/>
          </p:nvSpPr>
          <p:spPr>
            <a:xfrm>
              <a:off x="4708606" y="5657899"/>
              <a:ext cx="1170457" cy="644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d) 交换</a:t>
              </a:r>
            </a:p>
          </p:txBody>
        </p:sp>
        <p:graphicFrame>
          <p:nvGraphicFramePr>
            <p:cNvPr id="1524" name="表格"/>
            <p:cNvGraphicFramePr/>
            <p:nvPr/>
          </p:nvGraphicFramePr>
          <p:xfrm>
            <a:off x="25400" y="373006"/>
            <a:ext cx="10453530" cy="80293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790231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525" name="a) 选枢轴"/>
            <p:cNvSpPr txBox="1"/>
            <p:nvPr/>
          </p:nvSpPr>
          <p:spPr>
            <a:xfrm>
              <a:off x="4385213" y="1065656"/>
              <a:ext cx="1457736" cy="644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a) 选枢轴</a:t>
              </a:r>
            </a:p>
          </p:txBody>
        </p:sp>
        <p:sp>
          <p:nvSpPr>
            <p:cNvPr id="1526" name="l"/>
            <p:cNvSpPr txBox="1"/>
            <p:nvPr/>
          </p:nvSpPr>
          <p:spPr>
            <a:xfrm>
              <a:off x="206589" y="0"/>
              <a:ext cx="211397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</a:t>
              </a:r>
            </a:p>
          </p:txBody>
        </p:sp>
        <p:sp>
          <p:nvSpPr>
            <p:cNvPr id="1527" name="r"/>
            <p:cNvSpPr txBox="1"/>
            <p:nvPr/>
          </p:nvSpPr>
          <p:spPr>
            <a:xfrm>
              <a:off x="9975345" y="0"/>
              <a:ext cx="234018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</a:t>
              </a:r>
            </a:p>
          </p:txBody>
        </p:sp>
      </p:grp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545" name="成组"/>
          <p:cNvGrpSpPr/>
          <p:nvPr/>
        </p:nvGrpSpPr>
        <p:grpSpPr>
          <a:xfrm>
            <a:off x="1175766" y="1479143"/>
            <a:ext cx="10680701" cy="5477536"/>
            <a:chOff x="0" y="0"/>
            <a:chExt cx="10680700" cy="5477534"/>
          </a:xfrm>
        </p:grpSpPr>
        <p:graphicFrame>
          <p:nvGraphicFramePr>
            <p:cNvPr id="1531" name="表格"/>
            <p:cNvGraphicFramePr/>
            <p:nvPr/>
          </p:nvGraphicFramePr>
          <p:xfrm>
            <a:off x="0" y="439843"/>
            <a:ext cx="10680700" cy="7493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703605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32" name="i"/>
            <p:cNvSpPr txBox="1"/>
            <p:nvPr/>
          </p:nvSpPr>
          <p:spPr>
            <a:xfrm>
              <a:off x="2806885" y="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33" name="j"/>
            <p:cNvSpPr txBox="1"/>
            <p:nvPr/>
          </p:nvSpPr>
          <p:spPr>
            <a:xfrm>
              <a:off x="6141481" y="0"/>
              <a:ext cx="322706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34" name="e) 移动"/>
            <p:cNvSpPr txBox="1"/>
            <p:nvPr/>
          </p:nvSpPr>
          <p:spPr>
            <a:xfrm>
              <a:off x="4759461" y="1091975"/>
              <a:ext cx="1175440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e) 移动</a:t>
              </a:r>
            </a:p>
          </p:txBody>
        </p:sp>
        <p:graphicFrame>
          <p:nvGraphicFramePr>
            <p:cNvPr id="1535" name="表格"/>
            <p:cNvGraphicFramePr/>
            <p:nvPr/>
          </p:nvGraphicFramePr>
          <p:xfrm>
            <a:off x="0" y="1806568"/>
            <a:ext cx="10680700" cy="7493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703605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36" name="i"/>
            <p:cNvSpPr txBox="1"/>
            <p:nvPr/>
          </p:nvSpPr>
          <p:spPr>
            <a:xfrm>
              <a:off x="2806885" y="139202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37" name="j"/>
            <p:cNvSpPr txBox="1"/>
            <p:nvPr/>
          </p:nvSpPr>
          <p:spPr>
            <a:xfrm>
              <a:off x="6141481" y="1392020"/>
              <a:ext cx="322706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38" name="f) 交换"/>
            <p:cNvSpPr txBox="1"/>
            <p:nvPr/>
          </p:nvSpPr>
          <p:spPr>
            <a:xfrm>
              <a:off x="4759461" y="2426523"/>
              <a:ext cx="1141058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f) 交换</a:t>
              </a:r>
            </a:p>
          </p:txBody>
        </p:sp>
        <p:graphicFrame>
          <p:nvGraphicFramePr>
            <p:cNvPr id="1539" name="表格"/>
            <p:cNvGraphicFramePr/>
            <p:nvPr/>
          </p:nvGraphicFramePr>
          <p:xfrm>
            <a:off x="0" y="3100187"/>
            <a:ext cx="10680700" cy="7493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695372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40" name="i"/>
            <p:cNvSpPr txBox="1"/>
            <p:nvPr/>
          </p:nvSpPr>
          <p:spPr>
            <a:xfrm>
              <a:off x="4144600" y="269866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41" name="j"/>
            <p:cNvSpPr txBox="1"/>
            <p:nvPr/>
          </p:nvSpPr>
          <p:spPr>
            <a:xfrm>
              <a:off x="3504824" y="269866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42" name="g) 移动"/>
            <p:cNvSpPr txBox="1"/>
            <p:nvPr/>
          </p:nvSpPr>
          <p:spPr>
            <a:xfrm>
              <a:off x="4756584" y="3739299"/>
              <a:ext cx="1192857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g) 移动</a:t>
              </a:r>
            </a:p>
          </p:txBody>
        </p:sp>
        <p:graphicFrame>
          <p:nvGraphicFramePr>
            <p:cNvPr id="1543" name="成组"/>
            <p:cNvGraphicFramePr/>
            <p:nvPr/>
          </p:nvGraphicFramePr>
          <p:xfrm>
            <a:off x="0" y="4287348"/>
            <a:ext cx="10680700" cy="7620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71183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44" name="h) 就位"/>
            <p:cNvSpPr txBox="1"/>
            <p:nvPr/>
          </p:nvSpPr>
          <p:spPr>
            <a:xfrm>
              <a:off x="4747874" y="4902810"/>
              <a:ext cx="1192858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h) 就位</a:t>
              </a:r>
            </a:p>
          </p:txBody>
        </p:sp>
      </p:grp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Shape 250"/>
          <p:cNvSpPr txBox="1"/>
          <p:nvPr/>
        </p:nvSpPr>
        <p:spPr>
          <a:xfrm>
            <a:off x="1172916" y="101316"/>
            <a:ext cx="10985501" cy="98375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快速排序-性能分析</a:t>
            </a:r>
          </a:p>
        </p:txBody>
      </p:sp>
      <p:sp>
        <p:nvSpPr>
          <p:cNvPr id="1548" name="最坏时间复杂度O(n2)，最好和平均时间复杂度O(nlogn)。…"/>
          <p:cNvSpPr txBox="1"/>
          <p:nvPr/>
        </p:nvSpPr>
        <p:spPr>
          <a:xfrm>
            <a:off x="1095050" y="1601443"/>
            <a:ext cx="10077694" cy="3127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00990" marR="57785" indent="-300990" defTabSz="1295400">
              <a:buSzPct val="60000"/>
              <a:buBlip>
                <a:blip r:embed="rId1"/>
              </a:buBlip>
              <a:defRPr sz="3000">
                <a:uFill>
                  <a:solidFill>
                    <a:srgbClr val="990000"/>
                  </a:solidFill>
                </a:uFill>
              </a:defRPr>
            </a:pPr>
            <a:r>
              <a:t>最坏时间复杂度O(n</a:t>
            </a:r>
            <a:r>
              <a:rPr baseline="32000"/>
              <a:t>2</a:t>
            </a:r>
            <a:r>
              <a:t>)，</a:t>
            </a:r>
            <a:r>
              <a:rPr>
                <a:solidFill>
                  <a:schemeClr val="accent1"/>
                </a:solidFill>
              </a:rPr>
              <a:t>最好和平均</a:t>
            </a:r>
            <a:r>
              <a:t>时间复杂度O(nlogn)。</a:t>
            </a:r>
          </a:p>
          <a:p>
            <a:pPr marL="300990" marR="57785" indent="-300990" defTabSz="1295400">
              <a:buSzPct val="60000"/>
              <a:buBlip>
                <a:blip r:embed="rId1"/>
              </a:buBlip>
              <a:defRPr sz="3000">
                <a:uFill>
                  <a:solidFill>
                    <a:srgbClr val="990000"/>
                  </a:solidFill>
                </a:uFill>
              </a:defRPr>
            </a:pPr>
            <a:r>
              <a:t>快速排序需要的辅助存储空间为：</a:t>
            </a:r>
          </a:p>
          <a:p>
            <a:pPr marL="1062990" lvl="2" indent="-300990">
              <a:buSzPct val="100000"/>
              <a:buChar char="•"/>
              <a:defRPr sz="3000"/>
            </a:pPr>
            <a:r>
              <a:t>pivot</a:t>
            </a:r>
          </a:p>
          <a:p>
            <a:pPr marL="1062990" lvl="2" indent="-300990">
              <a:buSzPct val="100000"/>
              <a:buChar char="•"/>
              <a:defRPr sz="3000"/>
            </a:pPr>
            <a:r>
              <a:t>栈，如果每次先对短的区间进行快速排序，则 2log</a:t>
            </a:r>
            <a:r>
              <a:rPr baseline="-24000"/>
              <a:t>2</a:t>
            </a:r>
            <a:r>
              <a:t>n  </a:t>
            </a:r>
          </a:p>
          <a:p>
            <a:pPr marL="300990" marR="57785" indent="-300990" defTabSz="1295400">
              <a:lnSpc>
                <a:spcPct val="100000"/>
              </a:lnSpc>
              <a:buSzPct val="60000"/>
              <a:buBlip>
                <a:blip r:embed="rId1"/>
              </a:buBlip>
              <a:defRPr sz="3000">
                <a:uFill>
                  <a:solidFill>
                    <a:srgbClr val="990000"/>
                  </a:solidFill>
                </a:uFill>
              </a:defRPr>
            </a:pPr>
            <a:r>
              <a:t>快速排序是一种不稳定的排序方法。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Shape 250"/>
          <p:cNvSpPr txBox="1"/>
          <p:nvPr/>
        </p:nvSpPr>
        <p:spPr>
          <a:xfrm>
            <a:off x="1172916" y="101316"/>
            <a:ext cx="109855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快速排序代码</a:t>
            </a:r>
          </a:p>
        </p:txBody>
      </p:sp>
      <p:sp>
        <p:nvSpPr>
          <p:cNvPr id="1551" name="public static &lt;T&gt; T[] quickSort(T[] a) {…"/>
          <p:cNvSpPr txBox="1"/>
          <p:nvPr/>
        </p:nvSpPr>
        <p:spPr>
          <a:xfrm>
            <a:off x="357133" y="1599164"/>
            <a:ext cx="12245378" cy="6555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quickSort(T[]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quickSort(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quickSort(T[]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</a:t>
            </a:r>
            <a:r>
              <a:t> + 1 &lt; 3)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</a:t>
            </a:r>
            <a:r>
              <a:t>]) &gt; 0)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partition(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quickSort(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- 1);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quickSort(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+ 1,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Shape 250"/>
          <p:cNvSpPr txBox="1"/>
          <p:nvPr/>
        </p:nvSpPr>
        <p:spPr>
          <a:xfrm>
            <a:off x="1172916" y="101316"/>
            <a:ext cx="109855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快速排序代码</a:t>
            </a:r>
          </a:p>
        </p:txBody>
      </p:sp>
      <p:sp>
        <p:nvSpPr>
          <p:cNvPr id="1554" name="private static &lt;T&gt; int partition(T[] a, int l, int r) {…"/>
          <p:cNvSpPr txBox="1"/>
          <p:nvPr/>
        </p:nvSpPr>
        <p:spPr>
          <a:xfrm>
            <a:off x="797846" y="1514616"/>
            <a:ext cx="11180118" cy="73913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partition(T[]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</a:t>
            </a:r>
            <a:r>
              <a:t>) {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selectMiddle(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7E504F"/>
                </a:solidFill>
              </a:rPr>
              <a:t>pivot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- 1];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(;;) {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[++</a:t>
            </a:r>
            <a:r>
              <a:rPr>
                <a:solidFill>
                  <a:srgbClr val="7E504F"/>
                </a:solidFill>
              </a:rPr>
              <a:t>i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pivot</a:t>
            </a:r>
            <a:r>
              <a:t>) &lt; 0)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pivot</a:t>
            </a:r>
            <a:r>
              <a:t>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0)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&gt;= </a:t>
            </a:r>
            <a:r>
              <a:rPr>
                <a:solidFill>
                  <a:srgbClr val="7E504F"/>
                </a:solidFill>
              </a:rPr>
              <a:t>j</a:t>
            </a:r>
            <a:r>
              <a:t>)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- 1);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grpSp>
        <p:nvGrpSpPr>
          <p:cNvPr id="1575" name="成组"/>
          <p:cNvGrpSpPr/>
          <p:nvPr/>
        </p:nvGrpSpPr>
        <p:grpSpPr>
          <a:xfrm>
            <a:off x="1234865" y="1851465"/>
            <a:ext cx="10502773" cy="2977191"/>
            <a:chOff x="0" y="0"/>
            <a:chExt cx="10502771" cy="2977189"/>
          </a:xfrm>
        </p:grpSpPr>
        <p:sp>
          <p:nvSpPr>
            <p:cNvPr id="1557" name="p1"/>
            <p:cNvSpPr txBox="1"/>
            <p:nvPr/>
          </p:nvSpPr>
          <p:spPr>
            <a:xfrm>
              <a:off x="0" y="981868"/>
              <a:ext cx="577403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pPr>
              <a:r>
                <a:t>p</a:t>
              </a:r>
              <a:r>
                <a:rPr i="0" baseline="-6000"/>
                <a:t>1</a:t>
              </a:r>
              <a:endParaRPr i="0" baseline="-6000"/>
            </a:p>
          </p:txBody>
        </p:sp>
        <p:sp>
          <p:nvSpPr>
            <p:cNvPr id="1558" name="p2"/>
            <p:cNvSpPr txBox="1"/>
            <p:nvPr/>
          </p:nvSpPr>
          <p:spPr>
            <a:xfrm>
              <a:off x="9925369" y="981868"/>
              <a:ext cx="577403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rPr i="1"/>
                <a:t>p</a:t>
              </a:r>
              <a:r>
                <a:rPr baseline="-6000"/>
                <a:t>2</a:t>
              </a:r>
              <a:endParaRPr baseline="-6000"/>
            </a:p>
          </p:txBody>
        </p:sp>
        <p:sp>
          <p:nvSpPr>
            <p:cNvPr id="1559" name="&lt; p1"/>
            <p:cNvSpPr txBox="1"/>
            <p:nvPr/>
          </p:nvSpPr>
          <p:spPr>
            <a:xfrm>
              <a:off x="587557" y="981868"/>
              <a:ext cx="170724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pPr>
              <a:r>
                <a:t>&lt; p</a:t>
              </a:r>
              <a:r>
                <a:rPr baseline="-6000"/>
                <a:t>1</a:t>
              </a:r>
              <a:endParaRPr baseline="-6000"/>
            </a:p>
          </p:txBody>
        </p:sp>
        <p:sp>
          <p:nvSpPr>
            <p:cNvPr id="1560" name="&gt; p2"/>
            <p:cNvSpPr txBox="1"/>
            <p:nvPr/>
          </p:nvSpPr>
          <p:spPr>
            <a:xfrm>
              <a:off x="8226677" y="981868"/>
              <a:ext cx="1707250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pPr>
              <a:r>
                <a:t>&gt; p</a:t>
              </a:r>
              <a:r>
                <a:rPr baseline="-6000"/>
                <a:t>2</a:t>
              </a:r>
              <a:endParaRPr baseline="-6000"/>
            </a:p>
          </p:txBody>
        </p:sp>
        <p:sp>
          <p:nvSpPr>
            <p:cNvPr id="1561" name="p1≤ &amp; ≤ p2"/>
            <p:cNvSpPr txBox="1"/>
            <p:nvPr/>
          </p:nvSpPr>
          <p:spPr>
            <a:xfrm>
              <a:off x="2589605" y="981868"/>
              <a:ext cx="2535928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rPr i="1"/>
                <a:t>p</a:t>
              </a:r>
              <a:r>
                <a:rPr baseline="-6000"/>
                <a:t>1</a:t>
              </a:r>
              <a:r>
                <a:t>≤ &amp; ≤ </a:t>
              </a:r>
              <a:r>
                <a:rPr i="1"/>
                <a:t>p</a:t>
              </a:r>
              <a:r>
                <a:rPr baseline="-6000"/>
                <a:t>2</a:t>
              </a:r>
              <a:endParaRPr baseline="-6000"/>
            </a:p>
          </p:txBody>
        </p:sp>
        <p:sp>
          <p:nvSpPr>
            <p:cNvPr id="1562" name="l"/>
            <p:cNvSpPr txBox="1"/>
            <p:nvPr/>
          </p:nvSpPr>
          <p:spPr>
            <a:xfrm>
              <a:off x="174006" y="2002240"/>
              <a:ext cx="362226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</a:t>
              </a:r>
            </a:p>
          </p:txBody>
        </p:sp>
        <p:sp>
          <p:nvSpPr>
            <p:cNvPr id="1563" name="r"/>
            <p:cNvSpPr txBox="1"/>
            <p:nvPr/>
          </p:nvSpPr>
          <p:spPr>
            <a:xfrm>
              <a:off x="10033162" y="2002240"/>
              <a:ext cx="400988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564" name="i"/>
            <p:cNvSpPr txBox="1"/>
            <p:nvPr/>
          </p:nvSpPr>
          <p:spPr>
            <a:xfrm>
              <a:off x="2318862" y="2002240"/>
              <a:ext cx="362226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65" name="j"/>
            <p:cNvSpPr txBox="1"/>
            <p:nvPr/>
          </p:nvSpPr>
          <p:spPr>
            <a:xfrm>
              <a:off x="7895161" y="2002240"/>
              <a:ext cx="362226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66" name="矩形"/>
            <p:cNvSpPr txBox="1"/>
            <p:nvPr/>
          </p:nvSpPr>
          <p:spPr>
            <a:xfrm>
              <a:off x="7942906" y="981868"/>
              <a:ext cx="28289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</a:t>
              </a:r>
            </a:p>
          </p:txBody>
        </p:sp>
        <p:sp>
          <p:nvSpPr>
            <p:cNvPr id="1567" name="矩形"/>
            <p:cNvSpPr txBox="1"/>
            <p:nvPr/>
          </p:nvSpPr>
          <p:spPr>
            <a:xfrm>
              <a:off x="2295679" y="981868"/>
              <a:ext cx="28289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</a:t>
              </a:r>
            </a:p>
          </p:txBody>
        </p:sp>
        <p:sp>
          <p:nvSpPr>
            <p:cNvPr id="1568" name="part I"/>
            <p:cNvSpPr txBox="1"/>
            <p:nvPr/>
          </p:nvSpPr>
          <p:spPr>
            <a:xfrm>
              <a:off x="998932" y="0"/>
              <a:ext cx="1009797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</a:t>
              </a:r>
            </a:p>
          </p:txBody>
        </p:sp>
        <p:sp>
          <p:nvSpPr>
            <p:cNvPr id="1569" name="part II"/>
            <p:cNvSpPr txBox="1"/>
            <p:nvPr/>
          </p:nvSpPr>
          <p:spPr>
            <a:xfrm>
              <a:off x="3396193" y="0"/>
              <a:ext cx="1125744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II</a:t>
              </a:r>
            </a:p>
          </p:txBody>
        </p:sp>
        <p:sp>
          <p:nvSpPr>
            <p:cNvPr id="1570" name="part IV"/>
            <p:cNvSpPr txBox="1"/>
            <p:nvPr/>
          </p:nvSpPr>
          <p:spPr>
            <a:xfrm>
              <a:off x="8662448" y="0"/>
              <a:ext cx="1261244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IV</a:t>
              </a:r>
            </a:p>
          </p:txBody>
        </p:sp>
        <p:sp>
          <p:nvSpPr>
            <p:cNvPr id="1571" name="?"/>
            <p:cNvSpPr txBox="1"/>
            <p:nvPr/>
          </p:nvSpPr>
          <p:spPr>
            <a:xfrm>
              <a:off x="5409560" y="981868"/>
              <a:ext cx="2535928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?</a:t>
              </a:r>
            </a:p>
          </p:txBody>
        </p:sp>
        <p:sp>
          <p:nvSpPr>
            <p:cNvPr id="1572" name="k"/>
            <p:cNvSpPr txBox="1"/>
            <p:nvPr/>
          </p:nvSpPr>
          <p:spPr>
            <a:xfrm>
              <a:off x="5117056" y="2002240"/>
              <a:ext cx="420030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k</a:t>
              </a:r>
            </a:p>
          </p:txBody>
        </p:sp>
        <p:sp>
          <p:nvSpPr>
            <p:cNvPr id="1573" name="矩形"/>
            <p:cNvSpPr txBox="1"/>
            <p:nvPr/>
          </p:nvSpPr>
          <p:spPr>
            <a:xfrm>
              <a:off x="5115634" y="981868"/>
              <a:ext cx="28289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</a:t>
              </a:r>
            </a:p>
          </p:txBody>
        </p:sp>
        <p:sp>
          <p:nvSpPr>
            <p:cNvPr id="1574" name="part III"/>
            <p:cNvSpPr txBox="1"/>
            <p:nvPr/>
          </p:nvSpPr>
          <p:spPr>
            <a:xfrm>
              <a:off x="6194386" y="0"/>
              <a:ext cx="1241693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III</a:t>
              </a:r>
            </a:p>
          </p:txBody>
        </p:sp>
      </p:grpSp>
      <p:sp>
        <p:nvSpPr>
          <p:cNvPr id="1576" name="https://codeblab.com/wp-content/uploads/2009/09/DualPivotQuicksort.pdf"/>
          <p:cNvSpPr txBox="1"/>
          <p:nvPr/>
        </p:nvSpPr>
        <p:spPr>
          <a:xfrm>
            <a:off x="546072" y="5296877"/>
            <a:ext cx="9699763" cy="44371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indent="0">
              <a:lnSpc>
                <a:spcPts val="5400"/>
              </a:lnSpc>
              <a:defRPr sz="2500"/>
            </a:lvl1pPr>
          </a:lstStyle>
          <a:p>
            <a:r>
              <a:t>https://codeblab.com/wp-content/uploads/2009/09/DualPivotQuicksort.pdf 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sp>
        <p:nvSpPr>
          <p:cNvPr id="1579" name="双枢轴快速排序选择两个枢轴p1、p2，并且p1 ≤ p2。…"/>
          <p:cNvSpPr txBox="1"/>
          <p:nvPr/>
        </p:nvSpPr>
        <p:spPr>
          <a:xfrm>
            <a:off x="1038456" y="1834759"/>
            <a:ext cx="8610154" cy="46621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spcBef>
                <a:spcPts val="1200"/>
              </a:spcBef>
              <a:defRPr sz="3000"/>
            </a:pPr>
            <a:r>
              <a:t>双枢轴快速排序选择两个枢轴</a:t>
            </a:r>
            <a:r>
              <a:rPr i="1"/>
              <a:t>p</a:t>
            </a:r>
            <a:r>
              <a:rPr baseline="-6000"/>
              <a:t>1</a:t>
            </a:r>
            <a:r>
              <a:t>、</a:t>
            </a:r>
            <a:r>
              <a:rPr i="1"/>
              <a:t>p</a:t>
            </a:r>
            <a:r>
              <a:rPr baseline="-6000"/>
              <a:t>2</a:t>
            </a:r>
            <a:r>
              <a:t>，并且</a:t>
            </a:r>
            <a:r>
              <a:rPr i="1"/>
              <a:t>p</a:t>
            </a:r>
            <a:r>
              <a:rPr baseline="-6000"/>
              <a:t>1 </a:t>
            </a:r>
            <a:r>
              <a:t>≤ </a:t>
            </a:r>
            <a:r>
              <a:rPr i="1"/>
              <a:t>p</a:t>
            </a:r>
            <a:r>
              <a:rPr baseline="-6000"/>
              <a:t>2</a:t>
            </a:r>
            <a:r>
              <a:t>。</a:t>
            </a:r>
          </a:p>
          <a:p>
            <a:pPr indent="0">
              <a:lnSpc>
                <a:spcPct val="120000"/>
              </a:lnSpc>
              <a:spcBef>
                <a:spcPts val="1200"/>
              </a:spcBef>
              <a:defRPr sz="3000"/>
            </a:pPr>
            <a:r>
              <a:t>双枢轴快速排序的划分过程将数组</a:t>
            </a:r>
            <a:r>
              <a:rPr i="1"/>
              <a:t>a</a:t>
            </a:r>
            <a:r>
              <a:t>分为4个区域：</a:t>
            </a:r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第一个区域的数据小于枢轴</a:t>
            </a:r>
            <a:r>
              <a:rPr i="1"/>
              <a:t>p</a:t>
            </a:r>
            <a:r>
              <a:rPr baseline="-6000"/>
              <a:t>1</a:t>
            </a:r>
            <a:endParaRPr baseline="-6000"/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第二个区域的数据处于</a:t>
            </a:r>
            <a:r>
              <a:rPr i="1"/>
              <a:t>p</a:t>
            </a:r>
            <a:r>
              <a:rPr baseline="-6000"/>
              <a:t>1</a:t>
            </a:r>
            <a:r>
              <a:t>和</a:t>
            </a:r>
            <a:r>
              <a:rPr i="1"/>
              <a:t>p</a:t>
            </a:r>
            <a:r>
              <a:rPr baseline="-6000"/>
              <a:t>2</a:t>
            </a:r>
            <a:r>
              <a:t>之间</a:t>
            </a:r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第三个区域的数据待定</a:t>
            </a:r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第四个区域的数据大于枢轴</a:t>
            </a:r>
            <a:r>
              <a:rPr i="1"/>
              <a:t>p</a:t>
            </a:r>
            <a:r>
              <a:rPr baseline="-6000"/>
              <a:t>2</a:t>
            </a:r>
            <a:endParaRPr baseline="-6000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sp>
        <p:nvSpPr>
          <p:cNvPr id="1582" name="(1)     如果a[k] &lt; p1，则交换a[k]和a[i]，i = i + 1，转(3)…"/>
          <p:cNvSpPr txBox="1"/>
          <p:nvPr/>
        </p:nvSpPr>
        <p:spPr>
          <a:xfrm>
            <a:off x="1557154" y="1486934"/>
            <a:ext cx="9431901" cy="523204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(1)     如果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 &lt; </a:t>
            </a:r>
            <a:r>
              <a:rPr i="1"/>
              <a:t>p</a:t>
            </a:r>
            <a:r>
              <a:rPr baseline="-6000"/>
              <a:t>1</a:t>
            </a:r>
            <a:r>
              <a:t>，则交换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i</a:t>
            </a:r>
            <a:r>
              <a:t>]，</a:t>
            </a:r>
            <a:r>
              <a:rPr i="1"/>
              <a:t>i </a:t>
            </a:r>
            <a:r>
              <a:t>= </a:t>
            </a:r>
            <a:r>
              <a:rPr i="1"/>
              <a:t>i</a:t>
            </a:r>
            <a:r>
              <a:t> + 1，转(3)</a:t>
            </a:r>
          </a:p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(2)     否则，如果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 &gt; </a:t>
            </a:r>
            <a:r>
              <a:rPr i="1"/>
              <a:t>p</a:t>
            </a:r>
            <a:r>
              <a:rPr baseline="-6000"/>
              <a:t>2</a:t>
            </a:r>
            <a:r>
              <a:t>，则</a:t>
            </a:r>
          </a:p>
          <a:p>
            <a:pPr marL="10668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a)       移动</a:t>
            </a:r>
            <a:r>
              <a:rPr i="1"/>
              <a:t>j</a:t>
            </a:r>
            <a:r>
              <a:t>，即执行</a:t>
            </a:r>
            <a:r>
              <a:rPr i="1"/>
              <a:t>j</a:t>
            </a:r>
            <a:r>
              <a:t> = </a:t>
            </a:r>
            <a:r>
              <a:rPr i="1"/>
              <a:t>j</a:t>
            </a:r>
            <a:r>
              <a:t> – 1，直至不满足条件</a:t>
            </a:r>
            <a:r>
              <a:rPr i="1"/>
              <a:t>k</a:t>
            </a:r>
            <a:r>
              <a:t> &lt; </a:t>
            </a:r>
            <a:r>
              <a:rPr i="1"/>
              <a:t>j</a:t>
            </a:r>
            <a:r>
              <a:t> &amp;&amp; </a:t>
            </a:r>
            <a:r>
              <a:rPr i="1"/>
              <a:t>a</a:t>
            </a:r>
            <a:r>
              <a:t>[</a:t>
            </a:r>
            <a:r>
              <a:rPr i="1"/>
              <a:t>j</a:t>
            </a:r>
            <a:r>
              <a:t>] &gt; </a:t>
            </a:r>
            <a:r>
              <a:rPr i="1"/>
              <a:t>p</a:t>
            </a:r>
            <a:r>
              <a:rPr baseline="-6000"/>
              <a:t>2</a:t>
            </a:r>
            <a:endParaRPr baseline="-6000"/>
          </a:p>
          <a:p>
            <a:pPr marL="10668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b)       交换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j</a:t>
            </a:r>
            <a:r>
              <a:t>]，</a:t>
            </a:r>
            <a:r>
              <a:rPr i="1"/>
              <a:t>j</a:t>
            </a:r>
            <a:r>
              <a:t> = </a:t>
            </a:r>
            <a:r>
              <a:rPr i="1"/>
              <a:t>j</a:t>
            </a:r>
            <a:r>
              <a:t> – 1</a:t>
            </a:r>
          </a:p>
          <a:p>
            <a:pPr marL="10668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c)       如果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 &lt; </a:t>
            </a:r>
            <a:r>
              <a:rPr i="1"/>
              <a:t>p</a:t>
            </a:r>
            <a:r>
              <a:rPr baseline="-6000"/>
              <a:t>1</a:t>
            </a:r>
            <a:r>
              <a:t>，则交换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i</a:t>
            </a:r>
            <a:r>
              <a:t>]，</a:t>
            </a:r>
            <a:r>
              <a:rPr i="1"/>
              <a:t>i</a:t>
            </a:r>
            <a:r>
              <a:t> = </a:t>
            </a:r>
            <a:r>
              <a:rPr i="1"/>
              <a:t>i</a:t>
            </a:r>
            <a:r>
              <a:t> – 1</a:t>
            </a:r>
          </a:p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(3)     </a:t>
            </a:r>
            <a:r>
              <a:rPr i="1"/>
              <a:t>k </a:t>
            </a:r>
            <a:r>
              <a:t>= </a:t>
            </a:r>
            <a:r>
              <a:rPr i="1"/>
              <a:t>k</a:t>
            </a:r>
            <a:r>
              <a:t> + 1，如果k &lt;= j，则转(1)，否则，转(4)</a:t>
            </a:r>
          </a:p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(4)     交换</a:t>
            </a:r>
            <a:r>
              <a:rPr i="1"/>
              <a:t>a</a:t>
            </a:r>
            <a:r>
              <a:t>[</a:t>
            </a:r>
            <a:r>
              <a:rPr i="1"/>
              <a:t>l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i</a:t>
            </a:r>
            <a:r>
              <a:t> - 1]，交换</a:t>
            </a:r>
            <a:r>
              <a:rPr i="1"/>
              <a:t>a</a:t>
            </a:r>
            <a:r>
              <a:t>[</a:t>
            </a:r>
            <a:r>
              <a:rPr i="1"/>
              <a:t>r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j</a:t>
            </a:r>
            <a:r>
              <a:t> + 1]，结束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grpSp>
        <p:nvGrpSpPr>
          <p:cNvPr id="1630" name="成组"/>
          <p:cNvGrpSpPr/>
          <p:nvPr/>
        </p:nvGrpSpPr>
        <p:grpSpPr>
          <a:xfrm>
            <a:off x="2284652" y="1253348"/>
            <a:ext cx="9207501" cy="6947813"/>
            <a:chOff x="0" y="0"/>
            <a:chExt cx="9207500" cy="6947812"/>
          </a:xfrm>
        </p:grpSpPr>
        <p:grpSp>
          <p:nvGrpSpPr>
            <p:cNvPr id="1589" name="成组"/>
            <p:cNvGrpSpPr/>
            <p:nvPr/>
          </p:nvGrpSpPr>
          <p:grpSpPr>
            <a:xfrm>
              <a:off x="0" y="-1"/>
              <a:ext cx="9207500" cy="1269896"/>
              <a:chOff x="0" y="0"/>
              <a:chExt cx="9207500" cy="1269894"/>
            </a:xfrm>
          </p:grpSpPr>
          <p:graphicFrame>
            <p:nvGraphicFramePr>
              <p:cNvPr id="1585" name="表格"/>
              <p:cNvGraphicFramePr/>
              <p:nvPr/>
            </p:nvGraphicFramePr>
            <p:xfrm>
              <a:off x="0" y="294704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</a:tr>
                </a:tbl>
              </a:graphicData>
            </a:graphic>
          </p:graphicFrame>
          <p:sp>
            <p:nvSpPr>
              <p:cNvPr id="1586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587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588" name="a)"/>
              <p:cNvSpPr txBox="1"/>
              <p:nvPr/>
            </p:nvSpPr>
            <p:spPr>
              <a:xfrm>
                <a:off x="4422527" y="859347"/>
                <a:ext cx="411052" cy="4105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a)</a:t>
                </a:r>
              </a:p>
            </p:txBody>
          </p:sp>
        </p:grpSp>
        <p:grpSp>
          <p:nvGrpSpPr>
            <p:cNvPr id="1597" name="成组"/>
            <p:cNvGrpSpPr/>
            <p:nvPr/>
          </p:nvGrpSpPr>
          <p:grpSpPr>
            <a:xfrm>
              <a:off x="0" y="1044664"/>
              <a:ext cx="9207500" cy="1337862"/>
              <a:chOff x="0" y="0"/>
              <a:chExt cx="9207500" cy="1337860"/>
            </a:xfrm>
          </p:grpSpPr>
          <p:sp>
            <p:nvSpPr>
              <p:cNvPr id="1590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591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592" name="i"/>
              <p:cNvSpPr txBox="1"/>
              <p:nvPr/>
            </p:nvSpPr>
            <p:spPr>
              <a:xfrm>
                <a:off x="583995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593" name="k"/>
              <p:cNvSpPr txBox="1"/>
              <p:nvPr/>
            </p:nvSpPr>
            <p:spPr>
              <a:xfrm>
                <a:off x="800955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594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595" name="表格"/>
              <p:cNvGraphicFramePr/>
              <p:nvPr/>
            </p:nvGraphicFramePr>
            <p:xfrm>
              <a:off x="0" y="352599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596" name="b)"/>
              <p:cNvSpPr txBox="1"/>
              <p:nvPr/>
            </p:nvSpPr>
            <p:spPr>
              <a:xfrm>
                <a:off x="4414770" y="927314"/>
                <a:ext cx="426046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b)</a:t>
                </a:r>
              </a:p>
            </p:txBody>
          </p:sp>
        </p:grpSp>
        <p:grpSp>
          <p:nvGrpSpPr>
            <p:cNvPr id="1605" name="成组"/>
            <p:cNvGrpSpPr/>
            <p:nvPr/>
          </p:nvGrpSpPr>
          <p:grpSpPr>
            <a:xfrm>
              <a:off x="0" y="3314640"/>
              <a:ext cx="9207500" cy="1337861"/>
              <a:chOff x="0" y="0"/>
              <a:chExt cx="9207500" cy="1337860"/>
            </a:xfrm>
          </p:grpSpPr>
          <p:sp>
            <p:nvSpPr>
              <p:cNvPr id="1598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599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00" name="i"/>
              <p:cNvSpPr txBox="1"/>
              <p:nvPr/>
            </p:nvSpPr>
            <p:spPr>
              <a:xfrm>
                <a:off x="1318323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01" name="k"/>
              <p:cNvSpPr txBox="1"/>
              <p:nvPr/>
            </p:nvSpPr>
            <p:spPr>
              <a:xfrm>
                <a:off x="1835690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02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03" name="表格"/>
              <p:cNvGraphicFramePr/>
              <p:nvPr/>
            </p:nvGraphicFramePr>
            <p:xfrm>
              <a:off x="0" y="352599"/>
              <a:ext cx="9207500" cy="6604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609388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04" name="d)"/>
              <p:cNvSpPr txBox="1"/>
              <p:nvPr/>
            </p:nvSpPr>
            <p:spPr>
              <a:xfrm>
                <a:off x="4414770" y="927314"/>
                <a:ext cx="426046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d)</a:t>
                </a:r>
              </a:p>
            </p:txBody>
          </p:sp>
        </p:grpSp>
        <p:grpSp>
          <p:nvGrpSpPr>
            <p:cNvPr id="1613" name="成组"/>
            <p:cNvGrpSpPr/>
            <p:nvPr/>
          </p:nvGrpSpPr>
          <p:grpSpPr>
            <a:xfrm>
              <a:off x="0" y="4441709"/>
              <a:ext cx="9207500" cy="1337862"/>
              <a:chOff x="0" y="0"/>
              <a:chExt cx="9207500" cy="1337860"/>
            </a:xfrm>
          </p:grpSpPr>
          <p:sp>
            <p:nvSpPr>
              <p:cNvPr id="1606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07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08" name="i"/>
              <p:cNvSpPr txBox="1"/>
              <p:nvPr/>
            </p:nvSpPr>
            <p:spPr>
              <a:xfrm>
                <a:off x="1885758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09" name="k"/>
              <p:cNvSpPr txBox="1"/>
              <p:nvPr/>
            </p:nvSpPr>
            <p:spPr>
              <a:xfrm>
                <a:off x="2453193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10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11" name="表格"/>
              <p:cNvGraphicFramePr/>
              <p:nvPr/>
            </p:nvGraphicFramePr>
            <p:xfrm>
              <a:off x="0" y="352599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12" name="e)"/>
              <p:cNvSpPr txBox="1"/>
              <p:nvPr/>
            </p:nvSpPr>
            <p:spPr>
              <a:xfrm>
                <a:off x="4414770" y="927314"/>
                <a:ext cx="411052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e)</a:t>
                </a:r>
              </a:p>
            </p:txBody>
          </p:sp>
        </p:grpSp>
        <p:grpSp>
          <p:nvGrpSpPr>
            <p:cNvPr id="1621" name="成组"/>
            <p:cNvGrpSpPr/>
            <p:nvPr/>
          </p:nvGrpSpPr>
          <p:grpSpPr>
            <a:xfrm>
              <a:off x="0" y="5609951"/>
              <a:ext cx="9207500" cy="1337862"/>
              <a:chOff x="0" y="0"/>
              <a:chExt cx="9207500" cy="1337860"/>
            </a:xfrm>
          </p:grpSpPr>
          <p:sp>
            <p:nvSpPr>
              <p:cNvPr id="1614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15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16" name="i"/>
              <p:cNvSpPr txBox="1"/>
              <p:nvPr/>
            </p:nvSpPr>
            <p:spPr>
              <a:xfrm>
                <a:off x="1885758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17" name="k"/>
              <p:cNvSpPr txBox="1"/>
              <p:nvPr/>
            </p:nvSpPr>
            <p:spPr>
              <a:xfrm>
                <a:off x="2453193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18" name="j"/>
              <p:cNvSpPr txBox="1"/>
              <p:nvPr/>
            </p:nvSpPr>
            <p:spPr>
              <a:xfrm>
                <a:off x="702605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19" name="表格"/>
              <p:cNvGraphicFramePr/>
              <p:nvPr/>
            </p:nvGraphicFramePr>
            <p:xfrm>
              <a:off x="0" y="352599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20" name="f)"/>
              <p:cNvSpPr txBox="1"/>
              <p:nvPr/>
            </p:nvSpPr>
            <p:spPr>
              <a:xfrm>
                <a:off x="4414770" y="927314"/>
                <a:ext cx="381455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f)</a:t>
                </a:r>
              </a:p>
            </p:txBody>
          </p:sp>
        </p:grpSp>
        <p:grpSp>
          <p:nvGrpSpPr>
            <p:cNvPr id="1629" name="成组"/>
            <p:cNvGrpSpPr/>
            <p:nvPr/>
          </p:nvGrpSpPr>
          <p:grpSpPr>
            <a:xfrm>
              <a:off x="0" y="2153464"/>
              <a:ext cx="9207500" cy="1337862"/>
              <a:chOff x="0" y="0"/>
              <a:chExt cx="9207500" cy="1337860"/>
            </a:xfrm>
          </p:grpSpPr>
          <p:sp>
            <p:nvSpPr>
              <p:cNvPr id="1622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23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24" name="i"/>
              <p:cNvSpPr txBox="1"/>
              <p:nvPr/>
            </p:nvSpPr>
            <p:spPr>
              <a:xfrm>
                <a:off x="1134741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25" name="k"/>
              <p:cNvSpPr txBox="1"/>
              <p:nvPr/>
            </p:nvSpPr>
            <p:spPr>
              <a:xfrm>
                <a:off x="1351701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26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27" name="表格"/>
              <p:cNvGraphicFramePr/>
              <p:nvPr/>
            </p:nvGraphicFramePr>
            <p:xfrm>
              <a:off x="0" y="352599"/>
              <a:ext cx="9207500" cy="6604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609388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28" name="c)"/>
              <p:cNvSpPr txBox="1"/>
              <p:nvPr/>
            </p:nvSpPr>
            <p:spPr>
              <a:xfrm>
                <a:off x="4414770" y="927314"/>
                <a:ext cx="411052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c)</a:t>
                </a:r>
              </a:p>
            </p:txBody>
          </p:sp>
        </p:grpSp>
      </p:grpSp>
      <p:grpSp>
        <p:nvGrpSpPr>
          <p:cNvPr id="1638" name="成组"/>
          <p:cNvGrpSpPr/>
          <p:nvPr/>
        </p:nvGrpSpPr>
        <p:grpSpPr>
          <a:xfrm>
            <a:off x="2993672" y="11054234"/>
            <a:ext cx="6993931" cy="1047905"/>
            <a:chOff x="25400" y="0"/>
            <a:chExt cx="6993929" cy="1047904"/>
          </a:xfrm>
        </p:grpSpPr>
        <p:sp>
          <p:nvSpPr>
            <p:cNvPr id="1631" name="l"/>
            <p:cNvSpPr txBox="1"/>
            <p:nvPr/>
          </p:nvSpPr>
          <p:spPr>
            <a:xfrm>
              <a:off x="120273" y="0"/>
              <a:ext cx="211396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</a:t>
              </a:r>
            </a:p>
          </p:txBody>
        </p:sp>
        <p:sp>
          <p:nvSpPr>
            <p:cNvPr id="1632" name="r"/>
            <p:cNvSpPr txBox="1"/>
            <p:nvPr/>
          </p:nvSpPr>
          <p:spPr>
            <a:xfrm>
              <a:off x="6635373" y="0"/>
              <a:ext cx="234018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633" name="i"/>
            <p:cNvSpPr txBox="1"/>
            <p:nvPr/>
          </p:nvSpPr>
          <p:spPr>
            <a:xfrm>
              <a:off x="2279273" y="0"/>
              <a:ext cx="211396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634" name="k"/>
            <p:cNvSpPr txBox="1"/>
            <p:nvPr/>
          </p:nvSpPr>
          <p:spPr>
            <a:xfrm>
              <a:off x="4882773" y="0"/>
              <a:ext cx="24513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k</a:t>
              </a:r>
            </a:p>
          </p:txBody>
        </p:sp>
        <p:sp>
          <p:nvSpPr>
            <p:cNvPr id="1635" name="j"/>
            <p:cNvSpPr txBox="1"/>
            <p:nvPr/>
          </p:nvSpPr>
          <p:spPr>
            <a:xfrm>
              <a:off x="4489073" y="0"/>
              <a:ext cx="211397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graphicFrame>
          <p:nvGraphicFramePr>
            <p:cNvPr id="1636" name="表格"/>
            <p:cNvGraphicFramePr/>
            <p:nvPr/>
          </p:nvGraphicFramePr>
          <p:xfrm>
            <a:off x="25400" y="296074"/>
            <a:ext cx="6993930" cy="500065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</a:tblGrid>
                <a:tr h="47466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37" name="l)"/>
            <p:cNvSpPr txBox="1"/>
            <p:nvPr/>
          </p:nvSpPr>
          <p:spPr>
            <a:xfrm>
              <a:off x="3365570" y="726336"/>
              <a:ext cx="27906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l)</a:t>
              </a:r>
            </a:p>
          </p:txBody>
        </p:sp>
      </p:grp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sp>
        <p:nvSpPr>
          <p:cNvPr id="1641" name="l"/>
          <p:cNvSpPr txBox="1"/>
          <p:nvPr/>
        </p:nvSpPr>
        <p:spPr>
          <a:xfrm>
            <a:off x="2302638" y="1644544"/>
            <a:ext cx="211397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1642" name="r"/>
          <p:cNvSpPr txBox="1"/>
          <p:nvPr/>
        </p:nvSpPr>
        <p:spPr>
          <a:xfrm>
            <a:off x="8817738" y="1644544"/>
            <a:ext cx="234018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1643" name="i"/>
          <p:cNvSpPr txBox="1"/>
          <p:nvPr/>
        </p:nvSpPr>
        <p:spPr>
          <a:xfrm>
            <a:off x="3623438" y="1644544"/>
            <a:ext cx="211396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1644" name="k"/>
          <p:cNvSpPr txBox="1"/>
          <p:nvPr/>
        </p:nvSpPr>
        <p:spPr>
          <a:xfrm>
            <a:off x="4487038" y="1644544"/>
            <a:ext cx="245131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k</a:t>
            </a:r>
          </a:p>
        </p:txBody>
      </p:sp>
      <p:sp>
        <p:nvSpPr>
          <p:cNvPr id="1645" name="j"/>
          <p:cNvSpPr txBox="1"/>
          <p:nvPr/>
        </p:nvSpPr>
        <p:spPr>
          <a:xfrm>
            <a:off x="7090538" y="1644544"/>
            <a:ext cx="211397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grpSp>
        <p:nvGrpSpPr>
          <p:cNvPr id="1688" name="成组"/>
          <p:cNvGrpSpPr/>
          <p:nvPr/>
        </p:nvGrpSpPr>
        <p:grpSpPr>
          <a:xfrm>
            <a:off x="2000955" y="1304148"/>
            <a:ext cx="9410701" cy="6687187"/>
            <a:chOff x="0" y="0"/>
            <a:chExt cx="9410700" cy="6687186"/>
          </a:xfrm>
        </p:grpSpPr>
        <p:graphicFrame>
          <p:nvGraphicFramePr>
            <p:cNvPr id="1646" name="表格"/>
            <p:cNvGraphicFramePr/>
            <p:nvPr/>
          </p:nvGraphicFramePr>
          <p:xfrm>
            <a:off x="0" y="0"/>
            <a:ext cx="9410700" cy="635000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</a:tblGrid>
                <a:tr h="589357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47" name="g)"/>
            <p:cNvSpPr txBox="1"/>
            <p:nvPr/>
          </p:nvSpPr>
          <p:spPr>
            <a:xfrm>
              <a:off x="4508856" y="565742"/>
              <a:ext cx="435179" cy="40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g)</a:t>
              </a:r>
            </a:p>
          </p:txBody>
        </p:sp>
        <p:grpSp>
          <p:nvGrpSpPr>
            <p:cNvPr id="1655" name="成组"/>
            <p:cNvGrpSpPr/>
            <p:nvPr/>
          </p:nvGrpSpPr>
          <p:grpSpPr>
            <a:xfrm>
              <a:off x="0" y="774589"/>
              <a:ext cx="9410700" cy="1316009"/>
              <a:chOff x="0" y="0"/>
              <a:chExt cx="9410700" cy="1316007"/>
            </a:xfrm>
          </p:grpSpPr>
          <p:sp>
            <p:nvSpPr>
              <p:cNvPr id="1648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49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50" name="i"/>
              <p:cNvSpPr txBox="1"/>
              <p:nvPr/>
            </p:nvSpPr>
            <p:spPr>
              <a:xfrm>
                <a:off x="248818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51" name="k"/>
              <p:cNvSpPr txBox="1"/>
              <p:nvPr/>
            </p:nvSpPr>
            <p:spPr>
              <a:xfrm>
                <a:off x="3613288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52" name="j"/>
              <p:cNvSpPr txBox="1"/>
              <p:nvPr/>
            </p:nvSpPr>
            <p:spPr>
              <a:xfrm>
                <a:off x="6579468" y="0"/>
                <a:ext cx="283753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53" name="表格"/>
              <p:cNvGraphicFramePr/>
              <p:nvPr/>
            </p:nvGraphicFramePr>
            <p:xfrm>
              <a:off x="0" y="346424"/>
              <a:ext cx="9410700" cy="6350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8935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54" name="h)"/>
              <p:cNvSpPr txBox="1"/>
              <p:nvPr/>
            </p:nvSpPr>
            <p:spPr>
              <a:xfrm>
                <a:off x="4508856" y="912167"/>
                <a:ext cx="435179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h)</a:t>
                </a:r>
              </a:p>
            </p:txBody>
          </p:sp>
        </p:grpSp>
        <p:grpSp>
          <p:nvGrpSpPr>
            <p:cNvPr id="1663" name="成组"/>
            <p:cNvGrpSpPr/>
            <p:nvPr/>
          </p:nvGrpSpPr>
          <p:grpSpPr>
            <a:xfrm>
              <a:off x="0" y="1926137"/>
              <a:ext cx="9410700" cy="1316009"/>
              <a:chOff x="0" y="0"/>
              <a:chExt cx="9410700" cy="1316007"/>
            </a:xfrm>
          </p:grpSpPr>
          <p:sp>
            <p:nvSpPr>
              <p:cNvPr id="1656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57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58" name="i"/>
              <p:cNvSpPr txBox="1"/>
              <p:nvPr/>
            </p:nvSpPr>
            <p:spPr>
              <a:xfrm>
                <a:off x="248818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59" name="k"/>
              <p:cNvSpPr txBox="1"/>
              <p:nvPr/>
            </p:nvSpPr>
            <p:spPr>
              <a:xfrm>
                <a:off x="4175839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60" name="j"/>
              <p:cNvSpPr txBox="1"/>
              <p:nvPr/>
            </p:nvSpPr>
            <p:spPr>
              <a:xfrm>
                <a:off x="5982822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61" name="表格"/>
              <p:cNvGraphicFramePr/>
              <p:nvPr/>
            </p:nvGraphicFramePr>
            <p:xfrm>
              <a:off x="0" y="346424"/>
              <a:ext cx="94107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9922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62" name="i)"/>
              <p:cNvSpPr txBox="1"/>
              <p:nvPr/>
            </p:nvSpPr>
            <p:spPr>
              <a:xfrm>
                <a:off x="4508856" y="912167"/>
                <a:ext cx="374582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i)</a:t>
                </a:r>
              </a:p>
            </p:txBody>
          </p:sp>
        </p:grpSp>
        <p:grpSp>
          <p:nvGrpSpPr>
            <p:cNvPr id="1671" name="成组"/>
            <p:cNvGrpSpPr/>
            <p:nvPr/>
          </p:nvGrpSpPr>
          <p:grpSpPr>
            <a:xfrm>
              <a:off x="0" y="3058535"/>
              <a:ext cx="9410700" cy="1316009"/>
              <a:chOff x="0" y="0"/>
              <a:chExt cx="9410700" cy="1316007"/>
            </a:xfrm>
          </p:grpSpPr>
          <p:sp>
            <p:nvSpPr>
              <p:cNvPr id="1664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65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66" name="i"/>
              <p:cNvSpPr txBox="1"/>
              <p:nvPr/>
            </p:nvSpPr>
            <p:spPr>
              <a:xfrm>
                <a:off x="248818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67" name="k"/>
              <p:cNvSpPr txBox="1"/>
              <p:nvPr/>
            </p:nvSpPr>
            <p:spPr>
              <a:xfrm>
                <a:off x="5863493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68" name="j"/>
              <p:cNvSpPr txBox="1"/>
              <p:nvPr/>
            </p:nvSpPr>
            <p:spPr>
              <a:xfrm>
                <a:off x="6153293" y="0"/>
                <a:ext cx="283753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69" name="表格"/>
              <p:cNvGraphicFramePr/>
              <p:nvPr/>
            </p:nvGraphicFramePr>
            <p:xfrm>
              <a:off x="0" y="346424"/>
              <a:ext cx="9410700" cy="6350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8935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70" name="j)"/>
              <p:cNvSpPr txBox="1"/>
              <p:nvPr/>
            </p:nvSpPr>
            <p:spPr>
              <a:xfrm>
                <a:off x="4508856" y="912167"/>
                <a:ext cx="374582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j)</a:t>
                </a:r>
              </a:p>
            </p:txBody>
          </p:sp>
        </p:grpSp>
        <p:grpSp>
          <p:nvGrpSpPr>
            <p:cNvPr id="1679" name="成组"/>
            <p:cNvGrpSpPr/>
            <p:nvPr/>
          </p:nvGrpSpPr>
          <p:grpSpPr>
            <a:xfrm>
              <a:off x="0" y="4206882"/>
              <a:ext cx="9410700" cy="1316009"/>
              <a:chOff x="0" y="0"/>
              <a:chExt cx="9410700" cy="1316007"/>
            </a:xfrm>
          </p:grpSpPr>
          <p:sp>
            <p:nvSpPr>
              <p:cNvPr id="1672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73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74" name="i"/>
              <p:cNvSpPr txBox="1"/>
              <p:nvPr/>
            </p:nvSpPr>
            <p:spPr>
              <a:xfrm>
                <a:off x="3050737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75" name="k"/>
              <p:cNvSpPr txBox="1"/>
              <p:nvPr/>
            </p:nvSpPr>
            <p:spPr>
              <a:xfrm>
                <a:off x="6545373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76" name="j"/>
              <p:cNvSpPr txBox="1"/>
              <p:nvPr/>
            </p:nvSpPr>
            <p:spPr>
              <a:xfrm>
                <a:off x="5999869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77" name="表格"/>
              <p:cNvGraphicFramePr/>
              <p:nvPr/>
            </p:nvGraphicFramePr>
            <p:xfrm>
              <a:off x="0" y="346424"/>
              <a:ext cx="94107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9922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78" name="k)"/>
              <p:cNvSpPr txBox="1"/>
              <p:nvPr/>
            </p:nvSpPr>
            <p:spPr>
              <a:xfrm>
                <a:off x="4508856" y="912167"/>
                <a:ext cx="435179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k)</a:t>
                </a:r>
              </a:p>
            </p:txBody>
          </p:sp>
        </p:grpSp>
        <p:grpSp>
          <p:nvGrpSpPr>
            <p:cNvPr id="1687" name="成组"/>
            <p:cNvGrpSpPr/>
            <p:nvPr/>
          </p:nvGrpSpPr>
          <p:grpSpPr>
            <a:xfrm>
              <a:off x="0" y="5371178"/>
              <a:ext cx="9410700" cy="1316009"/>
              <a:chOff x="0" y="0"/>
              <a:chExt cx="9410700" cy="1316007"/>
            </a:xfrm>
          </p:grpSpPr>
          <p:sp>
            <p:nvSpPr>
              <p:cNvPr id="1680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81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82" name="i"/>
              <p:cNvSpPr txBox="1"/>
              <p:nvPr/>
            </p:nvSpPr>
            <p:spPr>
              <a:xfrm>
                <a:off x="3050737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83" name="k"/>
              <p:cNvSpPr txBox="1"/>
              <p:nvPr/>
            </p:nvSpPr>
            <p:spPr>
              <a:xfrm>
                <a:off x="6545373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84" name="j"/>
              <p:cNvSpPr txBox="1"/>
              <p:nvPr/>
            </p:nvSpPr>
            <p:spPr>
              <a:xfrm>
                <a:off x="601691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85" name="表格"/>
              <p:cNvGraphicFramePr/>
              <p:nvPr/>
            </p:nvGraphicFramePr>
            <p:xfrm>
              <a:off x="0" y="346424"/>
              <a:ext cx="94107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9922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86" name="l)"/>
              <p:cNvSpPr txBox="1"/>
              <p:nvPr/>
            </p:nvSpPr>
            <p:spPr>
              <a:xfrm>
                <a:off x="4508856" y="912167"/>
                <a:ext cx="374582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l)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grpSp>
        <p:nvGrpSpPr>
          <p:cNvPr id="1705" name="成组"/>
          <p:cNvGrpSpPr/>
          <p:nvPr/>
        </p:nvGrpSpPr>
        <p:grpSpPr>
          <a:xfrm>
            <a:off x="1034510" y="1667167"/>
            <a:ext cx="10464801" cy="4152243"/>
            <a:chOff x="0" y="0"/>
            <a:chExt cx="10464800" cy="4152242"/>
          </a:xfrm>
        </p:grpSpPr>
        <p:grpSp>
          <p:nvGrpSpPr>
            <p:cNvPr id="1697" name="成组"/>
            <p:cNvGrpSpPr/>
            <p:nvPr/>
          </p:nvGrpSpPr>
          <p:grpSpPr>
            <a:xfrm>
              <a:off x="0" y="0"/>
              <a:ext cx="10464800" cy="2089896"/>
              <a:chOff x="0" y="0"/>
              <a:chExt cx="10464800" cy="2089895"/>
            </a:xfrm>
          </p:grpSpPr>
          <p:graphicFrame>
            <p:nvGraphicFramePr>
              <p:cNvPr id="1691" name="表格"/>
              <p:cNvGraphicFramePr/>
              <p:nvPr/>
            </p:nvGraphicFramePr>
            <p:xfrm>
              <a:off x="0" y="557100"/>
              <a:ext cx="10464800" cy="9398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</a:tblGrid>
                  <a:tr h="89056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</a:tr>
                </a:tbl>
              </a:graphicData>
            </a:graphic>
          </p:graphicFrame>
          <p:sp>
            <p:nvSpPr>
              <p:cNvPr id="1692" name="l"/>
              <p:cNvSpPr txBox="1"/>
              <p:nvPr/>
            </p:nvSpPr>
            <p:spPr>
              <a:xfrm>
                <a:off x="167141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93" name="r"/>
              <p:cNvSpPr txBox="1"/>
              <p:nvPr/>
            </p:nvSpPr>
            <p:spPr>
              <a:xfrm>
                <a:off x="9900758" y="0"/>
                <a:ext cx="349625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94" name="i"/>
              <p:cNvSpPr txBox="1"/>
              <p:nvPr/>
            </p:nvSpPr>
            <p:spPr>
              <a:xfrm>
                <a:off x="347394" y="0"/>
                <a:ext cx="315827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95" name="j"/>
              <p:cNvSpPr txBox="1"/>
              <p:nvPr/>
            </p:nvSpPr>
            <p:spPr>
              <a:xfrm>
                <a:off x="9238566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sp>
            <p:nvSpPr>
              <p:cNvPr id="1696" name="a)"/>
              <p:cNvSpPr txBox="1"/>
              <p:nvPr/>
            </p:nvSpPr>
            <p:spPr>
              <a:xfrm>
                <a:off x="5018903" y="1493787"/>
                <a:ext cx="467323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a)</a:t>
                </a:r>
              </a:p>
            </p:txBody>
          </p:sp>
        </p:grpSp>
        <p:grpSp>
          <p:nvGrpSpPr>
            <p:cNvPr id="1704" name="成组"/>
            <p:cNvGrpSpPr/>
            <p:nvPr/>
          </p:nvGrpSpPr>
          <p:grpSpPr>
            <a:xfrm>
              <a:off x="0" y="2038805"/>
              <a:ext cx="10464800" cy="2113438"/>
              <a:chOff x="0" y="0"/>
              <a:chExt cx="10464800" cy="2113436"/>
            </a:xfrm>
          </p:grpSpPr>
          <p:graphicFrame>
            <p:nvGraphicFramePr>
              <p:cNvPr id="1698" name="表格"/>
              <p:cNvGraphicFramePr/>
              <p:nvPr/>
            </p:nvGraphicFramePr>
            <p:xfrm>
              <a:off x="0" y="593588"/>
              <a:ext cx="10464800" cy="9271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</a:tblGrid>
                  <a:tr h="875996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</a:tr>
                </a:tbl>
              </a:graphicData>
            </a:graphic>
          </p:graphicFrame>
          <p:sp>
            <p:nvSpPr>
              <p:cNvPr id="1699" name="l"/>
              <p:cNvSpPr txBox="1"/>
              <p:nvPr/>
            </p:nvSpPr>
            <p:spPr>
              <a:xfrm>
                <a:off x="167141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700" name="r"/>
              <p:cNvSpPr txBox="1"/>
              <p:nvPr/>
            </p:nvSpPr>
            <p:spPr>
              <a:xfrm>
                <a:off x="9900758" y="0"/>
                <a:ext cx="349625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701" name="i"/>
              <p:cNvSpPr txBox="1"/>
              <p:nvPr/>
            </p:nvSpPr>
            <p:spPr>
              <a:xfrm>
                <a:off x="5043436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702" name="j"/>
              <p:cNvSpPr txBox="1"/>
              <p:nvPr/>
            </p:nvSpPr>
            <p:spPr>
              <a:xfrm>
                <a:off x="4347089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sp>
            <p:nvSpPr>
              <p:cNvPr id="1703" name="b)"/>
              <p:cNvSpPr txBox="1"/>
              <p:nvPr/>
            </p:nvSpPr>
            <p:spPr>
              <a:xfrm>
                <a:off x="4997261" y="1517328"/>
                <a:ext cx="484370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b)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成组"/>
          <p:cNvGrpSpPr/>
          <p:nvPr/>
        </p:nvGrpSpPr>
        <p:grpSpPr>
          <a:xfrm>
            <a:off x="6176997" y="5824883"/>
            <a:ext cx="5310295" cy="975361"/>
            <a:chOff x="0" y="0"/>
            <a:chExt cx="5310293" cy="975360"/>
          </a:xfrm>
        </p:grpSpPr>
        <p:sp>
          <p:nvSpPr>
            <p:cNvPr id="1707" name="矩形"/>
            <p:cNvSpPr/>
            <p:nvPr/>
          </p:nvSpPr>
          <p:spPr>
            <a:xfrm>
              <a:off x="0" y="0"/>
              <a:ext cx="5310294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08" name="无序序列 R[i+1...n]"/>
            <p:cNvSpPr txBox="1"/>
            <p:nvPr/>
          </p:nvSpPr>
          <p:spPr>
            <a:xfrm>
              <a:off x="896644" y="86106"/>
              <a:ext cx="4152005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R[i+1...n]</a:t>
              </a:r>
            </a:p>
          </p:txBody>
        </p:sp>
      </p:grpSp>
      <p:sp>
        <p:nvSpPr>
          <p:cNvPr id="1710" name="初始时，有序序列为空"/>
          <p:cNvSpPr txBox="1"/>
          <p:nvPr/>
        </p:nvSpPr>
        <p:spPr>
          <a:xfrm>
            <a:off x="388337" y="1486182"/>
            <a:ext cx="4587749" cy="75234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初始时，有序序列为空</a:t>
            </a:r>
          </a:p>
        </p:txBody>
      </p:sp>
      <p:grpSp>
        <p:nvGrpSpPr>
          <p:cNvPr id="1713" name="成组"/>
          <p:cNvGrpSpPr/>
          <p:nvPr/>
        </p:nvGrpSpPr>
        <p:grpSpPr>
          <a:xfrm>
            <a:off x="866986" y="2492586"/>
            <a:ext cx="5138703" cy="975361"/>
            <a:chOff x="0" y="0"/>
            <a:chExt cx="5138702" cy="975360"/>
          </a:xfrm>
        </p:grpSpPr>
        <p:sp>
          <p:nvSpPr>
            <p:cNvPr id="1711" name="矩形"/>
            <p:cNvSpPr/>
            <p:nvPr/>
          </p:nvSpPr>
          <p:spPr>
            <a:xfrm>
              <a:off x="0" y="0"/>
              <a:ext cx="5138703" cy="975361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12" name="有序序列R[0…i-1]"/>
            <p:cNvSpPr txBox="1"/>
            <p:nvPr/>
          </p:nvSpPr>
          <p:spPr>
            <a:xfrm>
              <a:off x="580773" y="86106"/>
              <a:ext cx="3977157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有序序列R[0…i-1]</a:t>
              </a:r>
            </a:p>
          </p:txBody>
        </p:sp>
      </p:grpSp>
      <p:grpSp>
        <p:nvGrpSpPr>
          <p:cNvPr id="1716" name="成组"/>
          <p:cNvGrpSpPr/>
          <p:nvPr/>
        </p:nvGrpSpPr>
        <p:grpSpPr>
          <a:xfrm>
            <a:off x="6005406" y="2492586"/>
            <a:ext cx="5481886" cy="975361"/>
            <a:chOff x="0" y="0"/>
            <a:chExt cx="5481884" cy="975360"/>
          </a:xfrm>
        </p:grpSpPr>
        <p:sp>
          <p:nvSpPr>
            <p:cNvPr id="1714" name="矩形"/>
            <p:cNvSpPr/>
            <p:nvPr/>
          </p:nvSpPr>
          <p:spPr>
            <a:xfrm>
              <a:off x="0" y="0"/>
              <a:ext cx="5481885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15" name="无序序列 R[i...n]"/>
            <p:cNvSpPr txBox="1"/>
            <p:nvPr/>
          </p:nvSpPr>
          <p:spPr>
            <a:xfrm>
              <a:off x="1079755" y="86106"/>
              <a:ext cx="3601775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R[i...n]</a:t>
              </a:r>
            </a:p>
          </p:txBody>
        </p:sp>
      </p:grpSp>
      <p:grpSp>
        <p:nvGrpSpPr>
          <p:cNvPr id="1719" name="成组"/>
          <p:cNvGrpSpPr/>
          <p:nvPr/>
        </p:nvGrpSpPr>
        <p:grpSpPr>
          <a:xfrm>
            <a:off x="866986" y="5824883"/>
            <a:ext cx="5896692" cy="982783"/>
            <a:chOff x="0" y="0"/>
            <a:chExt cx="5896690" cy="982781"/>
          </a:xfrm>
        </p:grpSpPr>
        <p:sp>
          <p:nvSpPr>
            <p:cNvPr id="1717" name="矩形"/>
            <p:cNvSpPr/>
            <p:nvPr/>
          </p:nvSpPr>
          <p:spPr>
            <a:xfrm>
              <a:off x="0" y="0"/>
              <a:ext cx="5896691" cy="98278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18" name="有序序列R[0…i]"/>
            <p:cNvSpPr txBox="1"/>
            <p:nvPr/>
          </p:nvSpPr>
          <p:spPr>
            <a:xfrm>
              <a:off x="382787" y="102158"/>
              <a:ext cx="4245097" cy="835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有序序列R[0…i]</a:t>
              </a:r>
            </a:p>
          </p:txBody>
        </p:sp>
      </p:grpSp>
      <p:sp>
        <p:nvSpPr>
          <p:cNvPr id="1720" name="基于选择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基于选择的排序</a:t>
            </a:r>
          </a:p>
        </p:txBody>
      </p:sp>
      <p:sp>
        <p:nvSpPr>
          <p:cNvPr id="1721" name="min(R[i...n])"/>
          <p:cNvSpPr txBox="1"/>
          <p:nvPr/>
        </p:nvSpPr>
        <p:spPr>
          <a:xfrm>
            <a:off x="7531298" y="3385217"/>
            <a:ext cx="3792422" cy="116453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min(R[i...n])</a:t>
            </a:r>
          </a:p>
        </p:txBody>
      </p:sp>
      <p:sp>
        <p:nvSpPr>
          <p:cNvPr id="1722" name="线条"/>
          <p:cNvSpPr/>
          <p:nvPr/>
        </p:nvSpPr>
        <p:spPr>
          <a:xfrm>
            <a:off x="6333371" y="3967486"/>
            <a:ext cx="1673337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23" name="线条"/>
          <p:cNvSpPr/>
          <p:nvPr/>
        </p:nvSpPr>
        <p:spPr>
          <a:xfrm>
            <a:off x="6343778" y="3948418"/>
            <a:ext cx="1" cy="1895534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49"/>
          <p:cNvSpPr txBox="1"/>
          <p:nvPr/>
        </p:nvSpPr>
        <p:spPr>
          <a:xfrm>
            <a:off x="3371786" y="396489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726" name="13"/>
          <p:cNvSpPr txBox="1"/>
          <p:nvPr/>
        </p:nvSpPr>
        <p:spPr>
          <a:xfrm>
            <a:off x="3383639" y="3982670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727" name="65"/>
          <p:cNvSpPr txBox="1"/>
          <p:nvPr/>
        </p:nvSpPr>
        <p:spPr>
          <a:xfrm>
            <a:off x="5412817" y="395585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728" name="97"/>
          <p:cNvSpPr txBox="1"/>
          <p:nvPr/>
        </p:nvSpPr>
        <p:spPr>
          <a:xfrm>
            <a:off x="6539448" y="395585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729" name="76"/>
          <p:cNvSpPr txBox="1"/>
          <p:nvPr/>
        </p:nvSpPr>
        <p:spPr>
          <a:xfrm>
            <a:off x="7453848" y="3944570"/>
            <a:ext cx="803770" cy="71698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730" name="13"/>
          <p:cNvSpPr txBox="1"/>
          <p:nvPr/>
        </p:nvSpPr>
        <p:spPr>
          <a:xfrm>
            <a:off x="8587253" y="395360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1731" name="27"/>
          <p:cNvSpPr txBox="1"/>
          <p:nvPr/>
        </p:nvSpPr>
        <p:spPr>
          <a:xfrm>
            <a:off x="9738720" y="396489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732" name="38"/>
          <p:cNvSpPr txBox="1"/>
          <p:nvPr/>
        </p:nvSpPr>
        <p:spPr>
          <a:xfrm>
            <a:off x="4491644" y="396714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1733" name="0          1         2         3          4          5         6"/>
          <p:cNvSpPr txBox="1"/>
          <p:nvPr/>
        </p:nvSpPr>
        <p:spPr>
          <a:xfrm>
            <a:off x="3152781" y="34320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  <p:grpSp>
        <p:nvGrpSpPr>
          <p:cNvPr id="1738" name="成组"/>
          <p:cNvGrpSpPr/>
          <p:nvPr/>
        </p:nvGrpSpPr>
        <p:grpSpPr>
          <a:xfrm>
            <a:off x="3256639" y="3944570"/>
            <a:ext cx="7371646" cy="819574"/>
            <a:chOff x="0" y="0"/>
            <a:chExt cx="7371644" cy="819573"/>
          </a:xfrm>
        </p:grpSpPr>
        <p:sp>
          <p:nvSpPr>
            <p:cNvPr id="1734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5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6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7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739" name="线条"/>
          <p:cNvSpPr/>
          <p:nvPr/>
        </p:nvSpPr>
        <p:spPr>
          <a:xfrm>
            <a:off x="4281670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0" name="线条"/>
          <p:cNvSpPr/>
          <p:nvPr/>
        </p:nvSpPr>
        <p:spPr>
          <a:xfrm>
            <a:off x="5306702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1" name="线条"/>
          <p:cNvSpPr/>
          <p:nvPr/>
        </p:nvSpPr>
        <p:spPr>
          <a:xfrm>
            <a:off x="6329475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2" name="线条"/>
          <p:cNvSpPr/>
          <p:nvPr/>
        </p:nvSpPr>
        <p:spPr>
          <a:xfrm>
            <a:off x="7354506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3" name="线条"/>
          <p:cNvSpPr/>
          <p:nvPr/>
        </p:nvSpPr>
        <p:spPr>
          <a:xfrm>
            <a:off x="8481137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4" name="线条"/>
          <p:cNvSpPr/>
          <p:nvPr/>
        </p:nvSpPr>
        <p:spPr>
          <a:xfrm>
            <a:off x="9503910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747" name="成组"/>
          <p:cNvGrpSpPr/>
          <p:nvPr/>
        </p:nvGrpSpPr>
        <p:grpSpPr>
          <a:xfrm>
            <a:off x="3688439" y="1903539"/>
            <a:ext cx="715717" cy="1639147"/>
            <a:chOff x="0" y="0"/>
            <a:chExt cx="715715" cy="1639146"/>
          </a:xfrm>
        </p:grpSpPr>
        <p:sp>
          <p:nvSpPr>
            <p:cNvPr id="1745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46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750" name="成组"/>
          <p:cNvGrpSpPr/>
          <p:nvPr/>
        </p:nvGrpSpPr>
        <p:grpSpPr>
          <a:xfrm>
            <a:off x="4688070" y="4802525"/>
            <a:ext cx="702170" cy="1461292"/>
            <a:chOff x="0" y="0"/>
            <a:chExt cx="702168" cy="1461290"/>
          </a:xfrm>
        </p:grpSpPr>
        <p:sp>
          <p:nvSpPr>
            <p:cNvPr id="1748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49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53" name="成组"/>
          <p:cNvGrpSpPr/>
          <p:nvPr/>
        </p:nvGrpSpPr>
        <p:grpSpPr>
          <a:xfrm>
            <a:off x="4738870" y="1903539"/>
            <a:ext cx="715717" cy="1639147"/>
            <a:chOff x="0" y="0"/>
            <a:chExt cx="715715" cy="1639146"/>
          </a:xfrm>
        </p:grpSpPr>
        <p:sp>
          <p:nvSpPr>
            <p:cNvPr id="1751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2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756" name="成组"/>
          <p:cNvGrpSpPr/>
          <p:nvPr/>
        </p:nvGrpSpPr>
        <p:grpSpPr>
          <a:xfrm>
            <a:off x="5713102" y="4802525"/>
            <a:ext cx="702169" cy="1461292"/>
            <a:chOff x="0" y="0"/>
            <a:chExt cx="702168" cy="1461290"/>
          </a:xfrm>
        </p:grpSpPr>
        <p:sp>
          <p:nvSpPr>
            <p:cNvPr id="1754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5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59" name="成组"/>
          <p:cNvGrpSpPr/>
          <p:nvPr/>
        </p:nvGrpSpPr>
        <p:grpSpPr>
          <a:xfrm>
            <a:off x="6634275" y="4802525"/>
            <a:ext cx="702170" cy="1461292"/>
            <a:chOff x="0" y="0"/>
            <a:chExt cx="702168" cy="1461290"/>
          </a:xfrm>
        </p:grpSpPr>
        <p:sp>
          <p:nvSpPr>
            <p:cNvPr id="1757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8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62" name="成组"/>
          <p:cNvGrpSpPr/>
          <p:nvPr/>
        </p:nvGrpSpPr>
        <p:grpSpPr>
          <a:xfrm>
            <a:off x="7760906" y="4802525"/>
            <a:ext cx="702170" cy="1461292"/>
            <a:chOff x="0" y="0"/>
            <a:chExt cx="702168" cy="1461290"/>
          </a:xfrm>
        </p:grpSpPr>
        <p:sp>
          <p:nvSpPr>
            <p:cNvPr id="1760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61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65" name="成组"/>
          <p:cNvGrpSpPr/>
          <p:nvPr/>
        </p:nvGrpSpPr>
        <p:grpSpPr>
          <a:xfrm>
            <a:off x="8887537" y="4802525"/>
            <a:ext cx="702170" cy="1461292"/>
            <a:chOff x="0" y="0"/>
            <a:chExt cx="702168" cy="1461290"/>
          </a:xfrm>
        </p:grpSpPr>
        <p:sp>
          <p:nvSpPr>
            <p:cNvPr id="1763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64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68" name="成组"/>
          <p:cNvGrpSpPr/>
          <p:nvPr/>
        </p:nvGrpSpPr>
        <p:grpSpPr>
          <a:xfrm>
            <a:off x="8791864" y="1903539"/>
            <a:ext cx="715716" cy="1639147"/>
            <a:chOff x="0" y="0"/>
            <a:chExt cx="715715" cy="1639146"/>
          </a:xfrm>
        </p:grpSpPr>
        <p:sp>
          <p:nvSpPr>
            <p:cNvPr id="1766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67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771" name="成组"/>
          <p:cNvGrpSpPr/>
          <p:nvPr/>
        </p:nvGrpSpPr>
        <p:grpSpPr>
          <a:xfrm>
            <a:off x="9912568" y="4802525"/>
            <a:ext cx="702170" cy="1461292"/>
            <a:chOff x="0" y="0"/>
            <a:chExt cx="702168" cy="1461290"/>
          </a:xfrm>
        </p:grpSpPr>
        <p:sp>
          <p:nvSpPr>
            <p:cNvPr id="1769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70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1772" name="49"/>
          <p:cNvSpPr txBox="1"/>
          <p:nvPr/>
        </p:nvSpPr>
        <p:spPr>
          <a:xfrm>
            <a:off x="8580480" y="3944570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773" name="第1趟：选择最小的，放在位置0"/>
          <p:cNvSpPr txBox="1"/>
          <p:nvPr/>
        </p:nvSpPr>
        <p:spPr>
          <a:xfrm>
            <a:off x="290406" y="1454450"/>
            <a:ext cx="7198004" cy="6634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  <a:defRPr sz="3000"/>
            </a:lvl1pPr>
          </a:lstStyle>
          <a:p>
            <a:r>
              <a:t>第1趟：选择最小的，放在位置0</a:t>
            </a:r>
          </a:p>
        </p:txBody>
      </p:sp>
      <p:grpSp>
        <p:nvGrpSpPr>
          <p:cNvPr id="1776" name="成组"/>
          <p:cNvGrpSpPr/>
          <p:nvPr/>
        </p:nvGrpSpPr>
        <p:grpSpPr>
          <a:xfrm>
            <a:off x="3726539" y="4802525"/>
            <a:ext cx="702170" cy="1461292"/>
            <a:chOff x="0" y="0"/>
            <a:chExt cx="702168" cy="1461290"/>
          </a:xfrm>
        </p:grpSpPr>
        <p:sp>
          <p:nvSpPr>
            <p:cNvPr id="1774" name="线条"/>
            <p:cNvSpPr/>
            <p:nvPr/>
          </p:nvSpPr>
          <p:spPr>
            <a:xfrm flipH="1">
              <a:off x="1148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75" name="i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1777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3" dur="500" fill="hold"/>
                                        <p:tgtEl>
                                          <p:spTgt spid="1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xit" presetSubtype="4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7" dur="500" fill="hold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dur="indefinite" fill="hold"/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2" dur="500" fill="hold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500" fill="hold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2" dur="500" fill="hold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2" dur="500" fill="hold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dur="indefinite" fill="hold"/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2" dur="500" fill="hold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dur="indefinite" fill="hold"/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xit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2" dur="500" fill="hold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xit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6" dur="500" fill="hold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dur="indefinite" fill="hold"/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dur="indefinite" fill="hold"/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9" grpId="4" animBg="1" advAuto="0"/>
      <p:bldP spid="1753" grpId="14" animBg="1" advAuto="0"/>
      <p:bldP spid="1727" grpId="2" animBg="1" advAuto="0"/>
      <p:bldP spid="1728" grpId="3" animBg="1" advAuto="0"/>
      <p:bldP spid="1776" grpId="9" animBg="1" advAuto="0"/>
      <p:bldP spid="1765" grpId="21" animBg="1" advAuto="0"/>
      <p:bldP spid="1765" grpId="24" animBg="1" advAuto="0"/>
      <p:bldP spid="1773" grpId="1" animBg="1" advAuto="0"/>
      <p:bldP spid="1750" grpId="11" animBg="1" advAuto="0"/>
      <p:bldP spid="1750" grpId="13" animBg="1" advAuto="0"/>
      <p:bldP spid="1753" grpId="22" animBg="1" advAuto="0"/>
      <p:bldP spid="1730" grpId="26" animBg="1" advAuto="0"/>
      <p:bldP spid="1762" grpId="19" animBg="1" advAuto="0"/>
      <p:bldP spid="1762" grpId="20" animBg="1" advAuto="0"/>
      <p:bldP spid="1725" grpId="8" animBg="1" advAuto="0"/>
      <p:bldP spid="1747" grpId="10" animBg="1" advAuto="0"/>
      <p:bldP spid="1747" grpId="12" animBg="1" advAuto="0"/>
      <p:bldP spid="1759" grpId="17" animBg="1" advAuto="0"/>
      <p:bldP spid="1759" grpId="18" animBg="1" advAuto="0"/>
      <p:bldP spid="1731" grpId="6" animBg="1" advAuto="0"/>
      <p:bldP spid="1771" grpId="25" animBg="1" advAuto="0"/>
      <p:bldP spid="1730" grpId="5" animBg="1" advAuto="0"/>
      <p:bldP spid="1726" grpId="28" animBg="1" advAuto="0"/>
      <p:bldP spid="1756" grpId="15" animBg="1" advAuto="0"/>
      <p:bldP spid="1732" grpId="7" animBg="1" advAuto="0"/>
      <p:bldP spid="1756" grpId="16" animBg="1" advAuto="0"/>
      <p:bldP spid="1725" grpId="27" animBg="1" advAuto="0"/>
      <p:bldP spid="1772" grpId="29" animBg="1" advAuto="0"/>
      <p:bldP spid="1768" grpId="23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13"/>
          <p:cNvSpPr txBox="1"/>
          <p:nvPr/>
        </p:nvSpPr>
        <p:spPr>
          <a:xfrm>
            <a:off x="3915714" y="413259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780" name="65"/>
          <p:cNvSpPr txBox="1"/>
          <p:nvPr/>
        </p:nvSpPr>
        <p:spPr>
          <a:xfrm>
            <a:off x="5970291" y="41145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781" name="97"/>
          <p:cNvSpPr txBox="1"/>
          <p:nvPr/>
        </p:nvSpPr>
        <p:spPr>
          <a:xfrm>
            <a:off x="7096923" y="41145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782" name="76"/>
          <p:cNvSpPr txBox="1"/>
          <p:nvPr/>
        </p:nvSpPr>
        <p:spPr>
          <a:xfrm>
            <a:off x="8011323" y="410324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783" name="49"/>
          <p:cNvSpPr txBox="1"/>
          <p:nvPr/>
        </p:nvSpPr>
        <p:spPr>
          <a:xfrm>
            <a:off x="9144727" y="41122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784" name="27"/>
          <p:cNvSpPr txBox="1"/>
          <p:nvPr/>
        </p:nvSpPr>
        <p:spPr>
          <a:xfrm>
            <a:off x="10296194" y="412356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785" name="38"/>
          <p:cNvSpPr txBox="1"/>
          <p:nvPr/>
        </p:nvSpPr>
        <p:spPr>
          <a:xfrm>
            <a:off x="5049118" y="412582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1790" name="成组"/>
          <p:cNvGrpSpPr/>
          <p:nvPr/>
        </p:nvGrpSpPr>
        <p:grpSpPr>
          <a:xfrm>
            <a:off x="3814114" y="4103242"/>
            <a:ext cx="7371645" cy="819574"/>
            <a:chOff x="0" y="0"/>
            <a:chExt cx="7371644" cy="819573"/>
          </a:xfrm>
        </p:grpSpPr>
        <p:sp>
          <p:nvSpPr>
            <p:cNvPr id="1786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87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88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89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791" name="线条"/>
          <p:cNvSpPr/>
          <p:nvPr/>
        </p:nvSpPr>
        <p:spPr>
          <a:xfrm>
            <a:off x="4839145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2" name="线条"/>
          <p:cNvSpPr/>
          <p:nvPr/>
        </p:nvSpPr>
        <p:spPr>
          <a:xfrm>
            <a:off x="5864176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3" name="线条"/>
          <p:cNvSpPr/>
          <p:nvPr/>
        </p:nvSpPr>
        <p:spPr>
          <a:xfrm>
            <a:off x="6886949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4" name="线条"/>
          <p:cNvSpPr/>
          <p:nvPr/>
        </p:nvSpPr>
        <p:spPr>
          <a:xfrm>
            <a:off x="7911981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5" name="线条"/>
          <p:cNvSpPr/>
          <p:nvPr/>
        </p:nvSpPr>
        <p:spPr>
          <a:xfrm>
            <a:off x="9038611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6" name="线条"/>
          <p:cNvSpPr/>
          <p:nvPr/>
        </p:nvSpPr>
        <p:spPr>
          <a:xfrm>
            <a:off x="10061385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799" name="成组"/>
          <p:cNvGrpSpPr/>
          <p:nvPr/>
        </p:nvGrpSpPr>
        <p:grpSpPr>
          <a:xfrm>
            <a:off x="5218452" y="2055437"/>
            <a:ext cx="715716" cy="1639148"/>
            <a:chOff x="0" y="0"/>
            <a:chExt cx="715715" cy="1639146"/>
          </a:xfrm>
        </p:grpSpPr>
        <p:sp>
          <p:nvSpPr>
            <p:cNvPr id="1797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98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802" name="成组"/>
          <p:cNvGrpSpPr/>
          <p:nvPr/>
        </p:nvGrpSpPr>
        <p:grpSpPr>
          <a:xfrm>
            <a:off x="6193811" y="4961197"/>
            <a:ext cx="702170" cy="1461292"/>
            <a:chOff x="0" y="0"/>
            <a:chExt cx="702168" cy="1461290"/>
          </a:xfrm>
        </p:grpSpPr>
        <p:sp>
          <p:nvSpPr>
            <p:cNvPr id="1800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01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05" name="成组"/>
          <p:cNvGrpSpPr/>
          <p:nvPr/>
        </p:nvGrpSpPr>
        <p:grpSpPr>
          <a:xfrm>
            <a:off x="7295607" y="4961197"/>
            <a:ext cx="702170" cy="1461292"/>
            <a:chOff x="0" y="0"/>
            <a:chExt cx="702168" cy="1461290"/>
          </a:xfrm>
        </p:grpSpPr>
        <p:sp>
          <p:nvSpPr>
            <p:cNvPr id="1803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04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08" name="成组"/>
          <p:cNvGrpSpPr/>
          <p:nvPr/>
        </p:nvGrpSpPr>
        <p:grpSpPr>
          <a:xfrm>
            <a:off x="8302576" y="4961197"/>
            <a:ext cx="702170" cy="1461292"/>
            <a:chOff x="0" y="0"/>
            <a:chExt cx="702168" cy="1461290"/>
          </a:xfrm>
        </p:grpSpPr>
        <p:sp>
          <p:nvSpPr>
            <p:cNvPr id="1806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07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11" name="成组"/>
          <p:cNvGrpSpPr/>
          <p:nvPr/>
        </p:nvGrpSpPr>
        <p:grpSpPr>
          <a:xfrm>
            <a:off x="9413402" y="4961197"/>
            <a:ext cx="702170" cy="1461292"/>
            <a:chOff x="0" y="0"/>
            <a:chExt cx="702168" cy="1461290"/>
          </a:xfrm>
        </p:grpSpPr>
        <p:sp>
          <p:nvSpPr>
            <p:cNvPr id="1809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10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14" name="成组"/>
          <p:cNvGrpSpPr/>
          <p:nvPr/>
        </p:nvGrpSpPr>
        <p:grpSpPr>
          <a:xfrm>
            <a:off x="10454238" y="4961197"/>
            <a:ext cx="702170" cy="1461292"/>
            <a:chOff x="0" y="0"/>
            <a:chExt cx="702168" cy="1461290"/>
          </a:xfrm>
        </p:grpSpPr>
        <p:sp>
          <p:nvSpPr>
            <p:cNvPr id="1812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13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17" name="成组"/>
          <p:cNvGrpSpPr/>
          <p:nvPr/>
        </p:nvGrpSpPr>
        <p:grpSpPr>
          <a:xfrm>
            <a:off x="10377756" y="2055437"/>
            <a:ext cx="715717" cy="1639148"/>
            <a:chOff x="0" y="0"/>
            <a:chExt cx="715715" cy="1639146"/>
          </a:xfrm>
        </p:grpSpPr>
        <p:sp>
          <p:nvSpPr>
            <p:cNvPr id="1815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16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sp>
        <p:nvSpPr>
          <p:cNvPr id="1818" name="27"/>
          <p:cNvSpPr txBox="1"/>
          <p:nvPr/>
        </p:nvSpPr>
        <p:spPr>
          <a:xfrm>
            <a:off x="4940745" y="4134851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819" name="38"/>
          <p:cNvSpPr txBox="1"/>
          <p:nvPr/>
        </p:nvSpPr>
        <p:spPr>
          <a:xfrm>
            <a:off x="10194594" y="4119046"/>
            <a:ext cx="80376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grpSp>
        <p:nvGrpSpPr>
          <p:cNvPr id="1822" name="成组"/>
          <p:cNvGrpSpPr/>
          <p:nvPr/>
        </p:nvGrpSpPr>
        <p:grpSpPr>
          <a:xfrm>
            <a:off x="5194745" y="4961197"/>
            <a:ext cx="702170" cy="1461292"/>
            <a:chOff x="25400" y="0"/>
            <a:chExt cx="702168" cy="1461290"/>
          </a:xfrm>
        </p:grpSpPr>
        <p:sp>
          <p:nvSpPr>
            <p:cNvPr id="1820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21" name="i"/>
            <p:cNvSpPr txBox="1"/>
            <p:nvPr/>
          </p:nvSpPr>
          <p:spPr>
            <a:xfrm>
              <a:off x="2540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1823" name="第2趟：选择最小的，放在位置1"/>
          <p:cNvSpPr txBox="1"/>
          <p:nvPr/>
        </p:nvSpPr>
        <p:spPr>
          <a:xfrm>
            <a:off x="290406" y="1454450"/>
            <a:ext cx="7198004" cy="6634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  <a:defRPr sz="3000"/>
            </a:lvl1pPr>
          </a:lstStyle>
          <a:p>
            <a:r>
              <a:t>第2趟：选择最小的，放在位置1</a:t>
            </a:r>
          </a:p>
        </p:txBody>
      </p:sp>
      <p:sp>
        <p:nvSpPr>
          <p:cNvPr id="1824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825" name="0          1         2         3          4          5          6"/>
          <p:cNvSpPr txBox="1"/>
          <p:nvPr/>
        </p:nvSpPr>
        <p:spPr>
          <a:xfrm>
            <a:off x="3622681" y="35717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0          1         2         3          4          5          6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9" dur="500" fill="hold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9" dur="500" fill="hold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9" dur="500" fill="hold"/>
                                        <p:tgtEl>
                                          <p:spTgt spid="18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9" dur="500" fill="hold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indefinite" fill="hold"/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9" dur="500" fill="hold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dur="indefinite" fill="hold"/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9" dur="500" fill="hold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xit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3" dur="500" fill="hold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dur="indefinite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dur="indefinite" fill="hold"/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5" grpId="7" animBg="1" advAuto="0"/>
      <p:bldP spid="1802" grpId="10" animBg="1" advAuto="0"/>
      <p:bldP spid="1781" grpId="3" animBg="1" advAuto="0"/>
      <p:bldP spid="1802" grpId="11" animBg="1" advAuto="0"/>
      <p:bldP spid="1780" grpId="2" animBg="1" advAuto="0"/>
      <p:bldP spid="1779" grpId="1" animBg="1" advAuto="0"/>
      <p:bldP spid="1784" grpId="22" animBg="1" advAuto="0"/>
      <p:bldP spid="1785" grpId="21" animBg="1" advAuto="0"/>
      <p:bldP spid="1822" grpId="8" animBg="1" advAuto="0"/>
      <p:bldP spid="1799" grpId="9" animBg="1" advAuto="0"/>
      <p:bldP spid="1811" grpId="16" animBg="1" advAuto="0"/>
      <p:bldP spid="1811" grpId="17" animBg="1" advAuto="0"/>
      <p:bldP spid="1817" grpId="20" animBg="1" advAuto="0"/>
      <p:bldP spid="1819" grpId="24" animBg="1" advAuto="0"/>
      <p:bldP spid="1782" grpId="4" animBg="1" advAuto="0"/>
      <p:bldP spid="1783" grpId="5" animBg="1" advAuto="0"/>
      <p:bldP spid="1799" grpId="19" animBg="1" advAuto="0"/>
      <p:bldP spid="1808" grpId="14" animBg="1" advAuto="0"/>
      <p:bldP spid="1808" grpId="15" animBg="1" advAuto="0"/>
      <p:bldP spid="1814" grpId="18" animBg="1" advAuto="0"/>
      <p:bldP spid="1784" grpId="6" animBg="1" advAuto="0"/>
      <p:bldP spid="1805" grpId="12" animBg="1" advAuto="0"/>
      <p:bldP spid="1805" grpId="13" animBg="1" advAuto="0"/>
      <p:bldP spid="1818" grpId="23" animBg="1" advAuto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13"/>
          <p:cNvSpPr txBox="1"/>
          <p:nvPr/>
        </p:nvSpPr>
        <p:spPr>
          <a:xfrm>
            <a:off x="4249137" y="277029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828" name="65"/>
          <p:cNvSpPr txBox="1"/>
          <p:nvPr/>
        </p:nvSpPr>
        <p:spPr>
          <a:xfrm>
            <a:off x="6303715" y="27522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829" name="97"/>
          <p:cNvSpPr txBox="1"/>
          <p:nvPr/>
        </p:nvSpPr>
        <p:spPr>
          <a:xfrm>
            <a:off x="7430346" y="27522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830" name="76"/>
          <p:cNvSpPr txBox="1"/>
          <p:nvPr/>
        </p:nvSpPr>
        <p:spPr>
          <a:xfrm>
            <a:off x="8344746" y="274094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831" name="49"/>
          <p:cNvSpPr txBox="1"/>
          <p:nvPr/>
        </p:nvSpPr>
        <p:spPr>
          <a:xfrm>
            <a:off x="9478150" y="27499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832" name="38"/>
          <p:cNvSpPr txBox="1"/>
          <p:nvPr/>
        </p:nvSpPr>
        <p:spPr>
          <a:xfrm>
            <a:off x="10629617" y="27612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1837" name="成组"/>
          <p:cNvGrpSpPr/>
          <p:nvPr/>
        </p:nvGrpSpPr>
        <p:grpSpPr>
          <a:xfrm>
            <a:off x="4147537" y="2740942"/>
            <a:ext cx="7371646" cy="819574"/>
            <a:chOff x="0" y="0"/>
            <a:chExt cx="7371644" cy="819573"/>
          </a:xfrm>
        </p:grpSpPr>
        <p:sp>
          <p:nvSpPr>
            <p:cNvPr id="1833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4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5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6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838" name="线条"/>
          <p:cNvSpPr/>
          <p:nvPr/>
        </p:nvSpPr>
        <p:spPr>
          <a:xfrm>
            <a:off x="5172568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39" name="线条"/>
          <p:cNvSpPr/>
          <p:nvPr/>
        </p:nvSpPr>
        <p:spPr>
          <a:xfrm>
            <a:off x="6197600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0" name="线条"/>
          <p:cNvSpPr/>
          <p:nvPr/>
        </p:nvSpPr>
        <p:spPr>
          <a:xfrm>
            <a:off x="7220373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1" name="线条"/>
          <p:cNvSpPr/>
          <p:nvPr/>
        </p:nvSpPr>
        <p:spPr>
          <a:xfrm>
            <a:off x="8245404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2" name="线条"/>
          <p:cNvSpPr/>
          <p:nvPr/>
        </p:nvSpPr>
        <p:spPr>
          <a:xfrm>
            <a:off x="9372035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3" name="线条"/>
          <p:cNvSpPr/>
          <p:nvPr/>
        </p:nvSpPr>
        <p:spPr>
          <a:xfrm>
            <a:off x="10394808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4" name="第3趟："/>
          <p:cNvSpPr txBox="1"/>
          <p:nvPr/>
        </p:nvSpPr>
        <p:spPr>
          <a:xfrm>
            <a:off x="1792675" y="2840284"/>
            <a:ext cx="2047805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第3趟：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847" name="成组"/>
          <p:cNvGrpSpPr/>
          <p:nvPr/>
        </p:nvGrpSpPr>
        <p:grpSpPr>
          <a:xfrm>
            <a:off x="7631289" y="3595511"/>
            <a:ext cx="702170" cy="1113593"/>
            <a:chOff x="0" y="0"/>
            <a:chExt cx="702168" cy="1113592"/>
          </a:xfrm>
        </p:grpSpPr>
        <p:sp>
          <p:nvSpPr>
            <p:cNvPr id="1845" name="线条"/>
            <p:cNvSpPr/>
            <p:nvPr/>
          </p:nvSpPr>
          <p:spPr>
            <a:xfrm flipH="1">
              <a:off x="1402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46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1848" name="27"/>
          <p:cNvSpPr txBox="1"/>
          <p:nvPr/>
        </p:nvSpPr>
        <p:spPr>
          <a:xfrm>
            <a:off x="5289973" y="278158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849" name="65"/>
          <p:cNvSpPr txBox="1"/>
          <p:nvPr/>
        </p:nvSpPr>
        <p:spPr>
          <a:xfrm>
            <a:off x="10600266" y="2761262"/>
            <a:ext cx="803770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grpSp>
        <p:nvGrpSpPr>
          <p:cNvPr id="1852" name="成组"/>
          <p:cNvGrpSpPr/>
          <p:nvPr/>
        </p:nvGrpSpPr>
        <p:grpSpPr>
          <a:xfrm>
            <a:off x="6501835" y="1215248"/>
            <a:ext cx="715717" cy="1131148"/>
            <a:chOff x="0" y="0"/>
            <a:chExt cx="715715" cy="1131146"/>
          </a:xfrm>
        </p:grpSpPr>
        <p:sp>
          <p:nvSpPr>
            <p:cNvPr id="1850" name="线条"/>
            <p:cNvSpPr/>
            <p:nvPr/>
          </p:nvSpPr>
          <p:spPr>
            <a:xfrm flipH="1">
              <a:off x="170744" y="618631"/>
              <a:ext cx="1" cy="512516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51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855" name="成组"/>
          <p:cNvGrpSpPr/>
          <p:nvPr/>
        </p:nvGrpSpPr>
        <p:grpSpPr>
          <a:xfrm>
            <a:off x="8552462" y="3595511"/>
            <a:ext cx="702170" cy="1113593"/>
            <a:chOff x="0" y="0"/>
            <a:chExt cx="702168" cy="1113592"/>
          </a:xfrm>
        </p:grpSpPr>
        <p:sp>
          <p:nvSpPr>
            <p:cNvPr id="1853" name="线条"/>
            <p:cNvSpPr/>
            <p:nvPr/>
          </p:nvSpPr>
          <p:spPr>
            <a:xfrm flipH="1">
              <a:off x="1275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54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58" name="成组"/>
          <p:cNvGrpSpPr/>
          <p:nvPr/>
        </p:nvGrpSpPr>
        <p:grpSpPr>
          <a:xfrm>
            <a:off x="9780693" y="3595511"/>
            <a:ext cx="702170" cy="1113593"/>
            <a:chOff x="0" y="0"/>
            <a:chExt cx="702168" cy="1113592"/>
          </a:xfrm>
        </p:grpSpPr>
        <p:sp>
          <p:nvSpPr>
            <p:cNvPr id="1856" name="线条"/>
            <p:cNvSpPr/>
            <p:nvPr/>
          </p:nvSpPr>
          <p:spPr>
            <a:xfrm flipH="1">
              <a:off x="1275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57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61" name="成组"/>
          <p:cNvGrpSpPr/>
          <p:nvPr/>
        </p:nvGrpSpPr>
        <p:grpSpPr>
          <a:xfrm>
            <a:off x="10805724" y="3595511"/>
            <a:ext cx="702170" cy="1113593"/>
            <a:chOff x="0" y="0"/>
            <a:chExt cx="702168" cy="1113592"/>
          </a:xfrm>
        </p:grpSpPr>
        <p:sp>
          <p:nvSpPr>
            <p:cNvPr id="1859" name="线条"/>
            <p:cNvSpPr/>
            <p:nvPr/>
          </p:nvSpPr>
          <p:spPr>
            <a:xfrm flipH="1">
              <a:off x="1148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60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1862" name="38"/>
          <p:cNvSpPr txBox="1"/>
          <p:nvPr/>
        </p:nvSpPr>
        <p:spPr>
          <a:xfrm>
            <a:off x="6299200" y="2761262"/>
            <a:ext cx="80376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grpSp>
        <p:nvGrpSpPr>
          <p:cNvPr id="1865" name="成组"/>
          <p:cNvGrpSpPr/>
          <p:nvPr/>
        </p:nvGrpSpPr>
        <p:grpSpPr>
          <a:xfrm>
            <a:off x="10701866" y="1215248"/>
            <a:ext cx="715717" cy="1131148"/>
            <a:chOff x="0" y="0"/>
            <a:chExt cx="715715" cy="1131146"/>
          </a:xfrm>
        </p:grpSpPr>
        <p:sp>
          <p:nvSpPr>
            <p:cNvPr id="1863" name="线条"/>
            <p:cNvSpPr/>
            <p:nvPr/>
          </p:nvSpPr>
          <p:spPr>
            <a:xfrm flipH="1">
              <a:off x="183444" y="618631"/>
              <a:ext cx="1" cy="512516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64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sp>
        <p:nvSpPr>
          <p:cNvPr id="1866" name="13"/>
          <p:cNvSpPr txBox="1"/>
          <p:nvPr/>
        </p:nvSpPr>
        <p:spPr>
          <a:xfrm>
            <a:off x="4249137" y="5765800"/>
            <a:ext cx="676149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867" name="65"/>
          <p:cNvSpPr txBox="1"/>
          <p:nvPr/>
        </p:nvSpPr>
        <p:spPr>
          <a:xfrm>
            <a:off x="6238775" y="576354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868" name="97"/>
          <p:cNvSpPr txBox="1"/>
          <p:nvPr/>
        </p:nvSpPr>
        <p:spPr>
          <a:xfrm>
            <a:off x="7365407" y="576354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869" name="76"/>
          <p:cNvSpPr txBox="1"/>
          <p:nvPr/>
        </p:nvSpPr>
        <p:spPr>
          <a:xfrm>
            <a:off x="8279807" y="575225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870" name="49"/>
          <p:cNvSpPr txBox="1"/>
          <p:nvPr/>
        </p:nvSpPr>
        <p:spPr>
          <a:xfrm>
            <a:off x="9413212" y="576128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871" name="65"/>
          <p:cNvSpPr txBox="1"/>
          <p:nvPr/>
        </p:nvSpPr>
        <p:spPr>
          <a:xfrm>
            <a:off x="10564678" y="577257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grpSp>
        <p:nvGrpSpPr>
          <p:cNvPr id="1876" name="成组"/>
          <p:cNvGrpSpPr/>
          <p:nvPr/>
        </p:nvGrpSpPr>
        <p:grpSpPr>
          <a:xfrm>
            <a:off x="4082598" y="5752252"/>
            <a:ext cx="7371645" cy="819575"/>
            <a:chOff x="0" y="0"/>
            <a:chExt cx="7371644" cy="819573"/>
          </a:xfrm>
        </p:grpSpPr>
        <p:sp>
          <p:nvSpPr>
            <p:cNvPr id="1872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73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74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75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877" name="线条"/>
          <p:cNvSpPr/>
          <p:nvPr/>
        </p:nvSpPr>
        <p:spPr>
          <a:xfrm>
            <a:off x="5107629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78" name="线条"/>
          <p:cNvSpPr/>
          <p:nvPr/>
        </p:nvSpPr>
        <p:spPr>
          <a:xfrm>
            <a:off x="6132660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79" name="线条"/>
          <p:cNvSpPr/>
          <p:nvPr/>
        </p:nvSpPr>
        <p:spPr>
          <a:xfrm>
            <a:off x="7155433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0" name="线条"/>
          <p:cNvSpPr/>
          <p:nvPr/>
        </p:nvSpPr>
        <p:spPr>
          <a:xfrm>
            <a:off x="8180465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1" name="线条"/>
          <p:cNvSpPr/>
          <p:nvPr/>
        </p:nvSpPr>
        <p:spPr>
          <a:xfrm>
            <a:off x="9307096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2" name="线条"/>
          <p:cNvSpPr/>
          <p:nvPr/>
        </p:nvSpPr>
        <p:spPr>
          <a:xfrm>
            <a:off x="10329869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3" name="第4趟："/>
          <p:cNvSpPr txBox="1"/>
          <p:nvPr/>
        </p:nvSpPr>
        <p:spPr>
          <a:xfrm>
            <a:off x="1790417" y="5875584"/>
            <a:ext cx="2047806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第4趟：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84" name="27"/>
          <p:cNvSpPr txBox="1"/>
          <p:nvPr/>
        </p:nvSpPr>
        <p:spPr>
          <a:xfrm>
            <a:off x="5225033" y="579289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885" name="38"/>
          <p:cNvSpPr txBox="1"/>
          <p:nvPr/>
        </p:nvSpPr>
        <p:spPr>
          <a:xfrm>
            <a:off x="6234260" y="5830710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886" name="97"/>
          <p:cNvSpPr txBox="1"/>
          <p:nvPr/>
        </p:nvSpPr>
        <p:spPr>
          <a:xfrm>
            <a:off x="9406438" y="5786119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1887" name="49"/>
          <p:cNvSpPr txBox="1"/>
          <p:nvPr/>
        </p:nvSpPr>
        <p:spPr>
          <a:xfrm>
            <a:off x="7272838" y="5786119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grpSp>
        <p:nvGrpSpPr>
          <p:cNvPr id="1890" name="成组"/>
          <p:cNvGrpSpPr/>
          <p:nvPr/>
        </p:nvGrpSpPr>
        <p:grpSpPr>
          <a:xfrm>
            <a:off x="6597523" y="3595511"/>
            <a:ext cx="543532" cy="1131147"/>
            <a:chOff x="0" y="0"/>
            <a:chExt cx="543530" cy="1131146"/>
          </a:xfrm>
        </p:grpSpPr>
        <p:sp>
          <p:nvSpPr>
            <p:cNvPr id="1888" name="线条"/>
            <p:cNvSpPr/>
            <p:nvPr/>
          </p:nvSpPr>
          <p:spPr>
            <a:xfrm flipH="1">
              <a:off x="112667" y="0"/>
              <a:ext cx="1" cy="713057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89" name="i"/>
            <p:cNvSpPr txBox="1"/>
            <p:nvPr/>
          </p:nvSpPr>
          <p:spPr>
            <a:xfrm>
              <a:off x="0" y="627419"/>
              <a:ext cx="543531" cy="5037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grpSp>
        <p:nvGrpSpPr>
          <p:cNvPr id="1893" name="成组"/>
          <p:cNvGrpSpPr/>
          <p:nvPr/>
        </p:nvGrpSpPr>
        <p:grpSpPr>
          <a:xfrm>
            <a:off x="7561832" y="6648590"/>
            <a:ext cx="535096" cy="1113593"/>
            <a:chOff x="0" y="0"/>
            <a:chExt cx="535095" cy="1113592"/>
          </a:xfrm>
        </p:grpSpPr>
        <p:sp>
          <p:nvSpPr>
            <p:cNvPr id="1891" name="线条"/>
            <p:cNvSpPr/>
            <p:nvPr/>
          </p:nvSpPr>
          <p:spPr>
            <a:xfrm flipH="1">
              <a:off x="110524" y="0"/>
              <a:ext cx="1" cy="701991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92" name="i"/>
            <p:cNvSpPr txBox="1"/>
            <p:nvPr/>
          </p:nvSpPr>
          <p:spPr>
            <a:xfrm>
              <a:off x="0" y="617682"/>
              <a:ext cx="535096" cy="49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grpSp>
        <p:nvGrpSpPr>
          <p:cNvPr id="1896" name="成组"/>
          <p:cNvGrpSpPr/>
          <p:nvPr/>
        </p:nvGrpSpPr>
        <p:grpSpPr>
          <a:xfrm>
            <a:off x="9626035" y="1215248"/>
            <a:ext cx="715717" cy="1131148"/>
            <a:chOff x="0" y="0"/>
            <a:chExt cx="715715" cy="1131146"/>
          </a:xfrm>
        </p:grpSpPr>
        <p:sp>
          <p:nvSpPr>
            <p:cNvPr id="1894" name="线条"/>
            <p:cNvSpPr/>
            <p:nvPr/>
          </p:nvSpPr>
          <p:spPr>
            <a:xfrm flipH="1">
              <a:off x="170744" y="618631"/>
              <a:ext cx="1" cy="512516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95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sp>
        <p:nvSpPr>
          <p:cNvPr id="1897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898" name="0          1         2         3          4          5          6"/>
          <p:cNvSpPr txBox="1"/>
          <p:nvPr/>
        </p:nvSpPr>
        <p:spPr>
          <a:xfrm>
            <a:off x="3952881" y="22128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0          1         2         3          4          5          6     </a:t>
            </a:r>
          </a:p>
        </p:txBody>
      </p:sp>
      <p:sp>
        <p:nvSpPr>
          <p:cNvPr id="1899" name="0          1         2         3          4          5         6"/>
          <p:cNvSpPr txBox="1"/>
          <p:nvPr/>
        </p:nvSpPr>
        <p:spPr>
          <a:xfrm>
            <a:off x="4029081" y="52100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3" dur="500" fill="hold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3" dur="500" fill="hold"/>
                                        <p:tgtEl>
                                          <p:spTgt spid="18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3" dur="500" fill="hold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dur="indefinite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500" fill="hold"/>
                                        <p:tgtEl>
                                          <p:spTgt spid="18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2" dur="500" fill="hold"/>
                                        <p:tgtEl>
                                          <p:spTgt spid="1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2" dur="500" fill="hold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xit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6" dur="500" fill="hold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dur="indefinite" fill="hold"/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dur="indefinite" fill="hold"/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indefinite" fill="hold"/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4" fill="hold" grpId="2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dur="indefinite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4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dur="indefinite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dur="indefinite" fill="hold"/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000"/>
                            </p:stCondLst>
                            <p:childTnLst>
                              <p:par>
                                <p:cTn id="143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dur="indefinite" fill="hold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22" presetClass="entr" presetSubtype="4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dur="indefinite" fill="hold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4000"/>
                            </p:stCondLst>
                            <p:childTnLst>
                              <p:par>
                                <p:cTn id="151" presetID="22" presetClass="entr" presetSubtype="4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3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dur="indefinite" fill="hold"/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xit" presetSubtype="4" fill="hold" grpId="3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1" dur="500" fill="hold"/>
                                        <p:tgtEl>
                                          <p:spTgt spid="1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xit" presetSubtype="4" fill="hold" grpId="3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5" dur="500" fill="hold"/>
                                        <p:tgtEl>
                                          <p:spTgt spid="18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3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dur="indefinite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4" fill="hold" grpId="3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dur="indefinite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2" grpId="24" animBg="1" advAuto="0"/>
      <p:bldP spid="1885" grpId="34" animBg="1" advAuto="0"/>
      <p:bldP spid="1870" grpId="37" animBg="1" advAuto="0"/>
      <p:bldP spid="1844" grpId="7" animBg="1" advAuto="0"/>
      <p:bldP spid="1871" grpId="31" animBg="1" advAuto="0"/>
      <p:bldP spid="1828" grpId="2" animBg="1" advAuto="0"/>
      <p:bldP spid="1890" grpId="9" animBg="1" advAuto="0"/>
      <p:bldP spid="1829" grpId="3" animBg="1" advAuto="0"/>
      <p:bldP spid="1893" grpId="35" animBg="1" advAuto="0"/>
      <p:bldP spid="1861" grpId="19" animBg="1" advAuto="0"/>
      <p:bldP spid="1830" grpId="4" animBg="1" advAuto="0"/>
      <p:bldP spid="1828" grpId="23" animBg="1" advAuto="0"/>
      <p:bldP spid="1866" grpId="26" animBg="1" advAuto="0"/>
      <p:bldP spid="1883" grpId="32" animBg="1" advAuto="0"/>
      <p:bldP spid="1847" grpId="11" animBg="1" advAuto="0"/>
      <p:bldP spid="1847" grpId="12" animBg="1" advAuto="0"/>
      <p:bldP spid="1858" grpId="15" animBg="1" advAuto="0"/>
      <p:bldP spid="1867" grpId="27" animBg="1" advAuto="0"/>
      <p:bldP spid="1831" grpId="5" animBg="1" advAuto="0"/>
      <p:bldP spid="1858" grpId="18" animBg="1" advAuto="0"/>
      <p:bldP spid="1848" grpId="8" animBg="1" advAuto="0"/>
      <p:bldP spid="1884" grpId="33" animBg="1" advAuto="0"/>
      <p:bldP spid="1855" grpId="13" animBg="1" advAuto="0"/>
      <p:bldP spid="1855" grpId="14" animBg="1" advAuto="0"/>
      <p:bldP spid="1832" grpId="6" animBg="1" advAuto="0"/>
      <p:bldP spid="1868" grpId="28" animBg="1" advAuto="0"/>
      <p:bldP spid="1887" grpId="38" animBg="1" advAuto="0"/>
      <p:bldP spid="1868" grpId="36" animBg="1" advAuto="0"/>
      <p:bldP spid="1869" grpId="29" animBg="1" advAuto="0"/>
      <p:bldP spid="1852" grpId="10" animBg="1" advAuto="0"/>
      <p:bldP spid="1849" grpId="25" animBg="1" advAuto="0"/>
      <p:bldP spid="1827" grpId="1" animBg="1" advAuto="0"/>
      <p:bldP spid="1852" grpId="16" animBg="1" advAuto="0"/>
      <p:bldP spid="1832" grpId="22" animBg="1" advAuto="0"/>
      <p:bldP spid="1886" grpId="39" animBg="1" advAuto="0"/>
      <p:bldP spid="1896" grpId="17" animBg="1" advAuto="0"/>
      <p:bldP spid="1870" grpId="30" animBg="1" advAuto="0"/>
      <p:bldP spid="1896" grpId="20" animBg="1" advAuto="0"/>
      <p:bldP spid="1865" grpId="21" animBg="1" advAuto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13"/>
          <p:cNvSpPr txBox="1"/>
          <p:nvPr/>
        </p:nvSpPr>
        <p:spPr>
          <a:xfrm>
            <a:off x="4334933" y="172127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902" name="97"/>
          <p:cNvSpPr txBox="1"/>
          <p:nvPr/>
        </p:nvSpPr>
        <p:spPr>
          <a:xfrm>
            <a:off x="7516141" y="170321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03" name="76"/>
          <p:cNvSpPr txBox="1"/>
          <p:nvPr/>
        </p:nvSpPr>
        <p:spPr>
          <a:xfrm>
            <a:off x="8430541" y="169192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904" name="97"/>
          <p:cNvSpPr txBox="1"/>
          <p:nvPr/>
        </p:nvSpPr>
        <p:spPr>
          <a:xfrm>
            <a:off x="9563946" y="170095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05" name="65"/>
          <p:cNvSpPr txBox="1"/>
          <p:nvPr/>
        </p:nvSpPr>
        <p:spPr>
          <a:xfrm>
            <a:off x="10715413" y="171224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grpSp>
        <p:nvGrpSpPr>
          <p:cNvPr id="1910" name="成组"/>
          <p:cNvGrpSpPr/>
          <p:nvPr/>
        </p:nvGrpSpPr>
        <p:grpSpPr>
          <a:xfrm>
            <a:off x="4233333" y="1691922"/>
            <a:ext cx="7371645" cy="819574"/>
            <a:chOff x="0" y="0"/>
            <a:chExt cx="7371644" cy="819573"/>
          </a:xfrm>
        </p:grpSpPr>
        <p:sp>
          <p:nvSpPr>
            <p:cNvPr id="1906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07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08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09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911" name="线条"/>
          <p:cNvSpPr/>
          <p:nvPr/>
        </p:nvSpPr>
        <p:spPr>
          <a:xfrm>
            <a:off x="5258364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2" name="线条"/>
          <p:cNvSpPr/>
          <p:nvPr/>
        </p:nvSpPr>
        <p:spPr>
          <a:xfrm>
            <a:off x="6283395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3" name="线条"/>
          <p:cNvSpPr/>
          <p:nvPr/>
        </p:nvSpPr>
        <p:spPr>
          <a:xfrm>
            <a:off x="7306168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4" name="线条"/>
          <p:cNvSpPr/>
          <p:nvPr/>
        </p:nvSpPr>
        <p:spPr>
          <a:xfrm>
            <a:off x="8331200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5" name="线条"/>
          <p:cNvSpPr/>
          <p:nvPr/>
        </p:nvSpPr>
        <p:spPr>
          <a:xfrm>
            <a:off x="9457831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6" name="线条"/>
          <p:cNvSpPr/>
          <p:nvPr/>
        </p:nvSpPr>
        <p:spPr>
          <a:xfrm>
            <a:off x="10480604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7" name="第5趟："/>
          <p:cNvSpPr txBox="1"/>
          <p:nvPr/>
        </p:nvSpPr>
        <p:spPr>
          <a:xfrm>
            <a:off x="1878470" y="1791264"/>
            <a:ext cx="2047806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第5趟：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18" name="27"/>
          <p:cNvSpPr txBox="1"/>
          <p:nvPr/>
        </p:nvSpPr>
        <p:spPr>
          <a:xfrm>
            <a:off x="5375768" y="1732562"/>
            <a:ext cx="676149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919" name="38"/>
          <p:cNvSpPr txBox="1"/>
          <p:nvPr/>
        </p:nvSpPr>
        <p:spPr>
          <a:xfrm>
            <a:off x="6396566" y="176466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920" name="49"/>
          <p:cNvSpPr txBox="1"/>
          <p:nvPr/>
        </p:nvSpPr>
        <p:spPr>
          <a:xfrm>
            <a:off x="7423573" y="17257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921" name="76"/>
          <p:cNvSpPr txBox="1"/>
          <p:nvPr/>
        </p:nvSpPr>
        <p:spPr>
          <a:xfrm>
            <a:off x="10629617" y="1716757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1922" name="65"/>
          <p:cNvSpPr txBox="1"/>
          <p:nvPr/>
        </p:nvSpPr>
        <p:spPr>
          <a:xfrm>
            <a:off x="8448604" y="1716757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1923" name="13"/>
          <p:cNvSpPr txBox="1"/>
          <p:nvPr/>
        </p:nvSpPr>
        <p:spPr>
          <a:xfrm>
            <a:off x="4350737" y="444669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924" name="97"/>
          <p:cNvSpPr txBox="1"/>
          <p:nvPr/>
        </p:nvSpPr>
        <p:spPr>
          <a:xfrm>
            <a:off x="7531946" y="44286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25" name="76"/>
          <p:cNvSpPr txBox="1"/>
          <p:nvPr/>
        </p:nvSpPr>
        <p:spPr>
          <a:xfrm>
            <a:off x="8446346" y="441734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926" name="97"/>
          <p:cNvSpPr txBox="1"/>
          <p:nvPr/>
        </p:nvSpPr>
        <p:spPr>
          <a:xfrm>
            <a:off x="9579750" y="44263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27" name="76"/>
          <p:cNvSpPr txBox="1"/>
          <p:nvPr/>
        </p:nvSpPr>
        <p:spPr>
          <a:xfrm>
            <a:off x="10731217" y="44376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grpSp>
        <p:nvGrpSpPr>
          <p:cNvPr id="1932" name="成组"/>
          <p:cNvGrpSpPr/>
          <p:nvPr/>
        </p:nvGrpSpPr>
        <p:grpSpPr>
          <a:xfrm>
            <a:off x="4249137" y="4417342"/>
            <a:ext cx="7371646" cy="819574"/>
            <a:chOff x="0" y="0"/>
            <a:chExt cx="7371644" cy="819573"/>
          </a:xfrm>
        </p:grpSpPr>
        <p:sp>
          <p:nvSpPr>
            <p:cNvPr id="1928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29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30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31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933" name="线条"/>
          <p:cNvSpPr/>
          <p:nvPr/>
        </p:nvSpPr>
        <p:spPr>
          <a:xfrm>
            <a:off x="5274168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4" name="线条"/>
          <p:cNvSpPr/>
          <p:nvPr/>
        </p:nvSpPr>
        <p:spPr>
          <a:xfrm>
            <a:off x="6299200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5" name="线条"/>
          <p:cNvSpPr/>
          <p:nvPr/>
        </p:nvSpPr>
        <p:spPr>
          <a:xfrm>
            <a:off x="7321973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6" name="线条"/>
          <p:cNvSpPr/>
          <p:nvPr/>
        </p:nvSpPr>
        <p:spPr>
          <a:xfrm>
            <a:off x="8347004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7" name="线条"/>
          <p:cNvSpPr/>
          <p:nvPr/>
        </p:nvSpPr>
        <p:spPr>
          <a:xfrm>
            <a:off x="9473635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8" name="线条"/>
          <p:cNvSpPr/>
          <p:nvPr/>
        </p:nvSpPr>
        <p:spPr>
          <a:xfrm>
            <a:off x="10496408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9" name="第6趟："/>
          <p:cNvSpPr txBox="1"/>
          <p:nvPr/>
        </p:nvSpPr>
        <p:spPr>
          <a:xfrm>
            <a:off x="1894275" y="4516684"/>
            <a:ext cx="2047805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第6趟：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40" name="27"/>
          <p:cNvSpPr txBox="1"/>
          <p:nvPr/>
        </p:nvSpPr>
        <p:spPr>
          <a:xfrm>
            <a:off x="5391573" y="445798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941" name="38"/>
          <p:cNvSpPr txBox="1"/>
          <p:nvPr/>
        </p:nvSpPr>
        <p:spPr>
          <a:xfrm>
            <a:off x="6458344" y="446637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942" name="49"/>
          <p:cNvSpPr txBox="1"/>
          <p:nvPr/>
        </p:nvSpPr>
        <p:spPr>
          <a:xfrm>
            <a:off x="7439377" y="445120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943" name="76"/>
          <p:cNvSpPr txBox="1"/>
          <p:nvPr/>
        </p:nvSpPr>
        <p:spPr>
          <a:xfrm>
            <a:off x="9550400" y="4446693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1944" name="65"/>
          <p:cNvSpPr txBox="1"/>
          <p:nvPr/>
        </p:nvSpPr>
        <p:spPr>
          <a:xfrm>
            <a:off x="8464408" y="4442177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1945" name="97"/>
          <p:cNvSpPr txBox="1"/>
          <p:nvPr/>
        </p:nvSpPr>
        <p:spPr>
          <a:xfrm>
            <a:off x="10629617" y="4446693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1946" name="13"/>
          <p:cNvSpPr txBox="1"/>
          <p:nvPr/>
        </p:nvSpPr>
        <p:spPr>
          <a:xfrm>
            <a:off x="4350737" y="714219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947" name="97"/>
          <p:cNvSpPr txBox="1"/>
          <p:nvPr/>
        </p:nvSpPr>
        <p:spPr>
          <a:xfrm>
            <a:off x="7531946" y="71241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48" name="76"/>
          <p:cNvSpPr txBox="1"/>
          <p:nvPr/>
        </p:nvSpPr>
        <p:spPr>
          <a:xfrm>
            <a:off x="8446346" y="7112846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949" name="97"/>
          <p:cNvSpPr txBox="1"/>
          <p:nvPr/>
        </p:nvSpPr>
        <p:spPr>
          <a:xfrm>
            <a:off x="9579750" y="712187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grpSp>
        <p:nvGrpSpPr>
          <p:cNvPr id="1954" name="成组"/>
          <p:cNvGrpSpPr/>
          <p:nvPr/>
        </p:nvGrpSpPr>
        <p:grpSpPr>
          <a:xfrm>
            <a:off x="4249137" y="7112846"/>
            <a:ext cx="7371646" cy="819574"/>
            <a:chOff x="0" y="0"/>
            <a:chExt cx="7371644" cy="819573"/>
          </a:xfrm>
        </p:grpSpPr>
        <p:sp>
          <p:nvSpPr>
            <p:cNvPr id="1950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51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52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53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955" name="线条"/>
          <p:cNvSpPr/>
          <p:nvPr/>
        </p:nvSpPr>
        <p:spPr>
          <a:xfrm>
            <a:off x="5274168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6" name="线条"/>
          <p:cNvSpPr/>
          <p:nvPr/>
        </p:nvSpPr>
        <p:spPr>
          <a:xfrm>
            <a:off x="6299200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7" name="线条"/>
          <p:cNvSpPr/>
          <p:nvPr/>
        </p:nvSpPr>
        <p:spPr>
          <a:xfrm>
            <a:off x="7321973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8" name="线条"/>
          <p:cNvSpPr/>
          <p:nvPr/>
        </p:nvSpPr>
        <p:spPr>
          <a:xfrm>
            <a:off x="8347004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9" name="线条"/>
          <p:cNvSpPr/>
          <p:nvPr/>
        </p:nvSpPr>
        <p:spPr>
          <a:xfrm>
            <a:off x="9473635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60" name="线条"/>
          <p:cNvSpPr/>
          <p:nvPr/>
        </p:nvSpPr>
        <p:spPr>
          <a:xfrm>
            <a:off x="10496408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61" name="排序结果："/>
          <p:cNvSpPr txBox="1"/>
          <p:nvPr/>
        </p:nvSpPr>
        <p:spPr>
          <a:xfrm>
            <a:off x="1587217" y="7243798"/>
            <a:ext cx="2968979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排序结果：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62" name="27"/>
          <p:cNvSpPr txBox="1"/>
          <p:nvPr/>
        </p:nvSpPr>
        <p:spPr>
          <a:xfrm>
            <a:off x="5391573" y="7153486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963" name="38"/>
          <p:cNvSpPr txBox="1"/>
          <p:nvPr/>
        </p:nvSpPr>
        <p:spPr>
          <a:xfrm>
            <a:off x="6397695" y="715491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964" name="49"/>
          <p:cNvSpPr txBox="1"/>
          <p:nvPr/>
        </p:nvSpPr>
        <p:spPr>
          <a:xfrm>
            <a:off x="7439377" y="714671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965" name="76"/>
          <p:cNvSpPr txBox="1"/>
          <p:nvPr/>
        </p:nvSpPr>
        <p:spPr>
          <a:xfrm>
            <a:off x="9550400" y="7142198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1966" name="65"/>
          <p:cNvSpPr txBox="1"/>
          <p:nvPr/>
        </p:nvSpPr>
        <p:spPr>
          <a:xfrm>
            <a:off x="8464408" y="713768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65</a:t>
            </a:r>
          </a:p>
        </p:txBody>
      </p:sp>
      <p:grpSp>
        <p:nvGrpSpPr>
          <p:cNvPr id="1969" name="成组"/>
          <p:cNvGrpSpPr/>
          <p:nvPr/>
        </p:nvGrpSpPr>
        <p:grpSpPr>
          <a:xfrm>
            <a:off x="8731108" y="2521937"/>
            <a:ext cx="702170" cy="921175"/>
            <a:chOff x="0" y="0"/>
            <a:chExt cx="702168" cy="921173"/>
          </a:xfrm>
        </p:grpSpPr>
        <p:sp>
          <p:nvSpPr>
            <p:cNvPr id="1967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68" name="i"/>
            <p:cNvSpPr/>
            <p:nvPr/>
          </p:nvSpPr>
          <p:spPr>
            <a:xfrm>
              <a:off x="0" y="797842"/>
              <a:ext cx="70216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grpSp>
        <p:nvGrpSpPr>
          <p:cNvPr id="1972" name="成组"/>
          <p:cNvGrpSpPr/>
          <p:nvPr/>
        </p:nvGrpSpPr>
        <p:grpSpPr>
          <a:xfrm>
            <a:off x="9832340" y="5207564"/>
            <a:ext cx="702170" cy="1461291"/>
            <a:chOff x="0" y="0"/>
            <a:chExt cx="702168" cy="1461290"/>
          </a:xfrm>
        </p:grpSpPr>
        <p:sp>
          <p:nvSpPr>
            <p:cNvPr id="1970" name="线条"/>
            <p:cNvSpPr/>
            <p:nvPr/>
          </p:nvSpPr>
          <p:spPr>
            <a:xfrm flipH="1">
              <a:off x="1148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71" name="i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1973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974" name="97"/>
          <p:cNvSpPr txBox="1"/>
          <p:nvPr/>
        </p:nvSpPr>
        <p:spPr>
          <a:xfrm>
            <a:off x="10695092" y="7181144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1975" name="0          1         2         3          4          5         6"/>
          <p:cNvSpPr txBox="1"/>
          <p:nvPr/>
        </p:nvSpPr>
        <p:spPr>
          <a:xfrm>
            <a:off x="4064536" y="1177148"/>
            <a:ext cx="7579361" cy="521342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  <p:sp>
        <p:nvSpPr>
          <p:cNvPr id="1976" name="0          1         2         3          4          5         6"/>
          <p:cNvSpPr txBox="1"/>
          <p:nvPr/>
        </p:nvSpPr>
        <p:spPr>
          <a:xfrm>
            <a:off x="4092581" y="38892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  <p:sp>
        <p:nvSpPr>
          <p:cNvPr id="1977" name="0          1         2         3          4           5          6"/>
          <p:cNvSpPr txBox="1"/>
          <p:nvPr/>
        </p:nvSpPr>
        <p:spPr>
          <a:xfrm>
            <a:off x="3987772" y="6603289"/>
            <a:ext cx="7579360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0          1         2         3          4           5          6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7" dur="500" fill="hold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xit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1" dur="500" fill="hold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grpId="1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dur="indefinite" fill="hold"/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4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dur="indefinite" fill="hold"/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4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dur="indefinite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4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dur="indefinite" fill="hold"/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22" presetClass="entr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0"/>
                            </p:stCondLst>
                            <p:childTnLst>
                              <p:par>
                                <p:cTn id="96" presetID="22" presetClass="entr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500"/>
                            </p:stCondLst>
                            <p:childTnLst>
                              <p:par>
                                <p:cTn id="100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0" dur="500" fill="hold"/>
                                        <p:tgtEl>
                                          <p:spTgt spid="1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xit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4" dur="500" fill="hold"/>
                                        <p:tgtEl>
                                          <p:spTgt spid="1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dur="indefinite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dur="indefinite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dur="indefinite" fill="hold"/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4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dur="indefinite" fill="hold"/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4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dur="indefinite" fill="hold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0"/>
                            </p:stCondLst>
                            <p:childTnLst>
                              <p:par>
                                <p:cTn id="147" presetID="22" presetClass="entr" presetSubtype="4" fill="hold" grpId="3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dur="indefinite" fill="hold"/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000"/>
                            </p:stCondLst>
                            <p:childTnLst>
                              <p:par>
                                <p:cTn id="151" presetID="22" presetClass="entr" presetSubtype="4" fill="hold" grpId="3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5" presetID="22" presetClass="entr" presetSubtype="4" fill="hold" grpId="3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dur="indefinite" fill="hold"/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00"/>
                            </p:stCondLst>
                            <p:childTnLst>
                              <p:par>
                                <p:cTn id="159" presetID="22" presetClass="entr" presetSubtype="4" fill="hold" grpId="3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dur="indefinite" fill="hold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4500"/>
                            </p:stCondLst>
                            <p:childTnLst>
                              <p:par>
                                <p:cTn id="163" presetID="22" presetClass="entr" presetSubtype="4" fill="hold" grpId="3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dur="indefinite" fill="hold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0"/>
                            </p:stCondLst>
                            <p:childTnLst>
                              <p:par>
                                <p:cTn id="167" presetID="22" presetClass="entr" presetSubtype="4" fill="hold" grpId="4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dur="indefinite" fill="hold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6" grpId="26" animBg="1" advAuto="0"/>
      <p:bldP spid="1943" grpId="28" animBg="1" advAuto="0"/>
      <p:bldP spid="1904" grpId="4" animBg="1" advAuto="0"/>
      <p:bldP spid="1966" grpId="39" animBg="1" advAuto="0"/>
      <p:bldP spid="1944" grpId="24" animBg="1" advAuto="0"/>
      <p:bldP spid="1927" grpId="27" animBg="1" advAuto="0"/>
      <p:bldP spid="1905" grpId="5" animBg="1" advAuto="0"/>
      <p:bldP spid="1921" grpId="14" animBg="1" advAuto="0"/>
      <p:bldP spid="1905" grpId="12" animBg="1" advAuto="0"/>
      <p:bldP spid="1961" grpId="34" animBg="1" advAuto="0"/>
      <p:bldP spid="1922" grpId="13" animBg="1" advAuto="0"/>
      <p:bldP spid="1945" grpId="29" animBg="1" advAuto="0"/>
      <p:bldP spid="1939" grpId="20" animBg="1" advAuto="0"/>
      <p:bldP spid="1962" grpId="35" animBg="1" advAuto="0"/>
      <p:bldP spid="1923" grpId="15" animBg="1" advAuto="0"/>
      <p:bldP spid="1901" grpId="1" animBg="1" advAuto="0"/>
      <p:bldP spid="1946" grpId="30" animBg="1" advAuto="0"/>
      <p:bldP spid="1917" grpId="6" animBg="1" advAuto="0"/>
      <p:bldP spid="1940" grpId="21" animBg="1" advAuto="0"/>
      <p:bldP spid="1924" grpId="16" animBg="1" advAuto="0"/>
      <p:bldP spid="1947" grpId="31" animBg="1" advAuto="0"/>
      <p:bldP spid="1969" grpId="10" animBg="1" advAuto="0"/>
      <p:bldP spid="1963" grpId="36" animBg="1" advAuto="0"/>
      <p:bldP spid="1972" grpId="25" animBg="1" advAuto="0"/>
      <p:bldP spid="1918" grpId="7" animBg="1" advAuto="0"/>
      <p:bldP spid="1941" grpId="22" animBg="1" advAuto="0"/>
      <p:bldP spid="1902" grpId="2" animBg="1" advAuto="0"/>
      <p:bldP spid="1925" grpId="17" animBg="1" advAuto="0"/>
      <p:bldP spid="1948" grpId="32" animBg="1" advAuto="0"/>
      <p:bldP spid="1964" grpId="37" animBg="1" advAuto="0"/>
      <p:bldP spid="1974" grpId="40" animBg="1" advAuto="0"/>
      <p:bldP spid="1919" grpId="8" animBg="1" advAuto="0"/>
      <p:bldP spid="1942" grpId="23" animBg="1" advAuto="0"/>
      <p:bldP spid="1903" grpId="3" animBg="1" advAuto="0"/>
      <p:bldP spid="1926" grpId="18" animBg="1" advAuto="0"/>
      <p:bldP spid="1949" grpId="33" animBg="1" advAuto="0"/>
      <p:bldP spid="1965" grpId="38" animBg="1" advAuto="0"/>
      <p:bldP spid="1903" grpId="11" animBg="1" advAuto="0"/>
      <p:bldP spid="1920" grpId="9" animBg="1" advAuto="0"/>
      <p:bldP spid="1927" grpId="19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直接选择排序代码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直接选择排序代码</a:t>
            </a:r>
          </a:p>
        </p:txBody>
      </p:sp>
      <p:sp>
        <p:nvSpPr>
          <p:cNvPr id="1980" name="public static &lt;T&gt; T[] selectMinSort(T[] a) {…"/>
          <p:cNvSpPr txBox="1"/>
          <p:nvPr/>
        </p:nvSpPr>
        <p:spPr>
          <a:xfrm>
            <a:off x="573670" y="1777203"/>
            <a:ext cx="11850416" cy="463981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selectMinSort(T[]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找到最小的，交换到位置i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最小数据的下标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+ 1;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++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在[i,n]区间找最小的数据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&gt; 0)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</a:t>
            </a:r>
            <a:r>
              <a:rPr>
                <a:solidFill>
                  <a:srgbClr val="7E504F"/>
                </a:solidFill>
              </a:rPr>
              <a:t>j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983" name="与数据分布无关：每次选择最小值，必须与范围内的所有数据…"/>
          <p:cNvSpPr txBox="1"/>
          <p:nvPr/>
        </p:nvSpPr>
        <p:spPr>
          <a:xfrm>
            <a:off x="213476" y="1564542"/>
            <a:ext cx="12466722" cy="435452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rPr>
                <a:solidFill>
                  <a:schemeClr val="accent1"/>
                </a:solidFill>
              </a:rPr>
              <a:t>与数据分布无关</a:t>
            </a:r>
            <a:r>
              <a:t>：每次选择最小值，必须与范围内的所有数据</a:t>
            </a:r>
          </a:p>
          <a:p>
            <a:pPr indent="0"/>
            <a:r>
              <a:t>    进行比较；每趟选择一个最小值，必须n - 1趟。</a:t>
            </a:r>
          </a:p>
          <a:p>
            <a:pPr indent="0"/>
            <a:r>
              <a:t>                                  1 2 3 4 5 6 7 8 9 10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最好、最坏、平均时间复杂度都是O(n</a:t>
            </a:r>
            <a:r>
              <a:rPr baseline="32000"/>
              <a:t>2</a:t>
            </a:r>
            <a:r>
              <a:t>)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如果通过交换，将最小值放入最终的位置，则直接选择排序是</a:t>
            </a:r>
          </a:p>
          <a:p>
            <a:pPr indent="0"/>
            <a:r>
              <a:t>   不稳定的算法。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树形选择排序-竞赛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树形选择排序-竞赛树</a:t>
            </a:r>
          </a:p>
        </p:txBody>
      </p:sp>
      <p:sp>
        <p:nvSpPr>
          <p:cNvPr id="1986" name="直接选择排序选取一个最小值后，再选择下一个最小值就可以…"/>
          <p:cNvSpPr txBox="1"/>
          <p:nvPr/>
        </p:nvSpPr>
        <p:spPr>
          <a:xfrm>
            <a:off x="366360" y="1500875"/>
            <a:ext cx="12115801" cy="14706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直接选择排序选取一个最小值后，再选择下一个最小值就可以</a:t>
            </a:r>
          </a:p>
          <a:p>
            <a:pPr indent="0"/>
            <a:r>
              <a:rPr>
                <a:solidFill>
                  <a:schemeClr val="accent1"/>
                </a:solidFill>
              </a:rPr>
              <a:t>利用上次的比较结果</a:t>
            </a:r>
            <a:r>
              <a:t>： </a:t>
            </a:r>
          </a:p>
        </p:txBody>
      </p:sp>
      <p:graphicFrame>
        <p:nvGraphicFramePr>
          <p:cNvPr id="1987" name="表格"/>
          <p:cNvGraphicFramePr/>
          <p:nvPr/>
        </p:nvGraphicFramePr>
        <p:xfrm>
          <a:off x="2365018" y="3570321"/>
          <a:ext cx="8891477" cy="5635415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  <a:gridCol w="1270211"/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49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38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65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97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76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1988" name="选13时，38与65、97、76比较过，最后输给了13；…"/>
          <p:cNvSpPr txBox="1"/>
          <p:nvPr/>
        </p:nvSpPr>
        <p:spPr>
          <a:xfrm>
            <a:off x="520826" y="5108092"/>
            <a:ext cx="10244222" cy="225518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t>选13时，38与65、97、76比较过，最后输给了13；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选出13后，再选下一个最小值时，38只需要和</a:t>
            </a:r>
          </a:p>
          <a:p>
            <a:pPr indent="0"/>
            <a:r>
              <a:t>    49比较，再和27比较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胜者树-扩展的完全二叉树"/>
          <p:cNvSpPr txBox="1"/>
          <p:nvPr/>
        </p:nvSpPr>
        <p:spPr>
          <a:xfrm>
            <a:off x="1611488" y="200795"/>
            <a:ext cx="9448801" cy="802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胜者树-扩展的完全二叉树</a:t>
            </a:r>
          </a:p>
        </p:txBody>
      </p:sp>
      <p:sp>
        <p:nvSpPr>
          <p:cNvPr id="1991" name="线条"/>
          <p:cNvSpPr/>
          <p:nvPr/>
        </p:nvSpPr>
        <p:spPr>
          <a:xfrm flipH="1">
            <a:off x="4754767" y="2989338"/>
            <a:ext cx="1602616" cy="8822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1992" name="线条"/>
          <p:cNvSpPr/>
          <p:nvPr/>
        </p:nvSpPr>
        <p:spPr>
          <a:xfrm>
            <a:off x="6854154" y="3091814"/>
            <a:ext cx="1560415" cy="75351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1995" name="成组"/>
          <p:cNvGrpSpPr/>
          <p:nvPr/>
        </p:nvGrpSpPr>
        <p:grpSpPr>
          <a:xfrm>
            <a:off x="6197796" y="2763859"/>
            <a:ext cx="647703" cy="647703"/>
            <a:chOff x="0" y="0"/>
            <a:chExt cx="647701" cy="647701"/>
          </a:xfrm>
        </p:grpSpPr>
        <p:sp>
          <p:nvSpPr>
            <p:cNvPr id="1993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4" name="5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1996" name="线条"/>
          <p:cNvSpPr/>
          <p:nvPr/>
        </p:nvSpPr>
        <p:spPr>
          <a:xfrm>
            <a:off x="8784554" y="4215981"/>
            <a:ext cx="716681" cy="103584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1997" name="线条"/>
          <p:cNvSpPr/>
          <p:nvPr/>
        </p:nvSpPr>
        <p:spPr>
          <a:xfrm flipH="1">
            <a:off x="7624967" y="4246634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1998" name="线条"/>
          <p:cNvSpPr/>
          <p:nvPr/>
        </p:nvSpPr>
        <p:spPr>
          <a:xfrm flipH="1">
            <a:off x="8756213" y="5645950"/>
            <a:ext cx="640073" cy="89614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001" name="成组"/>
          <p:cNvGrpSpPr/>
          <p:nvPr/>
        </p:nvGrpSpPr>
        <p:grpSpPr>
          <a:xfrm>
            <a:off x="8292264" y="3771833"/>
            <a:ext cx="647703" cy="647703"/>
            <a:chOff x="0" y="0"/>
            <a:chExt cx="647701" cy="647701"/>
          </a:xfrm>
        </p:grpSpPr>
        <p:sp>
          <p:nvSpPr>
            <p:cNvPr id="1999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0" name="5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004" name="成组"/>
          <p:cNvGrpSpPr/>
          <p:nvPr/>
        </p:nvGrpSpPr>
        <p:grpSpPr>
          <a:xfrm>
            <a:off x="9220024" y="5011246"/>
            <a:ext cx="647703" cy="647703"/>
            <a:chOff x="0" y="0"/>
            <a:chExt cx="647701" cy="647701"/>
          </a:xfrm>
        </p:grpSpPr>
        <p:sp>
          <p:nvSpPr>
            <p:cNvPr id="2002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3" name="6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007" name="成组"/>
          <p:cNvGrpSpPr/>
          <p:nvPr/>
        </p:nvGrpSpPr>
        <p:grpSpPr>
          <a:xfrm>
            <a:off x="7207483" y="5011246"/>
            <a:ext cx="647703" cy="647703"/>
            <a:chOff x="0" y="0"/>
            <a:chExt cx="647701" cy="647701"/>
          </a:xfrm>
        </p:grpSpPr>
        <p:sp>
          <p:nvSpPr>
            <p:cNvPr id="2005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6" name="5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010" name="成组"/>
          <p:cNvGrpSpPr/>
          <p:nvPr/>
        </p:nvGrpSpPr>
        <p:grpSpPr>
          <a:xfrm>
            <a:off x="6708405" y="5624220"/>
            <a:ext cx="1598477" cy="947700"/>
            <a:chOff x="0" y="0"/>
            <a:chExt cx="1598476" cy="947699"/>
          </a:xfrm>
        </p:grpSpPr>
        <p:sp>
          <p:nvSpPr>
            <p:cNvPr id="2008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09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011" name="49"/>
          <p:cNvSpPr txBox="1"/>
          <p:nvPr/>
        </p:nvSpPr>
        <p:spPr>
          <a:xfrm>
            <a:off x="2366304" y="6546519"/>
            <a:ext cx="622302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2012" name="线条"/>
          <p:cNvSpPr/>
          <p:nvPr/>
        </p:nvSpPr>
        <p:spPr>
          <a:xfrm>
            <a:off x="4733254" y="4215981"/>
            <a:ext cx="716681" cy="103584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013" name="线条"/>
          <p:cNvSpPr/>
          <p:nvPr/>
        </p:nvSpPr>
        <p:spPr>
          <a:xfrm flipH="1">
            <a:off x="3573667" y="4246634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016" name="成组"/>
          <p:cNvGrpSpPr/>
          <p:nvPr/>
        </p:nvGrpSpPr>
        <p:grpSpPr>
          <a:xfrm>
            <a:off x="4704913" y="5624688"/>
            <a:ext cx="1598477" cy="947700"/>
            <a:chOff x="0" y="0"/>
            <a:chExt cx="1598476" cy="947699"/>
          </a:xfrm>
        </p:grpSpPr>
        <p:sp>
          <p:nvSpPr>
            <p:cNvPr id="2014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15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grpSp>
        <p:nvGrpSpPr>
          <p:cNvPr id="2019" name="成组"/>
          <p:cNvGrpSpPr/>
          <p:nvPr/>
        </p:nvGrpSpPr>
        <p:grpSpPr>
          <a:xfrm>
            <a:off x="4240964" y="3771833"/>
            <a:ext cx="647703" cy="647703"/>
            <a:chOff x="0" y="0"/>
            <a:chExt cx="647701" cy="647701"/>
          </a:xfrm>
        </p:grpSpPr>
        <p:sp>
          <p:nvSpPr>
            <p:cNvPr id="2017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18" name="1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022" name="成组"/>
          <p:cNvGrpSpPr/>
          <p:nvPr/>
        </p:nvGrpSpPr>
        <p:grpSpPr>
          <a:xfrm>
            <a:off x="5168724" y="5011246"/>
            <a:ext cx="647703" cy="647703"/>
            <a:chOff x="0" y="0"/>
            <a:chExt cx="647701" cy="647701"/>
          </a:xfrm>
        </p:grpSpPr>
        <p:sp>
          <p:nvSpPr>
            <p:cNvPr id="2020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1" name="2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025" name="成组"/>
          <p:cNvGrpSpPr/>
          <p:nvPr/>
        </p:nvGrpSpPr>
        <p:grpSpPr>
          <a:xfrm>
            <a:off x="3156183" y="5011246"/>
            <a:ext cx="647703" cy="647703"/>
            <a:chOff x="0" y="0"/>
            <a:chExt cx="647701" cy="647701"/>
          </a:xfrm>
        </p:grpSpPr>
        <p:sp>
          <p:nvSpPr>
            <p:cNvPr id="2023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4" name="1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028" name="成组"/>
          <p:cNvGrpSpPr/>
          <p:nvPr/>
        </p:nvGrpSpPr>
        <p:grpSpPr>
          <a:xfrm>
            <a:off x="2657105" y="5624220"/>
            <a:ext cx="1598477" cy="947700"/>
            <a:chOff x="0" y="0"/>
            <a:chExt cx="1598476" cy="947699"/>
          </a:xfrm>
        </p:grpSpPr>
        <p:sp>
          <p:nvSpPr>
            <p:cNvPr id="2026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27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029" name="4"/>
          <p:cNvSpPr txBox="1"/>
          <p:nvPr/>
        </p:nvSpPr>
        <p:spPr>
          <a:xfrm>
            <a:off x="6650438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2030" name="5"/>
          <p:cNvSpPr txBox="1"/>
          <p:nvPr/>
        </p:nvSpPr>
        <p:spPr>
          <a:xfrm>
            <a:off x="8016840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</a:t>
            </a:r>
          </a:p>
        </p:txBody>
      </p:sp>
      <p:sp>
        <p:nvSpPr>
          <p:cNvPr id="2031" name="6"/>
          <p:cNvSpPr txBox="1"/>
          <p:nvPr/>
        </p:nvSpPr>
        <p:spPr>
          <a:xfrm>
            <a:off x="8721004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</a:t>
            </a:r>
          </a:p>
        </p:txBody>
      </p:sp>
      <p:sp>
        <p:nvSpPr>
          <p:cNvPr id="2032" name="0"/>
          <p:cNvSpPr txBox="1"/>
          <p:nvPr/>
        </p:nvSpPr>
        <p:spPr>
          <a:xfrm>
            <a:off x="2484838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033" name="1"/>
          <p:cNvSpPr txBox="1"/>
          <p:nvPr/>
        </p:nvSpPr>
        <p:spPr>
          <a:xfrm>
            <a:off x="4016339" y="7094942"/>
            <a:ext cx="349114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</a:t>
            </a:r>
          </a:p>
        </p:txBody>
      </p:sp>
      <p:sp>
        <p:nvSpPr>
          <p:cNvPr id="2034" name="2"/>
          <p:cNvSpPr txBox="1"/>
          <p:nvPr/>
        </p:nvSpPr>
        <p:spPr>
          <a:xfrm>
            <a:off x="4657003" y="7094942"/>
            <a:ext cx="349114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</a:t>
            </a:r>
          </a:p>
        </p:txBody>
      </p:sp>
      <p:sp>
        <p:nvSpPr>
          <p:cNvPr id="2035" name="3"/>
          <p:cNvSpPr txBox="1"/>
          <p:nvPr/>
        </p:nvSpPr>
        <p:spPr>
          <a:xfrm>
            <a:off x="6010894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</a:t>
            </a:r>
          </a:p>
        </p:txBody>
      </p:sp>
      <p:sp>
        <p:nvSpPr>
          <p:cNvPr id="2036" name="结点记录了获胜者的编号。第一轮的失败者(49, 97, 76)换人后，只需要…"/>
          <p:cNvSpPr txBox="1"/>
          <p:nvPr/>
        </p:nvSpPr>
        <p:spPr>
          <a:xfrm>
            <a:off x="707337" y="1302272"/>
            <a:ext cx="11959499" cy="118458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3000"/>
            </a:pPr>
            <a:r>
              <a:t>结点记录了获胜者的编号。第一轮的失败者(49, 97, 76)换人后，只需要</a:t>
            </a:r>
          </a:p>
          <a:p>
            <a:pPr>
              <a:lnSpc>
                <a:spcPct val="100000"/>
              </a:lnSpc>
              <a:defRPr sz="3000"/>
            </a:pPr>
            <a:r>
              <a:t>重赛参与的比赛，就可以得到新冠军。</a:t>
            </a:r>
          </a:p>
        </p:txBody>
      </p:sp>
      <p:sp>
        <p:nvSpPr>
          <p:cNvPr id="2037" name="38"/>
          <p:cNvSpPr txBox="1"/>
          <p:nvPr/>
        </p:nvSpPr>
        <p:spPr>
          <a:xfrm>
            <a:off x="3854344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2038" name="65"/>
          <p:cNvSpPr txBox="1"/>
          <p:nvPr/>
        </p:nvSpPr>
        <p:spPr>
          <a:xfrm>
            <a:off x="4527444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2039" name="97"/>
          <p:cNvSpPr txBox="1"/>
          <p:nvPr/>
        </p:nvSpPr>
        <p:spPr>
          <a:xfrm>
            <a:off x="5845179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2040" name="76"/>
          <p:cNvSpPr txBox="1"/>
          <p:nvPr/>
        </p:nvSpPr>
        <p:spPr>
          <a:xfrm>
            <a:off x="6537624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2041" name="13"/>
          <p:cNvSpPr txBox="1"/>
          <p:nvPr/>
        </p:nvSpPr>
        <p:spPr>
          <a:xfrm>
            <a:off x="7855360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2042" name="27"/>
          <p:cNvSpPr txBox="1"/>
          <p:nvPr/>
        </p:nvSpPr>
        <p:spPr>
          <a:xfrm>
            <a:off x="8520909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败者树"/>
          <p:cNvSpPr txBox="1"/>
          <p:nvPr/>
        </p:nvSpPr>
        <p:spPr>
          <a:xfrm>
            <a:off x="1611488" y="214488"/>
            <a:ext cx="9448801" cy="7747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败者树</a:t>
            </a:r>
          </a:p>
        </p:txBody>
      </p:sp>
      <p:sp>
        <p:nvSpPr>
          <p:cNvPr id="2045" name="结点中记录失败者的编号。0号元素存放冠军"/>
          <p:cNvSpPr txBox="1"/>
          <p:nvPr/>
        </p:nvSpPr>
        <p:spPr>
          <a:xfrm>
            <a:off x="416719" y="1416472"/>
            <a:ext cx="6858650" cy="584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7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结点中记录失败者的编号。0号元素存放冠军</a:t>
            </a:r>
          </a:p>
        </p:txBody>
      </p:sp>
      <p:grpSp>
        <p:nvGrpSpPr>
          <p:cNvPr id="2078" name="成组"/>
          <p:cNvGrpSpPr/>
          <p:nvPr/>
        </p:nvGrpSpPr>
        <p:grpSpPr>
          <a:xfrm>
            <a:off x="2112319" y="2458831"/>
            <a:ext cx="7200961" cy="5886022"/>
            <a:chOff x="0" y="0"/>
            <a:chExt cx="7200960" cy="5886020"/>
          </a:xfrm>
        </p:grpSpPr>
        <p:sp>
          <p:nvSpPr>
            <p:cNvPr id="2046" name="0"/>
            <p:cNvSpPr txBox="1"/>
            <p:nvPr/>
          </p:nvSpPr>
          <p:spPr>
            <a:xfrm>
              <a:off x="0" y="5368805"/>
              <a:ext cx="362599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2047" name="1"/>
            <p:cNvSpPr txBox="1"/>
            <p:nvPr/>
          </p:nvSpPr>
          <p:spPr>
            <a:xfrm>
              <a:off x="1583433" y="536880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48" name="2"/>
            <p:cNvSpPr txBox="1"/>
            <p:nvPr/>
          </p:nvSpPr>
          <p:spPr>
            <a:xfrm>
              <a:off x="2758014" y="41661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2049" name="3"/>
            <p:cNvSpPr txBox="1"/>
            <p:nvPr/>
          </p:nvSpPr>
          <p:spPr>
            <a:xfrm>
              <a:off x="5010722" y="4111606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050" name="4"/>
            <p:cNvSpPr txBox="1"/>
            <p:nvPr/>
          </p:nvSpPr>
          <p:spPr>
            <a:xfrm>
              <a:off x="6814777" y="4111606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2051" name="线条"/>
            <p:cNvSpPr/>
            <p:nvPr/>
          </p:nvSpPr>
          <p:spPr>
            <a:xfrm flipH="1">
              <a:off x="2310433" y="1328043"/>
              <a:ext cx="1602616" cy="8822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2" name="线条"/>
            <p:cNvSpPr/>
            <p:nvPr/>
          </p:nvSpPr>
          <p:spPr>
            <a:xfrm>
              <a:off x="4409821" y="1430519"/>
              <a:ext cx="1560414" cy="7535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3" name="圆形"/>
            <p:cNvSpPr/>
            <p:nvPr/>
          </p:nvSpPr>
          <p:spPr>
            <a:xfrm>
              <a:off x="3753462" y="1102564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4" name="4"/>
            <p:cNvSpPr txBox="1"/>
            <p:nvPr/>
          </p:nvSpPr>
          <p:spPr>
            <a:xfrm>
              <a:off x="3883800" y="1179967"/>
              <a:ext cx="4388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 </a:t>
              </a:r>
            </a:p>
          </p:txBody>
        </p:sp>
        <p:sp>
          <p:nvSpPr>
            <p:cNvPr id="2055" name="4"/>
            <p:cNvSpPr txBox="1"/>
            <p:nvPr/>
          </p:nvSpPr>
          <p:spPr>
            <a:xfrm>
              <a:off x="6851847" y="3583726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2056" name="线条"/>
            <p:cNvSpPr/>
            <p:nvPr/>
          </p:nvSpPr>
          <p:spPr>
            <a:xfrm>
              <a:off x="6340220" y="2554687"/>
              <a:ext cx="716681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7" name="线条"/>
            <p:cNvSpPr/>
            <p:nvPr/>
          </p:nvSpPr>
          <p:spPr>
            <a:xfrm flipH="1">
              <a:off x="5181517" y="2585340"/>
              <a:ext cx="792483" cy="97453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8" name="圆形"/>
            <p:cNvSpPr/>
            <p:nvPr/>
          </p:nvSpPr>
          <p:spPr>
            <a:xfrm>
              <a:off x="5847930" y="2110538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9" name="3"/>
            <p:cNvSpPr txBox="1"/>
            <p:nvPr/>
          </p:nvSpPr>
          <p:spPr>
            <a:xfrm>
              <a:off x="5978267" y="218794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060" name="3"/>
            <p:cNvSpPr txBox="1"/>
            <p:nvPr/>
          </p:nvSpPr>
          <p:spPr>
            <a:xfrm>
              <a:off x="36270" y="4904526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061" name="线条"/>
            <p:cNvSpPr/>
            <p:nvPr/>
          </p:nvSpPr>
          <p:spPr>
            <a:xfrm>
              <a:off x="2288919" y="2554687"/>
              <a:ext cx="716682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2" name="线条"/>
            <p:cNvSpPr/>
            <p:nvPr/>
          </p:nvSpPr>
          <p:spPr>
            <a:xfrm flipH="1">
              <a:off x="1129333" y="2585340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3" name="圆形"/>
            <p:cNvSpPr/>
            <p:nvPr/>
          </p:nvSpPr>
          <p:spPr>
            <a:xfrm>
              <a:off x="1796630" y="2110538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4" name="0"/>
            <p:cNvSpPr txBox="1"/>
            <p:nvPr/>
          </p:nvSpPr>
          <p:spPr>
            <a:xfrm>
              <a:off x="1926967" y="218794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2065" name="圆形"/>
            <p:cNvSpPr/>
            <p:nvPr/>
          </p:nvSpPr>
          <p:spPr>
            <a:xfrm>
              <a:off x="711848" y="3349951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6" name="1"/>
            <p:cNvSpPr txBox="1"/>
            <p:nvPr/>
          </p:nvSpPr>
          <p:spPr>
            <a:xfrm>
              <a:off x="842186" y="34273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67" name="线条"/>
            <p:cNvSpPr/>
            <p:nvPr/>
          </p:nvSpPr>
          <p:spPr>
            <a:xfrm flipH="1">
              <a:off x="212771" y="3984187"/>
              <a:ext cx="640073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8" name="线条"/>
            <p:cNvSpPr/>
            <p:nvPr/>
          </p:nvSpPr>
          <p:spPr>
            <a:xfrm>
              <a:off x="1171320" y="3962925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9" name="9"/>
            <p:cNvSpPr txBox="1"/>
            <p:nvPr/>
          </p:nvSpPr>
          <p:spPr>
            <a:xfrm>
              <a:off x="1618571" y="4904526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</a:t>
              </a:r>
            </a:p>
          </p:txBody>
        </p:sp>
        <p:sp>
          <p:nvSpPr>
            <p:cNvPr id="2070" name="1"/>
            <p:cNvSpPr txBox="1"/>
            <p:nvPr/>
          </p:nvSpPr>
          <p:spPr>
            <a:xfrm>
              <a:off x="2825652" y="3583726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71" name="6"/>
            <p:cNvSpPr txBox="1"/>
            <p:nvPr/>
          </p:nvSpPr>
          <p:spPr>
            <a:xfrm>
              <a:off x="5035525" y="3571026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2072" name="0"/>
            <p:cNvSpPr txBox="1"/>
            <p:nvPr/>
          </p:nvSpPr>
          <p:spPr>
            <a:xfrm>
              <a:off x="139573" y="3427355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2073" name="1"/>
            <p:cNvSpPr txBox="1"/>
            <p:nvPr/>
          </p:nvSpPr>
          <p:spPr>
            <a:xfrm>
              <a:off x="1316333" y="2139467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74" name="1"/>
            <p:cNvSpPr txBox="1"/>
            <p:nvPr/>
          </p:nvSpPr>
          <p:spPr>
            <a:xfrm>
              <a:off x="5264991" y="2139467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75" name="圆形"/>
            <p:cNvSpPr/>
            <p:nvPr/>
          </p:nvSpPr>
          <p:spPr>
            <a:xfrm>
              <a:off x="3756214" y="0"/>
              <a:ext cx="647703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76" name="2"/>
            <p:cNvSpPr txBox="1"/>
            <p:nvPr/>
          </p:nvSpPr>
          <p:spPr>
            <a:xfrm>
              <a:off x="3886551" y="77403"/>
              <a:ext cx="4388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 </a:t>
              </a:r>
            </a:p>
          </p:txBody>
        </p:sp>
        <p:sp>
          <p:nvSpPr>
            <p:cNvPr id="2077" name="线条"/>
            <p:cNvSpPr/>
            <p:nvPr/>
          </p:nvSpPr>
          <p:spPr>
            <a:xfrm flipV="1">
              <a:off x="4102340" y="638566"/>
              <a:ext cx="1" cy="4731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079" name="冠军被替换成别的选手，重新组织比赛比胜者树简单。替换者和比赛的失败者重赛。"/>
          <p:cNvSpPr txBox="1"/>
          <p:nvPr/>
        </p:nvSpPr>
        <p:spPr>
          <a:xfrm>
            <a:off x="418422" y="1930198"/>
            <a:ext cx="11919600" cy="533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500"/>
            </a:pPr>
            <a:r>
              <a:rPr>
                <a:solidFill>
                  <a:schemeClr val="accent1"/>
                </a:solidFill>
              </a:rPr>
              <a:t>冠军</a:t>
            </a:r>
            <a:r>
              <a:t>被替换成别的选手，重新组织比赛比胜者树简单。替换者和比赛的失败者重赛。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树形选择排序-二叉堆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树形选择排序-二叉堆</a:t>
            </a:r>
          </a:p>
        </p:txBody>
      </p:sp>
      <p:sp>
        <p:nvSpPr>
          <p:cNvPr id="2082" name="竞赛树中，叶子结点存储待排序的数据，非叶子结点是为了…"/>
          <p:cNvSpPr txBox="1"/>
          <p:nvPr/>
        </p:nvSpPr>
        <p:spPr>
          <a:xfrm>
            <a:off x="269215" y="1405369"/>
            <a:ext cx="12123822" cy="2924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400"/>
            </a:pPr>
            <a:r>
              <a:t>竞赛树中，叶子结点存储待排序的数据，非叶子结点是为了</a:t>
            </a:r>
          </a:p>
          <a:p>
            <a:pPr>
              <a:defRPr sz="3400"/>
            </a:pPr>
            <a:r>
              <a:t>  使用树结构，而增加的存储空间。</a:t>
            </a:r>
          </a:p>
          <a:p>
            <a:pPr marL="351155" indent="-351155">
              <a:buSzPct val="60000"/>
              <a:buBlip>
                <a:blip r:embed="rId1"/>
              </a:buBlip>
              <a:defRPr sz="3400"/>
            </a:pPr>
            <a:r>
              <a:t>二叉堆对此进行了改进：非叶子结点不再保存获胜者的编号，</a:t>
            </a:r>
          </a:p>
          <a:p>
            <a:pPr indent="0">
              <a:defRPr sz="3400"/>
            </a:pPr>
            <a:r>
              <a:t>   而是保存数据</a:t>
            </a:r>
          </a:p>
        </p:txBody>
      </p:sp>
      <p:sp>
        <p:nvSpPr>
          <p:cNvPr id="2083" name="Shape 159"/>
          <p:cNvSpPr txBox="1"/>
          <p:nvPr/>
        </p:nvSpPr>
        <p:spPr>
          <a:xfrm>
            <a:off x="3198070" y="4182337"/>
            <a:ext cx="6275637" cy="609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t>（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49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38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65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97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76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</a:t>
            </a:r>
            <a:r>
              <a:t>，2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r>
              <a:t>）</a:t>
            </a:r>
          </a:p>
        </p:txBody>
      </p:sp>
      <p:sp>
        <p:nvSpPr>
          <p:cNvPr id="2084" name="Shape 162"/>
          <p:cNvSpPr/>
          <p:nvPr/>
        </p:nvSpPr>
        <p:spPr>
          <a:xfrm>
            <a:off x="6754689" y="5165975"/>
            <a:ext cx="666047" cy="66604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5" name="Shape 163"/>
          <p:cNvSpPr/>
          <p:nvPr/>
        </p:nvSpPr>
        <p:spPr>
          <a:xfrm flipH="1">
            <a:off x="5372929" y="5204358"/>
            <a:ext cx="835380" cy="673102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6" name="Shape 164"/>
          <p:cNvSpPr/>
          <p:nvPr/>
        </p:nvSpPr>
        <p:spPr>
          <a:xfrm flipH="1">
            <a:off x="4738211" y="6441620"/>
            <a:ext cx="410917" cy="6660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7" name="Shape 165"/>
          <p:cNvSpPr/>
          <p:nvPr/>
        </p:nvSpPr>
        <p:spPr>
          <a:xfrm>
            <a:off x="5483561" y="6333247"/>
            <a:ext cx="512517" cy="819575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8" name="Shape 166"/>
          <p:cNvSpPr/>
          <p:nvPr/>
        </p:nvSpPr>
        <p:spPr>
          <a:xfrm flipH="1">
            <a:off x="6987241" y="6441620"/>
            <a:ext cx="410917" cy="6660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9" name="Shape 167"/>
          <p:cNvSpPr/>
          <p:nvPr/>
        </p:nvSpPr>
        <p:spPr>
          <a:xfrm>
            <a:off x="7635224" y="6333248"/>
            <a:ext cx="609602" cy="819574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092" name="Group 171"/>
          <p:cNvGrpSpPr/>
          <p:nvPr/>
        </p:nvGrpSpPr>
        <p:grpSpPr>
          <a:xfrm>
            <a:off x="6122512" y="4730225"/>
            <a:ext cx="1600483" cy="1304150"/>
            <a:chOff x="0" y="0"/>
            <a:chExt cx="1600482" cy="1304148"/>
          </a:xfrm>
        </p:grpSpPr>
        <p:sp>
          <p:nvSpPr>
            <p:cNvPr id="2090" name="Shape 169"/>
            <p:cNvSpPr/>
            <p:nvPr/>
          </p:nvSpPr>
          <p:spPr>
            <a:xfrm>
              <a:off x="0" y="0"/>
              <a:ext cx="673102" cy="6731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1" name="Shape 170"/>
            <p:cNvSpPr/>
            <p:nvPr/>
          </p:nvSpPr>
          <p:spPr>
            <a:xfrm>
              <a:off x="330482" y="3414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13</a:t>
              </a:r>
            </a:p>
          </p:txBody>
        </p:sp>
      </p:grpSp>
      <p:grpSp>
        <p:nvGrpSpPr>
          <p:cNvPr id="2095" name="Group 174"/>
          <p:cNvGrpSpPr/>
          <p:nvPr/>
        </p:nvGrpSpPr>
        <p:grpSpPr>
          <a:xfrm>
            <a:off x="5038778" y="5872659"/>
            <a:ext cx="673103" cy="666049"/>
            <a:chOff x="0" y="4515"/>
            <a:chExt cx="673101" cy="666048"/>
          </a:xfrm>
        </p:grpSpPr>
        <p:sp>
          <p:nvSpPr>
            <p:cNvPr id="2093" name="Shape 172"/>
            <p:cNvSpPr/>
            <p:nvPr/>
          </p:nvSpPr>
          <p:spPr>
            <a:xfrm>
              <a:off x="0" y="4515"/>
              <a:ext cx="673102" cy="66604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4" name="Shape 173"/>
            <p:cNvSpPr txBox="1"/>
            <p:nvPr/>
          </p:nvSpPr>
          <p:spPr>
            <a:xfrm>
              <a:off x="5954" y="50799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38</a:t>
              </a:r>
            </a:p>
          </p:txBody>
        </p:sp>
      </p:grpSp>
      <p:grpSp>
        <p:nvGrpSpPr>
          <p:cNvPr id="2098" name="Group 177"/>
          <p:cNvGrpSpPr/>
          <p:nvPr/>
        </p:nvGrpSpPr>
        <p:grpSpPr>
          <a:xfrm>
            <a:off x="7170120" y="5856856"/>
            <a:ext cx="673103" cy="666047"/>
            <a:chOff x="0" y="2258"/>
            <a:chExt cx="673101" cy="666046"/>
          </a:xfrm>
        </p:grpSpPr>
        <p:sp>
          <p:nvSpPr>
            <p:cNvPr id="2096" name="Shape 175"/>
            <p:cNvSpPr/>
            <p:nvPr/>
          </p:nvSpPr>
          <p:spPr>
            <a:xfrm>
              <a:off x="0" y="2258"/>
              <a:ext cx="673102" cy="66604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7" name="Shape 176"/>
            <p:cNvSpPr txBox="1"/>
            <p:nvPr/>
          </p:nvSpPr>
          <p:spPr>
            <a:xfrm>
              <a:off x="46594" y="38100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27</a:t>
              </a:r>
            </a:p>
          </p:txBody>
        </p:sp>
      </p:grpSp>
      <p:grpSp>
        <p:nvGrpSpPr>
          <p:cNvPr id="2101" name="Group 180"/>
          <p:cNvGrpSpPr/>
          <p:nvPr/>
        </p:nvGrpSpPr>
        <p:grpSpPr>
          <a:xfrm>
            <a:off x="4291453" y="6947362"/>
            <a:ext cx="666047" cy="663791"/>
            <a:chOff x="0" y="0"/>
            <a:chExt cx="666046" cy="663790"/>
          </a:xfrm>
        </p:grpSpPr>
        <p:sp>
          <p:nvSpPr>
            <p:cNvPr id="2099" name="Shape 178"/>
            <p:cNvSpPr/>
            <p:nvPr/>
          </p:nvSpPr>
          <p:spPr>
            <a:xfrm>
              <a:off x="-1" y="0"/>
              <a:ext cx="666048" cy="66379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0" name="Shape 179"/>
            <p:cNvSpPr txBox="1"/>
            <p:nvPr/>
          </p:nvSpPr>
          <p:spPr>
            <a:xfrm>
              <a:off x="38974" y="49388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</p:grpSp>
      <p:grpSp>
        <p:nvGrpSpPr>
          <p:cNvPr id="2104" name="Group 183"/>
          <p:cNvGrpSpPr/>
          <p:nvPr/>
        </p:nvGrpSpPr>
        <p:grpSpPr>
          <a:xfrm>
            <a:off x="5740947" y="6947362"/>
            <a:ext cx="673103" cy="673103"/>
            <a:chOff x="0" y="0"/>
            <a:chExt cx="673101" cy="673101"/>
          </a:xfrm>
        </p:grpSpPr>
        <p:sp>
          <p:nvSpPr>
            <p:cNvPr id="2102" name="Shape 181"/>
            <p:cNvSpPr/>
            <p:nvPr/>
          </p:nvSpPr>
          <p:spPr>
            <a:xfrm>
              <a:off x="0" y="0"/>
              <a:ext cx="673102" cy="6731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3" name="Shape 182"/>
            <p:cNvSpPr txBox="1"/>
            <p:nvPr/>
          </p:nvSpPr>
          <p:spPr>
            <a:xfrm>
              <a:off x="28532" y="56162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76</a:t>
              </a:r>
            </a:p>
          </p:txBody>
        </p:sp>
      </p:grpSp>
      <p:grpSp>
        <p:nvGrpSpPr>
          <p:cNvPr id="2107" name="Group 186"/>
          <p:cNvGrpSpPr/>
          <p:nvPr/>
        </p:nvGrpSpPr>
        <p:grpSpPr>
          <a:xfrm>
            <a:off x="6727596" y="6924220"/>
            <a:ext cx="666047" cy="663791"/>
            <a:chOff x="0" y="0"/>
            <a:chExt cx="666046" cy="663790"/>
          </a:xfrm>
        </p:grpSpPr>
        <p:sp>
          <p:nvSpPr>
            <p:cNvPr id="2105" name="Shape 184"/>
            <p:cNvSpPr/>
            <p:nvPr/>
          </p:nvSpPr>
          <p:spPr>
            <a:xfrm>
              <a:off x="-1" y="0"/>
              <a:ext cx="666048" cy="66379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6" name="Shape 185"/>
            <p:cNvSpPr txBox="1"/>
            <p:nvPr/>
          </p:nvSpPr>
          <p:spPr>
            <a:xfrm>
              <a:off x="38975" y="49953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65</a:t>
              </a:r>
            </a:p>
          </p:txBody>
        </p:sp>
      </p:grpSp>
      <p:grpSp>
        <p:nvGrpSpPr>
          <p:cNvPr id="2110" name="Group 189"/>
          <p:cNvGrpSpPr/>
          <p:nvPr/>
        </p:nvGrpSpPr>
        <p:grpSpPr>
          <a:xfrm>
            <a:off x="7899383" y="6893176"/>
            <a:ext cx="673103" cy="673103"/>
            <a:chOff x="0" y="0"/>
            <a:chExt cx="673101" cy="673101"/>
          </a:xfrm>
        </p:grpSpPr>
        <p:sp>
          <p:nvSpPr>
            <p:cNvPr id="2108" name="Shape 187"/>
            <p:cNvSpPr/>
            <p:nvPr/>
          </p:nvSpPr>
          <p:spPr>
            <a:xfrm>
              <a:off x="0" y="0"/>
              <a:ext cx="673102" cy="6731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9" name="Shape 188"/>
            <p:cNvSpPr txBox="1"/>
            <p:nvPr/>
          </p:nvSpPr>
          <p:spPr>
            <a:xfrm>
              <a:off x="66632" y="18062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</p:grpSp>
      <p:sp>
        <p:nvSpPr>
          <p:cNvPr id="2111" name="线条"/>
          <p:cNvSpPr/>
          <p:nvPr/>
        </p:nvSpPr>
        <p:spPr>
          <a:xfrm flipV="1">
            <a:off x="6515100" y="5439308"/>
            <a:ext cx="0" cy="3445835"/>
          </a:xfrm>
          <a:prstGeom prst="line">
            <a:avLst/>
          </a:prstGeom>
          <a:ln w="25400">
            <a:solidFill>
              <a:schemeClr val="accent1"/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12" name="上半区"/>
          <p:cNvSpPr txBox="1"/>
          <p:nvPr/>
        </p:nvSpPr>
        <p:spPr>
          <a:xfrm>
            <a:off x="4844779" y="8287506"/>
            <a:ext cx="1505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上半区</a:t>
            </a:r>
          </a:p>
        </p:txBody>
      </p:sp>
      <p:sp>
        <p:nvSpPr>
          <p:cNvPr id="2113" name="下半区"/>
          <p:cNvSpPr txBox="1"/>
          <p:nvPr/>
        </p:nvSpPr>
        <p:spPr>
          <a:xfrm>
            <a:off x="6753872" y="8287506"/>
            <a:ext cx="1505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下半区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Shape 755"/>
          <p:cNvSpPr txBox="1"/>
          <p:nvPr/>
        </p:nvSpPr>
        <p:spPr>
          <a:xfrm>
            <a:off x="646994" y="2377764"/>
            <a:ext cx="5502971" cy="7239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>
                <a:uFill>
                  <a:solidFill>
                    <a:srgbClr val="990000"/>
                  </a:solidFill>
                </a:uFill>
              </a:defRPr>
            </a:lvl1pPr>
          </a:lstStyle>
          <a:p>
            <a:pPr>
              <a:defRPr>
                <a:uFill>
                  <a:solidFill>
                    <a:srgbClr val="000000"/>
                  </a:solidFill>
                </a:uFill>
              </a:defRPr>
            </a:pPr>
            <a:r>
              <a:rPr>
                <a:uFill>
                  <a:solidFill>
                    <a:srgbClr val="990000"/>
                  </a:solidFill>
                </a:uFill>
              </a:rPr>
              <a:t>例如，2-路归并排序：</a:t>
            </a:r>
            <a:endParaRPr>
              <a:uFill>
                <a:solidFill>
                  <a:srgbClr val="990000"/>
                </a:solidFill>
              </a:uFill>
            </a:endParaRPr>
          </a:p>
        </p:txBody>
      </p:sp>
      <p:grpSp>
        <p:nvGrpSpPr>
          <p:cNvPr id="2118" name="Group 759"/>
          <p:cNvGrpSpPr/>
          <p:nvPr/>
        </p:nvGrpSpPr>
        <p:grpSpPr>
          <a:xfrm>
            <a:off x="6479050" y="3491167"/>
            <a:ext cx="5588001" cy="729257"/>
            <a:chOff x="0" y="0"/>
            <a:chExt cx="5588000" cy="729256"/>
          </a:xfrm>
        </p:grpSpPr>
        <p:sp>
          <p:nvSpPr>
            <p:cNvPr id="2116" name="Shape 757"/>
            <p:cNvSpPr/>
            <p:nvPr/>
          </p:nvSpPr>
          <p:spPr>
            <a:xfrm>
              <a:off x="0" y="35857"/>
              <a:ext cx="5588000" cy="660403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7" name="Shape 758"/>
            <p:cNvSpPr txBox="1"/>
            <p:nvPr/>
          </p:nvSpPr>
          <p:spPr>
            <a:xfrm>
              <a:off x="260136" y="0"/>
              <a:ext cx="4892552" cy="7292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algn="ctr" defTabSz="1295400">
                <a:lnSpc>
                  <a:spcPct val="100000"/>
                </a:lnSpc>
                <a:defRPr sz="3800">
                  <a:uFill>
                    <a:solidFill>
                      <a:srgbClr val="000000"/>
                    </a:solidFill>
                  </a:u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  <a:r>
                <a:t>有序序列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</a:t>
              </a:r>
              <a:endPara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2121" name="Group 763"/>
          <p:cNvGrpSpPr/>
          <p:nvPr/>
        </p:nvGrpSpPr>
        <p:grpSpPr>
          <a:xfrm>
            <a:off x="877155" y="5312649"/>
            <a:ext cx="11171770" cy="730591"/>
            <a:chOff x="0" y="0"/>
            <a:chExt cx="11171768" cy="730590"/>
          </a:xfrm>
        </p:grpSpPr>
        <p:sp>
          <p:nvSpPr>
            <p:cNvPr id="2119" name="Shape 761"/>
            <p:cNvSpPr/>
            <p:nvPr/>
          </p:nvSpPr>
          <p:spPr>
            <a:xfrm>
              <a:off x="0" y="56722"/>
              <a:ext cx="11171769" cy="673869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20" name="Shape 762"/>
            <p:cNvSpPr txBox="1"/>
            <p:nvPr/>
          </p:nvSpPr>
          <p:spPr>
            <a:xfrm>
              <a:off x="3609914" y="0"/>
              <a:ext cx="3956306" cy="692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algn="ctr" defTabSz="1295400">
                <a:lnSpc>
                  <a:spcPct val="100000"/>
                </a:lnSpc>
                <a:defRPr sz="3800">
                  <a:uFill>
                    <a:solidFill>
                      <a:srgbClr val="000000"/>
                    </a:solidFill>
                  </a:u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  <a:r>
                <a:t>有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t>序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t>序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t>列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T</a:t>
              </a:r>
              <a:endPara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2122" name="Shape 765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</a:t>
            </a:r>
          </a:p>
        </p:txBody>
      </p:sp>
      <p:sp>
        <p:nvSpPr>
          <p:cNvPr id="2123" name="Shape 753"/>
          <p:cNvSpPr txBox="1"/>
          <p:nvPr/>
        </p:nvSpPr>
        <p:spPr>
          <a:xfrm>
            <a:off x="371121" y="1552384"/>
            <a:ext cx="12118296" cy="7239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25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m路归并：将m个有序序列(</a:t>
            </a:r>
            <a:r>
              <a:rPr>
                <a:solidFill>
                  <a:schemeClr val="accent1"/>
                </a:solidFill>
              </a:rPr>
              <a:t>run</a:t>
            </a:r>
            <a:r>
              <a:t>)， 合并为一个有序序列。</a:t>
            </a:r>
          </a:p>
        </p:txBody>
      </p:sp>
      <p:sp>
        <p:nvSpPr>
          <p:cNvPr id="2124" name="Shape 757"/>
          <p:cNvSpPr/>
          <p:nvPr/>
        </p:nvSpPr>
        <p:spPr>
          <a:xfrm>
            <a:off x="881918" y="3525390"/>
            <a:ext cx="5588001" cy="660403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25" name="Shape 758"/>
          <p:cNvSpPr txBox="1"/>
          <p:nvPr/>
        </p:nvSpPr>
        <p:spPr>
          <a:xfrm>
            <a:off x="771696" y="3472277"/>
            <a:ext cx="5092703" cy="7747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t>有序序列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</a:t>
            </a:r>
          </a:p>
        </p:txBody>
      </p:sp>
      <p:graphicFrame>
        <p:nvGraphicFramePr>
          <p:cNvPr id="2128" name="表格"/>
          <p:cNvGraphicFramePr/>
          <p:nvPr/>
        </p:nvGraphicFramePr>
        <p:xfrm>
          <a:off x="1153520" y="2924531"/>
          <a:ext cx="5093547" cy="5635414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38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49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65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9" name="表格"/>
          <p:cNvGraphicFramePr/>
          <p:nvPr/>
        </p:nvGraphicFramePr>
        <p:xfrm>
          <a:off x="6931336" y="2924531"/>
          <a:ext cx="5093548" cy="5635414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76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97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30" name="表格"/>
          <p:cNvGraphicFramePr/>
          <p:nvPr/>
        </p:nvGraphicFramePr>
        <p:xfrm>
          <a:off x="2042904" y="6072192"/>
          <a:ext cx="8891477" cy="5635414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  <a:gridCol w="1270211"/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38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2131" name="线条"/>
          <p:cNvSpPr/>
          <p:nvPr/>
        </p:nvSpPr>
        <p:spPr>
          <a:xfrm flipV="1">
            <a:off x="6502400" y="7236061"/>
            <a:ext cx="1" cy="7620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2" name="k"/>
          <p:cNvSpPr txBox="1"/>
          <p:nvPr/>
        </p:nvSpPr>
        <p:spPr>
          <a:xfrm>
            <a:off x="6314750" y="7928385"/>
            <a:ext cx="394350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k</a:t>
            </a:r>
          </a:p>
        </p:txBody>
      </p:sp>
      <p:sp>
        <p:nvSpPr>
          <p:cNvPr id="2133" name="线条"/>
          <p:cNvSpPr/>
          <p:nvPr/>
        </p:nvSpPr>
        <p:spPr>
          <a:xfrm flipV="1">
            <a:off x="10116033" y="4026745"/>
            <a:ext cx="1" cy="7620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4" name="j"/>
          <p:cNvSpPr txBox="1"/>
          <p:nvPr/>
        </p:nvSpPr>
        <p:spPr>
          <a:xfrm>
            <a:off x="9953783" y="4719068"/>
            <a:ext cx="29559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j</a:t>
            </a:r>
          </a:p>
        </p:txBody>
      </p:sp>
      <p:sp>
        <p:nvSpPr>
          <p:cNvPr id="2135" name="线条"/>
          <p:cNvSpPr/>
          <p:nvPr/>
        </p:nvSpPr>
        <p:spPr>
          <a:xfrm flipV="1">
            <a:off x="3073289" y="4009466"/>
            <a:ext cx="1" cy="7620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6" name="i"/>
          <p:cNvSpPr txBox="1"/>
          <p:nvPr/>
        </p:nvSpPr>
        <p:spPr>
          <a:xfrm>
            <a:off x="2911039" y="4701789"/>
            <a:ext cx="295597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i</a:t>
            </a:r>
          </a:p>
        </p:txBody>
      </p:sp>
      <p:sp>
        <p:nvSpPr>
          <p:cNvPr id="2137" name="比较i和j所指的数据，将小的数据复制到位置k。"/>
          <p:cNvSpPr txBox="1"/>
          <p:nvPr/>
        </p:nvSpPr>
        <p:spPr>
          <a:xfrm>
            <a:off x="782630" y="1613241"/>
            <a:ext cx="9531343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比较i和j所指的数据，将小的数据复制到位置k。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归并代码</a:t>
            </a:r>
          </a:p>
        </p:txBody>
      </p:sp>
      <p:sp>
        <p:nvSpPr>
          <p:cNvPr id="2140" name="private static &lt;T&gt; void twoWayMerge(T[] a, T[] b, int lo, int m, int hi, int t) {…"/>
          <p:cNvSpPr txBox="1"/>
          <p:nvPr/>
        </p:nvSpPr>
        <p:spPr>
          <a:xfrm>
            <a:off x="-58861" y="1545456"/>
            <a:ext cx="12917911" cy="45380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twoWayMerge(T[]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m</a:t>
            </a:r>
            <a:r>
              <a:t> + 1;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&amp;&amp;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lo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q</a:t>
            </a:r>
            <a:r>
              <a:t>]) &lt; 0)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[</a:t>
            </a:r>
            <a:r>
              <a:rPr>
                <a:solidFill>
                  <a:srgbClr val="7E504F"/>
                </a:solidFill>
              </a:rPr>
              <a:t>t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lo</a:t>
            </a:r>
            <a:r>
              <a:t>++];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else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[</a:t>
            </a:r>
            <a:r>
              <a:rPr>
                <a:solidFill>
                  <a:srgbClr val="7E504F"/>
                </a:solidFill>
              </a:rPr>
              <a:t>t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q</a:t>
            </a:r>
            <a:r>
              <a:t>++];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m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+ 1);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q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q</a:t>
            </a:r>
            <a:r>
              <a:t> + 1);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归并排序</a:t>
            </a:r>
          </a:p>
        </p:txBody>
      </p:sp>
      <p:sp>
        <p:nvSpPr>
          <p:cNvPr id="2143" name="将待排序的数据划分成若干个有序的序列，再进行归并。…"/>
          <p:cNvSpPr txBox="1"/>
          <p:nvPr/>
        </p:nvSpPr>
        <p:spPr>
          <a:xfrm>
            <a:off x="1026788" y="1663219"/>
            <a:ext cx="11284600" cy="43356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将待排序的数据</a:t>
            </a:r>
            <a:r>
              <a:rPr>
                <a:solidFill>
                  <a:schemeClr val="accent1"/>
                </a:solidFill>
              </a:rPr>
              <a:t>划分</a:t>
            </a:r>
            <a:r>
              <a:t>成若干个有序的序列，再进行归并。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直接插入排序是归并排序的特例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某种意义上，直接交换排序和直接选择排序也是</a:t>
            </a:r>
          </a:p>
          <a:p>
            <a:pPr lvl="1" indent="228600"/>
            <a:r>
              <a:t>     归并排序的特例</a:t>
            </a:r>
          </a:p>
          <a:p>
            <a:pPr indent="0"/>
          </a:p>
          <a:p>
            <a:pPr indent="0"/>
            <a:r>
              <a:t>如何划分？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Shape 828"/>
          <p:cNvSpPr txBox="1"/>
          <p:nvPr/>
        </p:nvSpPr>
        <p:spPr>
          <a:xfrm>
            <a:off x="3034350" y="1352927"/>
            <a:ext cx="7448803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[52] [23] [80] [36] [68] [14] [19] [41]</a:t>
            </a:r>
          </a:p>
        </p:txBody>
      </p:sp>
      <p:sp>
        <p:nvSpPr>
          <p:cNvPr id="2146" name="Shape 828"/>
          <p:cNvSpPr txBox="1"/>
          <p:nvPr/>
        </p:nvSpPr>
        <p:spPr>
          <a:xfrm>
            <a:off x="3707450" y="3262961"/>
            <a:ext cx="6283777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[23  52] [36 80] [14 68] [19 41]</a:t>
            </a:r>
          </a:p>
        </p:txBody>
      </p:sp>
      <p:sp>
        <p:nvSpPr>
          <p:cNvPr id="2147" name="初始有序长度=1"/>
          <p:cNvSpPr txBox="1"/>
          <p:nvPr/>
        </p:nvSpPr>
        <p:spPr>
          <a:xfrm>
            <a:off x="553028" y="1445493"/>
            <a:ext cx="2325196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初始有序长度=1</a:t>
            </a:r>
          </a:p>
        </p:txBody>
      </p:sp>
      <p:sp>
        <p:nvSpPr>
          <p:cNvPr id="2148" name="线条"/>
          <p:cNvSpPr/>
          <p:nvPr/>
        </p:nvSpPr>
        <p:spPr>
          <a:xfrm flipV="1">
            <a:off x="3422256" y="1975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49" name="线条"/>
          <p:cNvSpPr/>
          <p:nvPr/>
        </p:nvSpPr>
        <p:spPr>
          <a:xfrm flipV="1">
            <a:off x="4501756" y="1975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0" name="线条"/>
          <p:cNvSpPr/>
          <p:nvPr/>
        </p:nvSpPr>
        <p:spPr>
          <a:xfrm flipV="1">
            <a:off x="4552556" y="3903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1" name="线条"/>
          <p:cNvSpPr/>
          <p:nvPr/>
        </p:nvSpPr>
        <p:spPr>
          <a:xfrm flipV="1">
            <a:off x="6191040" y="3903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2" name="有序长度=2"/>
          <p:cNvSpPr txBox="1"/>
          <p:nvPr/>
        </p:nvSpPr>
        <p:spPr>
          <a:xfrm>
            <a:off x="616528" y="3362807"/>
            <a:ext cx="1715596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有序长度=2</a:t>
            </a:r>
          </a:p>
        </p:txBody>
      </p:sp>
      <p:sp>
        <p:nvSpPr>
          <p:cNvPr id="2153" name="有序长度=4"/>
          <p:cNvSpPr txBox="1"/>
          <p:nvPr/>
        </p:nvSpPr>
        <p:spPr>
          <a:xfrm>
            <a:off x="658582" y="5342680"/>
            <a:ext cx="1715596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有序长度=4</a:t>
            </a:r>
          </a:p>
        </p:txBody>
      </p:sp>
      <p:sp>
        <p:nvSpPr>
          <p:cNvPr id="2154" name="线条"/>
          <p:cNvSpPr/>
          <p:nvPr/>
        </p:nvSpPr>
        <p:spPr>
          <a:xfrm flipV="1">
            <a:off x="5381446" y="5795796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5" name="线条"/>
          <p:cNvSpPr/>
          <p:nvPr/>
        </p:nvSpPr>
        <p:spPr>
          <a:xfrm flipV="1">
            <a:off x="8214317" y="5784253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6" name="Shape 828"/>
          <p:cNvSpPr txBox="1"/>
          <p:nvPr/>
        </p:nvSpPr>
        <p:spPr>
          <a:xfrm>
            <a:off x="3938282" y="5219581"/>
            <a:ext cx="564093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[23 36 52 80]  [14 19 41 68]</a:t>
            </a:r>
          </a:p>
        </p:txBody>
      </p:sp>
      <p:sp>
        <p:nvSpPr>
          <p:cNvPr id="2157" name="Shape 828"/>
          <p:cNvSpPr txBox="1"/>
          <p:nvPr/>
        </p:nvSpPr>
        <p:spPr>
          <a:xfrm>
            <a:off x="4249904" y="7091260"/>
            <a:ext cx="519886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[14 19 23 36 41 52 68 80]</a:t>
            </a:r>
          </a:p>
        </p:txBody>
      </p:sp>
      <p:sp>
        <p:nvSpPr>
          <p:cNvPr id="2158" name="Shape 812"/>
          <p:cNvSpPr txBox="1"/>
          <p:nvPr/>
        </p:nvSpPr>
        <p:spPr>
          <a:xfrm>
            <a:off x="2254179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直接归并排序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直接归并排序代码</a:t>
            </a:r>
          </a:p>
        </p:txBody>
      </p:sp>
      <p:sp>
        <p:nvSpPr>
          <p:cNvPr id="2161" name="public static &lt;T&gt; T[] mergeSort(T[] a) {…"/>
          <p:cNvSpPr txBox="1"/>
          <p:nvPr/>
        </p:nvSpPr>
        <p:spPr>
          <a:xfrm>
            <a:off x="1140223" y="1060812"/>
            <a:ext cx="11317375" cy="879903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mergeSort(T[]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(T[])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合并的长度从1开始，逐次加倍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= 1;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&lt;&lt;= 1)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0;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= 0;</a:t>
            </a:r>
            <a:r>
              <a:t>// 待合并的第1部分的开始位置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</a:t>
            </a:r>
            <a:r>
              <a:t>// 待合并的第1部分的结束位置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需要合并的只有1部分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	System.arraycopy(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待合并的第2部分的结束位置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</a:t>
            </a:r>
            <a:r>
              <a:t>// 需要合并的第2部分比length短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twoWayMerge(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t</a:t>
            </a:r>
            <a:r>
              <a:t> +=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+ 1;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lo</a:t>
            </a:r>
            <a:r>
              <a:t> 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+ 1;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交换2个数组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T[]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 = </a:t>
            </a:r>
            <a:r>
              <a:rPr>
                <a:solidFill>
                  <a:srgbClr val="7E504F"/>
                </a:solidFill>
              </a:rPr>
              <a:t>b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8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自然归并排序</a:t>
            </a:r>
          </a:p>
        </p:txBody>
      </p:sp>
      <p:sp>
        <p:nvSpPr>
          <p:cNvPr id="2164" name="Shape 828"/>
          <p:cNvSpPr txBox="1"/>
          <p:nvPr/>
        </p:nvSpPr>
        <p:spPr>
          <a:xfrm>
            <a:off x="3108050" y="4494608"/>
            <a:ext cx="6023525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[52]  [23 80]  [36 68]  [14 19 41]</a:t>
            </a:r>
          </a:p>
        </p:txBody>
      </p:sp>
      <p:sp>
        <p:nvSpPr>
          <p:cNvPr id="2165" name="利用数据中已经存在的次序，可以减少初始的run数；数据随机…"/>
          <p:cNvSpPr txBox="1"/>
          <p:nvPr/>
        </p:nvSpPr>
        <p:spPr>
          <a:xfrm>
            <a:off x="309839" y="1544378"/>
            <a:ext cx="12321622" cy="148954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利用数据中已经存在的次序，可以减少初始的run数；数据随机</a:t>
            </a:r>
          </a:p>
          <a:p>
            <a:r>
              <a:t>分布时，初始的run数为n/2。</a:t>
            </a:r>
          </a:p>
        </p:txBody>
      </p:sp>
      <p:sp>
        <p:nvSpPr>
          <p:cNvPr id="2166" name="Shape 828"/>
          <p:cNvSpPr txBox="1"/>
          <p:nvPr/>
        </p:nvSpPr>
        <p:spPr>
          <a:xfrm>
            <a:off x="3873515" y="3521093"/>
            <a:ext cx="4617100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52 23 80 36 68 14 19 41 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自然归并排序</a:t>
            </a:r>
          </a:p>
        </p:txBody>
      </p:sp>
      <p:sp>
        <p:nvSpPr>
          <p:cNvPr id="2169" name="如果数据正序，自然归并排序初始时就只有1个run。"/>
          <p:cNvSpPr txBox="1"/>
          <p:nvPr/>
        </p:nvSpPr>
        <p:spPr>
          <a:xfrm>
            <a:off x="195539" y="1481441"/>
            <a:ext cx="10614494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351155" indent="-351155">
              <a:buSzPct val="60000"/>
              <a:buBlip>
                <a:blip r:embed="rId1"/>
              </a:buBlip>
            </a:lvl1pPr>
          </a:lstStyle>
          <a:p>
            <a:r>
              <a:t>如果数据正序，自然归并排序初始时就只有1个run。</a:t>
            </a:r>
          </a:p>
        </p:txBody>
      </p:sp>
      <p:sp>
        <p:nvSpPr>
          <p:cNvPr id="2170" name="Shape 828"/>
          <p:cNvSpPr txBox="1"/>
          <p:nvPr/>
        </p:nvSpPr>
        <p:spPr>
          <a:xfrm>
            <a:off x="3683037" y="2457586"/>
            <a:ext cx="4802019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[14 19 23 36 41 52 68 80]</a:t>
            </a:r>
          </a:p>
        </p:txBody>
      </p:sp>
      <p:sp>
        <p:nvSpPr>
          <p:cNvPr id="2171" name="如果数据逆序，采用前后交替产生run的方法，自然归并排序…"/>
          <p:cNvSpPr txBox="1"/>
          <p:nvPr/>
        </p:nvSpPr>
        <p:spPr>
          <a:xfrm>
            <a:off x="195539" y="3832018"/>
            <a:ext cx="12170244" cy="148954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t>如果数据逆序，采用</a:t>
            </a:r>
            <a:r>
              <a:rPr>
                <a:solidFill>
                  <a:schemeClr val="accent1">
                    <a:satOff val="-36922"/>
                    <a:lumOff val="15441"/>
                  </a:schemeClr>
                </a:solidFill>
              </a:rPr>
              <a:t>前后交替</a:t>
            </a:r>
            <a:r>
              <a:t>产生run的方法，自然归并排序</a:t>
            </a:r>
          </a:p>
          <a:p>
            <a:r>
              <a:t>初始时就只有2个run。</a:t>
            </a:r>
          </a:p>
        </p:txBody>
      </p:sp>
      <p:sp>
        <p:nvSpPr>
          <p:cNvPr id="2172" name="Shape 828"/>
          <p:cNvSpPr txBox="1"/>
          <p:nvPr/>
        </p:nvSpPr>
        <p:spPr>
          <a:xfrm>
            <a:off x="3582184" y="5394076"/>
            <a:ext cx="520918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[80]  [68 52 41 36 23 19 14]</a:t>
            </a:r>
          </a:p>
        </p:txBody>
      </p:sp>
      <p:sp>
        <p:nvSpPr>
          <p:cNvPr id="2173" name="自然归并排序需要付出检测run的开销"/>
          <p:cNvSpPr txBox="1"/>
          <p:nvPr/>
        </p:nvSpPr>
        <p:spPr>
          <a:xfrm>
            <a:off x="276895" y="6738873"/>
            <a:ext cx="7725245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351155" indent="-351155">
              <a:buSzPct val="60000"/>
              <a:buBlip>
                <a:blip r:embed="rId1"/>
              </a:buBlip>
              <a:defRPr>
                <a:solidFill>
                  <a:schemeClr val="accent1"/>
                </a:solidFill>
              </a:defRPr>
            </a:lvl1pPr>
          </a:lstStyle>
          <a:p>
            <a:r>
              <a:t>自然归并排序需要付出检测run的开销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自然归并排序</a:t>
            </a:r>
          </a:p>
        </p:txBody>
      </p:sp>
      <p:sp>
        <p:nvSpPr>
          <p:cNvPr id="2176" name="Shape 828"/>
          <p:cNvSpPr txBox="1"/>
          <p:nvPr/>
        </p:nvSpPr>
        <p:spPr>
          <a:xfrm>
            <a:off x="2793422" y="3259652"/>
            <a:ext cx="4997108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[52] [23 80]  [36 68] [14 19 41]</a:t>
            </a:r>
          </a:p>
        </p:txBody>
      </p:sp>
      <p:sp>
        <p:nvSpPr>
          <p:cNvPr id="2177" name="前后交替产生run，交替存放归并结果"/>
          <p:cNvSpPr txBox="1"/>
          <p:nvPr/>
        </p:nvSpPr>
        <p:spPr>
          <a:xfrm>
            <a:off x="186560" y="1417919"/>
            <a:ext cx="743212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前后交替产生run，交替存放归并结果</a:t>
            </a:r>
          </a:p>
        </p:txBody>
      </p:sp>
      <p:sp>
        <p:nvSpPr>
          <p:cNvPr id="2178" name="Shape 828"/>
          <p:cNvSpPr txBox="1"/>
          <p:nvPr/>
        </p:nvSpPr>
        <p:spPr>
          <a:xfrm>
            <a:off x="3174050" y="2324734"/>
            <a:ext cx="3982100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52  23 80 36 68 14 19 41</a:t>
            </a:r>
          </a:p>
        </p:txBody>
      </p:sp>
      <p:sp>
        <p:nvSpPr>
          <p:cNvPr id="2179" name="Shape 828"/>
          <p:cNvSpPr txBox="1"/>
          <p:nvPr/>
        </p:nvSpPr>
        <p:spPr>
          <a:xfrm>
            <a:off x="3110922" y="4150683"/>
            <a:ext cx="4394354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[14 19 41 52] [23 36 68 80]</a:t>
            </a:r>
          </a:p>
        </p:txBody>
      </p:sp>
      <p:sp>
        <p:nvSpPr>
          <p:cNvPr id="2180" name="Shape 828"/>
          <p:cNvSpPr txBox="1"/>
          <p:nvPr/>
        </p:nvSpPr>
        <p:spPr>
          <a:xfrm>
            <a:off x="3276022" y="5077436"/>
            <a:ext cx="4140602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[14 19 23 36 41 52 68 80]</a:t>
            </a: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递归的归并排序</a:t>
            </a:r>
          </a:p>
        </p:txBody>
      </p:sp>
      <p:sp>
        <p:nvSpPr>
          <p:cNvPr id="2183" name="Shape 828"/>
          <p:cNvSpPr txBox="1"/>
          <p:nvPr/>
        </p:nvSpPr>
        <p:spPr>
          <a:xfrm>
            <a:off x="2596444" y="1395306"/>
            <a:ext cx="4756800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52,  23,  80, 36,  68,  14</a:t>
            </a:r>
          </a:p>
        </p:txBody>
      </p:sp>
      <p:sp>
        <p:nvSpPr>
          <p:cNvPr id="2184" name="Shape 829"/>
          <p:cNvSpPr txBox="1"/>
          <p:nvPr/>
        </p:nvSpPr>
        <p:spPr>
          <a:xfrm>
            <a:off x="2494843" y="2111021"/>
            <a:ext cx="564093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[ 52,  23,  80]   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[36,  68,  14]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85" name="Shape 830"/>
          <p:cNvSpPr txBox="1"/>
          <p:nvPr/>
        </p:nvSpPr>
        <p:spPr>
          <a:xfrm>
            <a:off x="2508391" y="2828994"/>
            <a:ext cx="2745338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[ 52,  23]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[80]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86" name="Shape 831"/>
          <p:cNvSpPr txBox="1"/>
          <p:nvPr/>
        </p:nvSpPr>
        <p:spPr>
          <a:xfrm>
            <a:off x="2508391" y="3544711"/>
            <a:ext cx="1638302" cy="6399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[ 52]</a:t>
            </a:r>
          </a:p>
        </p:txBody>
      </p:sp>
      <p:sp>
        <p:nvSpPr>
          <p:cNvPr id="2187" name="Shape 832"/>
          <p:cNvSpPr txBox="1"/>
          <p:nvPr/>
        </p:nvSpPr>
        <p:spPr>
          <a:xfrm>
            <a:off x="2508391" y="4965700"/>
            <a:ext cx="1941319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[ 23,  52]</a:t>
            </a:r>
          </a:p>
        </p:txBody>
      </p:sp>
      <p:sp>
        <p:nvSpPr>
          <p:cNvPr id="2188" name="Shape 833"/>
          <p:cNvSpPr txBox="1"/>
          <p:nvPr/>
        </p:nvSpPr>
        <p:spPr>
          <a:xfrm>
            <a:off x="2508391" y="6108700"/>
            <a:ext cx="2785869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solidFill>
                  <a:srgbClr val="9900CC"/>
                </a:solidFill>
                <a:uFill>
                  <a:solidFill>
                    <a:srgbClr val="9900CC"/>
                  </a:solidFill>
                </a:uFill>
              </a:defRPr>
            </a:pPr>
            <a:r>
              <a:t>[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t>23,  52,  80]</a:t>
            </a:r>
          </a:p>
        </p:txBody>
      </p:sp>
      <p:sp>
        <p:nvSpPr>
          <p:cNvPr id="2189" name="Shape 834"/>
          <p:cNvSpPr txBox="1"/>
          <p:nvPr/>
        </p:nvSpPr>
        <p:spPr>
          <a:xfrm>
            <a:off x="6626576" y="2828994"/>
            <a:ext cx="262468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[36,  68]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[14]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90" name="Shape 835"/>
          <p:cNvSpPr txBox="1"/>
          <p:nvPr/>
        </p:nvSpPr>
        <p:spPr>
          <a:xfrm>
            <a:off x="6626576" y="3650825"/>
            <a:ext cx="178013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[36]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[68]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91" name="Shape 836"/>
          <p:cNvSpPr txBox="1"/>
          <p:nvPr/>
        </p:nvSpPr>
        <p:spPr>
          <a:xfrm>
            <a:off x="6604000" y="4888088"/>
            <a:ext cx="1820669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[36,  68]</a:t>
            </a:r>
          </a:p>
        </p:txBody>
      </p:sp>
      <p:sp>
        <p:nvSpPr>
          <p:cNvPr id="2192" name="Shape 837"/>
          <p:cNvSpPr txBox="1"/>
          <p:nvPr/>
        </p:nvSpPr>
        <p:spPr>
          <a:xfrm>
            <a:off x="6604000" y="6127608"/>
            <a:ext cx="266521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9900CC"/>
                </a:solidFill>
                <a:uFill>
                  <a:solidFill>
                    <a:srgbClr val="9900CC"/>
                  </a:solidFill>
                </a:uFill>
              </a:defRPr>
            </a:lvl1pPr>
          </a:lstStyle>
          <a:p>
            <a:r>
              <a:t>[14,  36,  68]</a:t>
            </a:r>
          </a:p>
        </p:txBody>
      </p:sp>
      <p:sp>
        <p:nvSpPr>
          <p:cNvPr id="2193" name="Shape 838"/>
          <p:cNvSpPr txBox="1"/>
          <p:nvPr/>
        </p:nvSpPr>
        <p:spPr>
          <a:xfrm>
            <a:off x="3278292" y="7231661"/>
            <a:ext cx="544016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</a:defRPr>
            </a:lvl1pPr>
          </a:lstStyle>
          <a:p>
            <a:r>
              <a:t>[ 14,  23,  36,  52,  68,  80 ]</a:t>
            </a:r>
          </a:p>
        </p:txBody>
      </p:sp>
      <p:sp>
        <p:nvSpPr>
          <p:cNvPr id="2194" name="Shape 839"/>
          <p:cNvSpPr txBox="1"/>
          <p:nvPr/>
        </p:nvSpPr>
        <p:spPr>
          <a:xfrm>
            <a:off x="3607929" y="3562772"/>
            <a:ext cx="97611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r>
              <a:t>[23]</a:t>
            </a:r>
          </a:p>
        </p:txBody>
      </p:sp>
      <p:sp>
        <p:nvSpPr>
          <p:cNvPr id="2195" name="Shape 840"/>
          <p:cNvSpPr/>
          <p:nvPr/>
        </p:nvSpPr>
        <p:spPr>
          <a:xfrm>
            <a:off x="3278468" y="4445739"/>
            <a:ext cx="420338" cy="420338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6" name="Shape 841"/>
          <p:cNvSpPr/>
          <p:nvPr/>
        </p:nvSpPr>
        <p:spPr>
          <a:xfrm flipH="1">
            <a:off x="4025616" y="4301066"/>
            <a:ext cx="401887" cy="566705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7" name="Shape 842"/>
          <p:cNvSpPr/>
          <p:nvPr/>
        </p:nvSpPr>
        <p:spPr>
          <a:xfrm>
            <a:off x="3914985" y="5633154"/>
            <a:ext cx="205460" cy="512518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8" name="Shape 843"/>
          <p:cNvSpPr/>
          <p:nvPr/>
        </p:nvSpPr>
        <p:spPr>
          <a:xfrm>
            <a:off x="5041616" y="3510843"/>
            <a:ext cx="2261" cy="2594189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9" name="Shape 844"/>
          <p:cNvSpPr/>
          <p:nvPr/>
        </p:nvSpPr>
        <p:spPr>
          <a:xfrm>
            <a:off x="7276817" y="4377830"/>
            <a:ext cx="431802" cy="4318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0" name="Shape 845"/>
          <p:cNvSpPr/>
          <p:nvPr/>
        </p:nvSpPr>
        <p:spPr>
          <a:xfrm flipH="1">
            <a:off x="7751189" y="4348479"/>
            <a:ext cx="363265" cy="50038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1" name="Shape 846"/>
          <p:cNvSpPr/>
          <p:nvPr/>
        </p:nvSpPr>
        <p:spPr>
          <a:xfrm>
            <a:off x="7927058" y="5569937"/>
            <a:ext cx="431802" cy="4318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2" name="Shape 847"/>
          <p:cNvSpPr/>
          <p:nvPr/>
        </p:nvSpPr>
        <p:spPr>
          <a:xfrm>
            <a:off x="8934026" y="3546968"/>
            <a:ext cx="2259" cy="2451103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3" name="Shape 848"/>
          <p:cNvSpPr/>
          <p:nvPr/>
        </p:nvSpPr>
        <p:spPr>
          <a:xfrm>
            <a:off x="4567484" y="6678507"/>
            <a:ext cx="977901" cy="6477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4" name="Shape 849"/>
          <p:cNvSpPr/>
          <p:nvPr/>
        </p:nvSpPr>
        <p:spPr>
          <a:xfrm flipH="1">
            <a:off x="7276816" y="6680200"/>
            <a:ext cx="1079502" cy="647700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dur="indefinite" fill="hold"/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indefinite" fill="hold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dur="indefinite" fill="hold"/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7" grpId="9" animBg="1" advAuto="0"/>
      <p:bldP spid="2190" grpId="13" animBg="1" advAuto="0"/>
      <p:bldP spid="2186" grpId="4" animBg="1" advAuto="0"/>
      <p:bldP spid="2192" grpId="19" animBg="1" advAuto="0"/>
      <p:bldP spid="2196" grpId="7" animBg="1" advAuto="0"/>
      <p:bldP spid="2184" grpId="2" animBg="1" advAuto="0"/>
      <p:bldP spid="2189" grpId="12" animBg="1" advAuto="0"/>
      <p:bldP spid="2188" grpId="11" animBg="1" advAuto="0"/>
      <p:bldP spid="2200" grpId="15" animBg="1" advAuto="0"/>
      <p:bldP spid="2202" grpId="18" animBg="1" advAuto="0"/>
      <p:bldP spid="2191" grpId="16" animBg="1" advAuto="0"/>
      <p:bldP spid="2183" grpId="1" animBg="1" advAuto="0"/>
      <p:bldP spid="2185" grpId="3" animBg="1" advAuto="0"/>
      <p:bldP spid="2198" grpId="10" animBg="1" advAuto="0"/>
      <p:bldP spid="2187" grpId="8" animBg="1" advAuto="0"/>
      <p:bldP spid="2199" grpId="14" animBg="1" advAuto="0"/>
      <p:bldP spid="2201" grpId="17" animBg="1" advAuto="0"/>
      <p:bldP spid="2193" grpId="22" animBg="1" advAuto="0"/>
      <p:bldP spid="2204" grpId="21" animBg="1" advAuto="0"/>
      <p:bldP spid="2194" grpId="5" animBg="1" advAuto="0"/>
      <p:bldP spid="2195" grpId="6" animBg="1" advAuto="0"/>
      <p:bldP spid="2203" grpId="20" animBg="1" advAuto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递归的归并排序代码</a:t>
            </a:r>
          </a:p>
        </p:txBody>
      </p:sp>
      <p:sp>
        <p:nvSpPr>
          <p:cNvPr id="2207" name="public static &lt;T&gt; T[] rMergeSort(T[] a) {…"/>
          <p:cNvSpPr txBox="1"/>
          <p:nvPr/>
        </p:nvSpPr>
        <p:spPr>
          <a:xfrm>
            <a:off x="296802" y="1619260"/>
            <a:ext cx="12460561" cy="55667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rMergeSort(T[]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(T[])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rMergeSort(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rMergeSort(T[]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 &gt;&gt;&gt; 1;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rMergeSort(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rMergeSort(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+ 1,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twoWayMerge(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+ 1);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208" name="效率比较低"/>
          <p:cNvSpPr txBox="1"/>
          <p:nvPr/>
        </p:nvSpPr>
        <p:spPr>
          <a:xfrm>
            <a:off x="352100" y="7478412"/>
            <a:ext cx="2077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效率比较低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851"/>
          <p:cNvSpPr txBox="1"/>
          <p:nvPr/>
        </p:nvSpPr>
        <p:spPr>
          <a:xfrm>
            <a:off x="1275644" y="190500"/>
            <a:ext cx="106553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归并排序算法性能分析</a:t>
            </a:r>
          </a:p>
        </p:txBody>
      </p:sp>
      <p:sp>
        <p:nvSpPr>
          <p:cNvPr id="2211" name="Shape 852"/>
          <p:cNvSpPr txBox="1"/>
          <p:nvPr/>
        </p:nvSpPr>
        <p:spPr>
          <a:xfrm>
            <a:off x="1043657" y="1649305"/>
            <a:ext cx="11341103" cy="33228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L="300990" marR="57785" indent="-300990" defTabSz="1295400">
              <a:buSzPct val="60000"/>
              <a:buBlip>
                <a:blip r:embed="rId1"/>
              </a:buBlip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对 </a:t>
            </a:r>
            <a:r>
              <a:rPr b="1" i="1"/>
              <a:t>n</a:t>
            </a:r>
            <a:r>
              <a:rPr i="1"/>
              <a:t> </a:t>
            </a:r>
            <a:r>
              <a:t>个数据进行2-路归并排序的时间复杂度为Ο(</a:t>
            </a:r>
            <a:r>
              <a:rPr b="1" i="1"/>
              <a:t>n</a:t>
            </a:r>
            <a:r>
              <a:t>log</a:t>
            </a:r>
            <a:r>
              <a:rPr b="1" i="1"/>
              <a:t>n</a:t>
            </a:r>
            <a:r>
              <a:t>)。</a:t>
            </a:r>
          </a:p>
          <a:p>
            <a:pPr marL="681990" marR="57785" lvl="1" indent="-300990" defTabSz="1295400">
              <a:buSzPct val="100000"/>
              <a:buChar char="•"/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每一趟归并的时间复杂度为 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O(</a:t>
            </a:r>
            <a:r>
              <a:rPr i="1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n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)</a:t>
            </a:r>
            <a:r>
              <a:t>，</a:t>
            </a:r>
          </a:p>
          <a:p>
            <a:pPr marL="681990" marR="57785" lvl="1" indent="-300990" defTabSz="1295400">
              <a:buSzPct val="100000"/>
              <a:buChar char="•"/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总共需进行 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⎡log</a:t>
            </a:r>
            <a:r>
              <a:rPr baseline="-26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2</a:t>
            </a:r>
            <a:r>
              <a:rPr i="1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n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⎤</a:t>
            </a: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t>趟。</a:t>
            </a:r>
          </a:p>
          <a:p>
            <a:pPr marL="300990" marR="57785" indent="-300990" defTabSz="1295400">
              <a:lnSpc>
                <a:spcPct val="125000"/>
              </a:lnSpc>
              <a:buSzPct val="60000"/>
              <a:buBlip>
                <a:blip r:embed="rId1"/>
              </a:buBlip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需要的辅助存储空间为O(n)</a:t>
            </a:r>
          </a:p>
          <a:p>
            <a:pPr marL="300990" marR="57785" indent="-300990" defTabSz="1295400">
              <a:lnSpc>
                <a:spcPct val="125000"/>
              </a:lnSpc>
              <a:buSzPct val="60000"/>
              <a:buBlip>
                <a:blip r:embed="rId1"/>
              </a:buBlip>
              <a:defRPr sz="30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稳定的排序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sorting by distrib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sorting by distribution</a:t>
            </a:r>
          </a:p>
        </p:txBody>
      </p:sp>
      <p:sp>
        <p:nvSpPr>
          <p:cNvPr id="2214" name="♣︎ &lt; ♦︎ &lt; ♥︎ &lt; ♠︎"/>
          <p:cNvSpPr txBox="1"/>
          <p:nvPr/>
        </p:nvSpPr>
        <p:spPr>
          <a:xfrm>
            <a:off x="4304559" y="5012082"/>
            <a:ext cx="3300467" cy="609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§︎ &lt; ¨︎ &lt; ©︎ &lt; ª︎</a:t>
            </a:r>
            <a:endParaRPr>
              <a:latin typeface="Symbol" panose="05050102010706020507"/>
              <a:ea typeface="Symbol" panose="05050102010706020507"/>
              <a:cs typeface="Symbol" panose="05050102010706020507"/>
              <a:sym typeface="Symbol" panose="05050102010706020507"/>
            </a:endParaRPr>
          </a:p>
        </p:txBody>
      </p:sp>
      <p:sp>
        <p:nvSpPr>
          <p:cNvPr id="2215" name="扑克牌排序规则："/>
          <p:cNvSpPr txBox="1"/>
          <p:nvPr/>
        </p:nvSpPr>
        <p:spPr>
          <a:xfrm>
            <a:off x="492025" y="3278882"/>
            <a:ext cx="3728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扑克牌排序规则：</a:t>
            </a:r>
          </a:p>
        </p:txBody>
      </p:sp>
      <p:sp>
        <p:nvSpPr>
          <p:cNvPr id="2216" name="2 &lt; 3 &lt; 4 &lt; 5 &lt; 6 &lt; 7 &lt; 8 &lt; 9 &lt; 10 &lt; J &lt; Q &lt; K&lt;A"/>
          <p:cNvSpPr txBox="1"/>
          <p:nvPr/>
        </p:nvSpPr>
        <p:spPr>
          <a:xfrm>
            <a:off x="2052488" y="4147626"/>
            <a:ext cx="8983532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2 &lt; 3 &lt; 4 &lt; 5 &lt; 6 &lt; 7 &lt; 8 &lt; 9 &lt; 10 &lt; J &lt; Q &lt; K&lt;A</a:t>
            </a:r>
          </a:p>
        </p:txBody>
      </p:sp>
      <p:sp>
        <p:nvSpPr>
          <p:cNvPr id="2217" name="扑克牌排序结果："/>
          <p:cNvSpPr txBox="1"/>
          <p:nvPr/>
        </p:nvSpPr>
        <p:spPr>
          <a:xfrm>
            <a:off x="492025" y="5721744"/>
            <a:ext cx="3728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扑克牌排序结果：</a:t>
            </a:r>
          </a:p>
        </p:txBody>
      </p:sp>
      <p:sp>
        <p:nvSpPr>
          <p:cNvPr id="2218" name="2♣︎ &lt; ... &lt; A♣︎ &lt; 2♦︎ &lt; ... A♦︎ &lt; 2♥︎ &lt;… A♥︎ &lt; 2♠︎ &lt;…&lt; A♠︎"/>
          <p:cNvSpPr txBox="1"/>
          <p:nvPr/>
        </p:nvSpPr>
        <p:spPr>
          <a:xfrm>
            <a:off x="2385791" y="6724226"/>
            <a:ext cx="10626749" cy="6613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2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§︎</a:t>
            </a:r>
            <a:r>
              <a:t> &lt; ...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&lt; </a:t>
            </a:r>
            <a:r>
              <a:t>A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§︎ &lt; 2¨︎ &lt; ... A¨︎ &lt; 2©︎ &lt;¼ A©︎ &lt;</a:t>
            </a:r>
            <a:r>
              <a:t> 2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ª︎ &lt;¼&lt; Aª︎</a:t>
            </a:r>
            <a:endParaRPr>
              <a:latin typeface="Symbol" panose="05050102010706020507"/>
              <a:ea typeface="Symbol" panose="05050102010706020507"/>
              <a:cs typeface="Symbol" panose="05050102010706020507"/>
              <a:sym typeface="Symbol" panose="05050102010706020507"/>
            </a:endParaRPr>
          </a:p>
        </p:txBody>
      </p:sp>
      <p:sp>
        <p:nvSpPr>
          <p:cNvPr id="2219" name="如何排序？"/>
          <p:cNvSpPr txBox="1"/>
          <p:nvPr/>
        </p:nvSpPr>
        <p:spPr>
          <a:xfrm>
            <a:off x="492025" y="7605452"/>
            <a:ext cx="2394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如何排序？</a:t>
            </a:r>
          </a:p>
        </p:txBody>
      </p:sp>
      <p:sp>
        <p:nvSpPr>
          <p:cNvPr id="2220" name="如果已知待排序数据的某些分布特征，可以采用与前面不同的…"/>
          <p:cNvSpPr txBox="1"/>
          <p:nvPr/>
        </p:nvSpPr>
        <p:spPr>
          <a:xfrm>
            <a:off x="352100" y="1443155"/>
            <a:ext cx="12173600" cy="14706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如果已知待排序数据的某些分布特征，可以采用与前面不同的</a:t>
            </a:r>
          </a:p>
          <a:p>
            <a:r>
              <a:t>排序方法</a:t>
            </a: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计数制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计数制</a:t>
            </a:r>
          </a:p>
        </p:txBody>
      </p:sp>
      <p:sp>
        <p:nvSpPr>
          <p:cNvPr id="2223" name="十六进制…"/>
          <p:cNvSpPr txBox="1"/>
          <p:nvPr/>
        </p:nvSpPr>
        <p:spPr>
          <a:xfrm>
            <a:off x="35131" y="1718277"/>
            <a:ext cx="12565537" cy="282452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3300"/>
            </a:pPr>
            <a:r>
              <a:t>十六进制</a:t>
            </a:r>
          </a:p>
          <a:p>
            <a:pPr marL="732155" lvl="1" indent="-351155">
              <a:buSzPct val="60000"/>
              <a:buBlip>
                <a:blip r:embed="rId1"/>
              </a:buBlip>
              <a:defRPr sz="3300"/>
            </a:pPr>
            <a:r>
              <a:t>数符：0、1、2、3、4、5、6、7、8、9、A、B、C、D、E、F</a:t>
            </a:r>
          </a:p>
          <a:p>
            <a:pPr marL="732155" lvl="1" indent="-351155">
              <a:buSzPct val="60000"/>
              <a:buBlip>
                <a:blip r:embed="rId1"/>
              </a:buBlip>
              <a:defRPr sz="3300"/>
            </a:pPr>
            <a:r>
              <a:t>基数：16</a:t>
            </a:r>
          </a:p>
          <a:p>
            <a:pPr marL="732155" lvl="1" indent="-351155">
              <a:buSzPct val="60000"/>
              <a:buBlip>
                <a:blip r:embed="rId1"/>
              </a:buBlip>
              <a:defRPr sz="3300"/>
            </a:pPr>
            <a:r>
              <a:t>位权：从右往左，第0位，第1位，...，第n位，第i位的权重为16</a:t>
            </a:r>
            <a:r>
              <a:rPr baseline="32000"/>
              <a:t>i</a:t>
            </a:r>
            <a:r>
              <a:t> </a:t>
            </a:r>
          </a:p>
        </p:txBody>
      </p:sp>
      <p:sp>
        <p:nvSpPr>
          <p:cNvPr id="2224" name="A121    ⇔    10×163 + 1×162 + 2×161 + 1×160 = 323169"/>
          <p:cNvSpPr txBox="1"/>
          <p:nvPr/>
        </p:nvSpPr>
        <p:spPr>
          <a:xfrm>
            <a:off x="1522988" y="5127676"/>
            <a:ext cx="9589822" cy="58828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3300"/>
            </a:pPr>
            <a:r>
              <a:t>A121    ⇔    10×16</a:t>
            </a:r>
            <a:r>
              <a:rPr baseline="32000"/>
              <a:t>3</a:t>
            </a:r>
            <a:r>
              <a:t> + 1×16</a:t>
            </a:r>
            <a:r>
              <a:rPr baseline="32000"/>
              <a:t>2</a:t>
            </a:r>
            <a:r>
              <a:t> + 2×16</a:t>
            </a:r>
            <a:r>
              <a:rPr baseline="32000"/>
              <a:t>1</a:t>
            </a:r>
            <a:r>
              <a:t> + 1×16</a:t>
            </a:r>
            <a:r>
              <a:rPr baseline="32000"/>
              <a:t>0</a:t>
            </a:r>
            <a:r>
              <a:t> = 323169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计数制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计数制</a:t>
            </a:r>
          </a:p>
        </p:txBody>
      </p:sp>
      <p:sp>
        <p:nvSpPr>
          <p:cNvPr id="2227" name="abcd = ?"/>
          <p:cNvSpPr txBox="1"/>
          <p:nvPr/>
        </p:nvSpPr>
        <p:spPr>
          <a:xfrm>
            <a:off x="167678" y="1615851"/>
            <a:ext cx="1465789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abcd = ?</a:t>
            </a:r>
          </a:p>
        </p:txBody>
      </p:sp>
      <p:sp>
        <p:nvSpPr>
          <p:cNvPr id="2228" name="如果建立以下的数制：…"/>
          <p:cNvSpPr txBox="1"/>
          <p:nvPr/>
        </p:nvSpPr>
        <p:spPr>
          <a:xfrm>
            <a:off x="7857820" y="1225971"/>
            <a:ext cx="4533901" cy="324387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如果建立以下的数制：</a:t>
            </a:r>
          </a:p>
          <a:p>
            <a:pPr marL="732155" lvl="1" indent="-351155">
              <a:buSzPct val="60000"/>
              <a:buBlip>
                <a:blip r:embed="rId1"/>
              </a:buBlip>
              <a:defRPr sz="3000"/>
            </a:pPr>
            <a:r>
              <a:t>基数：26</a:t>
            </a:r>
          </a:p>
          <a:p>
            <a:pPr marL="732155" lvl="1" indent="-351155">
              <a:buSzPct val="60000"/>
              <a:buBlip>
                <a:blip r:embed="rId1"/>
              </a:buBlip>
              <a:defRPr sz="3000"/>
            </a:pPr>
            <a:r>
              <a:t>位权:   26</a:t>
            </a:r>
            <a:r>
              <a:rPr baseline="32000"/>
              <a:t>i</a:t>
            </a:r>
            <a:r>
              <a:t> </a:t>
            </a:r>
          </a:p>
          <a:p>
            <a:pPr marL="732155" lvl="1" indent="-351155">
              <a:buSzPct val="60000"/>
              <a:buBlip>
                <a:blip r:embed="rId1"/>
              </a:buBlip>
              <a:defRPr sz="3000"/>
            </a:pPr>
            <a:r>
              <a:t>数符: a、b、c、...、z</a:t>
            </a:r>
          </a:p>
          <a:p>
            <a:pPr lvl="1" indent="228600">
              <a:defRPr sz="3000"/>
            </a:pPr>
            <a:r>
              <a:t>               0、1、2、...、25</a:t>
            </a:r>
          </a:p>
        </p:txBody>
      </p:sp>
      <p:sp>
        <p:nvSpPr>
          <p:cNvPr id="2229" name="abcd = 0×263 + 1×262 + 2×261 + 3×260 = 731"/>
          <p:cNvSpPr txBox="1"/>
          <p:nvPr/>
        </p:nvSpPr>
        <p:spPr>
          <a:xfrm>
            <a:off x="72701" y="2497534"/>
            <a:ext cx="7143147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abcd = 0×26</a:t>
            </a:r>
            <a:r>
              <a:rPr baseline="32000"/>
              <a:t>3</a:t>
            </a:r>
            <a:r>
              <a:t> + 1×26</a:t>
            </a:r>
            <a:r>
              <a:rPr baseline="32000"/>
              <a:t>2</a:t>
            </a:r>
            <a:r>
              <a:t> + 2×26</a:t>
            </a:r>
            <a:r>
              <a:rPr baseline="32000"/>
              <a:t>1</a:t>
            </a:r>
            <a:r>
              <a:t> + 3×26</a:t>
            </a:r>
            <a:r>
              <a:rPr baseline="32000"/>
              <a:t>0</a:t>
            </a:r>
            <a:r>
              <a:t> = 731</a:t>
            </a:r>
          </a:p>
        </p:txBody>
      </p:sp>
      <p:sp>
        <p:nvSpPr>
          <p:cNvPr id="2230" name="字符串即数，数即字符串。…"/>
          <p:cNvSpPr txBox="1"/>
          <p:nvPr/>
        </p:nvSpPr>
        <p:spPr>
          <a:xfrm>
            <a:off x="306475" y="4857132"/>
            <a:ext cx="12338226" cy="257142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000">
                <a:solidFill>
                  <a:schemeClr val="accent5"/>
                </a:solidFill>
              </a:defRPr>
            </a:pPr>
            <a:r>
              <a:t>字符串即数，数即字符串。</a:t>
            </a:r>
          </a:p>
          <a:p>
            <a:pPr marL="351155" indent="-351155">
              <a:buSzPct val="60000"/>
              <a:buBlip>
                <a:blip r:embed="rId1"/>
              </a:buBlip>
              <a:defRPr sz="3000">
                <a:solidFill>
                  <a:schemeClr val="accent1"/>
                </a:solidFill>
              </a:defRPr>
            </a:pPr>
            <a:r>
              <a:t>字符串比较大小，就是对应的数比较大小：</a:t>
            </a:r>
          </a:p>
          <a:p>
            <a:pPr indent="0">
              <a:defRPr sz="3000">
                <a:solidFill>
                  <a:schemeClr val="accent1"/>
                </a:solidFill>
              </a:defRPr>
            </a:pPr>
            <a:r>
              <a:t>    从低位数字(Least Significant Digit)到高位数字(Most Significant Digit)</a:t>
            </a:r>
          </a:p>
          <a:p>
            <a:pPr indent="0">
              <a:defRPr sz="3000">
                <a:solidFill>
                  <a:schemeClr val="accent1"/>
                </a:solidFill>
              </a:defRPr>
            </a:pPr>
            <a:r>
              <a:t>    逐位比较。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基数排序-radix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基数排序-radix sort</a:t>
            </a:r>
          </a:p>
        </p:txBody>
      </p:sp>
      <p:sp>
        <p:nvSpPr>
          <p:cNvPr id="2233" name="如果关键字可以视为M进制数，即关键字表示为p-元组：…"/>
          <p:cNvSpPr txBox="1"/>
          <p:nvPr/>
        </p:nvSpPr>
        <p:spPr>
          <a:xfrm>
            <a:off x="855572" y="1667033"/>
            <a:ext cx="11103305" cy="435453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如果关键字</a:t>
            </a:r>
            <a:r>
              <a:rPr>
                <a:solidFill>
                  <a:schemeClr val="accent1"/>
                </a:solidFill>
              </a:rPr>
              <a:t>可以视为</a:t>
            </a:r>
            <a:r>
              <a:t>M进制数，即关键字表示为p-元组：</a:t>
            </a:r>
          </a:p>
          <a:p>
            <a:r>
              <a:t>                    &lt;a</a:t>
            </a:r>
            <a:r>
              <a:rPr baseline="-6000"/>
              <a:t>1</a:t>
            </a:r>
            <a:r>
              <a:t>，a</a:t>
            </a:r>
            <a:r>
              <a:rPr baseline="-6000"/>
              <a:t>2</a:t>
            </a:r>
            <a:r>
              <a:t>，...，a</a:t>
            </a:r>
            <a:r>
              <a:rPr baseline="-6000"/>
              <a:t>p</a:t>
            </a:r>
            <a:r>
              <a:t>&gt;，0 ≤ a</a:t>
            </a:r>
            <a:r>
              <a:rPr baseline="-6000"/>
              <a:t>i</a:t>
            </a:r>
            <a:r>
              <a:t> &lt; M</a:t>
            </a:r>
          </a:p>
          <a:p/>
          <a:p>
            <a:r>
              <a:t>基数排序算法：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分配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收集</a:t>
            </a: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对下列这组十进制关键字排序:…"/>
          <p:cNvSpPr txBox="1"/>
          <p:nvPr/>
        </p:nvSpPr>
        <p:spPr>
          <a:xfrm>
            <a:off x="302374" y="1425051"/>
            <a:ext cx="9312149" cy="169849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/>
          <a:p>
            <a:pPr indent="0" defTabSz="1300480">
              <a:lnSpc>
                <a:spcPct val="150000"/>
              </a:lnSpc>
              <a:defRPr sz="3800"/>
            </a:pPr>
            <a:r>
              <a:t>对下列这组十进制关键字排序:</a:t>
            </a:r>
          </a:p>
          <a:p>
            <a:pPr indent="0" defTabSz="1300480">
              <a:lnSpc>
                <a:spcPct val="150000"/>
              </a:lnSpc>
              <a:defRPr sz="3800"/>
            </a:pPr>
            <a:r>
              <a:t>     209, 386, 768, 185, 247, 606, 230, 834, 539 </a:t>
            </a:r>
          </a:p>
        </p:txBody>
      </p:sp>
      <p:sp>
        <p:nvSpPr>
          <p:cNvPr id="2236" name="1、按个位数的取值， 分配成 10 组，然后按从 0 至…"/>
          <p:cNvSpPr txBox="1"/>
          <p:nvPr/>
        </p:nvSpPr>
        <p:spPr>
          <a:xfrm>
            <a:off x="394337" y="3503601"/>
            <a:ext cx="12351199" cy="163137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defRPr sz="3800"/>
            </a:pPr>
            <a:r>
              <a:t>1、按个位数的取值， </a:t>
            </a:r>
            <a:r>
              <a:rPr>
                <a:solidFill>
                  <a:schemeClr val="accent1"/>
                </a:solidFill>
              </a:rPr>
              <a:t>分配</a:t>
            </a:r>
            <a:r>
              <a:t>成 10 组，然后按从 0 至 </a:t>
            </a:r>
          </a:p>
          <a:p>
            <a:pPr indent="0" defTabSz="1300480">
              <a:defRPr sz="3800"/>
            </a:pPr>
            <a:r>
              <a:t>    9 的顺序将它们</a:t>
            </a:r>
            <a:r>
              <a:rPr>
                <a:solidFill>
                  <a:schemeClr val="accent1"/>
                </a:solidFill>
              </a:rPr>
              <a:t>收集</a:t>
            </a:r>
            <a:r>
              <a:t>在一起：</a:t>
            </a:r>
          </a:p>
        </p:txBody>
      </p:sp>
      <p:sp>
        <p:nvSpPr>
          <p:cNvPr id="2237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初始状态："/>
          <p:cNvSpPr txBox="1"/>
          <p:nvPr/>
        </p:nvSpPr>
        <p:spPr>
          <a:xfrm>
            <a:off x="400610" y="1443287"/>
            <a:ext cx="3072837" cy="5872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初始状态：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290" name="成组"/>
          <p:cNvGrpSpPr/>
          <p:nvPr/>
        </p:nvGrpSpPr>
        <p:grpSpPr>
          <a:xfrm>
            <a:off x="824088" y="1918828"/>
            <a:ext cx="11905264" cy="577992"/>
            <a:chOff x="0" y="0"/>
            <a:chExt cx="11905262" cy="577991"/>
          </a:xfrm>
        </p:grpSpPr>
        <p:grpSp>
          <p:nvGrpSpPr>
            <p:cNvPr id="2244" name="成组"/>
            <p:cNvGrpSpPr/>
            <p:nvPr/>
          </p:nvGrpSpPr>
          <p:grpSpPr>
            <a:xfrm>
              <a:off x="-1" y="0"/>
              <a:ext cx="1223717" cy="577992"/>
              <a:chOff x="0" y="0"/>
              <a:chExt cx="1223715" cy="577991"/>
            </a:xfrm>
          </p:grpSpPr>
          <p:grpSp>
            <p:nvGrpSpPr>
              <p:cNvPr id="224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4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41" name="278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278</a:t>
                  </a:r>
                </a:p>
              </p:txBody>
            </p:sp>
          </p:grpSp>
          <p:sp>
            <p:nvSpPr>
              <p:cNvPr id="224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49" name="成组"/>
            <p:cNvGrpSpPr/>
            <p:nvPr/>
          </p:nvGrpSpPr>
          <p:grpSpPr>
            <a:xfrm>
              <a:off x="1187591" y="0"/>
              <a:ext cx="1223716" cy="577992"/>
              <a:chOff x="0" y="0"/>
              <a:chExt cx="1223715" cy="577991"/>
            </a:xfrm>
          </p:grpSpPr>
          <p:grpSp>
            <p:nvGrpSpPr>
              <p:cNvPr id="224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4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46" name="109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109</a:t>
                  </a:r>
                </a:p>
              </p:txBody>
            </p:sp>
          </p:grpSp>
          <p:sp>
            <p:nvSpPr>
              <p:cNvPr id="224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54" name="成组"/>
            <p:cNvGrpSpPr/>
            <p:nvPr/>
          </p:nvGrpSpPr>
          <p:grpSpPr>
            <a:xfrm>
              <a:off x="2375182" y="0"/>
              <a:ext cx="1223716" cy="577992"/>
              <a:chOff x="0" y="0"/>
              <a:chExt cx="1223715" cy="577991"/>
            </a:xfrm>
          </p:grpSpPr>
          <p:grpSp>
            <p:nvGrpSpPr>
              <p:cNvPr id="225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5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51" name="063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063</a:t>
                  </a:r>
                </a:p>
              </p:txBody>
            </p:sp>
          </p:grpSp>
          <p:sp>
            <p:nvSpPr>
              <p:cNvPr id="225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59" name="成组"/>
            <p:cNvGrpSpPr/>
            <p:nvPr/>
          </p:nvGrpSpPr>
          <p:grpSpPr>
            <a:xfrm>
              <a:off x="3560515" y="0"/>
              <a:ext cx="1223717" cy="577992"/>
              <a:chOff x="0" y="0"/>
              <a:chExt cx="1223715" cy="577991"/>
            </a:xfrm>
          </p:grpSpPr>
          <p:grpSp>
            <p:nvGrpSpPr>
              <p:cNvPr id="225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5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56" name="930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930</a:t>
                  </a:r>
                </a:p>
              </p:txBody>
            </p:sp>
          </p:grpSp>
          <p:sp>
            <p:nvSpPr>
              <p:cNvPr id="225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64" name="成组"/>
            <p:cNvGrpSpPr/>
            <p:nvPr/>
          </p:nvGrpSpPr>
          <p:grpSpPr>
            <a:xfrm>
              <a:off x="4748106" y="0"/>
              <a:ext cx="1223717" cy="577992"/>
              <a:chOff x="0" y="0"/>
              <a:chExt cx="1223715" cy="577991"/>
            </a:xfrm>
          </p:grpSpPr>
          <p:grpSp>
            <p:nvGrpSpPr>
              <p:cNvPr id="226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6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61" name="589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589</a:t>
                  </a:r>
                </a:p>
              </p:txBody>
            </p:sp>
          </p:grpSp>
          <p:sp>
            <p:nvSpPr>
              <p:cNvPr id="226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69" name="成组"/>
            <p:cNvGrpSpPr/>
            <p:nvPr/>
          </p:nvGrpSpPr>
          <p:grpSpPr>
            <a:xfrm>
              <a:off x="5935697" y="0"/>
              <a:ext cx="1223717" cy="577992"/>
              <a:chOff x="0" y="0"/>
              <a:chExt cx="1223715" cy="577991"/>
            </a:xfrm>
          </p:grpSpPr>
          <p:grpSp>
            <p:nvGrpSpPr>
              <p:cNvPr id="226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6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66" name="184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184</a:t>
                  </a:r>
                </a:p>
              </p:txBody>
            </p:sp>
          </p:grpSp>
          <p:sp>
            <p:nvSpPr>
              <p:cNvPr id="226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74" name="成组"/>
            <p:cNvGrpSpPr/>
            <p:nvPr/>
          </p:nvGrpSpPr>
          <p:grpSpPr>
            <a:xfrm>
              <a:off x="7121031" y="0"/>
              <a:ext cx="1223716" cy="577992"/>
              <a:chOff x="0" y="0"/>
              <a:chExt cx="1223715" cy="577991"/>
            </a:xfrm>
          </p:grpSpPr>
          <p:grpSp>
            <p:nvGrpSpPr>
              <p:cNvPr id="227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7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71" name="505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505</a:t>
                  </a:r>
                </a:p>
              </p:txBody>
            </p:sp>
          </p:grpSp>
          <p:sp>
            <p:nvSpPr>
              <p:cNvPr id="227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79" name="成组"/>
            <p:cNvGrpSpPr/>
            <p:nvPr/>
          </p:nvGrpSpPr>
          <p:grpSpPr>
            <a:xfrm>
              <a:off x="8308622" y="0"/>
              <a:ext cx="1223716" cy="577992"/>
              <a:chOff x="0" y="0"/>
              <a:chExt cx="1223715" cy="577991"/>
            </a:xfrm>
          </p:grpSpPr>
          <p:grpSp>
            <p:nvGrpSpPr>
              <p:cNvPr id="227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7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76" name="269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269</a:t>
                  </a:r>
                </a:p>
              </p:txBody>
            </p:sp>
          </p:grpSp>
          <p:sp>
            <p:nvSpPr>
              <p:cNvPr id="227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84" name="成组"/>
            <p:cNvGrpSpPr/>
            <p:nvPr/>
          </p:nvGrpSpPr>
          <p:grpSpPr>
            <a:xfrm>
              <a:off x="9496213" y="0"/>
              <a:ext cx="1223717" cy="577992"/>
              <a:chOff x="0" y="0"/>
              <a:chExt cx="1223715" cy="577991"/>
            </a:xfrm>
          </p:grpSpPr>
          <p:grpSp>
            <p:nvGrpSpPr>
              <p:cNvPr id="228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8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81" name="008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008</a:t>
                  </a:r>
                </a:p>
              </p:txBody>
            </p:sp>
          </p:grpSp>
          <p:sp>
            <p:nvSpPr>
              <p:cNvPr id="228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89" name="成组"/>
            <p:cNvGrpSpPr/>
            <p:nvPr/>
          </p:nvGrpSpPr>
          <p:grpSpPr>
            <a:xfrm>
              <a:off x="10681547" y="0"/>
              <a:ext cx="1223716" cy="577992"/>
              <a:chOff x="0" y="0"/>
              <a:chExt cx="1223715" cy="577991"/>
            </a:xfrm>
          </p:grpSpPr>
          <p:grpSp>
            <p:nvGrpSpPr>
              <p:cNvPr id="228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8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86" name="083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083</a:t>
                  </a:r>
                </a:p>
              </p:txBody>
            </p:sp>
          </p:grpSp>
          <p:sp>
            <p:nvSpPr>
              <p:cNvPr id="228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grpSp>
        <p:nvGrpSpPr>
          <p:cNvPr id="2293" name="成组"/>
          <p:cNvGrpSpPr/>
          <p:nvPr/>
        </p:nvGrpSpPr>
        <p:grpSpPr>
          <a:xfrm>
            <a:off x="11805920" y="5427697"/>
            <a:ext cx="828605" cy="1020517"/>
            <a:chOff x="0" y="0"/>
            <a:chExt cx="828604" cy="1020515"/>
          </a:xfrm>
        </p:grpSpPr>
        <p:sp>
          <p:nvSpPr>
            <p:cNvPr id="2291" name="109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109</a:t>
              </a:r>
            </a:p>
          </p:txBody>
        </p:sp>
        <p:sp>
          <p:nvSpPr>
            <p:cNvPr id="2292" name="线条"/>
            <p:cNvSpPr/>
            <p:nvPr/>
          </p:nvSpPr>
          <p:spPr>
            <a:xfrm flipV="1">
              <a:off x="392401" y="566702"/>
              <a:ext cx="1" cy="4538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296" name="成组"/>
          <p:cNvGrpSpPr/>
          <p:nvPr/>
        </p:nvGrpSpPr>
        <p:grpSpPr>
          <a:xfrm>
            <a:off x="11805920" y="4583288"/>
            <a:ext cx="828605" cy="835379"/>
            <a:chOff x="0" y="0"/>
            <a:chExt cx="828604" cy="835377"/>
          </a:xfrm>
        </p:grpSpPr>
        <p:sp>
          <p:nvSpPr>
            <p:cNvPr id="2294" name="589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589</a:t>
              </a:r>
            </a:p>
          </p:txBody>
        </p:sp>
        <p:sp>
          <p:nvSpPr>
            <p:cNvPr id="2295" name="线条"/>
            <p:cNvSpPr/>
            <p:nvPr/>
          </p:nvSpPr>
          <p:spPr>
            <a:xfrm flipV="1">
              <a:off x="390595" y="584764"/>
              <a:ext cx="1" cy="2506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00" name="成组"/>
          <p:cNvGrpSpPr/>
          <p:nvPr/>
        </p:nvGrpSpPr>
        <p:grpSpPr>
          <a:xfrm>
            <a:off x="11805920" y="3312159"/>
            <a:ext cx="828605" cy="1280161"/>
            <a:chOff x="0" y="0"/>
            <a:chExt cx="828604" cy="1280160"/>
          </a:xfrm>
        </p:grpSpPr>
        <p:sp>
          <p:nvSpPr>
            <p:cNvPr id="2297" name="269"/>
            <p:cNvSpPr txBox="1"/>
            <p:nvPr/>
          </p:nvSpPr>
          <p:spPr>
            <a:xfrm>
              <a:off x="0" y="42672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269</a:t>
              </a:r>
            </a:p>
          </p:txBody>
        </p:sp>
        <p:sp>
          <p:nvSpPr>
            <p:cNvPr id="2298" name="线条"/>
            <p:cNvSpPr/>
            <p:nvPr/>
          </p:nvSpPr>
          <p:spPr>
            <a:xfrm flipH="1">
              <a:off x="402166" y="0"/>
              <a:ext cx="1" cy="42672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99" name="线条"/>
            <p:cNvSpPr/>
            <p:nvPr/>
          </p:nvSpPr>
          <p:spPr>
            <a:xfrm flipV="1">
              <a:off x="415431" y="1002453"/>
              <a:ext cx="1" cy="2777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03" name="成组"/>
          <p:cNvGrpSpPr/>
          <p:nvPr/>
        </p:nvGrpSpPr>
        <p:grpSpPr>
          <a:xfrm>
            <a:off x="10652195" y="5427697"/>
            <a:ext cx="828605" cy="961815"/>
            <a:chOff x="0" y="0"/>
            <a:chExt cx="828604" cy="961813"/>
          </a:xfrm>
        </p:grpSpPr>
        <p:sp>
          <p:nvSpPr>
            <p:cNvPr id="2301" name="278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278</a:t>
              </a:r>
            </a:p>
          </p:txBody>
        </p:sp>
        <p:sp>
          <p:nvSpPr>
            <p:cNvPr id="2302" name="线条"/>
            <p:cNvSpPr/>
            <p:nvPr/>
          </p:nvSpPr>
          <p:spPr>
            <a:xfrm flipV="1">
              <a:off x="383370" y="508000"/>
              <a:ext cx="1" cy="4538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06" name="成组"/>
          <p:cNvGrpSpPr/>
          <p:nvPr/>
        </p:nvGrpSpPr>
        <p:grpSpPr>
          <a:xfrm>
            <a:off x="4617155" y="5427697"/>
            <a:ext cx="828605" cy="986650"/>
            <a:chOff x="0" y="0"/>
            <a:chExt cx="828604" cy="986648"/>
          </a:xfrm>
        </p:grpSpPr>
        <p:sp>
          <p:nvSpPr>
            <p:cNvPr id="2304" name="063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063</a:t>
              </a:r>
            </a:p>
          </p:txBody>
        </p:sp>
        <p:sp>
          <p:nvSpPr>
            <p:cNvPr id="2305" name="线条"/>
            <p:cNvSpPr/>
            <p:nvPr/>
          </p:nvSpPr>
          <p:spPr>
            <a:xfrm flipV="1">
              <a:off x="421752" y="532835"/>
              <a:ext cx="1" cy="4538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11" name="成组"/>
          <p:cNvGrpSpPr/>
          <p:nvPr/>
        </p:nvGrpSpPr>
        <p:grpSpPr>
          <a:xfrm>
            <a:off x="1158239" y="3361831"/>
            <a:ext cx="828606" cy="3054774"/>
            <a:chOff x="0" y="0"/>
            <a:chExt cx="828604" cy="3054773"/>
          </a:xfrm>
        </p:grpSpPr>
        <p:grpSp>
          <p:nvGrpSpPr>
            <p:cNvPr id="2309" name="成组"/>
            <p:cNvGrpSpPr/>
            <p:nvPr/>
          </p:nvGrpSpPr>
          <p:grpSpPr>
            <a:xfrm>
              <a:off x="0" y="2065866"/>
              <a:ext cx="828605" cy="988908"/>
              <a:chOff x="0" y="0"/>
              <a:chExt cx="828604" cy="988906"/>
            </a:xfrm>
          </p:grpSpPr>
          <p:sp>
            <p:nvSpPr>
              <p:cNvPr id="2307" name="930"/>
              <p:cNvSpPr txBox="1"/>
              <p:nvPr/>
            </p:nvSpPr>
            <p:spPr>
              <a:xfrm>
                <a:off x="0" y="0"/>
                <a:ext cx="828605" cy="53404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1700"/>
                  </a:spcBef>
                  <a:defRPr sz="2800" b="1"/>
                </a:lvl1pPr>
              </a:lstStyle>
              <a:p>
                <a:r>
                  <a:t>930</a:t>
                </a:r>
              </a:p>
            </p:txBody>
          </p:sp>
          <p:sp>
            <p:nvSpPr>
              <p:cNvPr id="2308" name="线条"/>
              <p:cNvSpPr/>
              <p:nvPr/>
            </p:nvSpPr>
            <p:spPr>
              <a:xfrm flipV="1">
                <a:off x="342730" y="535093"/>
                <a:ext cx="1" cy="453814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310" name="线条"/>
            <p:cNvSpPr/>
            <p:nvPr/>
          </p:nvSpPr>
          <p:spPr>
            <a:xfrm flipH="1">
              <a:off x="374791" y="0"/>
              <a:ext cx="1" cy="205683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15" name="成组"/>
          <p:cNvGrpSpPr/>
          <p:nvPr/>
        </p:nvGrpSpPr>
        <p:grpSpPr>
          <a:xfrm>
            <a:off x="4628444" y="3361831"/>
            <a:ext cx="828605" cy="2022970"/>
            <a:chOff x="0" y="0"/>
            <a:chExt cx="828604" cy="2022968"/>
          </a:xfrm>
        </p:grpSpPr>
        <p:sp>
          <p:nvSpPr>
            <p:cNvPr id="2312" name="083"/>
            <p:cNvSpPr txBox="1"/>
            <p:nvPr/>
          </p:nvSpPr>
          <p:spPr>
            <a:xfrm>
              <a:off x="0" y="1221457"/>
              <a:ext cx="828605" cy="534043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083</a:t>
              </a:r>
            </a:p>
          </p:txBody>
        </p:sp>
        <p:sp>
          <p:nvSpPr>
            <p:cNvPr id="2313" name="线条"/>
            <p:cNvSpPr/>
            <p:nvPr/>
          </p:nvSpPr>
          <p:spPr>
            <a:xfrm flipV="1">
              <a:off x="408657" y="1772355"/>
              <a:ext cx="1" cy="2506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14" name="线条"/>
            <p:cNvSpPr/>
            <p:nvPr/>
          </p:nvSpPr>
          <p:spPr>
            <a:xfrm flipH="1">
              <a:off x="442524" y="0"/>
              <a:ext cx="1" cy="12304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20" name="成组"/>
          <p:cNvGrpSpPr/>
          <p:nvPr/>
        </p:nvGrpSpPr>
        <p:grpSpPr>
          <a:xfrm>
            <a:off x="5813777" y="3361831"/>
            <a:ext cx="828606" cy="3077352"/>
            <a:chOff x="0" y="0"/>
            <a:chExt cx="828604" cy="3077351"/>
          </a:xfrm>
        </p:grpSpPr>
        <p:grpSp>
          <p:nvGrpSpPr>
            <p:cNvPr id="2318" name="成组"/>
            <p:cNvGrpSpPr/>
            <p:nvPr/>
          </p:nvGrpSpPr>
          <p:grpSpPr>
            <a:xfrm>
              <a:off x="0" y="2065866"/>
              <a:ext cx="828605" cy="1011486"/>
              <a:chOff x="0" y="0"/>
              <a:chExt cx="828604" cy="1011484"/>
            </a:xfrm>
          </p:grpSpPr>
          <p:sp>
            <p:nvSpPr>
              <p:cNvPr id="2316" name="184"/>
              <p:cNvSpPr txBox="1"/>
              <p:nvPr/>
            </p:nvSpPr>
            <p:spPr>
              <a:xfrm>
                <a:off x="0" y="0"/>
                <a:ext cx="828605" cy="53404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1700"/>
                  </a:spcBef>
                  <a:defRPr sz="2800" b="1"/>
                </a:lvl1pPr>
              </a:lstStyle>
              <a:p>
                <a:r>
                  <a:t>184</a:t>
                </a:r>
              </a:p>
            </p:txBody>
          </p:sp>
          <p:sp>
            <p:nvSpPr>
              <p:cNvPr id="2317" name="线条"/>
              <p:cNvSpPr/>
              <p:nvPr/>
            </p:nvSpPr>
            <p:spPr>
              <a:xfrm flipV="1">
                <a:off x="428526" y="557671"/>
                <a:ext cx="1" cy="45381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319" name="线条"/>
            <p:cNvSpPr/>
            <p:nvPr/>
          </p:nvSpPr>
          <p:spPr>
            <a:xfrm flipH="1">
              <a:off x="487680" y="0"/>
              <a:ext cx="1" cy="205683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24" name="成组"/>
          <p:cNvGrpSpPr/>
          <p:nvPr/>
        </p:nvGrpSpPr>
        <p:grpSpPr>
          <a:xfrm>
            <a:off x="7084906" y="3336995"/>
            <a:ext cx="828605" cy="3065217"/>
            <a:chOff x="0" y="0"/>
            <a:chExt cx="828604" cy="3065215"/>
          </a:xfrm>
        </p:grpSpPr>
        <p:sp>
          <p:nvSpPr>
            <p:cNvPr id="2321" name="505"/>
            <p:cNvSpPr/>
            <p:nvPr/>
          </p:nvSpPr>
          <p:spPr>
            <a:xfrm>
              <a:off x="0" y="2090702"/>
              <a:ext cx="82860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505</a:t>
              </a:r>
            </a:p>
          </p:txBody>
        </p:sp>
        <p:sp>
          <p:nvSpPr>
            <p:cNvPr id="2322" name="线条"/>
            <p:cNvSpPr/>
            <p:nvPr/>
          </p:nvSpPr>
          <p:spPr>
            <a:xfrm flipV="1">
              <a:off x="363050" y="2611402"/>
              <a:ext cx="1" cy="45381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23" name="线条"/>
            <p:cNvSpPr/>
            <p:nvPr/>
          </p:nvSpPr>
          <p:spPr>
            <a:xfrm flipH="1">
              <a:off x="395111" y="0"/>
              <a:ext cx="1" cy="208167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28" name="成组"/>
          <p:cNvGrpSpPr/>
          <p:nvPr/>
        </p:nvGrpSpPr>
        <p:grpSpPr>
          <a:xfrm>
            <a:off x="10613813" y="3361831"/>
            <a:ext cx="828605" cy="1998134"/>
            <a:chOff x="0" y="0"/>
            <a:chExt cx="828604" cy="1998133"/>
          </a:xfrm>
        </p:grpSpPr>
        <p:sp>
          <p:nvSpPr>
            <p:cNvPr id="2325" name="008"/>
            <p:cNvSpPr txBox="1"/>
            <p:nvPr/>
          </p:nvSpPr>
          <p:spPr>
            <a:xfrm>
              <a:off x="0" y="1221457"/>
              <a:ext cx="828605" cy="534043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008</a:t>
              </a:r>
            </a:p>
          </p:txBody>
        </p:sp>
        <p:sp>
          <p:nvSpPr>
            <p:cNvPr id="2326" name="线条"/>
            <p:cNvSpPr/>
            <p:nvPr/>
          </p:nvSpPr>
          <p:spPr>
            <a:xfrm flipV="1">
              <a:off x="419946" y="1747520"/>
              <a:ext cx="1" cy="2506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27" name="线条"/>
            <p:cNvSpPr/>
            <p:nvPr/>
          </p:nvSpPr>
          <p:spPr>
            <a:xfrm flipH="1">
              <a:off x="379306" y="0"/>
              <a:ext cx="1" cy="12304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329" name="t[0]"/>
          <p:cNvSpPr txBox="1"/>
          <p:nvPr/>
        </p:nvSpPr>
        <p:spPr>
          <a:xfrm>
            <a:off x="1142435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t[0]</a:t>
            </a:r>
          </a:p>
        </p:txBody>
      </p:sp>
      <p:sp>
        <p:nvSpPr>
          <p:cNvPr id="2330" name="t[1]"/>
          <p:cNvSpPr txBox="1"/>
          <p:nvPr/>
        </p:nvSpPr>
        <p:spPr>
          <a:xfrm>
            <a:off x="2325510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t[1]</a:t>
            </a:r>
          </a:p>
        </p:txBody>
      </p:sp>
      <p:sp>
        <p:nvSpPr>
          <p:cNvPr id="2331" name="t[2]"/>
          <p:cNvSpPr txBox="1"/>
          <p:nvPr/>
        </p:nvSpPr>
        <p:spPr>
          <a:xfrm>
            <a:off x="3508586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t[2]</a:t>
            </a:r>
          </a:p>
        </p:txBody>
      </p:sp>
      <p:sp>
        <p:nvSpPr>
          <p:cNvPr id="2332" name="t[3]"/>
          <p:cNvSpPr txBox="1"/>
          <p:nvPr/>
        </p:nvSpPr>
        <p:spPr>
          <a:xfrm>
            <a:off x="4693920" y="2817706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t[3]</a:t>
            </a:r>
          </a:p>
        </p:txBody>
      </p:sp>
      <p:sp>
        <p:nvSpPr>
          <p:cNvPr id="2333" name="t[4]"/>
          <p:cNvSpPr txBox="1"/>
          <p:nvPr/>
        </p:nvSpPr>
        <p:spPr>
          <a:xfrm>
            <a:off x="5876995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t[4]</a:t>
            </a:r>
          </a:p>
        </p:txBody>
      </p:sp>
      <p:sp>
        <p:nvSpPr>
          <p:cNvPr id="2334" name="t[5]"/>
          <p:cNvSpPr txBox="1"/>
          <p:nvPr/>
        </p:nvSpPr>
        <p:spPr>
          <a:xfrm>
            <a:off x="7062329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t[5]</a:t>
            </a:r>
          </a:p>
        </p:txBody>
      </p:sp>
      <p:sp>
        <p:nvSpPr>
          <p:cNvPr id="2335" name="t[6]"/>
          <p:cNvSpPr txBox="1"/>
          <p:nvPr/>
        </p:nvSpPr>
        <p:spPr>
          <a:xfrm>
            <a:off x="8245404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t[6]</a:t>
            </a:r>
          </a:p>
        </p:txBody>
      </p:sp>
      <p:sp>
        <p:nvSpPr>
          <p:cNvPr id="2336" name="t[7]"/>
          <p:cNvSpPr txBox="1"/>
          <p:nvPr/>
        </p:nvSpPr>
        <p:spPr>
          <a:xfrm>
            <a:off x="9430737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t[7]</a:t>
            </a:r>
          </a:p>
        </p:txBody>
      </p:sp>
      <p:sp>
        <p:nvSpPr>
          <p:cNvPr id="2337" name="t[8]"/>
          <p:cNvSpPr txBox="1"/>
          <p:nvPr/>
        </p:nvSpPr>
        <p:spPr>
          <a:xfrm>
            <a:off x="10613813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t[8]</a:t>
            </a:r>
          </a:p>
        </p:txBody>
      </p:sp>
      <p:sp>
        <p:nvSpPr>
          <p:cNvPr id="2338" name="t[9]"/>
          <p:cNvSpPr txBox="1"/>
          <p:nvPr/>
        </p:nvSpPr>
        <p:spPr>
          <a:xfrm>
            <a:off x="11799146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t[9]</a:t>
            </a:r>
          </a:p>
        </p:txBody>
      </p:sp>
      <p:sp>
        <p:nvSpPr>
          <p:cNvPr id="2339" name="h[0]"/>
          <p:cNvSpPr txBox="1"/>
          <p:nvPr/>
        </p:nvSpPr>
        <p:spPr>
          <a:xfrm>
            <a:off x="1142435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h[0]</a:t>
            </a:r>
          </a:p>
        </p:txBody>
      </p:sp>
      <p:sp>
        <p:nvSpPr>
          <p:cNvPr id="2340" name="h[1]"/>
          <p:cNvSpPr txBox="1"/>
          <p:nvPr/>
        </p:nvSpPr>
        <p:spPr>
          <a:xfrm>
            <a:off x="2325510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h[1]</a:t>
            </a:r>
          </a:p>
        </p:txBody>
      </p:sp>
      <p:sp>
        <p:nvSpPr>
          <p:cNvPr id="2341" name="h[2]"/>
          <p:cNvSpPr txBox="1"/>
          <p:nvPr/>
        </p:nvSpPr>
        <p:spPr>
          <a:xfrm>
            <a:off x="3508586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h[2]</a:t>
            </a:r>
          </a:p>
        </p:txBody>
      </p:sp>
      <p:sp>
        <p:nvSpPr>
          <p:cNvPr id="2342" name="h[3]"/>
          <p:cNvSpPr txBox="1"/>
          <p:nvPr/>
        </p:nvSpPr>
        <p:spPr>
          <a:xfrm>
            <a:off x="4693920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h[3]</a:t>
            </a:r>
          </a:p>
        </p:txBody>
      </p:sp>
      <p:sp>
        <p:nvSpPr>
          <p:cNvPr id="2343" name="h[4]"/>
          <p:cNvSpPr txBox="1"/>
          <p:nvPr/>
        </p:nvSpPr>
        <p:spPr>
          <a:xfrm>
            <a:off x="5876995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h[4]</a:t>
            </a:r>
          </a:p>
        </p:txBody>
      </p:sp>
      <p:sp>
        <p:nvSpPr>
          <p:cNvPr id="2344" name="h[5]"/>
          <p:cNvSpPr txBox="1"/>
          <p:nvPr/>
        </p:nvSpPr>
        <p:spPr>
          <a:xfrm>
            <a:off x="7062329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h[5]</a:t>
            </a:r>
          </a:p>
        </p:txBody>
      </p:sp>
      <p:sp>
        <p:nvSpPr>
          <p:cNvPr id="2345" name="h[6]"/>
          <p:cNvSpPr txBox="1"/>
          <p:nvPr/>
        </p:nvSpPr>
        <p:spPr>
          <a:xfrm>
            <a:off x="8245404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h[6]</a:t>
            </a:r>
          </a:p>
        </p:txBody>
      </p:sp>
      <p:sp>
        <p:nvSpPr>
          <p:cNvPr id="2346" name="h[7]"/>
          <p:cNvSpPr txBox="1"/>
          <p:nvPr/>
        </p:nvSpPr>
        <p:spPr>
          <a:xfrm>
            <a:off x="9430737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h[7]</a:t>
            </a:r>
          </a:p>
        </p:txBody>
      </p:sp>
      <p:sp>
        <p:nvSpPr>
          <p:cNvPr id="2347" name="h[8]"/>
          <p:cNvSpPr txBox="1"/>
          <p:nvPr/>
        </p:nvSpPr>
        <p:spPr>
          <a:xfrm>
            <a:off x="10613813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h[8]</a:t>
            </a:r>
          </a:p>
        </p:txBody>
      </p:sp>
      <p:sp>
        <p:nvSpPr>
          <p:cNvPr id="2348" name="h[9]"/>
          <p:cNvSpPr txBox="1"/>
          <p:nvPr/>
        </p:nvSpPr>
        <p:spPr>
          <a:xfrm>
            <a:off x="11799146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h[9]</a:t>
            </a:r>
          </a:p>
        </p:txBody>
      </p:sp>
      <p:grpSp>
        <p:nvGrpSpPr>
          <p:cNvPr id="2389" name="成组"/>
          <p:cNvGrpSpPr/>
          <p:nvPr/>
        </p:nvGrpSpPr>
        <p:grpSpPr>
          <a:xfrm>
            <a:off x="946008" y="7515859"/>
            <a:ext cx="11905264" cy="577992"/>
            <a:chOff x="0" y="0"/>
            <a:chExt cx="11905262" cy="577991"/>
          </a:xfrm>
        </p:grpSpPr>
        <p:grpSp>
          <p:nvGrpSpPr>
            <p:cNvPr id="2351" name="成组"/>
            <p:cNvGrpSpPr/>
            <p:nvPr/>
          </p:nvGrpSpPr>
          <p:grpSpPr>
            <a:xfrm>
              <a:off x="406400" y="0"/>
              <a:ext cx="817316" cy="577992"/>
              <a:chOff x="0" y="0"/>
              <a:chExt cx="817315" cy="577991"/>
            </a:xfrm>
          </p:grpSpPr>
          <p:sp>
            <p:nvSpPr>
              <p:cNvPr id="2349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50" name="930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930</a:t>
                </a:r>
              </a:p>
            </p:txBody>
          </p:sp>
        </p:grpSp>
        <p:sp>
          <p:nvSpPr>
            <p:cNvPr id="2352" name="线条"/>
            <p:cNvSpPr/>
            <p:nvPr/>
          </p:nvSpPr>
          <p:spPr>
            <a:xfrm>
              <a:off x="0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55" name="成组"/>
            <p:cNvGrpSpPr/>
            <p:nvPr/>
          </p:nvGrpSpPr>
          <p:grpSpPr>
            <a:xfrm>
              <a:off x="1593991" y="0"/>
              <a:ext cx="817316" cy="577992"/>
              <a:chOff x="0" y="0"/>
              <a:chExt cx="817315" cy="577991"/>
            </a:xfrm>
          </p:grpSpPr>
          <p:sp>
            <p:nvSpPr>
              <p:cNvPr id="2353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54" name="063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063</a:t>
                </a:r>
              </a:p>
            </p:txBody>
          </p:sp>
        </p:grpSp>
        <p:sp>
          <p:nvSpPr>
            <p:cNvPr id="2356" name="线条"/>
            <p:cNvSpPr/>
            <p:nvPr/>
          </p:nvSpPr>
          <p:spPr>
            <a:xfrm>
              <a:off x="1187591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59" name="成组"/>
            <p:cNvGrpSpPr/>
            <p:nvPr/>
          </p:nvGrpSpPr>
          <p:grpSpPr>
            <a:xfrm>
              <a:off x="2781582" y="0"/>
              <a:ext cx="817316" cy="577992"/>
              <a:chOff x="0" y="0"/>
              <a:chExt cx="817315" cy="577991"/>
            </a:xfrm>
          </p:grpSpPr>
          <p:sp>
            <p:nvSpPr>
              <p:cNvPr id="2357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58" name="083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083</a:t>
                </a:r>
              </a:p>
            </p:txBody>
          </p:sp>
        </p:grpSp>
        <p:sp>
          <p:nvSpPr>
            <p:cNvPr id="2360" name="线条"/>
            <p:cNvSpPr/>
            <p:nvPr/>
          </p:nvSpPr>
          <p:spPr>
            <a:xfrm>
              <a:off x="2375182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63" name="成组"/>
            <p:cNvGrpSpPr/>
            <p:nvPr/>
          </p:nvGrpSpPr>
          <p:grpSpPr>
            <a:xfrm>
              <a:off x="3966915" y="0"/>
              <a:ext cx="817316" cy="577992"/>
              <a:chOff x="0" y="0"/>
              <a:chExt cx="817315" cy="577991"/>
            </a:xfrm>
          </p:grpSpPr>
          <p:sp>
            <p:nvSpPr>
              <p:cNvPr id="2361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62" name="184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184</a:t>
                </a:r>
              </a:p>
            </p:txBody>
          </p:sp>
        </p:grpSp>
        <p:sp>
          <p:nvSpPr>
            <p:cNvPr id="2364" name="线条"/>
            <p:cNvSpPr/>
            <p:nvPr/>
          </p:nvSpPr>
          <p:spPr>
            <a:xfrm>
              <a:off x="3560515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67" name="成组"/>
            <p:cNvGrpSpPr/>
            <p:nvPr/>
          </p:nvGrpSpPr>
          <p:grpSpPr>
            <a:xfrm>
              <a:off x="5154506" y="0"/>
              <a:ext cx="817316" cy="577992"/>
              <a:chOff x="0" y="0"/>
              <a:chExt cx="817315" cy="577991"/>
            </a:xfrm>
          </p:grpSpPr>
          <p:sp>
            <p:nvSpPr>
              <p:cNvPr id="2365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66" name="505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505</a:t>
                </a:r>
              </a:p>
            </p:txBody>
          </p:sp>
        </p:grpSp>
        <p:sp>
          <p:nvSpPr>
            <p:cNvPr id="2368" name="线条"/>
            <p:cNvSpPr/>
            <p:nvPr/>
          </p:nvSpPr>
          <p:spPr>
            <a:xfrm>
              <a:off x="4748106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71" name="成组"/>
            <p:cNvGrpSpPr/>
            <p:nvPr/>
          </p:nvGrpSpPr>
          <p:grpSpPr>
            <a:xfrm>
              <a:off x="6342097" y="0"/>
              <a:ext cx="817316" cy="577992"/>
              <a:chOff x="0" y="0"/>
              <a:chExt cx="817315" cy="577991"/>
            </a:xfrm>
          </p:grpSpPr>
          <p:sp>
            <p:nvSpPr>
              <p:cNvPr id="2369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70" name="278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278</a:t>
                </a:r>
              </a:p>
            </p:txBody>
          </p:sp>
        </p:grpSp>
        <p:sp>
          <p:nvSpPr>
            <p:cNvPr id="2372" name="线条"/>
            <p:cNvSpPr/>
            <p:nvPr/>
          </p:nvSpPr>
          <p:spPr>
            <a:xfrm>
              <a:off x="5935697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75" name="成组"/>
            <p:cNvGrpSpPr/>
            <p:nvPr/>
          </p:nvGrpSpPr>
          <p:grpSpPr>
            <a:xfrm>
              <a:off x="7527431" y="0"/>
              <a:ext cx="817316" cy="577992"/>
              <a:chOff x="0" y="0"/>
              <a:chExt cx="817315" cy="577991"/>
            </a:xfrm>
          </p:grpSpPr>
          <p:sp>
            <p:nvSpPr>
              <p:cNvPr id="2373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74" name="008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008</a:t>
                </a:r>
              </a:p>
            </p:txBody>
          </p:sp>
        </p:grpSp>
        <p:sp>
          <p:nvSpPr>
            <p:cNvPr id="2376" name="线条"/>
            <p:cNvSpPr/>
            <p:nvPr/>
          </p:nvSpPr>
          <p:spPr>
            <a:xfrm>
              <a:off x="7121031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79" name="成组"/>
            <p:cNvGrpSpPr/>
            <p:nvPr/>
          </p:nvGrpSpPr>
          <p:grpSpPr>
            <a:xfrm>
              <a:off x="8715022" y="0"/>
              <a:ext cx="817316" cy="577992"/>
              <a:chOff x="0" y="0"/>
              <a:chExt cx="817315" cy="577991"/>
            </a:xfrm>
          </p:grpSpPr>
          <p:sp>
            <p:nvSpPr>
              <p:cNvPr id="2377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78" name="109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109</a:t>
                </a:r>
              </a:p>
            </p:txBody>
          </p:sp>
        </p:grpSp>
        <p:sp>
          <p:nvSpPr>
            <p:cNvPr id="2380" name="线条"/>
            <p:cNvSpPr/>
            <p:nvPr/>
          </p:nvSpPr>
          <p:spPr>
            <a:xfrm>
              <a:off x="8308622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83" name="成组"/>
            <p:cNvGrpSpPr/>
            <p:nvPr/>
          </p:nvGrpSpPr>
          <p:grpSpPr>
            <a:xfrm>
              <a:off x="9902613" y="0"/>
              <a:ext cx="817317" cy="577992"/>
              <a:chOff x="0" y="0"/>
              <a:chExt cx="817315" cy="577991"/>
            </a:xfrm>
          </p:grpSpPr>
          <p:sp>
            <p:nvSpPr>
              <p:cNvPr id="2381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82" name="589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589</a:t>
                </a:r>
              </a:p>
            </p:txBody>
          </p:sp>
        </p:grpSp>
        <p:sp>
          <p:nvSpPr>
            <p:cNvPr id="2384" name="线条"/>
            <p:cNvSpPr/>
            <p:nvPr/>
          </p:nvSpPr>
          <p:spPr>
            <a:xfrm>
              <a:off x="9496213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87" name="成组"/>
            <p:cNvGrpSpPr/>
            <p:nvPr/>
          </p:nvGrpSpPr>
          <p:grpSpPr>
            <a:xfrm>
              <a:off x="11087947" y="0"/>
              <a:ext cx="817316" cy="577992"/>
              <a:chOff x="0" y="0"/>
              <a:chExt cx="817315" cy="577991"/>
            </a:xfrm>
          </p:grpSpPr>
          <p:sp>
            <p:nvSpPr>
              <p:cNvPr id="2385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86" name="269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269</a:t>
                </a:r>
              </a:p>
            </p:txBody>
          </p:sp>
        </p:grpSp>
        <p:sp>
          <p:nvSpPr>
            <p:cNvPr id="2388" name="线条"/>
            <p:cNvSpPr/>
            <p:nvPr/>
          </p:nvSpPr>
          <p:spPr>
            <a:xfrm>
              <a:off x="10681547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390" name="一趟收集"/>
          <p:cNvSpPr txBox="1"/>
          <p:nvPr/>
        </p:nvSpPr>
        <p:spPr>
          <a:xfrm>
            <a:off x="281968" y="6621216"/>
            <a:ext cx="561849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一趟收集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91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392" name="一趟分配"/>
          <p:cNvSpPr txBox="1"/>
          <p:nvPr/>
        </p:nvSpPr>
        <p:spPr>
          <a:xfrm>
            <a:off x="281968" y="3348052"/>
            <a:ext cx="561849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一趟分配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" grpId="2" animBg="1" advAuto="0"/>
      <p:bldP spid="2389" grpId="12" animBg="1" advAuto="0"/>
      <p:bldP spid="2306" grpId="3" animBg="1" advAuto="0"/>
      <p:bldP spid="2390" grpId="11" animBg="1" advAuto="0"/>
      <p:bldP spid="2311" grpId="4" animBg="1" advAuto="0"/>
      <p:bldP spid="2324" grpId="7" animBg="1" advAuto="0"/>
      <p:bldP spid="2328" grpId="9" animBg="1" advAuto="0"/>
      <p:bldP spid="2320" grpId="6" animBg="1" advAuto="0"/>
      <p:bldP spid="2315" grpId="10" animBg="1" advAuto="0"/>
      <p:bldP spid="2296" grpId="5" animBg="1" advAuto="0"/>
      <p:bldP spid="2300" grpId="8" animBg="1" advAuto="0"/>
      <p:bldP spid="2303" grpId="1" animBg="1" advAuto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395" name="2、按十位数的取值， 分配成 10 组，然后按从 0 至…"/>
          <p:cNvSpPr txBox="1"/>
          <p:nvPr/>
        </p:nvSpPr>
        <p:spPr>
          <a:xfrm>
            <a:off x="326801" y="1608112"/>
            <a:ext cx="12351199" cy="163137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defRPr sz="3800"/>
            </a:pPr>
            <a:r>
              <a:t>2、按十位数的取值， </a:t>
            </a:r>
            <a:r>
              <a:rPr>
                <a:solidFill>
                  <a:schemeClr val="accent1"/>
                </a:solidFill>
              </a:rPr>
              <a:t>分配</a:t>
            </a:r>
            <a:r>
              <a:t>成 10 组，然后按从 0 至 </a:t>
            </a:r>
          </a:p>
          <a:p>
            <a:pPr indent="0" defTabSz="1300480">
              <a:defRPr sz="3800"/>
            </a:pPr>
            <a:r>
              <a:t>    9 的顺序将它们</a:t>
            </a:r>
            <a:r>
              <a:rPr>
                <a:solidFill>
                  <a:schemeClr val="accent1"/>
                </a:solidFill>
              </a:rPr>
              <a:t>收集</a:t>
            </a:r>
            <a:r>
              <a:t>在一起：</a:t>
            </a: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9" name="成组"/>
          <p:cNvGrpSpPr/>
          <p:nvPr/>
        </p:nvGrpSpPr>
        <p:grpSpPr>
          <a:xfrm>
            <a:off x="1155982" y="1598506"/>
            <a:ext cx="817316" cy="577992"/>
            <a:chOff x="0" y="0"/>
            <a:chExt cx="817315" cy="577991"/>
          </a:xfrm>
        </p:grpSpPr>
        <p:sp>
          <p:nvSpPr>
            <p:cNvPr id="239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398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400" name="线条"/>
          <p:cNvSpPr/>
          <p:nvPr/>
        </p:nvSpPr>
        <p:spPr>
          <a:xfrm>
            <a:off x="749582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03" name="成组"/>
          <p:cNvGrpSpPr/>
          <p:nvPr/>
        </p:nvGrpSpPr>
        <p:grpSpPr>
          <a:xfrm>
            <a:off x="2343573" y="1598506"/>
            <a:ext cx="817316" cy="577992"/>
            <a:chOff x="0" y="0"/>
            <a:chExt cx="817315" cy="577991"/>
          </a:xfrm>
        </p:grpSpPr>
        <p:sp>
          <p:nvSpPr>
            <p:cNvPr id="240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02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404" name="线条"/>
          <p:cNvSpPr/>
          <p:nvPr/>
        </p:nvSpPr>
        <p:spPr>
          <a:xfrm>
            <a:off x="1937173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07" name="成组"/>
          <p:cNvGrpSpPr/>
          <p:nvPr/>
        </p:nvGrpSpPr>
        <p:grpSpPr>
          <a:xfrm>
            <a:off x="3531164" y="1598506"/>
            <a:ext cx="817316" cy="577992"/>
            <a:chOff x="0" y="0"/>
            <a:chExt cx="817315" cy="577991"/>
          </a:xfrm>
        </p:grpSpPr>
        <p:sp>
          <p:nvSpPr>
            <p:cNvPr id="240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06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408" name="线条"/>
          <p:cNvSpPr/>
          <p:nvPr/>
        </p:nvSpPr>
        <p:spPr>
          <a:xfrm>
            <a:off x="3124764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11" name="成组"/>
          <p:cNvGrpSpPr/>
          <p:nvPr/>
        </p:nvGrpSpPr>
        <p:grpSpPr>
          <a:xfrm>
            <a:off x="4716497" y="1598506"/>
            <a:ext cx="817317" cy="577992"/>
            <a:chOff x="0" y="0"/>
            <a:chExt cx="817315" cy="577991"/>
          </a:xfrm>
        </p:grpSpPr>
        <p:sp>
          <p:nvSpPr>
            <p:cNvPr id="240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10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412" name="线条"/>
          <p:cNvSpPr/>
          <p:nvPr/>
        </p:nvSpPr>
        <p:spPr>
          <a:xfrm>
            <a:off x="4310097" y="1873955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15" name="成组"/>
          <p:cNvGrpSpPr/>
          <p:nvPr/>
        </p:nvGrpSpPr>
        <p:grpSpPr>
          <a:xfrm>
            <a:off x="5904088" y="1598506"/>
            <a:ext cx="817317" cy="577992"/>
            <a:chOff x="0" y="0"/>
            <a:chExt cx="817315" cy="577991"/>
          </a:xfrm>
        </p:grpSpPr>
        <p:sp>
          <p:nvSpPr>
            <p:cNvPr id="241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14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416" name="线条"/>
          <p:cNvSpPr/>
          <p:nvPr/>
        </p:nvSpPr>
        <p:spPr>
          <a:xfrm>
            <a:off x="5497688" y="1873955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19" name="成组"/>
          <p:cNvGrpSpPr/>
          <p:nvPr/>
        </p:nvGrpSpPr>
        <p:grpSpPr>
          <a:xfrm>
            <a:off x="7091679" y="1598506"/>
            <a:ext cx="817317" cy="577992"/>
            <a:chOff x="0" y="0"/>
            <a:chExt cx="817315" cy="577991"/>
          </a:xfrm>
        </p:grpSpPr>
        <p:sp>
          <p:nvSpPr>
            <p:cNvPr id="241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18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420" name="线条"/>
          <p:cNvSpPr/>
          <p:nvPr/>
        </p:nvSpPr>
        <p:spPr>
          <a:xfrm>
            <a:off x="6685279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23" name="成组"/>
          <p:cNvGrpSpPr/>
          <p:nvPr/>
        </p:nvGrpSpPr>
        <p:grpSpPr>
          <a:xfrm>
            <a:off x="8277013" y="1598506"/>
            <a:ext cx="817317" cy="577992"/>
            <a:chOff x="0" y="0"/>
            <a:chExt cx="817315" cy="577991"/>
          </a:xfrm>
        </p:grpSpPr>
        <p:sp>
          <p:nvSpPr>
            <p:cNvPr id="242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22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424" name="线条"/>
          <p:cNvSpPr/>
          <p:nvPr/>
        </p:nvSpPr>
        <p:spPr>
          <a:xfrm>
            <a:off x="7870613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27" name="成组"/>
          <p:cNvGrpSpPr/>
          <p:nvPr/>
        </p:nvGrpSpPr>
        <p:grpSpPr>
          <a:xfrm>
            <a:off x="9464604" y="1598506"/>
            <a:ext cx="817317" cy="577992"/>
            <a:chOff x="0" y="0"/>
            <a:chExt cx="817315" cy="577991"/>
          </a:xfrm>
        </p:grpSpPr>
        <p:sp>
          <p:nvSpPr>
            <p:cNvPr id="242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26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428" name="线条"/>
          <p:cNvSpPr/>
          <p:nvPr/>
        </p:nvSpPr>
        <p:spPr>
          <a:xfrm>
            <a:off x="9058204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31" name="成组"/>
          <p:cNvGrpSpPr/>
          <p:nvPr/>
        </p:nvGrpSpPr>
        <p:grpSpPr>
          <a:xfrm>
            <a:off x="10652195" y="1598506"/>
            <a:ext cx="817317" cy="577992"/>
            <a:chOff x="0" y="0"/>
            <a:chExt cx="817315" cy="577991"/>
          </a:xfrm>
        </p:grpSpPr>
        <p:sp>
          <p:nvSpPr>
            <p:cNvPr id="242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30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432" name="线条"/>
          <p:cNvSpPr/>
          <p:nvPr/>
        </p:nvSpPr>
        <p:spPr>
          <a:xfrm>
            <a:off x="10245795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35" name="成组"/>
          <p:cNvGrpSpPr/>
          <p:nvPr/>
        </p:nvGrpSpPr>
        <p:grpSpPr>
          <a:xfrm>
            <a:off x="11837529" y="1598506"/>
            <a:ext cx="817317" cy="577992"/>
            <a:chOff x="0" y="0"/>
            <a:chExt cx="817315" cy="577991"/>
          </a:xfrm>
        </p:grpSpPr>
        <p:sp>
          <p:nvSpPr>
            <p:cNvPr id="243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34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436" name="线条"/>
          <p:cNvSpPr/>
          <p:nvPr/>
        </p:nvSpPr>
        <p:spPr>
          <a:xfrm>
            <a:off x="11431129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37" name="083"/>
          <p:cNvSpPr txBox="1"/>
          <p:nvPr/>
        </p:nvSpPr>
        <p:spPr>
          <a:xfrm>
            <a:off x="10503182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083</a:t>
            </a:r>
          </a:p>
        </p:txBody>
      </p:sp>
      <p:sp>
        <p:nvSpPr>
          <p:cNvPr id="2438" name="线条"/>
          <p:cNvSpPr/>
          <p:nvPr/>
        </p:nvSpPr>
        <p:spPr>
          <a:xfrm flipV="1">
            <a:off x="10895584" y="5738142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39" name="184"/>
          <p:cNvSpPr txBox="1"/>
          <p:nvPr/>
        </p:nvSpPr>
        <p:spPr>
          <a:xfrm>
            <a:off x="10503182" y="4327031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184</a:t>
            </a:r>
          </a:p>
        </p:txBody>
      </p:sp>
      <p:sp>
        <p:nvSpPr>
          <p:cNvPr id="2440" name="线条"/>
          <p:cNvSpPr/>
          <p:nvPr/>
        </p:nvSpPr>
        <p:spPr>
          <a:xfrm flipV="1">
            <a:off x="10893778" y="4911795"/>
            <a:ext cx="1" cy="2506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1" name="589"/>
          <p:cNvSpPr txBox="1"/>
          <p:nvPr/>
        </p:nvSpPr>
        <p:spPr>
          <a:xfrm>
            <a:off x="10503182" y="3482622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589</a:t>
            </a:r>
          </a:p>
        </p:txBody>
      </p:sp>
      <p:sp>
        <p:nvSpPr>
          <p:cNvPr id="2442" name="线条"/>
          <p:cNvSpPr/>
          <p:nvPr/>
        </p:nvSpPr>
        <p:spPr>
          <a:xfrm>
            <a:off x="10943448" y="3055902"/>
            <a:ext cx="1" cy="4267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3" name="线条"/>
          <p:cNvSpPr/>
          <p:nvPr/>
        </p:nvSpPr>
        <p:spPr>
          <a:xfrm flipV="1">
            <a:off x="10918613" y="4058355"/>
            <a:ext cx="1" cy="27770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4" name="063"/>
          <p:cNvSpPr txBox="1"/>
          <p:nvPr/>
        </p:nvSpPr>
        <p:spPr>
          <a:xfrm>
            <a:off x="8130258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063</a:t>
            </a:r>
          </a:p>
        </p:txBody>
      </p:sp>
      <p:sp>
        <p:nvSpPr>
          <p:cNvPr id="2445" name="线条"/>
          <p:cNvSpPr/>
          <p:nvPr/>
        </p:nvSpPr>
        <p:spPr>
          <a:xfrm flipV="1">
            <a:off x="8552010" y="5729111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6" name="505"/>
          <p:cNvSpPr txBox="1"/>
          <p:nvPr/>
        </p:nvSpPr>
        <p:spPr>
          <a:xfrm>
            <a:off x="1083733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505</a:t>
            </a:r>
          </a:p>
        </p:txBody>
      </p:sp>
      <p:sp>
        <p:nvSpPr>
          <p:cNvPr id="2447" name="线条"/>
          <p:cNvSpPr/>
          <p:nvPr/>
        </p:nvSpPr>
        <p:spPr>
          <a:xfrm flipV="1">
            <a:off x="1426463" y="5731368"/>
            <a:ext cx="1" cy="45381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8" name="269"/>
          <p:cNvSpPr txBox="1"/>
          <p:nvPr/>
        </p:nvSpPr>
        <p:spPr>
          <a:xfrm>
            <a:off x="8141546" y="4327031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269</a:t>
            </a:r>
          </a:p>
        </p:txBody>
      </p:sp>
      <p:sp>
        <p:nvSpPr>
          <p:cNvPr id="2449" name="线条"/>
          <p:cNvSpPr/>
          <p:nvPr/>
        </p:nvSpPr>
        <p:spPr>
          <a:xfrm flipV="1">
            <a:off x="8575039" y="4902764"/>
            <a:ext cx="1" cy="25061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0" name="线条"/>
          <p:cNvSpPr/>
          <p:nvPr/>
        </p:nvSpPr>
        <p:spPr>
          <a:xfrm>
            <a:off x="8584071" y="3130409"/>
            <a:ext cx="1" cy="123048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1" name="930"/>
          <p:cNvSpPr txBox="1"/>
          <p:nvPr/>
        </p:nvSpPr>
        <p:spPr>
          <a:xfrm>
            <a:off x="4585546" y="5171440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930</a:t>
            </a:r>
          </a:p>
        </p:txBody>
      </p:sp>
      <p:sp>
        <p:nvSpPr>
          <p:cNvPr id="2452" name="线条"/>
          <p:cNvSpPr/>
          <p:nvPr/>
        </p:nvSpPr>
        <p:spPr>
          <a:xfrm flipV="1">
            <a:off x="5014072" y="5702017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3" name="线条"/>
          <p:cNvSpPr/>
          <p:nvPr/>
        </p:nvSpPr>
        <p:spPr>
          <a:xfrm flipH="1">
            <a:off x="4996462" y="3103315"/>
            <a:ext cx="1" cy="2056837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4" name="t[0]"/>
          <p:cNvSpPr txBox="1"/>
          <p:nvPr/>
        </p:nvSpPr>
        <p:spPr>
          <a:xfrm>
            <a:off x="1067928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t[0]</a:t>
            </a:r>
          </a:p>
        </p:txBody>
      </p:sp>
      <p:sp>
        <p:nvSpPr>
          <p:cNvPr id="2455" name="t[1]"/>
          <p:cNvSpPr txBox="1"/>
          <p:nvPr/>
        </p:nvSpPr>
        <p:spPr>
          <a:xfrm>
            <a:off x="2251004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t[1]</a:t>
            </a:r>
          </a:p>
        </p:txBody>
      </p:sp>
      <p:sp>
        <p:nvSpPr>
          <p:cNvPr id="2456" name="t[2]"/>
          <p:cNvSpPr txBox="1"/>
          <p:nvPr/>
        </p:nvSpPr>
        <p:spPr>
          <a:xfrm>
            <a:off x="3434079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t[2]</a:t>
            </a:r>
          </a:p>
        </p:txBody>
      </p:sp>
      <p:sp>
        <p:nvSpPr>
          <p:cNvPr id="2457" name="t[3]"/>
          <p:cNvSpPr txBox="1"/>
          <p:nvPr/>
        </p:nvSpPr>
        <p:spPr>
          <a:xfrm>
            <a:off x="4619413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t[3]</a:t>
            </a:r>
          </a:p>
        </p:txBody>
      </p:sp>
      <p:sp>
        <p:nvSpPr>
          <p:cNvPr id="2458" name="t[4]"/>
          <p:cNvSpPr txBox="1"/>
          <p:nvPr/>
        </p:nvSpPr>
        <p:spPr>
          <a:xfrm>
            <a:off x="5802489" y="2586284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t[4]</a:t>
            </a:r>
          </a:p>
        </p:txBody>
      </p:sp>
      <p:sp>
        <p:nvSpPr>
          <p:cNvPr id="2459" name="t[5]"/>
          <p:cNvSpPr txBox="1"/>
          <p:nvPr/>
        </p:nvSpPr>
        <p:spPr>
          <a:xfrm>
            <a:off x="6987822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t[5]</a:t>
            </a:r>
          </a:p>
        </p:txBody>
      </p:sp>
      <p:sp>
        <p:nvSpPr>
          <p:cNvPr id="2460" name="t[6]"/>
          <p:cNvSpPr txBox="1"/>
          <p:nvPr/>
        </p:nvSpPr>
        <p:spPr>
          <a:xfrm>
            <a:off x="8170897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t[6]</a:t>
            </a:r>
          </a:p>
        </p:txBody>
      </p:sp>
      <p:sp>
        <p:nvSpPr>
          <p:cNvPr id="2461" name="t[7]"/>
          <p:cNvSpPr txBox="1"/>
          <p:nvPr/>
        </p:nvSpPr>
        <p:spPr>
          <a:xfrm>
            <a:off x="9356231" y="2586284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t[7]</a:t>
            </a:r>
          </a:p>
        </p:txBody>
      </p:sp>
      <p:sp>
        <p:nvSpPr>
          <p:cNvPr id="2462" name="t[8]"/>
          <p:cNvSpPr txBox="1"/>
          <p:nvPr/>
        </p:nvSpPr>
        <p:spPr>
          <a:xfrm>
            <a:off x="10539306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t[8]</a:t>
            </a:r>
          </a:p>
        </p:txBody>
      </p:sp>
      <p:sp>
        <p:nvSpPr>
          <p:cNvPr id="2463" name="t[9]"/>
          <p:cNvSpPr txBox="1"/>
          <p:nvPr/>
        </p:nvSpPr>
        <p:spPr>
          <a:xfrm>
            <a:off x="11724640" y="2586284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t[9]</a:t>
            </a:r>
          </a:p>
        </p:txBody>
      </p:sp>
      <p:sp>
        <p:nvSpPr>
          <p:cNvPr id="2464" name="h[0]"/>
          <p:cNvSpPr txBox="1"/>
          <p:nvPr/>
        </p:nvSpPr>
        <p:spPr>
          <a:xfrm>
            <a:off x="1067928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h[0]</a:t>
            </a:r>
          </a:p>
        </p:txBody>
      </p:sp>
      <p:sp>
        <p:nvSpPr>
          <p:cNvPr id="2465" name="h[1]"/>
          <p:cNvSpPr txBox="1"/>
          <p:nvPr/>
        </p:nvSpPr>
        <p:spPr>
          <a:xfrm>
            <a:off x="2251004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h[1]</a:t>
            </a:r>
          </a:p>
        </p:txBody>
      </p:sp>
      <p:sp>
        <p:nvSpPr>
          <p:cNvPr id="2466" name="h[2]"/>
          <p:cNvSpPr txBox="1"/>
          <p:nvPr/>
        </p:nvSpPr>
        <p:spPr>
          <a:xfrm>
            <a:off x="3434079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h[2]</a:t>
            </a:r>
          </a:p>
        </p:txBody>
      </p:sp>
      <p:sp>
        <p:nvSpPr>
          <p:cNvPr id="2467" name="h[3]"/>
          <p:cNvSpPr txBox="1"/>
          <p:nvPr/>
        </p:nvSpPr>
        <p:spPr>
          <a:xfrm>
            <a:off x="4619413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h[3]</a:t>
            </a:r>
          </a:p>
        </p:txBody>
      </p:sp>
      <p:sp>
        <p:nvSpPr>
          <p:cNvPr id="2468" name="h[4]"/>
          <p:cNvSpPr txBox="1"/>
          <p:nvPr/>
        </p:nvSpPr>
        <p:spPr>
          <a:xfrm>
            <a:off x="5802489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h[4]</a:t>
            </a:r>
          </a:p>
        </p:txBody>
      </p:sp>
      <p:sp>
        <p:nvSpPr>
          <p:cNvPr id="2469" name="h[5]"/>
          <p:cNvSpPr txBox="1"/>
          <p:nvPr/>
        </p:nvSpPr>
        <p:spPr>
          <a:xfrm>
            <a:off x="6987822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h[5]</a:t>
            </a:r>
          </a:p>
        </p:txBody>
      </p:sp>
      <p:sp>
        <p:nvSpPr>
          <p:cNvPr id="2470" name="h[6]"/>
          <p:cNvSpPr txBox="1"/>
          <p:nvPr/>
        </p:nvSpPr>
        <p:spPr>
          <a:xfrm>
            <a:off x="8170897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h[6]</a:t>
            </a:r>
          </a:p>
        </p:txBody>
      </p:sp>
      <p:sp>
        <p:nvSpPr>
          <p:cNvPr id="2471" name="h[7]"/>
          <p:cNvSpPr txBox="1"/>
          <p:nvPr/>
        </p:nvSpPr>
        <p:spPr>
          <a:xfrm>
            <a:off x="9356231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h[7]</a:t>
            </a:r>
          </a:p>
        </p:txBody>
      </p:sp>
      <p:sp>
        <p:nvSpPr>
          <p:cNvPr id="2472" name="h[8]"/>
          <p:cNvSpPr txBox="1"/>
          <p:nvPr/>
        </p:nvSpPr>
        <p:spPr>
          <a:xfrm>
            <a:off x="10539306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h[8]</a:t>
            </a:r>
          </a:p>
        </p:txBody>
      </p:sp>
      <p:sp>
        <p:nvSpPr>
          <p:cNvPr id="2473" name="h[9]"/>
          <p:cNvSpPr txBox="1"/>
          <p:nvPr/>
        </p:nvSpPr>
        <p:spPr>
          <a:xfrm>
            <a:off x="11724640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h[9]</a:t>
            </a:r>
          </a:p>
        </p:txBody>
      </p:sp>
      <p:sp>
        <p:nvSpPr>
          <p:cNvPr id="2474" name="008"/>
          <p:cNvSpPr txBox="1"/>
          <p:nvPr/>
        </p:nvSpPr>
        <p:spPr>
          <a:xfrm>
            <a:off x="1083733" y="4327031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008</a:t>
            </a:r>
          </a:p>
        </p:txBody>
      </p:sp>
      <p:sp>
        <p:nvSpPr>
          <p:cNvPr id="2475" name="线条"/>
          <p:cNvSpPr/>
          <p:nvPr/>
        </p:nvSpPr>
        <p:spPr>
          <a:xfrm flipV="1">
            <a:off x="1442719" y="4859866"/>
            <a:ext cx="1" cy="32737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76" name="109"/>
          <p:cNvSpPr txBox="1"/>
          <p:nvPr/>
        </p:nvSpPr>
        <p:spPr>
          <a:xfrm>
            <a:off x="1083733" y="3482622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109</a:t>
            </a:r>
          </a:p>
        </p:txBody>
      </p:sp>
      <p:sp>
        <p:nvSpPr>
          <p:cNvPr id="2477" name="线条"/>
          <p:cNvSpPr/>
          <p:nvPr/>
        </p:nvSpPr>
        <p:spPr>
          <a:xfrm flipH="1">
            <a:off x="1492390" y="3053644"/>
            <a:ext cx="2259" cy="4267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78" name="线条"/>
          <p:cNvSpPr/>
          <p:nvPr/>
        </p:nvSpPr>
        <p:spPr>
          <a:xfrm flipV="1">
            <a:off x="1442719" y="4058355"/>
            <a:ext cx="1" cy="27545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79" name="278"/>
          <p:cNvSpPr txBox="1"/>
          <p:nvPr/>
        </p:nvSpPr>
        <p:spPr>
          <a:xfrm>
            <a:off x="9399128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278</a:t>
            </a:r>
          </a:p>
        </p:txBody>
      </p:sp>
      <p:sp>
        <p:nvSpPr>
          <p:cNvPr id="2480" name="线条"/>
          <p:cNvSpPr/>
          <p:nvPr/>
        </p:nvSpPr>
        <p:spPr>
          <a:xfrm flipV="1">
            <a:off x="9782499" y="5729111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81" name="线条"/>
          <p:cNvSpPr/>
          <p:nvPr/>
        </p:nvSpPr>
        <p:spPr>
          <a:xfrm>
            <a:off x="9798755" y="3180079"/>
            <a:ext cx="1" cy="203200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84" name="成组"/>
          <p:cNvGrpSpPr/>
          <p:nvPr/>
        </p:nvGrpSpPr>
        <p:grpSpPr>
          <a:xfrm>
            <a:off x="1221457" y="7276817"/>
            <a:ext cx="817317" cy="577992"/>
            <a:chOff x="0" y="0"/>
            <a:chExt cx="817315" cy="577991"/>
          </a:xfrm>
        </p:grpSpPr>
        <p:sp>
          <p:nvSpPr>
            <p:cNvPr id="2482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83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485" name="线条"/>
          <p:cNvSpPr/>
          <p:nvPr/>
        </p:nvSpPr>
        <p:spPr>
          <a:xfrm>
            <a:off x="815057" y="7552266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88" name="成组"/>
          <p:cNvGrpSpPr/>
          <p:nvPr/>
        </p:nvGrpSpPr>
        <p:grpSpPr>
          <a:xfrm>
            <a:off x="2409048" y="7276817"/>
            <a:ext cx="817317" cy="577992"/>
            <a:chOff x="0" y="0"/>
            <a:chExt cx="817315" cy="577991"/>
          </a:xfrm>
        </p:grpSpPr>
        <p:sp>
          <p:nvSpPr>
            <p:cNvPr id="2486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87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489" name="线条"/>
          <p:cNvSpPr/>
          <p:nvPr/>
        </p:nvSpPr>
        <p:spPr>
          <a:xfrm>
            <a:off x="2002648" y="7552266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92" name="成组"/>
          <p:cNvGrpSpPr/>
          <p:nvPr/>
        </p:nvGrpSpPr>
        <p:grpSpPr>
          <a:xfrm>
            <a:off x="3596640" y="7276817"/>
            <a:ext cx="817316" cy="577992"/>
            <a:chOff x="0" y="0"/>
            <a:chExt cx="817315" cy="577991"/>
          </a:xfrm>
        </p:grpSpPr>
        <p:sp>
          <p:nvSpPr>
            <p:cNvPr id="2490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91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493" name="线条"/>
          <p:cNvSpPr/>
          <p:nvPr/>
        </p:nvSpPr>
        <p:spPr>
          <a:xfrm>
            <a:off x="3190239" y="7552266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96" name="成组"/>
          <p:cNvGrpSpPr/>
          <p:nvPr/>
        </p:nvGrpSpPr>
        <p:grpSpPr>
          <a:xfrm>
            <a:off x="4781973" y="7276817"/>
            <a:ext cx="817316" cy="577992"/>
            <a:chOff x="0" y="0"/>
            <a:chExt cx="817315" cy="577991"/>
          </a:xfrm>
        </p:grpSpPr>
        <p:sp>
          <p:nvSpPr>
            <p:cNvPr id="2494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95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497" name="线条"/>
          <p:cNvSpPr/>
          <p:nvPr/>
        </p:nvSpPr>
        <p:spPr>
          <a:xfrm>
            <a:off x="4375573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00" name="成组"/>
          <p:cNvGrpSpPr/>
          <p:nvPr/>
        </p:nvGrpSpPr>
        <p:grpSpPr>
          <a:xfrm>
            <a:off x="5969564" y="7276817"/>
            <a:ext cx="817316" cy="577992"/>
            <a:chOff x="0" y="0"/>
            <a:chExt cx="817315" cy="577991"/>
          </a:xfrm>
        </p:grpSpPr>
        <p:sp>
          <p:nvSpPr>
            <p:cNvPr id="2498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99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501" name="线条"/>
          <p:cNvSpPr/>
          <p:nvPr/>
        </p:nvSpPr>
        <p:spPr>
          <a:xfrm>
            <a:off x="5563164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04" name="成组"/>
          <p:cNvGrpSpPr/>
          <p:nvPr/>
        </p:nvGrpSpPr>
        <p:grpSpPr>
          <a:xfrm>
            <a:off x="7157155" y="7276817"/>
            <a:ext cx="817316" cy="577992"/>
            <a:chOff x="0" y="0"/>
            <a:chExt cx="817315" cy="577991"/>
          </a:xfrm>
        </p:grpSpPr>
        <p:sp>
          <p:nvSpPr>
            <p:cNvPr id="2502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03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505" name="线条"/>
          <p:cNvSpPr/>
          <p:nvPr/>
        </p:nvSpPr>
        <p:spPr>
          <a:xfrm>
            <a:off x="6750755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08" name="成组"/>
          <p:cNvGrpSpPr/>
          <p:nvPr/>
        </p:nvGrpSpPr>
        <p:grpSpPr>
          <a:xfrm>
            <a:off x="8342489" y="7276817"/>
            <a:ext cx="817316" cy="577992"/>
            <a:chOff x="0" y="0"/>
            <a:chExt cx="817315" cy="577991"/>
          </a:xfrm>
        </p:grpSpPr>
        <p:sp>
          <p:nvSpPr>
            <p:cNvPr id="2506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07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509" name="线条"/>
          <p:cNvSpPr/>
          <p:nvPr/>
        </p:nvSpPr>
        <p:spPr>
          <a:xfrm>
            <a:off x="7936089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12" name="成组"/>
          <p:cNvGrpSpPr/>
          <p:nvPr/>
        </p:nvGrpSpPr>
        <p:grpSpPr>
          <a:xfrm>
            <a:off x="9530080" y="7276817"/>
            <a:ext cx="817316" cy="577992"/>
            <a:chOff x="0" y="0"/>
            <a:chExt cx="817315" cy="577991"/>
          </a:xfrm>
        </p:grpSpPr>
        <p:sp>
          <p:nvSpPr>
            <p:cNvPr id="2510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11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513" name="线条"/>
          <p:cNvSpPr/>
          <p:nvPr/>
        </p:nvSpPr>
        <p:spPr>
          <a:xfrm>
            <a:off x="9123680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16" name="成组"/>
          <p:cNvGrpSpPr/>
          <p:nvPr/>
        </p:nvGrpSpPr>
        <p:grpSpPr>
          <a:xfrm>
            <a:off x="10717671" y="7276817"/>
            <a:ext cx="817317" cy="577992"/>
            <a:chOff x="0" y="0"/>
            <a:chExt cx="817315" cy="577991"/>
          </a:xfrm>
        </p:grpSpPr>
        <p:sp>
          <p:nvSpPr>
            <p:cNvPr id="2514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15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517" name="线条"/>
          <p:cNvSpPr/>
          <p:nvPr/>
        </p:nvSpPr>
        <p:spPr>
          <a:xfrm>
            <a:off x="10311271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20" name="成组"/>
          <p:cNvGrpSpPr/>
          <p:nvPr/>
        </p:nvGrpSpPr>
        <p:grpSpPr>
          <a:xfrm>
            <a:off x="11903005" y="7276817"/>
            <a:ext cx="817316" cy="577992"/>
            <a:chOff x="0" y="0"/>
            <a:chExt cx="817315" cy="577991"/>
          </a:xfrm>
        </p:grpSpPr>
        <p:sp>
          <p:nvSpPr>
            <p:cNvPr id="2518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19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521" name="线条"/>
          <p:cNvSpPr/>
          <p:nvPr/>
        </p:nvSpPr>
        <p:spPr>
          <a:xfrm>
            <a:off x="11496605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22" name="二趟收集"/>
          <p:cNvSpPr txBox="1"/>
          <p:nvPr/>
        </p:nvSpPr>
        <p:spPr>
          <a:xfrm>
            <a:off x="200405" y="6452073"/>
            <a:ext cx="652781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二趟收集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23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524" name="二趟…"/>
          <p:cNvSpPr txBox="1"/>
          <p:nvPr/>
        </p:nvSpPr>
        <p:spPr>
          <a:xfrm>
            <a:off x="200405" y="3515410"/>
            <a:ext cx="652781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lnSpc>
                <a:spcPct val="100000"/>
              </a:lnSpc>
              <a:defRPr sz="2500" b="1"/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二趟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t>分配</a:t>
            </a: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3、按百位数的取值， 分配成 10 组，然后按从 0 至…"/>
          <p:cNvSpPr txBox="1"/>
          <p:nvPr/>
        </p:nvSpPr>
        <p:spPr>
          <a:xfrm>
            <a:off x="326801" y="1660617"/>
            <a:ext cx="12351199" cy="163137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defRPr sz="3800"/>
            </a:pPr>
            <a:r>
              <a:t>3、按百位数的取值， </a:t>
            </a:r>
            <a:r>
              <a:rPr>
                <a:solidFill>
                  <a:schemeClr val="accent1"/>
                </a:solidFill>
              </a:rPr>
              <a:t>分配</a:t>
            </a:r>
            <a:r>
              <a:t>成 10 组，然后按从 0 至 </a:t>
            </a:r>
          </a:p>
          <a:p>
            <a:pPr indent="0" defTabSz="1300480">
              <a:defRPr sz="3800"/>
            </a:pPr>
            <a:r>
              <a:t>    9 的顺序将它们</a:t>
            </a:r>
            <a:r>
              <a:rPr>
                <a:solidFill>
                  <a:schemeClr val="accent1"/>
                </a:solidFill>
              </a:rPr>
              <a:t>收集</a:t>
            </a:r>
            <a:r>
              <a:t>在一起：</a:t>
            </a:r>
          </a:p>
        </p:txBody>
      </p:sp>
      <p:sp>
        <p:nvSpPr>
          <p:cNvPr id="2527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6" grpId="1" animBg="1" advAuto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1" name="成组"/>
          <p:cNvGrpSpPr/>
          <p:nvPr/>
        </p:nvGrpSpPr>
        <p:grpSpPr>
          <a:xfrm>
            <a:off x="1352408" y="6926862"/>
            <a:ext cx="817317" cy="577992"/>
            <a:chOff x="0" y="0"/>
            <a:chExt cx="817315" cy="577991"/>
          </a:xfrm>
        </p:grpSpPr>
        <p:sp>
          <p:nvSpPr>
            <p:cNvPr id="252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30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532" name="线条"/>
          <p:cNvSpPr/>
          <p:nvPr/>
        </p:nvSpPr>
        <p:spPr>
          <a:xfrm>
            <a:off x="946008" y="7202311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35" name="成组"/>
          <p:cNvGrpSpPr/>
          <p:nvPr/>
        </p:nvGrpSpPr>
        <p:grpSpPr>
          <a:xfrm>
            <a:off x="2540000" y="6926862"/>
            <a:ext cx="817316" cy="577992"/>
            <a:chOff x="0" y="0"/>
            <a:chExt cx="817315" cy="577991"/>
          </a:xfrm>
        </p:grpSpPr>
        <p:sp>
          <p:nvSpPr>
            <p:cNvPr id="253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34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536" name="线条"/>
          <p:cNvSpPr/>
          <p:nvPr/>
        </p:nvSpPr>
        <p:spPr>
          <a:xfrm>
            <a:off x="2133600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39" name="成组"/>
          <p:cNvGrpSpPr/>
          <p:nvPr/>
        </p:nvGrpSpPr>
        <p:grpSpPr>
          <a:xfrm>
            <a:off x="3727591" y="6926862"/>
            <a:ext cx="817316" cy="577992"/>
            <a:chOff x="0" y="0"/>
            <a:chExt cx="817315" cy="577991"/>
          </a:xfrm>
        </p:grpSpPr>
        <p:sp>
          <p:nvSpPr>
            <p:cNvPr id="253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38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540" name="线条"/>
          <p:cNvSpPr/>
          <p:nvPr/>
        </p:nvSpPr>
        <p:spPr>
          <a:xfrm>
            <a:off x="3321191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43" name="成组"/>
          <p:cNvGrpSpPr/>
          <p:nvPr/>
        </p:nvGrpSpPr>
        <p:grpSpPr>
          <a:xfrm>
            <a:off x="4912924" y="6926862"/>
            <a:ext cx="817316" cy="577992"/>
            <a:chOff x="0" y="0"/>
            <a:chExt cx="817315" cy="577991"/>
          </a:xfrm>
        </p:grpSpPr>
        <p:sp>
          <p:nvSpPr>
            <p:cNvPr id="254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42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544" name="线条"/>
          <p:cNvSpPr/>
          <p:nvPr/>
        </p:nvSpPr>
        <p:spPr>
          <a:xfrm>
            <a:off x="4506524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47" name="成组"/>
          <p:cNvGrpSpPr/>
          <p:nvPr/>
        </p:nvGrpSpPr>
        <p:grpSpPr>
          <a:xfrm>
            <a:off x="6100515" y="6926862"/>
            <a:ext cx="817316" cy="577992"/>
            <a:chOff x="0" y="0"/>
            <a:chExt cx="817315" cy="577991"/>
          </a:xfrm>
        </p:grpSpPr>
        <p:sp>
          <p:nvSpPr>
            <p:cNvPr id="254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46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548" name="线条"/>
          <p:cNvSpPr/>
          <p:nvPr/>
        </p:nvSpPr>
        <p:spPr>
          <a:xfrm>
            <a:off x="5694115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51" name="成组"/>
          <p:cNvGrpSpPr/>
          <p:nvPr/>
        </p:nvGrpSpPr>
        <p:grpSpPr>
          <a:xfrm>
            <a:off x="7288106" y="6926862"/>
            <a:ext cx="817316" cy="577992"/>
            <a:chOff x="0" y="0"/>
            <a:chExt cx="817315" cy="577991"/>
          </a:xfrm>
        </p:grpSpPr>
        <p:sp>
          <p:nvSpPr>
            <p:cNvPr id="254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50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552" name="线条"/>
          <p:cNvSpPr/>
          <p:nvPr/>
        </p:nvSpPr>
        <p:spPr>
          <a:xfrm>
            <a:off x="6881706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55" name="成组"/>
          <p:cNvGrpSpPr/>
          <p:nvPr/>
        </p:nvGrpSpPr>
        <p:grpSpPr>
          <a:xfrm>
            <a:off x="8473440" y="6926862"/>
            <a:ext cx="817316" cy="577992"/>
            <a:chOff x="0" y="0"/>
            <a:chExt cx="817315" cy="577991"/>
          </a:xfrm>
        </p:grpSpPr>
        <p:sp>
          <p:nvSpPr>
            <p:cNvPr id="255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54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556" name="线条"/>
          <p:cNvSpPr/>
          <p:nvPr/>
        </p:nvSpPr>
        <p:spPr>
          <a:xfrm>
            <a:off x="8067040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59" name="成组"/>
          <p:cNvGrpSpPr/>
          <p:nvPr/>
        </p:nvGrpSpPr>
        <p:grpSpPr>
          <a:xfrm>
            <a:off x="9661031" y="6926862"/>
            <a:ext cx="817316" cy="577992"/>
            <a:chOff x="0" y="0"/>
            <a:chExt cx="817315" cy="577991"/>
          </a:xfrm>
        </p:grpSpPr>
        <p:sp>
          <p:nvSpPr>
            <p:cNvPr id="255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58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560" name="线条"/>
          <p:cNvSpPr/>
          <p:nvPr/>
        </p:nvSpPr>
        <p:spPr>
          <a:xfrm>
            <a:off x="9254631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63" name="成组"/>
          <p:cNvGrpSpPr/>
          <p:nvPr/>
        </p:nvGrpSpPr>
        <p:grpSpPr>
          <a:xfrm>
            <a:off x="10848622" y="6926862"/>
            <a:ext cx="817316" cy="577992"/>
            <a:chOff x="0" y="0"/>
            <a:chExt cx="817315" cy="577991"/>
          </a:xfrm>
        </p:grpSpPr>
        <p:sp>
          <p:nvSpPr>
            <p:cNvPr id="256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62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564" name="线条"/>
          <p:cNvSpPr/>
          <p:nvPr/>
        </p:nvSpPr>
        <p:spPr>
          <a:xfrm>
            <a:off x="10442222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67" name="成组"/>
          <p:cNvGrpSpPr/>
          <p:nvPr/>
        </p:nvGrpSpPr>
        <p:grpSpPr>
          <a:xfrm>
            <a:off x="12033956" y="6926862"/>
            <a:ext cx="817316" cy="577992"/>
            <a:chOff x="0" y="0"/>
            <a:chExt cx="817315" cy="577991"/>
          </a:xfrm>
        </p:grpSpPr>
        <p:sp>
          <p:nvSpPr>
            <p:cNvPr id="256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66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568" name="线条"/>
          <p:cNvSpPr/>
          <p:nvPr/>
        </p:nvSpPr>
        <p:spPr>
          <a:xfrm>
            <a:off x="11627556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69" name="三趟收集"/>
          <p:cNvSpPr txBox="1"/>
          <p:nvPr/>
        </p:nvSpPr>
        <p:spPr>
          <a:xfrm>
            <a:off x="231986" y="5936544"/>
            <a:ext cx="614117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三趟收集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70" name="109"/>
          <p:cNvSpPr txBox="1"/>
          <p:nvPr/>
        </p:nvSpPr>
        <p:spPr>
          <a:xfrm>
            <a:off x="2287128" y="4940864"/>
            <a:ext cx="828606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109</a:t>
            </a:r>
          </a:p>
        </p:txBody>
      </p:sp>
      <p:sp>
        <p:nvSpPr>
          <p:cNvPr id="2571" name="线条"/>
          <p:cNvSpPr/>
          <p:nvPr/>
        </p:nvSpPr>
        <p:spPr>
          <a:xfrm flipV="1">
            <a:off x="2708881" y="5473700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2" name="008"/>
          <p:cNvSpPr txBox="1"/>
          <p:nvPr/>
        </p:nvSpPr>
        <p:spPr>
          <a:xfrm>
            <a:off x="1113084" y="4916029"/>
            <a:ext cx="828605" cy="53404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008</a:t>
            </a:r>
          </a:p>
        </p:txBody>
      </p:sp>
      <p:sp>
        <p:nvSpPr>
          <p:cNvPr id="2573" name="线条"/>
          <p:cNvSpPr/>
          <p:nvPr/>
        </p:nvSpPr>
        <p:spPr>
          <a:xfrm flipV="1">
            <a:off x="1455814" y="5451122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4" name="184"/>
          <p:cNvSpPr txBox="1"/>
          <p:nvPr/>
        </p:nvSpPr>
        <p:spPr>
          <a:xfrm>
            <a:off x="2298417" y="4071620"/>
            <a:ext cx="828606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184</a:t>
            </a:r>
          </a:p>
        </p:txBody>
      </p:sp>
      <p:sp>
        <p:nvSpPr>
          <p:cNvPr id="2575" name="线条"/>
          <p:cNvSpPr/>
          <p:nvPr/>
        </p:nvSpPr>
        <p:spPr>
          <a:xfrm flipV="1">
            <a:off x="2731910" y="4647353"/>
            <a:ext cx="1" cy="2506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6" name="线条"/>
          <p:cNvSpPr/>
          <p:nvPr/>
        </p:nvSpPr>
        <p:spPr>
          <a:xfrm flipH="1">
            <a:off x="2740942" y="2874997"/>
            <a:ext cx="1" cy="12304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7" name="930"/>
          <p:cNvSpPr txBox="1"/>
          <p:nvPr/>
        </p:nvSpPr>
        <p:spPr>
          <a:xfrm>
            <a:off x="11767537" y="4891193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930</a:t>
            </a:r>
          </a:p>
        </p:txBody>
      </p:sp>
      <p:sp>
        <p:nvSpPr>
          <p:cNvPr id="2578" name="线条"/>
          <p:cNvSpPr/>
          <p:nvPr/>
        </p:nvSpPr>
        <p:spPr>
          <a:xfrm flipV="1">
            <a:off x="12196063" y="5421771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9" name="线条"/>
          <p:cNvSpPr/>
          <p:nvPr/>
        </p:nvSpPr>
        <p:spPr>
          <a:xfrm>
            <a:off x="12178453" y="2823068"/>
            <a:ext cx="1" cy="2056837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80" name="t[0]"/>
          <p:cNvSpPr txBox="1"/>
          <p:nvPr/>
        </p:nvSpPr>
        <p:spPr>
          <a:xfrm>
            <a:off x="1097279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t[0]</a:t>
            </a:r>
          </a:p>
        </p:txBody>
      </p:sp>
      <p:sp>
        <p:nvSpPr>
          <p:cNvPr id="2581" name="t[1]"/>
          <p:cNvSpPr txBox="1"/>
          <p:nvPr/>
        </p:nvSpPr>
        <p:spPr>
          <a:xfrm>
            <a:off x="2280355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t[1]</a:t>
            </a:r>
          </a:p>
        </p:txBody>
      </p:sp>
      <p:sp>
        <p:nvSpPr>
          <p:cNvPr id="2582" name="t[2]"/>
          <p:cNvSpPr txBox="1"/>
          <p:nvPr/>
        </p:nvSpPr>
        <p:spPr>
          <a:xfrm>
            <a:off x="3463430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t[2]</a:t>
            </a:r>
          </a:p>
        </p:txBody>
      </p:sp>
      <p:sp>
        <p:nvSpPr>
          <p:cNvPr id="2583" name="t[3]"/>
          <p:cNvSpPr txBox="1"/>
          <p:nvPr/>
        </p:nvSpPr>
        <p:spPr>
          <a:xfrm>
            <a:off x="4648764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t[3]</a:t>
            </a:r>
          </a:p>
        </p:txBody>
      </p:sp>
      <p:sp>
        <p:nvSpPr>
          <p:cNvPr id="2584" name="t[4]"/>
          <p:cNvSpPr txBox="1"/>
          <p:nvPr/>
        </p:nvSpPr>
        <p:spPr>
          <a:xfrm>
            <a:off x="5831840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t[4]</a:t>
            </a:r>
          </a:p>
        </p:txBody>
      </p:sp>
      <p:sp>
        <p:nvSpPr>
          <p:cNvPr id="2585" name="t[5]"/>
          <p:cNvSpPr txBox="1"/>
          <p:nvPr/>
        </p:nvSpPr>
        <p:spPr>
          <a:xfrm>
            <a:off x="7017173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t[5]</a:t>
            </a:r>
          </a:p>
        </p:txBody>
      </p:sp>
      <p:sp>
        <p:nvSpPr>
          <p:cNvPr id="2586" name="t[6]"/>
          <p:cNvSpPr txBox="1"/>
          <p:nvPr/>
        </p:nvSpPr>
        <p:spPr>
          <a:xfrm>
            <a:off x="8200248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t[6]</a:t>
            </a:r>
          </a:p>
        </p:txBody>
      </p:sp>
      <p:sp>
        <p:nvSpPr>
          <p:cNvPr id="2587" name="t[7]"/>
          <p:cNvSpPr txBox="1"/>
          <p:nvPr/>
        </p:nvSpPr>
        <p:spPr>
          <a:xfrm>
            <a:off x="9385582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t[7]</a:t>
            </a:r>
          </a:p>
        </p:txBody>
      </p:sp>
      <p:sp>
        <p:nvSpPr>
          <p:cNvPr id="2588" name="t[8]"/>
          <p:cNvSpPr txBox="1"/>
          <p:nvPr/>
        </p:nvSpPr>
        <p:spPr>
          <a:xfrm>
            <a:off x="10568657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t[8]</a:t>
            </a:r>
          </a:p>
        </p:txBody>
      </p:sp>
      <p:sp>
        <p:nvSpPr>
          <p:cNvPr id="2589" name="t[9]"/>
          <p:cNvSpPr txBox="1"/>
          <p:nvPr/>
        </p:nvSpPr>
        <p:spPr>
          <a:xfrm>
            <a:off x="11753991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t[9]</a:t>
            </a:r>
          </a:p>
        </p:txBody>
      </p:sp>
      <p:sp>
        <p:nvSpPr>
          <p:cNvPr id="2590" name="h[0]"/>
          <p:cNvSpPr txBox="1"/>
          <p:nvPr/>
        </p:nvSpPr>
        <p:spPr>
          <a:xfrm>
            <a:off x="1097279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h[0]</a:t>
            </a:r>
          </a:p>
        </p:txBody>
      </p:sp>
      <p:sp>
        <p:nvSpPr>
          <p:cNvPr id="2591" name="h[1]"/>
          <p:cNvSpPr txBox="1"/>
          <p:nvPr/>
        </p:nvSpPr>
        <p:spPr>
          <a:xfrm>
            <a:off x="2280355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h[1]</a:t>
            </a:r>
          </a:p>
        </p:txBody>
      </p:sp>
      <p:sp>
        <p:nvSpPr>
          <p:cNvPr id="2592" name="h[2]"/>
          <p:cNvSpPr txBox="1"/>
          <p:nvPr/>
        </p:nvSpPr>
        <p:spPr>
          <a:xfrm>
            <a:off x="3463430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h[2]</a:t>
            </a:r>
          </a:p>
        </p:txBody>
      </p:sp>
      <p:sp>
        <p:nvSpPr>
          <p:cNvPr id="2593" name="h[3]"/>
          <p:cNvSpPr txBox="1"/>
          <p:nvPr/>
        </p:nvSpPr>
        <p:spPr>
          <a:xfrm>
            <a:off x="4648764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h[3]</a:t>
            </a:r>
          </a:p>
        </p:txBody>
      </p:sp>
      <p:sp>
        <p:nvSpPr>
          <p:cNvPr id="2594" name="h[4]"/>
          <p:cNvSpPr txBox="1"/>
          <p:nvPr/>
        </p:nvSpPr>
        <p:spPr>
          <a:xfrm>
            <a:off x="5831840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h[4]</a:t>
            </a:r>
          </a:p>
        </p:txBody>
      </p:sp>
      <p:sp>
        <p:nvSpPr>
          <p:cNvPr id="2595" name="h[5]"/>
          <p:cNvSpPr txBox="1"/>
          <p:nvPr/>
        </p:nvSpPr>
        <p:spPr>
          <a:xfrm>
            <a:off x="7017173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h[5]</a:t>
            </a:r>
          </a:p>
        </p:txBody>
      </p:sp>
      <p:sp>
        <p:nvSpPr>
          <p:cNvPr id="2596" name="h[6]"/>
          <p:cNvSpPr txBox="1"/>
          <p:nvPr/>
        </p:nvSpPr>
        <p:spPr>
          <a:xfrm>
            <a:off x="8200248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h[6]</a:t>
            </a:r>
          </a:p>
        </p:txBody>
      </p:sp>
      <p:sp>
        <p:nvSpPr>
          <p:cNvPr id="2597" name="h[7]"/>
          <p:cNvSpPr txBox="1"/>
          <p:nvPr/>
        </p:nvSpPr>
        <p:spPr>
          <a:xfrm>
            <a:off x="9385582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h[7]</a:t>
            </a:r>
          </a:p>
        </p:txBody>
      </p:sp>
      <p:sp>
        <p:nvSpPr>
          <p:cNvPr id="2598" name="h[8]"/>
          <p:cNvSpPr txBox="1"/>
          <p:nvPr/>
        </p:nvSpPr>
        <p:spPr>
          <a:xfrm>
            <a:off x="10568657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h[8]</a:t>
            </a:r>
          </a:p>
        </p:txBody>
      </p:sp>
      <p:sp>
        <p:nvSpPr>
          <p:cNvPr id="2599" name="h[9]"/>
          <p:cNvSpPr txBox="1"/>
          <p:nvPr/>
        </p:nvSpPr>
        <p:spPr>
          <a:xfrm>
            <a:off x="11753991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h[9]</a:t>
            </a:r>
          </a:p>
        </p:txBody>
      </p:sp>
      <p:sp>
        <p:nvSpPr>
          <p:cNvPr id="2600" name="063"/>
          <p:cNvSpPr txBox="1"/>
          <p:nvPr/>
        </p:nvSpPr>
        <p:spPr>
          <a:xfrm>
            <a:off x="1113084" y="4046784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063</a:t>
            </a:r>
          </a:p>
        </p:txBody>
      </p:sp>
      <p:sp>
        <p:nvSpPr>
          <p:cNvPr id="2601" name="线条"/>
          <p:cNvSpPr/>
          <p:nvPr/>
        </p:nvSpPr>
        <p:spPr>
          <a:xfrm flipV="1">
            <a:off x="1472070" y="4579620"/>
            <a:ext cx="1" cy="32737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2" name="083"/>
          <p:cNvSpPr txBox="1"/>
          <p:nvPr/>
        </p:nvSpPr>
        <p:spPr>
          <a:xfrm>
            <a:off x="1113084" y="32023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083</a:t>
            </a:r>
          </a:p>
        </p:txBody>
      </p:sp>
      <p:sp>
        <p:nvSpPr>
          <p:cNvPr id="2603" name="线条"/>
          <p:cNvSpPr/>
          <p:nvPr/>
        </p:nvSpPr>
        <p:spPr>
          <a:xfrm flipH="1">
            <a:off x="1521742" y="2773397"/>
            <a:ext cx="2258" cy="4267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4" name="线条"/>
          <p:cNvSpPr/>
          <p:nvPr/>
        </p:nvSpPr>
        <p:spPr>
          <a:xfrm flipV="1">
            <a:off x="1472070" y="3778109"/>
            <a:ext cx="1" cy="27544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5" name="269"/>
          <p:cNvSpPr txBox="1"/>
          <p:nvPr/>
        </p:nvSpPr>
        <p:spPr>
          <a:xfrm>
            <a:off x="3481493" y="4956668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269</a:t>
            </a:r>
          </a:p>
        </p:txBody>
      </p:sp>
      <p:sp>
        <p:nvSpPr>
          <p:cNvPr id="2606" name="线条"/>
          <p:cNvSpPr/>
          <p:nvPr/>
        </p:nvSpPr>
        <p:spPr>
          <a:xfrm flipV="1">
            <a:off x="3903246" y="5489504"/>
            <a:ext cx="1" cy="4284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7" name="278"/>
          <p:cNvSpPr txBox="1"/>
          <p:nvPr/>
        </p:nvSpPr>
        <p:spPr>
          <a:xfrm>
            <a:off x="3492782" y="4087424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278</a:t>
            </a:r>
          </a:p>
        </p:txBody>
      </p:sp>
      <p:sp>
        <p:nvSpPr>
          <p:cNvPr id="2608" name="线条"/>
          <p:cNvSpPr/>
          <p:nvPr/>
        </p:nvSpPr>
        <p:spPr>
          <a:xfrm flipV="1">
            <a:off x="3926275" y="4663157"/>
            <a:ext cx="1" cy="2506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9" name="线条"/>
          <p:cNvSpPr/>
          <p:nvPr/>
        </p:nvSpPr>
        <p:spPr>
          <a:xfrm>
            <a:off x="3935306" y="2890802"/>
            <a:ext cx="1" cy="12304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10" name="505"/>
          <p:cNvSpPr txBox="1"/>
          <p:nvPr/>
        </p:nvSpPr>
        <p:spPr>
          <a:xfrm>
            <a:off x="6969759" y="4931833"/>
            <a:ext cx="828606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505</a:t>
            </a:r>
          </a:p>
        </p:txBody>
      </p:sp>
      <p:sp>
        <p:nvSpPr>
          <p:cNvPr id="2611" name="线条"/>
          <p:cNvSpPr/>
          <p:nvPr/>
        </p:nvSpPr>
        <p:spPr>
          <a:xfrm flipV="1">
            <a:off x="7391512" y="5464669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12" name="589"/>
          <p:cNvSpPr txBox="1"/>
          <p:nvPr/>
        </p:nvSpPr>
        <p:spPr>
          <a:xfrm>
            <a:off x="6981049" y="4062588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589</a:t>
            </a:r>
          </a:p>
        </p:txBody>
      </p:sp>
      <p:sp>
        <p:nvSpPr>
          <p:cNvPr id="2613" name="线条"/>
          <p:cNvSpPr/>
          <p:nvPr/>
        </p:nvSpPr>
        <p:spPr>
          <a:xfrm flipV="1">
            <a:off x="7414542" y="4638321"/>
            <a:ext cx="1" cy="25061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14" name="线条"/>
          <p:cNvSpPr/>
          <p:nvPr/>
        </p:nvSpPr>
        <p:spPr>
          <a:xfrm>
            <a:off x="7423573" y="2865966"/>
            <a:ext cx="1" cy="12304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17" name="成组"/>
          <p:cNvGrpSpPr/>
          <p:nvPr/>
        </p:nvGrpSpPr>
        <p:grpSpPr>
          <a:xfrm>
            <a:off x="1174044" y="1514122"/>
            <a:ext cx="817316" cy="577992"/>
            <a:chOff x="0" y="0"/>
            <a:chExt cx="817315" cy="577991"/>
          </a:xfrm>
        </p:grpSpPr>
        <p:sp>
          <p:nvSpPr>
            <p:cNvPr id="261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16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618" name="线条"/>
          <p:cNvSpPr/>
          <p:nvPr/>
        </p:nvSpPr>
        <p:spPr>
          <a:xfrm>
            <a:off x="767644" y="1789570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21" name="成组"/>
          <p:cNvGrpSpPr/>
          <p:nvPr/>
        </p:nvGrpSpPr>
        <p:grpSpPr>
          <a:xfrm>
            <a:off x="2361635" y="1514122"/>
            <a:ext cx="817317" cy="577992"/>
            <a:chOff x="0" y="0"/>
            <a:chExt cx="817315" cy="577991"/>
          </a:xfrm>
        </p:grpSpPr>
        <p:sp>
          <p:nvSpPr>
            <p:cNvPr id="261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20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622" name="线条"/>
          <p:cNvSpPr/>
          <p:nvPr/>
        </p:nvSpPr>
        <p:spPr>
          <a:xfrm>
            <a:off x="1955235" y="1789570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25" name="成组"/>
          <p:cNvGrpSpPr/>
          <p:nvPr/>
        </p:nvGrpSpPr>
        <p:grpSpPr>
          <a:xfrm>
            <a:off x="3549226" y="1514122"/>
            <a:ext cx="817317" cy="577992"/>
            <a:chOff x="0" y="0"/>
            <a:chExt cx="817315" cy="577991"/>
          </a:xfrm>
        </p:grpSpPr>
        <p:sp>
          <p:nvSpPr>
            <p:cNvPr id="262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24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626" name="线条"/>
          <p:cNvSpPr/>
          <p:nvPr/>
        </p:nvSpPr>
        <p:spPr>
          <a:xfrm>
            <a:off x="3142826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29" name="成组"/>
          <p:cNvGrpSpPr/>
          <p:nvPr/>
        </p:nvGrpSpPr>
        <p:grpSpPr>
          <a:xfrm>
            <a:off x="4734559" y="1514122"/>
            <a:ext cx="817317" cy="577992"/>
            <a:chOff x="0" y="0"/>
            <a:chExt cx="817315" cy="577991"/>
          </a:xfrm>
        </p:grpSpPr>
        <p:sp>
          <p:nvSpPr>
            <p:cNvPr id="262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28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630" name="线条"/>
          <p:cNvSpPr/>
          <p:nvPr/>
        </p:nvSpPr>
        <p:spPr>
          <a:xfrm>
            <a:off x="4328159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33" name="成组"/>
          <p:cNvGrpSpPr/>
          <p:nvPr/>
        </p:nvGrpSpPr>
        <p:grpSpPr>
          <a:xfrm>
            <a:off x="5922150" y="1514122"/>
            <a:ext cx="817317" cy="577992"/>
            <a:chOff x="0" y="0"/>
            <a:chExt cx="817315" cy="577991"/>
          </a:xfrm>
        </p:grpSpPr>
        <p:sp>
          <p:nvSpPr>
            <p:cNvPr id="263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32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634" name="线条"/>
          <p:cNvSpPr/>
          <p:nvPr/>
        </p:nvSpPr>
        <p:spPr>
          <a:xfrm>
            <a:off x="5515750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37" name="成组"/>
          <p:cNvGrpSpPr/>
          <p:nvPr/>
        </p:nvGrpSpPr>
        <p:grpSpPr>
          <a:xfrm>
            <a:off x="7109741" y="1514122"/>
            <a:ext cx="817317" cy="577992"/>
            <a:chOff x="0" y="0"/>
            <a:chExt cx="817315" cy="577991"/>
          </a:xfrm>
        </p:grpSpPr>
        <p:sp>
          <p:nvSpPr>
            <p:cNvPr id="263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36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638" name="线条"/>
          <p:cNvSpPr/>
          <p:nvPr/>
        </p:nvSpPr>
        <p:spPr>
          <a:xfrm>
            <a:off x="6703341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41" name="成组"/>
          <p:cNvGrpSpPr/>
          <p:nvPr/>
        </p:nvGrpSpPr>
        <p:grpSpPr>
          <a:xfrm>
            <a:off x="8295075" y="1514122"/>
            <a:ext cx="817317" cy="577992"/>
            <a:chOff x="0" y="0"/>
            <a:chExt cx="817315" cy="577991"/>
          </a:xfrm>
        </p:grpSpPr>
        <p:sp>
          <p:nvSpPr>
            <p:cNvPr id="263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40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642" name="线条"/>
          <p:cNvSpPr/>
          <p:nvPr/>
        </p:nvSpPr>
        <p:spPr>
          <a:xfrm>
            <a:off x="7888675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45" name="成组"/>
          <p:cNvGrpSpPr/>
          <p:nvPr/>
        </p:nvGrpSpPr>
        <p:grpSpPr>
          <a:xfrm>
            <a:off x="9482666" y="1514122"/>
            <a:ext cx="817317" cy="577992"/>
            <a:chOff x="0" y="0"/>
            <a:chExt cx="817315" cy="577991"/>
          </a:xfrm>
        </p:grpSpPr>
        <p:sp>
          <p:nvSpPr>
            <p:cNvPr id="264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44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646" name="线条"/>
          <p:cNvSpPr/>
          <p:nvPr/>
        </p:nvSpPr>
        <p:spPr>
          <a:xfrm>
            <a:off x="9076266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49" name="成组"/>
          <p:cNvGrpSpPr/>
          <p:nvPr/>
        </p:nvGrpSpPr>
        <p:grpSpPr>
          <a:xfrm>
            <a:off x="10670258" y="1514122"/>
            <a:ext cx="817316" cy="577992"/>
            <a:chOff x="0" y="0"/>
            <a:chExt cx="817315" cy="577991"/>
          </a:xfrm>
        </p:grpSpPr>
        <p:sp>
          <p:nvSpPr>
            <p:cNvPr id="264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48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650" name="线条"/>
          <p:cNvSpPr/>
          <p:nvPr/>
        </p:nvSpPr>
        <p:spPr>
          <a:xfrm>
            <a:off x="10263858" y="1789570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53" name="成组"/>
          <p:cNvGrpSpPr/>
          <p:nvPr/>
        </p:nvGrpSpPr>
        <p:grpSpPr>
          <a:xfrm>
            <a:off x="11855591" y="1514122"/>
            <a:ext cx="817317" cy="577992"/>
            <a:chOff x="0" y="0"/>
            <a:chExt cx="817315" cy="577991"/>
          </a:xfrm>
        </p:grpSpPr>
        <p:sp>
          <p:nvSpPr>
            <p:cNvPr id="265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52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654" name="线条"/>
          <p:cNvSpPr/>
          <p:nvPr/>
        </p:nvSpPr>
        <p:spPr>
          <a:xfrm>
            <a:off x="11449191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55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656" name="三趟分配"/>
          <p:cNvSpPr txBox="1"/>
          <p:nvPr/>
        </p:nvSpPr>
        <p:spPr>
          <a:xfrm>
            <a:off x="231986" y="3087464"/>
            <a:ext cx="614117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三趟分配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基数排序的时间复杂度为O(p(n + m))…"/>
          <p:cNvSpPr txBox="1"/>
          <p:nvPr/>
        </p:nvSpPr>
        <p:spPr>
          <a:xfrm>
            <a:off x="262979" y="1493689"/>
            <a:ext cx="11542670" cy="261605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000"/>
            </a:pPr>
            <a:r>
              <a:t> 基数排序的时间复杂度为O(p(n + m))</a:t>
            </a:r>
          </a:p>
          <a:p>
            <a:pPr indent="0">
              <a:defRPr sz="3000"/>
            </a:pPr>
            <a:r>
              <a:t>     n：数据个数；m：基数；p：位数</a:t>
            </a:r>
          </a:p>
          <a:p>
            <a:pPr marL="351155" indent="-351155">
              <a:buSzPct val="60000"/>
              <a:buBlip>
                <a:blip r:embed="rId1"/>
              </a:buBlip>
              <a:defRPr sz="3000"/>
            </a:pPr>
            <a:r>
              <a:t>基数排序是稳定的排序方法</a:t>
            </a:r>
          </a:p>
          <a:p>
            <a:pPr marL="351155" indent="-351155">
              <a:buSzPct val="60000"/>
              <a:buBlip>
                <a:blip r:embed="rId1"/>
              </a:buBlip>
              <a:defRPr sz="3000"/>
            </a:pPr>
            <a:r>
              <a:t>基数排序的基数可以任意选定，</a:t>
            </a:r>
            <a:r>
              <a:rPr>
                <a:solidFill>
                  <a:schemeClr val="accent1"/>
                </a:solidFill>
              </a:rPr>
              <a:t>对十进制的数排序未必选10为基数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59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660" name="如果n个十进制数，最大的数为1060，则取 p = ?  m = ?"/>
          <p:cNvSpPr txBox="1"/>
          <p:nvPr/>
        </p:nvSpPr>
        <p:spPr>
          <a:xfrm>
            <a:off x="579430" y="4775200"/>
            <a:ext cx="9015157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如果n个十进制数，最大的数为10</a:t>
            </a:r>
            <a:r>
              <a:rPr baseline="32000"/>
              <a:t>60</a:t>
            </a:r>
            <a:r>
              <a:t>，则取 p = ?  m = ?</a:t>
            </a:r>
          </a:p>
        </p:txBody>
      </p:sp>
      <p:sp>
        <p:nvSpPr>
          <p:cNvPr id="2661" name="如果取“个位”、“十位”、“百位”、...?"/>
          <p:cNvSpPr txBox="1"/>
          <p:nvPr/>
        </p:nvSpPr>
        <p:spPr>
          <a:xfrm>
            <a:off x="579430" y="5742497"/>
            <a:ext cx="6213592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如果取</a:t>
            </a:r>
            <a:r>
              <a:rPr>
                <a:solidFill>
                  <a:schemeClr val="accent5"/>
                </a:solidFill>
              </a:rPr>
              <a:t>“</a:t>
            </a:r>
            <a:r>
              <a:t>个位</a:t>
            </a:r>
            <a:r>
              <a:rPr>
                <a:solidFill>
                  <a:schemeClr val="accent5"/>
                </a:solidFill>
              </a:rPr>
              <a:t>”</a:t>
            </a:r>
            <a:r>
              <a:t>、</a:t>
            </a:r>
            <a:r>
              <a:rPr>
                <a:solidFill>
                  <a:schemeClr val="accent5"/>
                </a:solidFill>
              </a:rPr>
              <a:t>“</a:t>
            </a:r>
            <a:r>
              <a:t>十位</a:t>
            </a:r>
            <a:r>
              <a:rPr>
                <a:solidFill>
                  <a:schemeClr val="accent5"/>
                </a:solidFill>
              </a:rPr>
              <a:t>”</a:t>
            </a:r>
            <a:r>
              <a:t>、</a:t>
            </a:r>
            <a:r>
              <a:rPr>
                <a:solidFill>
                  <a:schemeClr val="accent5"/>
                </a:solidFill>
              </a:rPr>
              <a:t>“</a:t>
            </a:r>
            <a:r>
              <a:t>百位</a:t>
            </a:r>
            <a:r>
              <a:rPr>
                <a:solidFill>
                  <a:schemeClr val="accent5"/>
                </a:solidFill>
              </a:rPr>
              <a:t>”</a:t>
            </a:r>
            <a:r>
              <a:t>、...?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sp>
        <p:nvSpPr>
          <p:cNvPr id="2664" name="试卷的分数值为0、1、2、3、...、99、100，如何对n份试卷…"/>
          <p:cNvSpPr txBox="1"/>
          <p:nvPr/>
        </p:nvSpPr>
        <p:spPr>
          <a:xfrm>
            <a:off x="637850" y="2419507"/>
            <a:ext cx="11617975" cy="148954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试卷的分数值为0、1、2、3、...、99、100，如何对n份试卷</a:t>
            </a:r>
          </a:p>
          <a:p>
            <a:r>
              <a:t>按分值从小到大排序？</a:t>
            </a:r>
          </a:p>
        </p:txBody>
      </p:sp>
      <p:sp>
        <p:nvSpPr>
          <p:cNvPr id="2665" name="在Knuth教授的著作中称为Distribution counting"/>
          <p:cNvSpPr txBox="1"/>
          <p:nvPr/>
        </p:nvSpPr>
        <p:spPr>
          <a:xfrm>
            <a:off x="160330" y="1622221"/>
            <a:ext cx="9098997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在Knuth教授的著作中称为Distribution counting</a:t>
            </a:r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sp>
        <p:nvSpPr>
          <p:cNvPr id="2668" name="假设数据R0、R1、...、Rn的关键字有m个不同值[0, m)，设置辅助数组…"/>
          <p:cNvSpPr txBox="1"/>
          <p:nvPr/>
        </p:nvSpPr>
        <p:spPr>
          <a:xfrm>
            <a:off x="38046" y="1529231"/>
            <a:ext cx="12733640" cy="54006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300"/>
            </a:pPr>
            <a:r>
              <a:t>假设数据R</a:t>
            </a:r>
            <a:r>
              <a:rPr baseline="-6000"/>
              <a:t>0</a:t>
            </a:r>
            <a:r>
              <a:t>、R</a:t>
            </a:r>
            <a:r>
              <a:rPr baseline="-6000"/>
              <a:t>1</a:t>
            </a:r>
            <a:r>
              <a:t>、...、R</a:t>
            </a:r>
            <a:r>
              <a:rPr baseline="-6000"/>
              <a:t>n</a:t>
            </a:r>
            <a:r>
              <a:t>的关键字有m个不同值[0, m)，设置辅助数组</a:t>
            </a:r>
          </a:p>
          <a:p>
            <a:pPr>
              <a:defRPr sz="3300"/>
            </a:pPr>
            <a:r>
              <a:t>count[M]</a:t>
            </a:r>
          </a:p>
          <a:p>
            <a:pPr>
              <a:defRPr sz="3300"/>
            </a:pPr>
          </a:p>
          <a:p>
            <a:pPr>
              <a:defRPr sz="3300"/>
            </a:pPr>
            <a:r>
              <a:t>1、初始化count[i] = 0;   0 ≤ i &lt; m</a:t>
            </a:r>
          </a:p>
          <a:p>
            <a:pPr>
              <a:defRPr sz="3300"/>
            </a:pPr>
            <a:r>
              <a:t>2、遍历数据，对每个R</a:t>
            </a:r>
            <a:r>
              <a:rPr baseline="-6000"/>
              <a:t>i</a:t>
            </a:r>
            <a:r>
              <a:t>，令count[K</a:t>
            </a:r>
            <a:r>
              <a:rPr baseline="-6000"/>
              <a:t>i</a:t>
            </a:r>
            <a:r>
              <a:t>]++</a:t>
            </a:r>
          </a:p>
          <a:p>
            <a:pPr>
              <a:defRPr sz="3300"/>
            </a:pPr>
            <a:r>
              <a:t>3、count[i] = count[i]  + count[i - 1]      1 ≤  i &lt; m</a:t>
            </a:r>
          </a:p>
          <a:p>
            <a:pPr>
              <a:defRPr sz="3300"/>
            </a:pPr>
            <a:r>
              <a:t>4、设置输出区S</a:t>
            </a:r>
          </a:p>
          <a:p>
            <a:pPr>
              <a:defRPr sz="3300"/>
            </a:pPr>
            <a:r>
              <a:t>5、遍历数据，对每个R</a:t>
            </a:r>
            <a:r>
              <a:rPr baseline="-6000"/>
              <a:t>i</a:t>
            </a:r>
            <a:r>
              <a:t>，将其复制到S[ count[K</a:t>
            </a:r>
            <a:r>
              <a:rPr baseline="-6000"/>
              <a:t>i</a:t>
            </a:r>
            <a:r>
              <a:t>]]  ，令count[K</a:t>
            </a:r>
            <a:r>
              <a:rPr baseline="-6000"/>
              <a:t>i</a:t>
            </a:r>
            <a:r>
              <a:t>]--  </a:t>
            </a: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graphicFrame>
        <p:nvGraphicFramePr>
          <p:cNvPr id="2671" name="表格"/>
          <p:cNvGraphicFramePr/>
          <p:nvPr/>
        </p:nvGraphicFramePr>
        <p:xfrm>
          <a:off x="2967774" y="1553919"/>
          <a:ext cx="9028108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grpSp>
        <p:nvGrpSpPr>
          <p:cNvPr id="2675" name="成组"/>
          <p:cNvGrpSpPr/>
          <p:nvPr/>
        </p:nvGrpSpPr>
        <p:grpSpPr>
          <a:xfrm>
            <a:off x="130035" y="2716186"/>
            <a:ext cx="5861901" cy="1529705"/>
            <a:chOff x="0" y="25400"/>
            <a:chExt cx="5861900" cy="1529703"/>
          </a:xfrm>
        </p:grpSpPr>
        <p:graphicFrame>
          <p:nvGraphicFramePr>
            <p:cNvPr id="2672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73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74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2676" name="对数据排序："/>
          <p:cNvSpPr txBox="1"/>
          <p:nvPr/>
        </p:nvSpPr>
        <p:spPr>
          <a:xfrm>
            <a:off x="-42870" y="1524146"/>
            <a:ext cx="2839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对数据排序：</a:t>
            </a:r>
          </a:p>
        </p:txBody>
      </p:sp>
      <p:grpSp>
        <p:nvGrpSpPr>
          <p:cNvPr id="2680" name="成组"/>
          <p:cNvGrpSpPr/>
          <p:nvPr/>
        </p:nvGrpSpPr>
        <p:grpSpPr>
          <a:xfrm>
            <a:off x="6267121" y="2716186"/>
            <a:ext cx="5861901" cy="1529705"/>
            <a:chOff x="0" y="25400"/>
            <a:chExt cx="5861900" cy="1529703"/>
          </a:xfrm>
        </p:grpSpPr>
        <p:graphicFrame>
          <p:nvGraphicFramePr>
            <p:cNvPr id="2677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78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79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2681" name="第2步后的结果"/>
          <p:cNvSpPr txBox="1"/>
          <p:nvPr/>
        </p:nvSpPr>
        <p:spPr>
          <a:xfrm>
            <a:off x="2348223" y="4037776"/>
            <a:ext cx="26486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t>第2步后的结果</a:t>
            </a:r>
          </a:p>
        </p:txBody>
      </p:sp>
      <p:sp>
        <p:nvSpPr>
          <p:cNvPr id="2682" name="第3步后的结果"/>
          <p:cNvSpPr txBox="1"/>
          <p:nvPr/>
        </p:nvSpPr>
        <p:spPr>
          <a:xfrm>
            <a:off x="8444769" y="4037776"/>
            <a:ext cx="26486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t>第3步后的结果</a:t>
            </a:r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graphicFrame>
        <p:nvGraphicFramePr>
          <p:cNvPr id="2685" name="表格"/>
          <p:cNvGraphicFramePr/>
          <p:nvPr/>
        </p:nvGraphicFramePr>
        <p:xfrm>
          <a:off x="2665897" y="1253348"/>
          <a:ext cx="9028109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grpSp>
        <p:nvGrpSpPr>
          <p:cNvPr id="2689" name="成组"/>
          <p:cNvGrpSpPr/>
          <p:nvPr/>
        </p:nvGrpSpPr>
        <p:grpSpPr>
          <a:xfrm>
            <a:off x="6128989" y="2073768"/>
            <a:ext cx="5861901" cy="1529704"/>
            <a:chOff x="0" y="25400"/>
            <a:chExt cx="5861900" cy="1529703"/>
          </a:xfrm>
        </p:grpSpPr>
        <p:graphicFrame>
          <p:nvGraphicFramePr>
            <p:cNvPr id="2686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11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87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88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aphicFrame>
        <p:nvGraphicFramePr>
          <p:cNvPr id="2690" name="表格"/>
          <p:cNvGraphicFramePr/>
          <p:nvPr/>
        </p:nvGraphicFramePr>
        <p:xfrm>
          <a:off x="2186916" y="4266909"/>
          <a:ext cx="9028108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91" name="表格"/>
          <p:cNvGraphicFramePr/>
          <p:nvPr/>
        </p:nvGraphicFramePr>
        <p:xfrm>
          <a:off x="2186916" y="4915853"/>
          <a:ext cx="9028108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6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7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8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9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695" name="成组"/>
          <p:cNvGrpSpPr/>
          <p:nvPr/>
        </p:nvGrpSpPr>
        <p:grpSpPr>
          <a:xfrm>
            <a:off x="24671" y="2129084"/>
            <a:ext cx="5861901" cy="1529704"/>
            <a:chOff x="0" y="25400"/>
            <a:chExt cx="5861900" cy="1529703"/>
          </a:xfrm>
        </p:grpSpPr>
        <p:graphicFrame>
          <p:nvGraphicFramePr>
            <p:cNvPr id="2692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93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94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2696" name="3、4、1、2、2、0输出后："/>
          <p:cNvSpPr txBox="1"/>
          <p:nvPr/>
        </p:nvSpPr>
        <p:spPr>
          <a:xfrm>
            <a:off x="227901" y="3512663"/>
            <a:ext cx="5506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3、4、1、2、2、0输出后：</a:t>
            </a: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外部排序-external sor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外部排序-external sorting</a:t>
            </a:r>
          </a:p>
        </p:txBody>
      </p:sp>
      <p:sp>
        <p:nvSpPr>
          <p:cNvPr id="2699" name="数据一般存储在文件中，排序算法的步骤：…"/>
          <p:cNvSpPr txBox="1"/>
          <p:nvPr/>
        </p:nvSpPr>
        <p:spPr>
          <a:xfrm>
            <a:off x="668586" y="1543768"/>
            <a:ext cx="11714548" cy="298306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数据一般存储在文件中，排序算法的步骤：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划分：将数据划分成若干部分，每部分能容纳于内存，</a:t>
            </a:r>
          </a:p>
          <a:p>
            <a:pPr lvl="1" indent="228600"/>
            <a:r>
              <a:t>     使用内部排序算法排序，形成若干个run，写到文件中。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归并：采用多趟多路归并，形成最终的有序文件。</a:t>
            </a: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外部排序-划分"/>
          <p:cNvSpPr txBox="1"/>
          <p:nvPr/>
        </p:nvSpPr>
        <p:spPr>
          <a:xfrm>
            <a:off x="1611488" y="200795"/>
            <a:ext cx="9448801" cy="802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外部排序-划分</a:t>
            </a:r>
          </a:p>
        </p:txBody>
      </p:sp>
      <p:sp>
        <p:nvSpPr>
          <p:cNvPr id="2702" name="线条"/>
          <p:cNvSpPr/>
          <p:nvPr/>
        </p:nvSpPr>
        <p:spPr>
          <a:xfrm flipH="1">
            <a:off x="4615378" y="2331059"/>
            <a:ext cx="1602616" cy="8822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03" name="线条"/>
          <p:cNvSpPr/>
          <p:nvPr/>
        </p:nvSpPr>
        <p:spPr>
          <a:xfrm>
            <a:off x="6714766" y="2433535"/>
            <a:ext cx="1560415" cy="75351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706" name="成组"/>
          <p:cNvGrpSpPr/>
          <p:nvPr/>
        </p:nvGrpSpPr>
        <p:grpSpPr>
          <a:xfrm>
            <a:off x="6058407" y="2105580"/>
            <a:ext cx="647703" cy="647702"/>
            <a:chOff x="0" y="0"/>
            <a:chExt cx="647701" cy="647701"/>
          </a:xfrm>
        </p:grpSpPr>
        <p:sp>
          <p:nvSpPr>
            <p:cNvPr id="2704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05" name="5"/>
            <p:cNvSpPr txBox="1"/>
            <p:nvPr/>
          </p:nvSpPr>
          <p:spPr>
            <a:xfrm>
              <a:off x="1176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2707" name="线条"/>
          <p:cNvSpPr/>
          <p:nvPr/>
        </p:nvSpPr>
        <p:spPr>
          <a:xfrm>
            <a:off x="8645165" y="3557702"/>
            <a:ext cx="716682" cy="103584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08" name="线条"/>
          <p:cNvSpPr/>
          <p:nvPr/>
        </p:nvSpPr>
        <p:spPr>
          <a:xfrm flipH="1">
            <a:off x="7485579" y="3588355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711" name="成组"/>
          <p:cNvGrpSpPr/>
          <p:nvPr/>
        </p:nvGrpSpPr>
        <p:grpSpPr>
          <a:xfrm>
            <a:off x="8616825" y="4966408"/>
            <a:ext cx="1598477" cy="947701"/>
            <a:chOff x="0" y="0"/>
            <a:chExt cx="1598476" cy="947699"/>
          </a:xfrm>
        </p:grpSpPr>
        <p:sp>
          <p:nvSpPr>
            <p:cNvPr id="2709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10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grpSp>
        <p:nvGrpSpPr>
          <p:cNvPr id="2714" name="成组"/>
          <p:cNvGrpSpPr/>
          <p:nvPr/>
        </p:nvGrpSpPr>
        <p:grpSpPr>
          <a:xfrm>
            <a:off x="8152876" y="3113553"/>
            <a:ext cx="647702" cy="647703"/>
            <a:chOff x="0" y="0"/>
            <a:chExt cx="647701" cy="647701"/>
          </a:xfrm>
        </p:grpSpPr>
        <p:sp>
          <p:nvSpPr>
            <p:cNvPr id="2712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3" name="6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717" name="成组"/>
          <p:cNvGrpSpPr/>
          <p:nvPr/>
        </p:nvGrpSpPr>
        <p:grpSpPr>
          <a:xfrm>
            <a:off x="9080635" y="4352966"/>
            <a:ext cx="647703" cy="647703"/>
            <a:chOff x="0" y="0"/>
            <a:chExt cx="647701" cy="647701"/>
          </a:xfrm>
        </p:grpSpPr>
        <p:sp>
          <p:nvSpPr>
            <p:cNvPr id="2715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6" name="7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720" name="成组"/>
          <p:cNvGrpSpPr/>
          <p:nvPr/>
        </p:nvGrpSpPr>
        <p:grpSpPr>
          <a:xfrm>
            <a:off x="7055394" y="4352966"/>
            <a:ext cx="647703" cy="647703"/>
            <a:chOff x="0" y="0"/>
            <a:chExt cx="647701" cy="647701"/>
          </a:xfrm>
        </p:grpSpPr>
        <p:sp>
          <p:nvSpPr>
            <p:cNvPr id="2718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9" name="4"/>
            <p:cNvSpPr txBox="1"/>
            <p:nvPr/>
          </p:nvSpPr>
          <p:spPr>
            <a:xfrm>
              <a:off x="1176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723" name="成组"/>
          <p:cNvGrpSpPr/>
          <p:nvPr/>
        </p:nvGrpSpPr>
        <p:grpSpPr>
          <a:xfrm>
            <a:off x="6569016" y="4965940"/>
            <a:ext cx="1598478" cy="947700"/>
            <a:chOff x="0" y="0"/>
            <a:chExt cx="1598476" cy="947699"/>
          </a:xfrm>
        </p:grpSpPr>
        <p:sp>
          <p:nvSpPr>
            <p:cNvPr id="2721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22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724" name="线条"/>
          <p:cNvSpPr/>
          <p:nvPr/>
        </p:nvSpPr>
        <p:spPr>
          <a:xfrm>
            <a:off x="4593865" y="3557702"/>
            <a:ext cx="716681" cy="103584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25" name="线条"/>
          <p:cNvSpPr/>
          <p:nvPr/>
        </p:nvSpPr>
        <p:spPr>
          <a:xfrm flipH="1">
            <a:off x="3434278" y="3588355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728" name="成组"/>
          <p:cNvGrpSpPr/>
          <p:nvPr/>
        </p:nvGrpSpPr>
        <p:grpSpPr>
          <a:xfrm>
            <a:off x="4565524" y="4966408"/>
            <a:ext cx="1598477" cy="947701"/>
            <a:chOff x="0" y="0"/>
            <a:chExt cx="1598476" cy="947699"/>
          </a:xfrm>
        </p:grpSpPr>
        <p:sp>
          <p:nvSpPr>
            <p:cNvPr id="2726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27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grpSp>
        <p:nvGrpSpPr>
          <p:cNvPr id="2731" name="成组"/>
          <p:cNvGrpSpPr/>
          <p:nvPr/>
        </p:nvGrpSpPr>
        <p:grpSpPr>
          <a:xfrm>
            <a:off x="4101575" y="3113553"/>
            <a:ext cx="647703" cy="647703"/>
            <a:chOff x="0" y="0"/>
            <a:chExt cx="647701" cy="647701"/>
          </a:xfrm>
        </p:grpSpPr>
        <p:sp>
          <p:nvSpPr>
            <p:cNvPr id="2729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0" name="0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2734" name="成组"/>
          <p:cNvGrpSpPr/>
          <p:nvPr/>
        </p:nvGrpSpPr>
        <p:grpSpPr>
          <a:xfrm>
            <a:off x="5029335" y="4352966"/>
            <a:ext cx="647703" cy="647703"/>
            <a:chOff x="0" y="0"/>
            <a:chExt cx="647701" cy="647701"/>
          </a:xfrm>
        </p:grpSpPr>
        <p:sp>
          <p:nvSpPr>
            <p:cNvPr id="2732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3" name="3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737" name="成组"/>
          <p:cNvGrpSpPr/>
          <p:nvPr/>
        </p:nvGrpSpPr>
        <p:grpSpPr>
          <a:xfrm>
            <a:off x="3016794" y="4352966"/>
            <a:ext cx="647703" cy="647703"/>
            <a:chOff x="0" y="0"/>
            <a:chExt cx="647701" cy="647701"/>
          </a:xfrm>
        </p:grpSpPr>
        <p:sp>
          <p:nvSpPr>
            <p:cNvPr id="2735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6" name="1"/>
            <p:cNvSpPr txBox="1"/>
            <p:nvPr/>
          </p:nvSpPr>
          <p:spPr>
            <a:xfrm>
              <a:off x="1176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740" name="成组"/>
          <p:cNvGrpSpPr/>
          <p:nvPr/>
        </p:nvGrpSpPr>
        <p:grpSpPr>
          <a:xfrm>
            <a:off x="2517716" y="4965940"/>
            <a:ext cx="1598477" cy="947700"/>
            <a:chOff x="0" y="0"/>
            <a:chExt cx="1598476" cy="947699"/>
          </a:xfrm>
        </p:grpSpPr>
        <p:sp>
          <p:nvSpPr>
            <p:cNvPr id="2738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39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741" name="run"/>
          <p:cNvSpPr/>
          <p:nvPr/>
        </p:nvSpPr>
        <p:spPr>
          <a:xfrm>
            <a:off x="10624984" y="1099400"/>
            <a:ext cx="571503" cy="190539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19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run</a:t>
            </a:r>
          </a:p>
        </p:txBody>
      </p:sp>
      <p:sp>
        <p:nvSpPr>
          <p:cNvPr id="2742" name="run"/>
          <p:cNvSpPr/>
          <p:nvPr/>
        </p:nvSpPr>
        <p:spPr>
          <a:xfrm>
            <a:off x="9029658" y="1099400"/>
            <a:ext cx="571503" cy="190539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19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run</a:t>
            </a:r>
          </a:p>
        </p:txBody>
      </p:sp>
      <p:grpSp>
        <p:nvGrpSpPr>
          <p:cNvPr id="2745" name="成组"/>
          <p:cNvGrpSpPr/>
          <p:nvPr/>
        </p:nvGrpSpPr>
        <p:grpSpPr>
          <a:xfrm>
            <a:off x="6058407" y="1044791"/>
            <a:ext cx="647703" cy="647703"/>
            <a:chOff x="0" y="0"/>
            <a:chExt cx="647701" cy="647701"/>
          </a:xfrm>
        </p:grpSpPr>
        <p:sp>
          <p:nvSpPr>
            <p:cNvPr id="2743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4" name="2"/>
            <p:cNvSpPr txBox="1"/>
            <p:nvPr/>
          </p:nvSpPr>
          <p:spPr>
            <a:xfrm>
              <a:off x="1430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2746" name="线条"/>
          <p:cNvSpPr/>
          <p:nvPr/>
        </p:nvSpPr>
        <p:spPr>
          <a:xfrm>
            <a:off x="6394958" y="1674556"/>
            <a:ext cx="1" cy="45364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47" name="e"/>
          <p:cNvSpPr txBox="1"/>
          <p:nvPr/>
        </p:nvSpPr>
        <p:spPr>
          <a:xfrm>
            <a:off x="6413174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e</a:t>
            </a:r>
          </a:p>
        </p:txBody>
      </p:sp>
      <p:sp>
        <p:nvSpPr>
          <p:cNvPr id="2748" name="f"/>
          <p:cNvSpPr txBox="1"/>
          <p:nvPr/>
        </p:nvSpPr>
        <p:spPr>
          <a:xfrm>
            <a:off x="7995476" y="5870100"/>
            <a:ext cx="349113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f</a:t>
            </a:r>
          </a:p>
        </p:txBody>
      </p:sp>
      <p:sp>
        <p:nvSpPr>
          <p:cNvPr id="2749" name="g"/>
          <p:cNvSpPr txBox="1"/>
          <p:nvPr/>
        </p:nvSpPr>
        <p:spPr>
          <a:xfrm>
            <a:off x="8509140" y="5870100"/>
            <a:ext cx="349113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g</a:t>
            </a:r>
          </a:p>
        </p:txBody>
      </p:sp>
      <p:sp>
        <p:nvSpPr>
          <p:cNvPr id="2750" name="h"/>
          <p:cNvSpPr txBox="1"/>
          <p:nvPr/>
        </p:nvSpPr>
        <p:spPr>
          <a:xfrm>
            <a:off x="10028130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</a:t>
            </a:r>
          </a:p>
        </p:txBody>
      </p:sp>
      <p:sp>
        <p:nvSpPr>
          <p:cNvPr id="2751" name="a"/>
          <p:cNvSpPr txBox="1"/>
          <p:nvPr/>
        </p:nvSpPr>
        <p:spPr>
          <a:xfrm>
            <a:off x="2361874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a</a:t>
            </a:r>
          </a:p>
        </p:txBody>
      </p:sp>
      <p:sp>
        <p:nvSpPr>
          <p:cNvPr id="2752" name="b"/>
          <p:cNvSpPr txBox="1"/>
          <p:nvPr/>
        </p:nvSpPr>
        <p:spPr>
          <a:xfrm>
            <a:off x="3944175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b</a:t>
            </a:r>
          </a:p>
        </p:txBody>
      </p:sp>
      <p:sp>
        <p:nvSpPr>
          <p:cNvPr id="2753" name="c"/>
          <p:cNvSpPr txBox="1"/>
          <p:nvPr/>
        </p:nvSpPr>
        <p:spPr>
          <a:xfrm>
            <a:off x="4457839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c</a:t>
            </a:r>
          </a:p>
        </p:txBody>
      </p:sp>
      <p:sp>
        <p:nvSpPr>
          <p:cNvPr id="2754" name="d"/>
          <p:cNvSpPr txBox="1"/>
          <p:nvPr/>
        </p:nvSpPr>
        <p:spPr>
          <a:xfrm>
            <a:off x="5976830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</a:t>
            </a:r>
          </a:p>
        </p:txBody>
      </p:sp>
      <p:sp>
        <p:nvSpPr>
          <p:cNvPr id="2755" name="file"/>
          <p:cNvSpPr/>
          <p:nvPr/>
        </p:nvSpPr>
        <p:spPr>
          <a:xfrm>
            <a:off x="6050137" y="7294591"/>
            <a:ext cx="664243" cy="1905398"/>
          </a:xfrm>
          <a:prstGeom prst="rect">
            <a:avLst/>
          </a:prstGeom>
          <a:solidFill>
            <a:srgbClr val="FFFFFF"/>
          </a:solidFill>
          <a:ln w="25400">
            <a:solidFill>
              <a:srgbClr val="535353"/>
            </a:solidFill>
          </a:ln>
        </p:spPr>
        <p:txBody>
          <a:bodyPr lIns="50800" tIns="50800" rIns="50800" bIns="50800" anchor="ctr"/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19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file</a:t>
            </a:r>
          </a:p>
        </p:txBody>
      </p:sp>
      <p:sp>
        <p:nvSpPr>
          <p:cNvPr id="2756" name="..."/>
          <p:cNvSpPr txBox="1"/>
          <p:nvPr/>
        </p:nvSpPr>
        <p:spPr>
          <a:xfrm>
            <a:off x="9925597" y="1818478"/>
            <a:ext cx="505475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...</a:t>
            </a:r>
          </a:p>
        </p:txBody>
      </p:sp>
      <p:sp>
        <p:nvSpPr>
          <p:cNvPr id="2757" name="线条"/>
          <p:cNvSpPr/>
          <p:nvPr/>
        </p:nvSpPr>
        <p:spPr>
          <a:xfrm flipV="1">
            <a:off x="6445796" y="6413710"/>
            <a:ext cx="3701235" cy="903831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58" name="线条"/>
          <p:cNvSpPr/>
          <p:nvPr/>
        </p:nvSpPr>
        <p:spPr>
          <a:xfrm flipH="1" flipV="1">
            <a:off x="2550749" y="6427688"/>
            <a:ext cx="3932271" cy="921885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59" name="线条"/>
          <p:cNvSpPr/>
          <p:nvPr/>
        </p:nvSpPr>
        <p:spPr>
          <a:xfrm flipH="1" flipV="1">
            <a:off x="4220268" y="6414159"/>
            <a:ext cx="2286549" cy="935443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0" name="线条"/>
          <p:cNvSpPr/>
          <p:nvPr/>
        </p:nvSpPr>
        <p:spPr>
          <a:xfrm flipV="1">
            <a:off x="6315443" y="6432810"/>
            <a:ext cx="2412107" cy="906400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1" name="..."/>
          <p:cNvSpPr txBox="1"/>
          <p:nvPr/>
        </p:nvSpPr>
        <p:spPr>
          <a:xfrm>
            <a:off x="6142221" y="6494491"/>
            <a:ext cx="505475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...</a:t>
            </a:r>
          </a:p>
        </p:txBody>
      </p:sp>
      <p:sp>
        <p:nvSpPr>
          <p:cNvPr id="2762" name="线条"/>
          <p:cNvSpPr/>
          <p:nvPr/>
        </p:nvSpPr>
        <p:spPr>
          <a:xfrm>
            <a:off x="6775845" y="1398436"/>
            <a:ext cx="2158680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3" name="0"/>
          <p:cNvSpPr txBox="1"/>
          <p:nvPr/>
        </p:nvSpPr>
        <p:spPr>
          <a:xfrm>
            <a:off x="9140460" y="3032681"/>
            <a:ext cx="349900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0</a:t>
            </a:r>
          </a:p>
        </p:txBody>
      </p:sp>
      <p:sp>
        <p:nvSpPr>
          <p:cNvPr id="2764" name="m"/>
          <p:cNvSpPr txBox="1"/>
          <p:nvPr/>
        </p:nvSpPr>
        <p:spPr>
          <a:xfrm>
            <a:off x="10733163" y="3051590"/>
            <a:ext cx="44869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m</a:t>
            </a:r>
          </a:p>
        </p:txBody>
      </p:sp>
      <p:sp>
        <p:nvSpPr>
          <p:cNvPr id="2765" name="0"/>
          <p:cNvSpPr txBox="1"/>
          <p:nvPr/>
        </p:nvSpPr>
        <p:spPr>
          <a:xfrm>
            <a:off x="6413174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6" name="0"/>
          <p:cNvSpPr txBox="1"/>
          <p:nvPr/>
        </p:nvSpPr>
        <p:spPr>
          <a:xfrm>
            <a:off x="7995476" y="6403500"/>
            <a:ext cx="349113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7" name="0"/>
          <p:cNvSpPr txBox="1"/>
          <p:nvPr/>
        </p:nvSpPr>
        <p:spPr>
          <a:xfrm>
            <a:off x="8509140" y="6403500"/>
            <a:ext cx="349113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8" name="0"/>
          <p:cNvSpPr txBox="1"/>
          <p:nvPr/>
        </p:nvSpPr>
        <p:spPr>
          <a:xfrm>
            <a:off x="10028130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9" name="0"/>
          <p:cNvSpPr txBox="1"/>
          <p:nvPr/>
        </p:nvSpPr>
        <p:spPr>
          <a:xfrm>
            <a:off x="2361874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70" name="0"/>
          <p:cNvSpPr txBox="1"/>
          <p:nvPr/>
        </p:nvSpPr>
        <p:spPr>
          <a:xfrm>
            <a:off x="3944175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71" name="0"/>
          <p:cNvSpPr txBox="1"/>
          <p:nvPr/>
        </p:nvSpPr>
        <p:spPr>
          <a:xfrm>
            <a:off x="4457839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72" name="0"/>
          <p:cNvSpPr txBox="1"/>
          <p:nvPr/>
        </p:nvSpPr>
        <p:spPr>
          <a:xfrm>
            <a:off x="5976830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外部排序-归并"/>
          <p:cNvSpPr txBox="1"/>
          <p:nvPr/>
        </p:nvSpPr>
        <p:spPr>
          <a:xfrm>
            <a:off x="1611488" y="200795"/>
            <a:ext cx="9448801" cy="802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外部排序-归并</a:t>
            </a:r>
          </a:p>
        </p:txBody>
      </p:sp>
      <p:sp>
        <p:nvSpPr>
          <p:cNvPr id="2775" name="输出最小值后，读入冠军所在run的下一条数据，代替冠军，重新比赛。"/>
          <p:cNvSpPr txBox="1"/>
          <p:nvPr/>
        </p:nvSpPr>
        <p:spPr>
          <a:xfrm>
            <a:off x="277216" y="1190698"/>
            <a:ext cx="12109976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输出最小值后，读入冠军所在run的下一条数据，代替冠军，重新比赛。</a:t>
            </a:r>
          </a:p>
        </p:txBody>
      </p:sp>
      <p:grpSp>
        <p:nvGrpSpPr>
          <p:cNvPr id="2835" name="成组"/>
          <p:cNvGrpSpPr/>
          <p:nvPr/>
        </p:nvGrpSpPr>
        <p:grpSpPr>
          <a:xfrm>
            <a:off x="1869363" y="1786437"/>
            <a:ext cx="8276955" cy="7322669"/>
            <a:chOff x="0" y="0"/>
            <a:chExt cx="8276954" cy="7322667"/>
          </a:xfrm>
        </p:grpSpPr>
        <p:sp>
          <p:nvSpPr>
            <p:cNvPr id="2776" name="线条"/>
            <p:cNvSpPr/>
            <p:nvPr/>
          </p:nvSpPr>
          <p:spPr>
            <a:xfrm flipH="1">
              <a:off x="2371597" y="1286267"/>
              <a:ext cx="1602616" cy="8822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77" name="线条"/>
            <p:cNvSpPr/>
            <p:nvPr/>
          </p:nvSpPr>
          <p:spPr>
            <a:xfrm>
              <a:off x="4470984" y="1388743"/>
              <a:ext cx="1560415" cy="7535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grpSp>
          <p:nvGrpSpPr>
            <p:cNvPr id="2780" name="成组"/>
            <p:cNvGrpSpPr/>
            <p:nvPr/>
          </p:nvGrpSpPr>
          <p:grpSpPr>
            <a:xfrm>
              <a:off x="3814626" y="1060788"/>
              <a:ext cx="647703" cy="647703"/>
              <a:chOff x="0" y="0"/>
              <a:chExt cx="647701" cy="647701"/>
            </a:xfrm>
          </p:grpSpPr>
          <p:sp>
            <p:nvSpPr>
              <p:cNvPr id="2778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79" name="5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5</a:t>
                </a:r>
              </a:p>
            </p:txBody>
          </p:sp>
        </p:grpSp>
        <p:sp>
          <p:nvSpPr>
            <p:cNvPr id="2781" name="线条"/>
            <p:cNvSpPr/>
            <p:nvPr/>
          </p:nvSpPr>
          <p:spPr>
            <a:xfrm>
              <a:off x="6401384" y="2512911"/>
              <a:ext cx="716681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82" name="线条"/>
            <p:cNvSpPr/>
            <p:nvPr/>
          </p:nvSpPr>
          <p:spPr>
            <a:xfrm flipH="1">
              <a:off x="5241797" y="2543564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grpSp>
          <p:nvGrpSpPr>
            <p:cNvPr id="2785" name="成组"/>
            <p:cNvGrpSpPr/>
            <p:nvPr/>
          </p:nvGrpSpPr>
          <p:grpSpPr>
            <a:xfrm>
              <a:off x="6373043" y="3921617"/>
              <a:ext cx="1598477" cy="947700"/>
              <a:chOff x="0" y="0"/>
              <a:chExt cx="1598476" cy="947699"/>
            </a:xfrm>
          </p:grpSpPr>
          <p:sp>
            <p:nvSpPr>
              <p:cNvPr id="2783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784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grpSp>
          <p:nvGrpSpPr>
            <p:cNvPr id="2788" name="成组"/>
            <p:cNvGrpSpPr/>
            <p:nvPr/>
          </p:nvGrpSpPr>
          <p:grpSpPr>
            <a:xfrm>
              <a:off x="5909094" y="2068762"/>
              <a:ext cx="647703" cy="647703"/>
              <a:chOff x="0" y="0"/>
              <a:chExt cx="647701" cy="647701"/>
            </a:xfrm>
          </p:grpSpPr>
          <p:sp>
            <p:nvSpPr>
              <p:cNvPr id="2786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7" name="6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6</a:t>
                </a:r>
              </a:p>
            </p:txBody>
          </p:sp>
        </p:grpSp>
        <p:grpSp>
          <p:nvGrpSpPr>
            <p:cNvPr id="2791" name="成组"/>
            <p:cNvGrpSpPr/>
            <p:nvPr/>
          </p:nvGrpSpPr>
          <p:grpSpPr>
            <a:xfrm>
              <a:off x="6836854" y="3308175"/>
              <a:ext cx="647702" cy="647703"/>
              <a:chOff x="0" y="0"/>
              <a:chExt cx="647701" cy="647701"/>
            </a:xfrm>
          </p:grpSpPr>
          <p:sp>
            <p:nvSpPr>
              <p:cNvPr id="2789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0" name="7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7</a:t>
                </a:r>
              </a:p>
            </p:txBody>
          </p:sp>
        </p:grpSp>
        <p:grpSp>
          <p:nvGrpSpPr>
            <p:cNvPr id="2794" name="成组"/>
            <p:cNvGrpSpPr/>
            <p:nvPr/>
          </p:nvGrpSpPr>
          <p:grpSpPr>
            <a:xfrm>
              <a:off x="4824313" y="3308175"/>
              <a:ext cx="647703" cy="647703"/>
              <a:chOff x="0" y="0"/>
              <a:chExt cx="647701" cy="647701"/>
            </a:xfrm>
          </p:grpSpPr>
          <p:sp>
            <p:nvSpPr>
              <p:cNvPr id="2792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3" name="4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</a:t>
                </a:r>
              </a:p>
            </p:txBody>
          </p:sp>
        </p:grpSp>
        <p:grpSp>
          <p:nvGrpSpPr>
            <p:cNvPr id="2797" name="成组"/>
            <p:cNvGrpSpPr/>
            <p:nvPr/>
          </p:nvGrpSpPr>
          <p:grpSpPr>
            <a:xfrm>
              <a:off x="4325235" y="3921149"/>
              <a:ext cx="1598477" cy="947700"/>
              <a:chOff x="0" y="0"/>
              <a:chExt cx="1598476" cy="947699"/>
            </a:xfrm>
          </p:grpSpPr>
          <p:sp>
            <p:nvSpPr>
              <p:cNvPr id="2795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796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sp>
          <p:nvSpPr>
            <p:cNvPr id="2798" name="线条"/>
            <p:cNvSpPr/>
            <p:nvPr/>
          </p:nvSpPr>
          <p:spPr>
            <a:xfrm>
              <a:off x="2350083" y="2512911"/>
              <a:ext cx="716681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99" name="线条"/>
            <p:cNvSpPr/>
            <p:nvPr/>
          </p:nvSpPr>
          <p:spPr>
            <a:xfrm flipH="1">
              <a:off x="1190497" y="2543564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grpSp>
          <p:nvGrpSpPr>
            <p:cNvPr id="2802" name="成组"/>
            <p:cNvGrpSpPr/>
            <p:nvPr/>
          </p:nvGrpSpPr>
          <p:grpSpPr>
            <a:xfrm>
              <a:off x="2321742" y="3921617"/>
              <a:ext cx="1598478" cy="947700"/>
              <a:chOff x="0" y="0"/>
              <a:chExt cx="1598476" cy="947699"/>
            </a:xfrm>
          </p:grpSpPr>
          <p:sp>
            <p:nvSpPr>
              <p:cNvPr id="2800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801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grpSp>
          <p:nvGrpSpPr>
            <p:cNvPr id="2805" name="成组"/>
            <p:cNvGrpSpPr/>
            <p:nvPr/>
          </p:nvGrpSpPr>
          <p:grpSpPr>
            <a:xfrm>
              <a:off x="1857793" y="2068762"/>
              <a:ext cx="647703" cy="647703"/>
              <a:chOff x="0" y="0"/>
              <a:chExt cx="647701" cy="647701"/>
            </a:xfrm>
          </p:grpSpPr>
          <p:sp>
            <p:nvSpPr>
              <p:cNvPr id="2803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04" name="0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0</a:t>
                </a:r>
              </a:p>
            </p:txBody>
          </p:sp>
        </p:grpSp>
        <p:grpSp>
          <p:nvGrpSpPr>
            <p:cNvPr id="2808" name="成组"/>
            <p:cNvGrpSpPr/>
            <p:nvPr/>
          </p:nvGrpSpPr>
          <p:grpSpPr>
            <a:xfrm>
              <a:off x="2785553" y="3308175"/>
              <a:ext cx="647703" cy="647703"/>
              <a:chOff x="0" y="0"/>
              <a:chExt cx="647701" cy="647701"/>
            </a:xfrm>
          </p:grpSpPr>
          <p:sp>
            <p:nvSpPr>
              <p:cNvPr id="2806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07" name="3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3</a:t>
                </a:r>
              </a:p>
            </p:txBody>
          </p:sp>
        </p:grpSp>
        <p:grpSp>
          <p:nvGrpSpPr>
            <p:cNvPr id="2811" name="成组"/>
            <p:cNvGrpSpPr/>
            <p:nvPr/>
          </p:nvGrpSpPr>
          <p:grpSpPr>
            <a:xfrm>
              <a:off x="773012" y="3308175"/>
              <a:ext cx="647703" cy="647703"/>
              <a:chOff x="0" y="0"/>
              <a:chExt cx="647701" cy="647701"/>
            </a:xfrm>
          </p:grpSpPr>
          <p:sp>
            <p:nvSpPr>
              <p:cNvPr id="2809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10" name="1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</a:t>
                </a:r>
              </a:p>
            </p:txBody>
          </p:sp>
        </p:grpSp>
        <p:grpSp>
          <p:nvGrpSpPr>
            <p:cNvPr id="2814" name="成组"/>
            <p:cNvGrpSpPr/>
            <p:nvPr/>
          </p:nvGrpSpPr>
          <p:grpSpPr>
            <a:xfrm>
              <a:off x="273934" y="3921149"/>
              <a:ext cx="1598477" cy="947700"/>
              <a:chOff x="0" y="0"/>
              <a:chExt cx="1598476" cy="947699"/>
            </a:xfrm>
          </p:grpSpPr>
          <p:sp>
            <p:nvSpPr>
              <p:cNvPr id="2812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813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sp>
          <p:nvSpPr>
            <p:cNvPr id="2815" name="run"/>
            <p:cNvSpPr/>
            <p:nvPr/>
          </p:nvSpPr>
          <p:spPr>
            <a:xfrm>
              <a:off x="0" y="5417270"/>
              <a:ext cx="571502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6" name="run"/>
            <p:cNvSpPr/>
            <p:nvPr/>
          </p:nvSpPr>
          <p:spPr>
            <a:xfrm>
              <a:off x="1549400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7" name="run"/>
            <p:cNvSpPr/>
            <p:nvPr/>
          </p:nvSpPr>
          <p:spPr>
            <a:xfrm>
              <a:off x="2160402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8" name="run"/>
            <p:cNvSpPr/>
            <p:nvPr/>
          </p:nvSpPr>
          <p:spPr>
            <a:xfrm>
              <a:off x="3532003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9" name="run"/>
            <p:cNvSpPr/>
            <p:nvPr/>
          </p:nvSpPr>
          <p:spPr>
            <a:xfrm>
              <a:off x="4150208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20" name="run"/>
            <p:cNvSpPr/>
            <p:nvPr/>
          </p:nvSpPr>
          <p:spPr>
            <a:xfrm>
              <a:off x="5553301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21" name="run"/>
            <p:cNvSpPr/>
            <p:nvPr/>
          </p:nvSpPr>
          <p:spPr>
            <a:xfrm>
              <a:off x="6178867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22" name="run"/>
            <p:cNvSpPr/>
            <p:nvPr/>
          </p:nvSpPr>
          <p:spPr>
            <a:xfrm>
              <a:off x="7705452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grpSp>
          <p:nvGrpSpPr>
            <p:cNvPr id="2825" name="成组"/>
            <p:cNvGrpSpPr/>
            <p:nvPr/>
          </p:nvGrpSpPr>
          <p:grpSpPr>
            <a:xfrm>
              <a:off x="3814626" y="0"/>
              <a:ext cx="647703" cy="647702"/>
              <a:chOff x="0" y="0"/>
              <a:chExt cx="647701" cy="647701"/>
            </a:xfrm>
          </p:grpSpPr>
          <p:sp>
            <p:nvSpPr>
              <p:cNvPr id="2823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24" name="2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2826" name="线条"/>
            <p:cNvSpPr/>
            <p:nvPr/>
          </p:nvSpPr>
          <p:spPr>
            <a:xfrm>
              <a:off x="4151176" y="629765"/>
              <a:ext cx="1" cy="4536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827" name="e"/>
            <p:cNvSpPr txBox="1"/>
            <p:nvPr/>
          </p:nvSpPr>
          <p:spPr>
            <a:xfrm>
              <a:off x="4200911" y="4845663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2828" name="f"/>
            <p:cNvSpPr txBox="1"/>
            <p:nvPr/>
          </p:nvSpPr>
          <p:spPr>
            <a:xfrm>
              <a:off x="5745112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f</a:t>
              </a:r>
            </a:p>
          </p:txBody>
        </p:sp>
        <p:sp>
          <p:nvSpPr>
            <p:cNvPr id="2829" name="g"/>
            <p:cNvSpPr txBox="1"/>
            <p:nvPr/>
          </p:nvSpPr>
          <p:spPr>
            <a:xfrm>
              <a:off x="6284176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g</a:t>
              </a:r>
            </a:p>
          </p:txBody>
        </p:sp>
        <p:sp>
          <p:nvSpPr>
            <p:cNvPr id="2830" name="h"/>
            <p:cNvSpPr txBox="1"/>
            <p:nvPr/>
          </p:nvSpPr>
          <p:spPr>
            <a:xfrm>
              <a:off x="7803167" y="4845663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</a:t>
              </a:r>
            </a:p>
          </p:txBody>
        </p:sp>
        <p:sp>
          <p:nvSpPr>
            <p:cNvPr id="2831" name="a"/>
            <p:cNvSpPr txBox="1"/>
            <p:nvPr/>
          </p:nvSpPr>
          <p:spPr>
            <a:xfrm>
              <a:off x="111511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2832" name="b"/>
            <p:cNvSpPr txBox="1"/>
            <p:nvPr/>
          </p:nvSpPr>
          <p:spPr>
            <a:xfrm>
              <a:off x="1719212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2833" name="c"/>
            <p:cNvSpPr txBox="1"/>
            <p:nvPr/>
          </p:nvSpPr>
          <p:spPr>
            <a:xfrm>
              <a:off x="2232876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2834" name="d"/>
            <p:cNvSpPr txBox="1"/>
            <p:nvPr/>
          </p:nvSpPr>
          <p:spPr>
            <a:xfrm>
              <a:off x="3701067" y="4845663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d</a:t>
              </a:r>
            </a:p>
          </p:txBody>
        </p:sp>
      </p:grp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总结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总结</a:t>
            </a:r>
          </a:p>
        </p:txBody>
      </p:sp>
      <p:sp>
        <p:nvSpPr>
          <p:cNvPr id="2838" name="每个算法都有其适用的条件…"/>
          <p:cNvSpPr txBox="1"/>
          <p:nvPr/>
        </p:nvSpPr>
        <p:spPr>
          <a:xfrm>
            <a:off x="232452" y="1554564"/>
            <a:ext cx="12479149" cy="711978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每个算法都有其适用的条件</a:t>
            </a:r>
          </a:p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直接交换排序、直接选择排序和直接插入排序相比，没有优势</a:t>
            </a:r>
          </a:p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算法采用的数据结构有：数组、链表和二叉树(数组)。采用二叉树</a:t>
            </a:r>
          </a:p>
          <a:p>
            <a:pPr indent="0">
              <a:defRPr sz="3300"/>
            </a:pPr>
            <a:r>
              <a:t>    适用于不断变化的数据集。</a:t>
            </a:r>
          </a:p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工程上使用的排序算法经过了精心的优化。java类库的Arrays.sort</a:t>
            </a:r>
          </a:p>
          <a:p>
            <a:pPr indent="0">
              <a:defRPr sz="3300"/>
            </a:pPr>
            <a:r>
              <a:t>   调用了DualPivotQuicksort.sort，该算法是双枢轴快速排序、</a:t>
            </a:r>
          </a:p>
          <a:p>
            <a:pPr indent="0">
              <a:defRPr sz="3300"/>
            </a:pPr>
            <a:r>
              <a:t>   归并排序、插入(simple、pin和pair)排序的组合体。</a:t>
            </a:r>
          </a:p>
          <a:p>
            <a:pPr indent="0">
              <a:defRPr sz="3300"/>
            </a:pPr>
            <a:r>
              <a:t>   DualPivotQuicksort的</a:t>
            </a:r>
            <a:r>
              <a:rPr>
                <a:solidFill>
                  <a:schemeClr val="accent1"/>
                </a:solidFill>
              </a:rPr>
              <a:t>比较</a:t>
            </a:r>
            <a:r>
              <a:t>操作的次数多于Quicksort，但</a:t>
            </a:r>
            <a:r>
              <a:rPr>
                <a:solidFill>
                  <a:schemeClr val="accent5"/>
                </a:solidFill>
              </a:rPr>
              <a:t>复制</a:t>
            </a:r>
            <a:r>
              <a:t>操作</a:t>
            </a:r>
          </a:p>
          <a:p>
            <a:pPr indent="0">
              <a:defRPr sz="3300"/>
            </a:pPr>
            <a:r>
              <a:t>   的次数小于Quicksort。</a:t>
            </a:r>
          </a:p>
          <a:p>
            <a:pPr indent="0">
              <a:defRPr sz="3300"/>
            </a:pPr>
            <a:r>
              <a:t>   因为</a:t>
            </a:r>
            <a:r>
              <a:rPr>
                <a:solidFill>
                  <a:schemeClr val="accent1"/>
                </a:solidFill>
              </a:rPr>
              <a:t>内存的速度低于CPU</a:t>
            </a:r>
            <a:r>
              <a:t>，所以，DualPivotQuicksort更快。</a:t>
            </a: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static void sort(int[] a, int left, int right,…"/>
          <p:cNvSpPr txBox="1"/>
          <p:nvPr/>
        </p:nvSpPr>
        <p:spPr>
          <a:xfrm>
            <a:off x="1553569" y="2765599"/>
            <a:ext cx="9665718" cy="289140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void</a:t>
            </a:r>
            <a:r>
              <a:rPr>
                <a:solidFill>
                  <a:srgbClr val="000000"/>
                </a:solidFill>
              </a:rPr>
              <a:t> sort(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,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,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work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workBase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workLen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Use Quicksort on small arrays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QUICKSORT_THRESHOLD</a:t>
            </a:r>
            <a:r>
              <a:rPr>
                <a:solidFill>
                  <a:srgbClr val="000000"/>
                </a:solidFill>
              </a:rPr>
              <a:t>) {//286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,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);//直接插入和快速排序，见下页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.....//归并排序</a:t>
            </a:r>
          </a:p>
        </p:txBody>
      </p:sp>
      <p:sp>
        <p:nvSpPr>
          <p:cNvPr id="2841" name="public static void sort(int[] a) {//Arrays.sort…"/>
          <p:cNvSpPr txBox="1"/>
          <p:nvPr/>
        </p:nvSpPr>
        <p:spPr>
          <a:xfrm>
            <a:off x="1631019" y="1355677"/>
            <a:ext cx="9869488" cy="11090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void</a:t>
            </a:r>
            <a:r>
              <a:rPr>
                <a:solidFill>
                  <a:srgbClr val="000000"/>
                </a:solidFill>
              </a:rPr>
              <a:t> sort(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) {//Arrays.sort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DualPivotQuicksort.sort(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0, 0);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2842" name="DualPivotQuicksort.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0"/>
          </a:lstStyle>
          <a:p>
            <a:r>
              <a:t>DualPivotQuicksort.sort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private static void sort(int[] a, int left, int right, boolean leftmost) {…"/>
          <p:cNvSpPr txBox="1"/>
          <p:nvPr/>
        </p:nvSpPr>
        <p:spPr>
          <a:xfrm>
            <a:off x="558997" y="1251306"/>
            <a:ext cx="12003436" cy="79670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sort(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a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left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right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</a:t>
            </a:r>
            <a:r>
              <a:t>leftmost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+ 1;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Use insertion sort on tiny arrays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INSERTION_SORT_THRESHOLD</a:t>
            </a:r>
            <a:r>
              <a:rPr>
                <a:solidFill>
                  <a:srgbClr val="000000"/>
                </a:solidFill>
              </a:rPr>
              <a:t>) {//47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leftmost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4E9072"/>
                </a:solidFill>
              </a:rPr>
              <a:t>/*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Traditional (without sentinel) insertion sort,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optimized for server VM, is used in case of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the leftmost part.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*/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++</a:t>
            </a:r>
            <a:r>
              <a:rPr>
                <a:solidFill>
                  <a:srgbClr val="7E504F"/>
                </a:solidFill>
              </a:rPr>
              <a:t>i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j</a:t>
            </a:r>
            <a:r>
              <a:t>-- ==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ai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</p:txBody>
      </p:sp>
      <p:sp>
        <p:nvSpPr>
          <p:cNvPr id="2845" name="DualPivotQuicksort.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DualPivotQuicksort.sort</a:t>
            </a: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} else {…"/>
          <p:cNvSpPr txBox="1"/>
          <p:nvPr/>
        </p:nvSpPr>
        <p:spPr>
          <a:xfrm>
            <a:off x="928038" y="1253347"/>
            <a:ext cx="11241311" cy="65954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4E9072"/>
                </a:solidFill>
              </a:rPr>
              <a:t>/*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Skip the longest ascending sequence.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*/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do</a:t>
            </a:r>
            <a:r>
              <a:t>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&gt;=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}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[++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] &gt;=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- 1]);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4E9072"/>
                </a:solidFill>
              </a:rPr>
              <a:t>/*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Every element from adjoining part plays the role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of sentinel, therefore this allows us to avoid the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left range check on each iteration. Moreover, we use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the more optimized algorithm, so called pair insertion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sort, which is faster (in the context of Quicksort)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than traditional implementation of insertion sort.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48" name="DualPivotQuicksort.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DualPivotQuicksort.sort</a:t>
            </a:r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  <p:sp>
        <p:nvSpPr>
          <p:cNvPr id="2851" name="for (int k = left; ++left &lt;= right; k = ++left) {…"/>
          <p:cNvSpPr txBox="1"/>
          <p:nvPr/>
        </p:nvSpPr>
        <p:spPr>
          <a:xfrm>
            <a:off x="1751721" y="1253348"/>
            <a:ext cx="9031152" cy="80200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;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++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a1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], </a:t>
            </a:r>
            <a:r>
              <a:rPr>
                <a:solidFill>
                  <a:srgbClr val="7E504F"/>
                </a:solidFill>
              </a:rPr>
              <a:t>a2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a1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a2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a2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a1</a:t>
            </a:r>
            <a:r>
              <a:t>; </a:t>
            </a:r>
            <a:r>
              <a:rPr>
                <a:solidFill>
                  <a:srgbClr val="7E504F"/>
                </a:solidFill>
              </a:rPr>
              <a:t>a1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a1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k</a:t>
            </a:r>
            <a:r>
              <a:t>])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+ 2]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[++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a1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a2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k</a:t>
            </a:r>
            <a:r>
              <a:t>])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a2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last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last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last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作业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作业</a:t>
            </a:r>
          </a:p>
        </p:txBody>
      </p:sp>
      <p:sp>
        <p:nvSpPr>
          <p:cNvPr id="2854" name="实现链式基数排序，可以对任意的一组java int类型的整数(正、负、零)进行排序。…"/>
          <p:cNvSpPr txBox="1"/>
          <p:nvPr/>
        </p:nvSpPr>
        <p:spPr>
          <a:xfrm>
            <a:off x="452577" y="1580561"/>
            <a:ext cx="11602100" cy="36963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实现链式基数排序，可以对任意的一组java int类型的整数(正、负、零)进行排序。</a:t>
            </a:r>
          </a:p>
          <a:p>
            <a:pPr>
              <a:defRPr sz="2500"/>
            </a:pPr>
            <a:r>
              <a:t>要求：给出类代码和运行结果的截图。</a:t>
            </a:r>
          </a:p>
          <a:p>
            <a:pPr>
              <a:defRPr sz="2500"/>
            </a:pPr>
            <a:r>
              <a:t>提示：</a:t>
            </a:r>
          </a:p>
          <a:p>
            <a:pPr>
              <a:defRPr sz="2500"/>
            </a:pPr>
            <a:r>
              <a:t>1、不需要功能完备的链表，只需要链表有2个引用变量，引用第1个结点和最后</a:t>
            </a:r>
          </a:p>
          <a:p>
            <a:pPr>
              <a:defRPr sz="2500"/>
            </a:pPr>
            <a:r>
              <a:t>      1个结点，具有向尾插入结点以及将2个链表首尾相连，合并成1个链表的功能。</a:t>
            </a:r>
          </a:p>
          <a:p>
            <a:pPr>
              <a:defRPr sz="2500"/>
            </a:pPr>
            <a:r>
              <a:t>2、如果使用%，被除数为正数的余数为正数</a:t>
            </a:r>
          </a:p>
          <a:p>
            <a:pPr>
              <a:defRPr sz="2500"/>
            </a:pPr>
            <a:r>
              <a:t>                             被除数为负数的余数为负数</a:t>
            </a: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基于插入的排序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/>
          <a:p>
            <a:r>
              <a:t>基于插入的排序</a:t>
            </a:r>
          </a:p>
        </p:txBody>
      </p:sp>
      <p:grpSp>
        <p:nvGrpSpPr>
          <p:cNvPr id="2859" name="成组"/>
          <p:cNvGrpSpPr/>
          <p:nvPr/>
        </p:nvGrpSpPr>
        <p:grpSpPr>
          <a:xfrm>
            <a:off x="1133503" y="2909427"/>
            <a:ext cx="4768428" cy="1043095"/>
            <a:chOff x="0" y="0"/>
            <a:chExt cx="4768426" cy="1043093"/>
          </a:xfrm>
        </p:grpSpPr>
        <p:sp>
          <p:nvSpPr>
            <p:cNvPr id="2857" name="矩形"/>
            <p:cNvSpPr/>
            <p:nvPr/>
          </p:nvSpPr>
          <p:spPr>
            <a:xfrm>
              <a:off x="0" y="0"/>
              <a:ext cx="4768427" cy="104309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58" name="有序序列R[0..i-1]"/>
            <p:cNvSpPr txBox="1"/>
            <p:nvPr/>
          </p:nvSpPr>
          <p:spPr>
            <a:xfrm>
              <a:off x="516638" y="119972"/>
              <a:ext cx="373515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R[0..i-1]</a:t>
              </a:r>
            </a:p>
          </p:txBody>
        </p:sp>
      </p:grpSp>
      <p:grpSp>
        <p:nvGrpSpPr>
          <p:cNvPr id="2862" name="成组"/>
          <p:cNvGrpSpPr/>
          <p:nvPr/>
        </p:nvGrpSpPr>
        <p:grpSpPr>
          <a:xfrm>
            <a:off x="5901930" y="2909427"/>
            <a:ext cx="6719147" cy="1043095"/>
            <a:chOff x="0" y="0"/>
            <a:chExt cx="6719146" cy="1043093"/>
          </a:xfrm>
        </p:grpSpPr>
        <p:sp>
          <p:nvSpPr>
            <p:cNvPr id="2860" name="矩形"/>
            <p:cNvSpPr/>
            <p:nvPr/>
          </p:nvSpPr>
          <p:spPr>
            <a:xfrm>
              <a:off x="0" y="0"/>
              <a:ext cx="6719147" cy="104309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61" name="无序序列 R[i..n]"/>
            <p:cNvSpPr txBox="1"/>
            <p:nvPr/>
          </p:nvSpPr>
          <p:spPr>
            <a:xfrm>
              <a:off x="1625962" y="119972"/>
              <a:ext cx="3467222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R[i..n]</a:t>
              </a:r>
            </a:p>
          </p:txBody>
        </p:sp>
      </p:grpSp>
      <p:sp>
        <p:nvSpPr>
          <p:cNvPr id="2863" name="线条"/>
          <p:cNvSpPr/>
          <p:nvPr/>
        </p:nvSpPr>
        <p:spPr>
          <a:xfrm flipH="1">
            <a:off x="6972117" y="2909428"/>
            <a:ext cx="13547" cy="1043094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866" name="成组"/>
          <p:cNvGrpSpPr/>
          <p:nvPr/>
        </p:nvGrpSpPr>
        <p:grpSpPr>
          <a:xfrm>
            <a:off x="1117698" y="6819899"/>
            <a:ext cx="5852162" cy="1025032"/>
            <a:chOff x="0" y="0"/>
            <a:chExt cx="5852160" cy="1025031"/>
          </a:xfrm>
        </p:grpSpPr>
        <p:sp>
          <p:nvSpPr>
            <p:cNvPr id="2864" name="矩形"/>
            <p:cNvSpPr/>
            <p:nvPr/>
          </p:nvSpPr>
          <p:spPr>
            <a:xfrm>
              <a:off x="0" y="0"/>
              <a:ext cx="5852161" cy="102503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65" name="有序序列R[0..i]"/>
            <p:cNvSpPr txBox="1"/>
            <p:nvPr/>
          </p:nvSpPr>
          <p:spPr>
            <a:xfrm>
              <a:off x="1259510" y="110941"/>
              <a:ext cx="333314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R[0..i]</a:t>
              </a:r>
            </a:p>
          </p:txBody>
        </p:sp>
      </p:grpSp>
      <p:grpSp>
        <p:nvGrpSpPr>
          <p:cNvPr id="2869" name="成组"/>
          <p:cNvGrpSpPr/>
          <p:nvPr/>
        </p:nvGrpSpPr>
        <p:grpSpPr>
          <a:xfrm>
            <a:off x="6969859" y="6819899"/>
            <a:ext cx="5635414" cy="1025032"/>
            <a:chOff x="0" y="0"/>
            <a:chExt cx="5635413" cy="1025031"/>
          </a:xfrm>
        </p:grpSpPr>
        <p:sp>
          <p:nvSpPr>
            <p:cNvPr id="2867" name="矩形"/>
            <p:cNvSpPr/>
            <p:nvPr/>
          </p:nvSpPr>
          <p:spPr>
            <a:xfrm>
              <a:off x="0" y="0"/>
              <a:ext cx="5635414" cy="102503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68" name="无序序列 R[i+1..n]"/>
            <p:cNvSpPr txBox="1"/>
            <p:nvPr/>
          </p:nvSpPr>
          <p:spPr>
            <a:xfrm>
              <a:off x="827361" y="110941"/>
              <a:ext cx="3980691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R[i+1..n]</a:t>
              </a:r>
            </a:p>
          </p:txBody>
        </p:sp>
      </p:grpSp>
      <p:sp>
        <p:nvSpPr>
          <p:cNvPr id="2870" name="初始时，有序序列为R[0]"/>
          <p:cNvSpPr txBox="1"/>
          <p:nvPr/>
        </p:nvSpPr>
        <p:spPr>
          <a:xfrm>
            <a:off x="1148704" y="1590604"/>
            <a:ext cx="498737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初始时，有序序列为R[0]</a:t>
            </a:r>
          </a:p>
        </p:txBody>
      </p:sp>
      <p:sp>
        <p:nvSpPr>
          <p:cNvPr id="2871" name="线条"/>
          <p:cNvSpPr/>
          <p:nvPr/>
        </p:nvSpPr>
        <p:spPr>
          <a:xfrm flipV="1">
            <a:off x="6412088" y="3471377"/>
            <a:ext cx="1" cy="1496909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72" name="线条"/>
          <p:cNvSpPr/>
          <p:nvPr/>
        </p:nvSpPr>
        <p:spPr>
          <a:xfrm>
            <a:off x="4096546" y="4937581"/>
            <a:ext cx="2308966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73" name="线条"/>
          <p:cNvSpPr/>
          <p:nvPr/>
        </p:nvSpPr>
        <p:spPr>
          <a:xfrm flipV="1">
            <a:off x="4079999" y="3961403"/>
            <a:ext cx="1" cy="1005397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38"/>
          <p:cNvSpPr txBox="1"/>
          <p:nvPr/>
        </p:nvSpPr>
        <p:spPr>
          <a:xfrm>
            <a:off x="4666826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876" name="65"/>
          <p:cNvSpPr txBox="1"/>
          <p:nvPr/>
        </p:nvSpPr>
        <p:spPr>
          <a:xfrm>
            <a:off x="5689600" y="25580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877" name="97"/>
          <p:cNvSpPr txBox="1"/>
          <p:nvPr/>
        </p:nvSpPr>
        <p:spPr>
          <a:xfrm>
            <a:off x="6816231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878" name="76"/>
          <p:cNvSpPr txBox="1"/>
          <p:nvPr/>
        </p:nvSpPr>
        <p:spPr>
          <a:xfrm>
            <a:off x="7841262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879" name="13"/>
          <p:cNvSpPr txBox="1"/>
          <p:nvPr/>
        </p:nvSpPr>
        <p:spPr>
          <a:xfrm>
            <a:off x="8864035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880" name="27"/>
          <p:cNvSpPr txBox="1"/>
          <p:nvPr/>
        </p:nvSpPr>
        <p:spPr>
          <a:xfrm>
            <a:off x="9999698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881" name="49"/>
          <p:cNvSpPr txBox="1"/>
          <p:nvPr/>
        </p:nvSpPr>
        <p:spPr>
          <a:xfrm>
            <a:off x="3635022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896" name="成组"/>
          <p:cNvGrpSpPr/>
          <p:nvPr/>
        </p:nvGrpSpPr>
        <p:grpSpPr>
          <a:xfrm>
            <a:off x="2406791" y="1980071"/>
            <a:ext cx="8602134" cy="1332089"/>
            <a:chOff x="0" y="0"/>
            <a:chExt cx="8602133" cy="1332088"/>
          </a:xfrm>
        </p:grpSpPr>
        <p:sp>
          <p:nvSpPr>
            <p:cNvPr id="2882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895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887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883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884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885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886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888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89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0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1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2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3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4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897" name="38"/>
          <p:cNvSpPr txBox="1"/>
          <p:nvPr/>
        </p:nvSpPr>
        <p:spPr>
          <a:xfrm>
            <a:off x="4777457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898" name="65"/>
          <p:cNvSpPr txBox="1"/>
          <p:nvPr/>
        </p:nvSpPr>
        <p:spPr>
          <a:xfrm>
            <a:off x="5800231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899" name="97"/>
          <p:cNvSpPr txBox="1"/>
          <p:nvPr/>
        </p:nvSpPr>
        <p:spPr>
          <a:xfrm>
            <a:off x="6926862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00" name="76"/>
          <p:cNvSpPr txBox="1"/>
          <p:nvPr/>
        </p:nvSpPr>
        <p:spPr>
          <a:xfrm>
            <a:off x="7951893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01" name="13"/>
          <p:cNvSpPr txBox="1"/>
          <p:nvPr/>
        </p:nvSpPr>
        <p:spPr>
          <a:xfrm>
            <a:off x="8974666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02" name="27"/>
          <p:cNvSpPr txBox="1"/>
          <p:nvPr/>
        </p:nvSpPr>
        <p:spPr>
          <a:xfrm>
            <a:off x="10110328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03" name="49"/>
          <p:cNvSpPr txBox="1"/>
          <p:nvPr/>
        </p:nvSpPr>
        <p:spPr>
          <a:xfrm>
            <a:off x="3745653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918" name="成组"/>
          <p:cNvGrpSpPr/>
          <p:nvPr/>
        </p:nvGrpSpPr>
        <p:grpSpPr>
          <a:xfrm>
            <a:off x="2406791" y="3815644"/>
            <a:ext cx="8602134" cy="1332090"/>
            <a:chOff x="0" y="0"/>
            <a:chExt cx="8602133" cy="1332088"/>
          </a:xfrm>
        </p:grpSpPr>
        <p:sp>
          <p:nvSpPr>
            <p:cNvPr id="290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1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0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0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0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0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0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1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919" name="初始:"/>
          <p:cNvSpPr txBox="1"/>
          <p:nvPr/>
        </p:nvSpPr>
        <p:spPr>
          <a:xfrm>
            <a:off x="1280159" y="2523913"/>
            <a:ext cx="1228232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初始:</a:t>
            </a:r>
          </a:p>
        </p:txBody>
      </p:sp>
      <p:sp>
        <p:nvSpPr>
          <p:cNvPr id="2920" name="i=1:"/>
          <p:cNvSpPr txBox="1"/>
          <p:nvPr/>
        </p:nvSpPr>
        <p:spPr>
          <a:xfrm>
            <a:off x="1492390" y="4355253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i=1:</a:t>
            </a:r>
          </a:p>
        </p:txBody>
      </p:sp>
      <p:grpSp>
        <p:nvGrpSpPr>
          <p:cNvPr id="2924" name="成组"/>
          <p:cNvGrpSpPr/>
          <p:nvPr/>
        </p:nvGrpSpPr>
        <p:grpSpPr>
          <a:xfrm>
            <a:off x="4133991" y="3334737"/>
            <a:ext cx="1076961" cy="625406"/>
            <a:chOff x="0" y="0"/>
            <a:chExt cx="1076960" cy="625404"/>
          </a:xfrm>
        </p:grpSpPr>
        <p:sp>
          <p:nvSpPr>
            <p:cNvPr id="2921" name="线条"/>
            <p:cNvSpPr/>
            <p:nvPr/>
          </p:nvSpPr>
          <p:spPr>
            <a:xfrm>
              <a:off x="107696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922" name="线条"/>
            <p:cNvSpPr/>
            <p:nvPr/>
          </p:nvSpPr>
          <p:spPr>
            <a:xfrm flipH="1" flipV="1">
              <a:off x="0" y="302542"/>
              <a:ext cx="1076961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923" name="线条"/>
            <p:cNvSpPr/>
            <p:nvPr/>
          </p:nvSpPr>
          <p:spPr>
            <a:xfrm flipH="1">
              <a:off x="17610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925" name="49"/>
          <p:cNvSpPr txBox="1"/>
          <p:nvPr/>
        </p:nvSpPr>
        <p:spPr>
          <a:xfrm>
            <a:off x="4770684" y="4355253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2926" name="38"/>
          <p:cNvSpPr txBox="1"/>
          <p:nvPr/>
        </p:nvSpPr>
        <p:spPr>
          <a:xfrm>
            <a:off x="3745653" y="4355253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2927" name="49"/>
          <p:cNvSpPr txBox="1"/>
          <p:nvPr/>
        </p:nvSpPr>
        <p:spPr>
          <a:xfrm>
            <a:off x="4768426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28" name="65"/>
          <p:cNvSpPr txBox="1"/>
          <p:nvPr/>
        </p:nvSpPr>
        <p:spPr>
          <a:xfrm>
            <a:off x="5791200" y="6251786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929" name="97"/>
          <p:cNvSpPr txBox="1"/>
          <p:nvPr/>
        </p:nvSpPr>
        <p:spPr>
          <a:xfrm>
            <a:off x="6917831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30" name="76"/>
          <p:cNvSpPr txBox="1"/>
          <p:nvPr/>
        </p:nvSpPr>
        <p:spPr>
          <a:xfrm>
            <a:off x="7942862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31" name="13"/>
          <p:cNvSpPr txBox="1"/>
          <p:nvPr/>
        </p:nvSpPr>
        <p:spPr>
          <a:xfrm>
            <a:off x="8965635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32" name="27"/>
          <p:cNvSpPr txBox="1"/>
          <p:nvPr/>
        </p:nvSpPr>
        <p:spPr>
          <a:xfrm>
            <a:off x="10101298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33" name="38"/>
          <p:cNvSpPr txBox="1"/>
          <p:nvPr/>
        </p:nvSpPr>
        <p:spPr>
          <a:xfrm>
            <a:off x="3736622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2948" name="成组"/>
          <p:cNvGrpSpPr/>
          <p:nvPr/>
        </p:nvGrpSpPr>
        <p:grpSpPr>
          <a:xfrm>
            <a:off x="2397759" y="5673795"/>
            <a:ext cx="8602135" cy="1332090"/>
            <a:chOff x="0" y="0"/>
            <a:chExt cx="8602133" cy="1332088"/>
          </a:xfrm>
        </p:grpSpPr>
        <p:sp>
          <p:nvSpPr>
            <p:cNvPr id="293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4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3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3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3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3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3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4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949" name="i=2:"/>
          <p:cNvSpPr txBox="1"/>
          <p:nvPr/>
        </p:nvSpPr>
        <p:spPr>
          <a:xfrm>
            <a:off x="1483359" y="6213404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i=2:</a:t>
            </a:r>
          </a:p>
        </p:txBody>
      </p:sp>
      <p:sp>
        <p:nvSpPr>
          <p:cNvPr id="2950" name="49"/>
          <p:cNvSpPr txBox="1"/>
          <p:nvPr/>
        </p:nvSpPr>
        <p:spPr>
          <a:xfrm>
            <a:off x="4675857" y="621340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2951" name="38"/>
          <p:cNvSpPr txBox="1"/>
          <p:nvPr/>
        </p:nvSpPr>
        <p:spPr>
          <a:xfrm>
            <a:off x="3650826" y="621340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2952" name="线条"/>
          <p:cNvSpPr/>
          <p:nvPr/>
        </p:nvSpPr>
        <p:spPr>
          <a:xfrm>
            <a:off x="6133930" y="5183857"/>
            <a:ext cx="1" cy="614117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953" name="65"/>
          <p:cNvSpPr txBox="1"/>
          <p:nvPr/>
        </p:nvSpPr>
        <p:spPr>
          <a:xfrm>
            <a:off x="5698631" y="6208888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2954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dur="indefinite" fill="hold"/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dur="indefinite" fill="hold"/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8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dur="indefinite" fill="hold"/>
                                        <p:tgtEl>
                                          <p:spTgt spid="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dur="indefinite" fill="hold"/>
                                        <p:tgtEl>
                                          <p:spTgt spid="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dur="indefinite" fill="hold"/>
                                        <p:tgtEl>
                                          <p:spTgt spid="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8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dur="indefinite" fill="hold"/>
                                        <p:tgtEl>
                                          <p:spTgt spid="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2" presetClass="entr" presetSubtype="8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22" presetClass="entr" presetSubtype="8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dur="indefinite" fill="hold"/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22" presetClass="entr" presetSubtype="8" fill="hold" grpId="2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indefinite" fill="hold"/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dur="indefinite" fill="hold"/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dur="indefinite" fill="hold"/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0" grpId="11" animBg="1" advAuto="0"/>
      <p:bldP spid="2876" grpId="2" animBg="1" advAuto="0"/>
      <p:bldP spid="2877" grpId="3" animBg="1" advAuto="0"/>
      <p:bldP spid="2879" grpId="5" animBg="1" advAuto="0"/>
      <p:bldP spid="2875" grpId="1" animBg="1" advAuto="0"/>
      <p:bldP spid="2902" grpId="13" animBg="1" advAuto="0"/>
      <p:bldP spid="2899" grpId="10" animBg="1" advAuto="0"/>
      <p:bldP spid="2898" grpId="9" animBg="1" advAuto="0"/>
      <p:bldP spid="2897" grpId="8" animBg="1" advAuto="0"/>
      <p:bldP spid="2927" grpId="20" animBg="1" advAuto="0"/>
      <p:bldP spid="2926" grpId="19" animBg="1" advAuto="0"/>
      <p:bldP spid="2925" grpId="18" animBg="1" advAuto="0"/>
      <p:bldP spid="2901" grpId="12" animBg="1" advAuto="0"/>
      <p:bldP spid="2903" grpId="14" animBg="1" advAuto="0"/>
      <p:bldP spid="2928" grpId="21" animBg="1" advAuto="0"/>
      <p:bldP spid="2929" grpId="22" animBg="1" advAuto="0"/>
      <p:bldP spid="2930" grpId="23" animBg="1" advAuto="0"/>
      <p:bldP spid="2920" grpId="16" animBg="1" advAuto="0"/>
      <p:bldP spid="2931" grpId="24" animBg="1" advAuto="0"/>
      <p:bldP spid="2932" grpId="25" animBg="1" advAuto="0"/>
      <p:bldP spid="2933" grpId="26" animBg="1" advAuto="0"/>
      <p:bldP spid="2948" grpId="27" animBg="1" advAuto="0"/>
      <p:bldP spid="2949" grpId="28" animBg="1" advAuto="0"/>
      <p:bldP spid="2952" grpId="29" animBg="1" advAuto="0"/>
      <p:bldP spid="2950" grpId="31" animBg="1" advAuto="0"/>
      <p:bldP spid="2953" grpId="32" animBg="1" advAuto="0"/>
      <p:bldP spid="2951" grpId="30" animBg="1" advAuto="0"/>
      <p:bldP spid="2918" grpId="15" animBg="1" advAuto="0"/>
      <p:bldP spid="2881" grpId="7" animBg="1" advAuto="0"/>
      <p:bldP spid="2880" grpId="6" animBg="1" advAuto="0"/>
      <p:bldP spid="2924" grpId="17" animBg="1" advAuto="0"/>
      <p:bldP spid="2878" grpId="4" animBg="1" advAuto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49"/>
          <p:cNvSpPr txBox="1"/>
          <p:nvPr/>
        </p:nvSpPr>
        <p:spPr>
          <a:xfrm>
            <a:off x="5084515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57" name="65"/>
          <p:cNvSpPr txBox="1"/>
          <p:nvPr/>
        </p:nvSpPr>
        <p:spPr>
          <a:xfrm>
            <a:off x="6107288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958" name="97"/>
          <p:cNvSpPr txBox="1"/>
          <p:nvPr/>
        </p:nvSpPr>
        <p:spPr>
          <a:xfrm>
            <a:off x="7233919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59" name="76"/>
          <p:cNvSpPr txBox="1"/>
          <p:nvPr/>
        </p:nvSpPr>
        <p:spPr>
          <a:xfrm>
            <a:off x="8258950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60" name="13"/>
          <p:cNvSpPr txBox="1"/>
          <p:nvPr/>
        </p:nvSpPr>
        <p:spPr>
          <a:xfrm>
            <a:off x="9281724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61" name="27"/>
          <p:cNvSpPr txBox="1"/>
          <p:nvPr/>
        </p:nvSpPr>
        <p:spPr>
          <a:xfrm>
            <a:off x="10417386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62" name="38"/>
          <p:cNvSpPr txBox="1"/>
          <p:nvPr/>
        </p:nvSpPr>
        <p:spPr>
          <a:xfrm>
            <a:off x="4052711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2977" name="成组"/>
          <p:cNvGrpSpPr/>
          <p:nvPr/>
        </p:nvGrpSpPr>
        <p:grpSpPr>
          <a:xfrm>
            <a:off x="2713848" y="1291448"/>
            <a:ext cx="8602135" cy="1332090"/>
            <a:chOff x="0" y="0"/>
            <a:chExt cx="8602133" cy="1332088"/>
          </a:xfrm>
        </p:grpSpPr>
        <p:sp>
          <p:nvSpPr>
            <p:cNvPr id="2963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76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68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64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65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66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67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69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0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1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2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3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4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5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978" name="49"/>
          <p:cNvSpPr txBox="1"/>
          <p:nvPr/>
        </p:nvSpPr>
        <p:spPr>
          <a:xfrm>
            <a:off x="5059679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79" name="65"/>
          <p:cNvSpPr txBox="1"/>
          <p:nvPr/>
        </p:nvSpPr>
        <p:spPr>
          <a:xfrm>
            <a:off x="6082453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980" name="97"/>
          <p:cNvSpPr txBox="1"/>
          <p:nvPr/>
        </p:nvSpPr>
        <p:spPr>
          <a:xfrm>
            <a:off x="7209084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81" name="76"/>
          <p:cNvSpPr txBox="1"/>
          <p:nvPr/>
        </p:nvSpPr>
        <p:spPr>
          <a:xfrm>
            <a:off x="8234115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82" name="13"/>
          <p:cNvSpPr txBox="1"/>
          <p:nvPr/>
        </p:nvSpPr>
        <p:spPr>
          <a:xfrm>
            <a:off x="9256889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83" name="27"/>
          <p:cNvSpPr txBox="1"/>
          <p:nvPr/>
        </p:nvSpPr>
        <p:spPr>
          <a:xfrm>
            <a:off x="10392550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84" name="38"/>
          <p:cNvSpPr txBox="1"/>
          <p:nvPr/>
        </p:nvSpPr>
        <p:spPr>
          <a:xfrm>
            <a:off x="4027875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2999" name="成组"/>
          <p:cNvGrpSpPr/>
          <p:nvPr/>
        </p:nvGrpSpPr>
        <p:grpSpPr>
          <a:xfrm>
            <a:off x="2689013" y="3142826"/>
            <a:ext cx="8602135" cy="1332090"/>
            <a:chOff x="0" y="0"/>
            <a:chExt cx="8602133" cy="1332088"/>
          </a:xfrm>
        </p:grpSpPr>
        <p:sp>
          <p:nvSpPr>
            <p:cNvPr id="2985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98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90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86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87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88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89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91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2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3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4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5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6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7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00" name="i=3:"/>
          <p:cNvSpPr txBox="1"/>
          <p:nvPr/>
        </p:nvSpPr>
        <p:spPr>
          <a:xfrm>
            <a:off x="1774613" y="3714044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i=3:</a:t>
            </a:r>
          </a:p>
        </p:txBody>
      </p:sp>
      <p:sp>
        <p:nvSpPr>
          <p:cNvPr id="3001" name="49"/>
          <p:cNvSpPr txBox="1"/>
          <p:nvPr/>
        </p:nvSpPr>
        <p:spPr>
          <a:xfrm>
            <a:off x="4967111" y="368243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002" name="38"/>
          <p:cNvSpPr txBox="1"/>
          <p:nvPr/>
        </p:nvSpPr>
        <p:spPr>
          <a:xfrm>
            <a:off x="3942079" y="368243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003" name="65"/>
          <p:cNvSpPr txBox="1"/>
          <p:nvPr/>
        </p:nvSpPr>
        <p:spPr>
          <a:xfrm>
            <a:off x="5989884" y="3677920"/>
            <a:ext cx="676149" cy="716989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004" name="线条"/>
          <p:cNvSpPr/>
          <p:nvPr/>
        </p:nvSpPr>
        <p:spPr>
          <a:xfrm>
            <a:off x="7545041" y="2693528"/>
            <a:ext cx="1" cy="614117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3005" name="97"/>
          <p:cNvSpPr txBox="1"/>
          <p:nvPr/>
        </p:nvSpPr>
        <p:spPr>
          <a:xfrm>
            <a:off x="7116515" y="3677920"/>
            <a:ext cx="676149" cy="716989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006" name="49"/>
          <p:cNvSpPr txBox="1"/>
          <p:nvPr/>
        </p:nvSpPr>
        <p:spPr>
          <a:xfrm>
            <a:off x="5046979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07" name="65"/>
          <p:cNvSpPr txBox="1"/>
          <p:nvPr/>
        </p:nvSpPr>
        <p:spPr>
          <a:xfrm>
            <a:off x="6069753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08" name="97"/>
          <p:cNvSpPr txBox="1"/>
          <p:nvPr/>
        </p:nvSpPr>
        <p:spPr>
          <a:xfrm>
            <a:off x="7196384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09" name="76"/>
          <p:cNvSpPr txBox="1"/>
          <p:nvPr/>
        </p:nvSpPr>
        <p:spPr>
          <a:xfrm>
            <a:off x="8221415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10" name="13"/>
          <p:cNvSpPr txBox="1"/>
          <p:nvPr/>
        </p:nvSpPr>
        <p:spPr>
          <a:xfrm>
            <a:off x="9244189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11" name="27"/>
          <p:cNvSpPr txBox="1"/>
          <p:nvPr/>
        </p:nvSpPr>
        <p:spPr>
          <a:xfrm>
            <a:off x="10379850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12" name="38"/>
          <p:cNvSpPr txBox="1"/>
          <p:nvPr/>
        </p:nvSpPr>
        <p:spPr>
          <a:xfrm>
            <a:off x="4015175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027" name="成组"/>
          <p:cNvGrpSpPr/>
          <p:nvPr/>
        </p:nvGrpSpPr>
        <p:grpSpPr>
          <a:xfrm>
            <a:off x="2676313" y="4980657"/>
            <a:ext cx="8602135" cy="1332090"/>
            <a:chOff x="0" y="0"/>
            <a:chExt cx="8602133" cy="1332088"/>
          </a:xfrm>
        </p:grpSpPr>
        <p:sp>
          <p:nvSpPr>
            <p:cNvPr id="3013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026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018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014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15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16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17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019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0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1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2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3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4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5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28" name="i=4:"/>
          <p:cNvSpPr txBox="1"/>
          <p:nvPr/>
        </p:nvSpPr>
        <p:spPr>
          <a:xfrm>
            <a:off x="1774613" y="5551875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i=4:</a:t>
            </a:r>
          </a:p>
        </p:txBody>
      </p:sp>
      <p:sp>
        <p:nvSpPr>
          <p:cNvPr id="3029" name="76"/>
          <p:cNvSpPr txBox="1"/>
          <p:nvPr/>
        </p:nvSpPr>
        <p:spPr>
          <a:xfrm>
            <a:off x="7103815" y="5520266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grpSp>
        <p:nvGrpSpPr>
          <p:cNvPr id="3033" name="成组"/>
          <p:cNvGrpSpPr/>
          <p:nvPr/>
        </p:nvGrpSpPr>
        <p:grpSpPr>
          <a:xfrm>
            <a:off x="7503724" y="4511040"/>
            <a:ext cx="1076961" cy="625405"/>
            <a:chOff x="0" y="0"/>
            <a:chExt cx="1076960" cy="625404"/>
          </a:xfrm>
        </p:grpSpPr>
        <p:sp>
          <p:nvSpPr>
            <p:cNvPr id="3030" name="线条"/>
            <p:cNvSpPr/>
            <p:nvPr/>
          </p:nvSpPr>
          <p:spPr>
            <a:xfrm>
              <a:off x="107696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31" name="线条"/>
            <p:cNvSpPr/>
            <p:nvPr/>
          </p:nvSpPr>
          <p:spPr>
            <a:xfrm flipH="1" flipV="1">
              <a:off x="0" y="302542"/>
              <a:ext cx="1076961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32" name="线条"/>
            <p:cNvSpPr/>
            <p:nvPr/>
          </p:nvSpPr>
          <p:spPr>
            <a:xfrm flipH="1">
              <a:off x="17610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034" name="97"/>
          <p:cNvSpPr txBox="1"/>
          <p:nvPr/>
        </p:nvSpPr>
        <p:spPr>
          <a:xfrm>
            <a:off x="8128846" y="5527040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035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indefinite" fill="hold"/>
                                        <p:tgtEl>
                                          <p:spTgt spid="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indefinite" fill="hold"/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4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dur="indefinite" fill="hold"/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dur="indefinite" fill="hold"/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4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4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4" grpId="17" animBg="1" advAuto="0"/>
      <p:bldP spid="3011" grpId="12" animBg="1" advAuto="0"/>
      <p:bldP spid="3007" grpId="8" animBg="1" advAuto="0"/>
      <p:bldP spid="3012" grpId="13" animBg="1" advAuto="0"/>
      <p:bldP spid="3000" grpId="1" animBg="1" advAuto="0"/>
      <p:bldP spid="3006" grpId="7" animBg="1" advAuto="0"/>
      <p:bldP spid="3033" grpId="16" animBg="1" advAuto="0"/>
      <p:bldP spid="3005" grpId="6" animBg="1" advAuto="0"/>
      <p:bldP spid="3029" grpId="18" animBg="1" advAuto="0"/>
      <p:bldP spid="3001" grpId="4" animBg="1" advAuto="0"/>
      <p:bldP spid="3003" grpId="5" animBg="1" advAuto="0"/>
      <p:bldP spid="3028" grpId="15" animBg="1" advAuto="0"/>
      <p:bldP spid="3004" grpId="2" animBg="1" advAuto="0"/>
      <p:bldP spid="3010" grpId="11" animBg="1" advAuto="0"/>
      <p:bldP spid="3009" grpId="10" animBg="1" advAuto="0"/>
      <p:bldP spid="3027" grpId="14" animBg="1" advAuto="0"/>
      <p:bldP spid="3002" grpId="3" animBg="1" advAuto="0"/>
      <p:bldP spid="3008" grpId="9" animBg="1" advAuto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49"/>
          <p:cNvSpPr txBox="1"/>
          <p:nvPr/>
        </p:nvSpPr>
        <p:spPr>
          <a:xfrm>
            <a:off x="5161279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38" name="65"/>
          <p:cNvSpPr txBox="1"/>
          <p:nvPr/>
        </p:nvSpPr>
        <p:spPr>
          <a:xfrm>
            <a:off x="6184053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39" name="76"/>
          <p:cNvSpPr txBox="1"/>
          <p:nvPr/>
        </p:nvSpPr>
        <p:spPr>
          <a:xfrm>
            <a:off x="7310684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40" name="97"/>
          <p:cNvSpPr txBox="1"/>
          <p:nvPr/>
        </p:nvSpPr>
        <p:spPr>
          <a:xfrm>
            <a:off x="8335715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41" name="13"/>
          <p:cNvSpPr txBox="1"/>
          <p:nvPr/>
        </p:nvSpPr>
        <p:spPr>
          <a:xfrm>
            <a:off x="9358489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42" name="27"/>
          <p:cNvSpPr txBox="1"/>
          <p:nvPr/>
        </p:nvSpPr>
        <p:spPr>
          <a:xfrm>
            <a:off x="10494150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43" name="38"/>
          <p:cNvSpPr txBox="1"/>
          <p:nvPr/>
        </p:nvSpPr>
        <p:spPr>
          <a:xfrm>
            <a:off x="4129475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058" name="成组"/>
          <p:cNvGrpSpPr/>
          <p:nvPr/>
        </p:nvGrpSpPr>
        <p:grpSpPr>
          <a:xfrm>
            <a:off x="2790613" y="1189848"/>
            <a:ext cx="8602135" cy="1332090"/>
            <a:chOff x="0" y="0"/>
            <a:chExt cx="8602133" cy="1332088"/>
          </a:xfrm>
        </p:grpSpPr>
        <p:sp>
          <p:nvSpPr>
            <p:cNvPr id="304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05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04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04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4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4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4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05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59" name="49"/>
          <p:cNvSpPr txBox="1"/>
          <p:nvPr/>
        </p:nvSpPr>
        <p:spPr>
          <a:xfrm>
            <a:off x="5177084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60" name="65"/>
          <p:cNvSpPr txBox="1"/>
          <p:nvPr/>
        </p:nvSpPr>
        <p:spPr>
          <a:xfrm>
            <a:off x="6199857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61" name="76"/>
          <p:cNvSpPr txBox="1"/>
          <p:nvPr/>
        </p:nvSpPr>
        <p:spPr>
          <a:xfrm>
            <a:off x="7326489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62" name="97"/>
          <p:cNvSpPr txBox="1"/>
          <p:nvPr/>
        </p:nvSpPr>
        <p:spPr>
          <a:xfrm>
            <a:off x="8351519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63" name="13"/>
          <p:cNvSpPr txBox="1"/>
          <p:nvPr/>
        </p:nvSpPr>
        <p:spPr>
          <a:xfrm>
            <a:off x="9374293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64" name="27"/>
          <p:cNvSpPr txBox="1"/>
          <p:nvPr/>
        </p:nvSpPr>
        <p:spPr>
          <a:xfrm>
            <a:off x="10509955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65" name="38"/>
          <p:cNvSpPr txBox="1"/>
          <p:nvPr/>
        </p:nvSpPr>
        <p:spPr>
          <a:xfrm>
            <a:off x="4145279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080" name="成组"/>
          <p:cNvGrpSpPr/>
          <p:nvPr/>
        </p:nvGrpSpPr>
        <p:grpSpPr>
          <a:xfrm>
            <a:off x="2806417" y="3106702"/>
            <a:ext cx="8602135" cy="1332090"/>
            <a:chOff x="0" y="0"/>
            <a:chExt cx="8602133" cy="1332088"/>
          </a:xfrm>
        </p:grpSpPr>
        <p:sp>
          <p:nvSpPr>
            <p:cNvPr id="3066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079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071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067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68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69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70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072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3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4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5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6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7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8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81" name="13"/>
          <p:cNvSpPr txBox="1"/>
          <p:nvPr/>
        </p:nvSpPr>
        <p:spPr>
          <a:xfrm>
            <a:off x="3018648" y="3646311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82" name="i=5:"/>
          <p:cNvSpPr txBox="1"/>
          <p:nvPr/>
        </p:nvSpPr>
        <p:spPr>
          <a:xfrm>
            <a:off x="1892017" y="3677920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i=5:</a:t>
            </a:r>
          </a:p>
        </p:txBody>
      </p:sp>
      <p:sp>
        <p:nvSpPr>
          <p:cNvPr id="3083" name="49"/>
          <p:cNvSpPr txBox="1"/>
          <p:nvPr/>
        </p:nvSpPr>
        <p:spPr>
          <a:xfrm>
            <a:off x="6109546" y="3657600"/>
            <a:ext cx="676149" cy="716989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084" name="38"/>
          <p:cNvSpPr txBox="1"/>
          <p:nvPr/>
        </p:nvSpPr>
        <p:spPr>
          <a:xfrm>
            <a:off x="5084515" y="3657600"/>
            <a:ext cx="676149" cy="716989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085" name="65"/>
          <p:cNvSpPr txBox="1"/>
          <p:nvPr/>
        </p:nvSpPr>
        <p:spPr>
          <a:xfrm>
            <a:off x="7259037" y="365308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086" name="76"/>
          <p:cNvSpPr txBox="1"/>
          <p:nvPr/>
        </p:nvSpPr>
        <p:spPr>
          <a:xfrm>
            <a:off x="8258950" y="365308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087" name="97"/>
          <p:cNvSpPr txBox="1"/>
          <p:nvPr/>
        </p:nvSpPr>
        <p:spPr>
          <a:xfrm>
            <a:off x="9283982" y="3659857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grpSp>
        <p:nvGrpSpPr>
          <p:cNvPr id="3091" name="成组"/>
          <p:cNvGrpSpPr/>
          <p:nvPr/>
        </p:nvGrpSpPr>
        <p:grpSpPr>
          <a:xfrm>
            <a:off x="4515555" y="2567093"/>
            <a:ext cx="5303521" cy="625405"/>
            <a:chOff x="0" y="0"/>
            <a:chExt cx="5303520" cy="625404"/>
          </a:xfrm>
        </p:grpSpPr>
        <p:sp>
          <p:nvSpPr>
            <p:cNvPr id="3088" name="线条"/>
            <p:cNvSpPr/>
            <p:nvPr/>
          </p:nvSpPr>
          <p:spPr>
            <a:xfrm>
              <a:off x="530352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89" name="线条"/>
            <p:cNvSpPr/>
            <p:nvPr/>
          </p:nvSpPr>
          <p:spPr>
            <a:xfrm flipH="1" flipV="1">
              <a:off x="-1" y="302542"/>
              <a:ext cx="5303522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90" name="线条"/>
            <p:cNvSpPr/>
            <p:nvPr/>
          </p:nvSpPr>
          <p:spPr>
            <a:xfrm flipH="1">
              <a:off x="31157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092" name="13"/>
          <p:cNvSpPr txBox="1"/>
          <p:nvPr/>
        </p:nvSpPr>
        <p:spPr>
          <a:xfrm>
            <a:off x="4059484" y="3646311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3093" name="38"/>
          <p:cNvSpPr txBox="1"/>
          <p:nvPr/>
        </p:nvSpPr>
        <p:spPr>
          <a:xfrm>
            <a:off x="5280942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094" name="49"/>
          <p:cNvSpPr txBox="1"/>
          <p:nvPr/>
        </p:nvSpPr>
        <p:spPr>
          <a:xfrm>
            <a:off x="6303715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95" name="65"/>
          <p:cNvSpPr txBox="1"/>
          <p:nvPr/>
        </p:nvSpPr>
        <p:spPr>
          <a:xfrm>
            <a:off x="7430346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96" name="76"/>
          <p:cNvSpPr txBox="1"/>
          <p:nvPr/>
        </p:nvSpPr>
        <p:spPr>
          <a:xfrm>
            <a:off x="8455377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97" name="97"/>
          <p:cNvSpPr txBox="1"/>
          <p:nvPr/>
        </p:nvSpPr>
        <p:spPr>
          <a:xfrm>
            <a:off x="9478150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98" name="27"/>
          <p:cNvSpPr txBox="1"/>
          <p:nvPr/>
        </p:nvSpPr>
        <p:spPr>
          <a:xfrm>
            <a:off x="10613813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99" name="13"/>
          <p:cNvSpPr txBox="1"/>
          <p:nvPr/>
        </p:nvSpPr>
        <p:spPr>
          <a:xfrm>
            <a:off x="4249137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grpSp>
        <p:nvGrpSpPr>
          <p:cNvPr id="3114" name="成组"/>
          <p:cNvGrpSpPr/>
          <p:nvPr/>
        </p:nvGrpSpPr>
        <p:grpSpPr>
          <a:xfrm>
            <a:off x="2910275" y="5052906"/>
            <a:ext cx="8602135" cy="1332090"/>
            <a:chOff x="0" y="0"/>
            <a:chExt cx="8602133" cy="1332088"/>
          </a:xfrm>
        </p:grpSpPr>
        <p:sp>
          <p:nvSpPr>
            <p:cNvPr id="3100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113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105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101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102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103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104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106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07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08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09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10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11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12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115" name="27"/>
          <p:cNvSpPr txBox="1"/>
          <p:nvPr/>
        </p:nvSpPr>
        <p:spPr>
          <a:xfrm>
            <a:off x="3122506" y="5592515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116" name="i=6:"/>
          <p:cNvSpPr txBox="1"/>
          <p:nvPr/>
        </p:nvSpPr>
        <p:spPr>
          <a:xfrm>
            <a:off x="1892017" y="5624124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i=6:</a:t>
            </a:r>
          </a:p>
        </p:txBody>
      </p:sp>
      <p:sp>
        <p:nvSpPr>
          <p:cNvPr id="3117" name="49"/>
          <p:cNvSpPr txBox="1"/>
          <p:nvPr/>
        </p:nvSpPr>
        <p:spPr>
          <a:xfrm>
            <a:off x="7360073" y="5597031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118" name="38"/>
          <p:cNvSpPr txBox="1"/>
          <p:nvPr/>
        </p:nvSpPr>
        <p:spPr>
          <a:xfrm>
            <a:off x="6296942" y="5597031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119" name="65"/>
          <p:cNvSpPr txBox="1"/>
          <p:nvPr/>
        </p:nvSpPr>
        <p:spPr>
          <a:xfrm>
            <a:off x="8344746" y="559251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120" name="76"/>
          <p:cNvSpPr txBox="1"/>
          <p:nvPr/>
        </p:nvSpPr>
        <p:spPr>
          <a:xfrm>
            <a:off x="9471377" y="559251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121" name="97"/>
          <p:cNvSpPr txBox="1"/>
          <p:nvPr/>
        </p:nvSpPr>
        <p:spPr>
          <a:xfrm>
            <a:off x="10534508" y="5599288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122" name="27"/>
          <p:cNvSpPr txBox="1"/>
          <p:nvPr/>
        </p:nvSpPr>
        <p:spPr>
          <a:xfrm>
            <a:off x="5208411" y="5592515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27</a:t>
            </a:r>
          </a:p>
        </p:txBody>
      </p:sp>
      <p:grpSp>
        <p:nvGrpSpPr>
          <p:cNvPr id="3126" name="成组"/>
          <p:cNvGrpSpPr/>
          <p:nvPr/>
        </p:nvGrpSpPr>
        <p:grpSpPr>
          <a:xfrm>
            <a:off x="5603804" y="4513297"/>
            <a:ext cx="5303521" cy="625406"/>
            <a:chOff x="0" y="0"/>
            <a:chExt cx="5303520" cy="625404"/>
          </a:xfrm>
        </p:grpSpPr>
        <p:sp>
          <p:nvSpPr>
            <p:cNvPr id="3123" name="线条"/>
            <p:cNvSpPr/>
            <p:nvPr/>
          </p:nvSpPr>
          <p:spPr>
            <a:xfrm>
              <a:off x="530352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124" name="线条"/>
            <p:cNvSpPr/>
            <p:nvPr/>
          </p:nvSpPr>
          <p:spPr>
            <a:xfrm flipH="1" flipV="1">
              <a:off x="-1" y="302542"/>
              <a:ext cx="5303522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125" name="线条"/>
            <p:cNvSpPr/>
            <p:nvPr/>
          </p:nvSpPr>
          <p:spPr>
            <a:xfrm flipH="1">
              <a:off x="31157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127" name="哨兵"/>
          <p:cNvSpPr txBox="1"/>
          <p:nvPr/>
        </p:nvSpPr>
        <p:spPr>
          <a:xfrm>
            <a:off x="602261" y="3687305"/>
            <a:ext cx="934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哨兵</a:t>
            </a:r>
          </a:p>
        </p:txBody>
      </p:sp>
      <p:sp>
        <p:nvSpPr>
          <p:cNvPr id="3128" name="sentinel"/>
          <p:cNvSpPr txBox="1"/>
          <p:nvPr/>
        </p:nvSpPr>
        <p:spPr>
          <a:xfrm>
            <a:off x="676225" y="4634551"/>
            <a:ext cx="1362063" cy="48449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indent="0">
              <a:lnSpc>
                <a:spcPct val="100000"/>
              </a:lnSpc>
              <a:defRPr sz="2600" b="1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sentinel</a:t>
            </a:r>
          </a:p>
        </p:txBody>
      </p:sp>
      <p:sp>
        <p:nvSpPr>
          <p:cNvPr id="3129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dur="indefinite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4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4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dur="indefinite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dur="indefinite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6" presetID="22" presetClass="entr" presetSubtype="4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dur="indefinite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22" presetClass="entr" presetSubtype="4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indefinite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dur="indefinite" fill="hold"/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dur="indefinite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dur="indefinite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dur="indefinite" fill="hold"/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8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dur="indefinite" fill="hold"/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22" presetClass="entr" presetSubtype="8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dur="indefinite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3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dur="indefinite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0" grpId="32" animBg="1" advAuto="0"/>
      <p:bldP spid="3099" grpId="24" animBg="1" advAuto="0"/>
      <p:bldP spid="3087" grpId="16" animBg="1" advAuto="0"/>
      <p:bldP spid="3063" grpId="5" animBg="1" advAuto="0"/>
      <p:bldP spid="3091" grpId="11" animBg="1" advAuto="0"/>
      <p:bldP spid="3061" grpId="3" animBg="1" advAuto="0"/>
      <p:bldP spid="3096" grpId="21" animBg="1" advAuto="0"/>
      <p:bldP spid="3081" grpId="10" animBg="1" advAuto="0"/>
      <p:bldP spid="3118" grpId="29" animBg="1" advAuto="0"/>
      <p:bldP spid="3093" grpId="18" animBg="1" advAuto="0"/>
      <p:bldP spid="3064" grpId="6" animBg="1" advAuto="0"/>
      <p:bldP spid="3094" grpId="19" animBg="1" advAuto="0"/>
      <p:bldP spid="3117" grpId="30" animBg="1" advAuto="0"/>
      <p:bldP spid="3082" grpId="9" animBg="1" advAuto="0"/>
      <p:bldP spid="3116" grpId="26" animBg="1" advAuto="0"/>
      <p:bldP spid="3119" grpId="31" animBg="1" advAuto="0"/>
      <p:bldP spid="3121" grpId="33" animBg="1" advAuto="0"/>
      <p:bldP spid="3098" grpId="23" animBg="1" advAuto="0"/>
      <p:bldP spid="3084" grpId="12" animBg="1" advAuto="0"/>
      <p:bldP spid="3080" grpId="8" animBg="1" advAuto="0"/>
      <p:bldP spid="3062" grpId="4" animBg="1" advAuto="0"/>
      <p:bldP spid="3085" grpId="14" animBg="1" advAuto="0"/>
      <p:bldP spid="3092" grpId="17" animBg="1" advAuto="0"/>
      <p:bldP spid="3114" grpId="25" animBg="1" advAuto="0"/>
      <p:bldP spid="3065" grpId="7" animBg="1" advAuto="0"/>
      <p:bldP spid="3097" grpId="22" animBg="1" advAuto="0"/>
      <p:bldP spid="3086" grpId="15" animBg="1" advAuto="0"/>
      <p:bldP spid="3122" grpId="34" animBg="1" advAuto="0"/>
      <p:bldP spid="3115" grpId="27" animBg="1" advAuto="0"/>
      <p:bldP spid="3095" grpId="20" animBg="1" advAuto="0"/>
      <p:bldP spid="3060" grpId="2" animBg="1" advAuto="0"/>
      <p:bldP spid="3083" grpId="13" animBg="1" advAuto="0"/>
      <p:bldP spid="3059" grpId="1" animBg="1" advAuto="0"/>
      <p:bldP spid="3126" grpId="28" animBg="1" advAuto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Shape 429"/>
          <p:cNvSpPr txBox="1"/>
          <p:nvPr/>
        </p:nvSpPr>
        <p:spPr>
          <a:xfrm>
            <a:off x="1381759" y="1393048"/>
            <a:ext cx="7086601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算法详细执行过程：</a:t>
            </a:r>
          </a:p>
        </p:txBody>
      </p:sp>
      <p:sp>
        <p:nvSpPr>
          <p:cNvPr id="3132" name="Shape 430"/>
          <p:cNvSpPr txBox="1"/>
          <p:nvPr/>
        </p:nvSpPr>
        <p:spPr>
          <a:xfrm>
            <a:off x="1851377" y="2561731"/>
            <a:ext cx="2580734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  d[]={5,3,1};</a:t>
            </a:r>
          </a:p>
        </p:txBody>
      </p:sp>
      <p:grpSp>
        <p:nvGrpSpPr>
          <p:cNvPr id="3147" name="Group 445"/>
          <p:cNvGrpSpPr/>
          <p:nvPr/>
        </p:nvGrpSpPr>
        <p:grpSpPr>
          <a:xfrm>
            <a:off x="2099732" y="4368798"/>
            <a:ext cx="10243543" cy="824093"/>
            <a:chOff x="0" y="0"/>
            <a:chExt cx="10243541" cy="824092"/>
          </a:xfrm>
        </p:grpSpPr>
        <p:grpSp>
          <p:nvGrpSpPr>
            <p:cNvPr id="3137" name="Group 435"/>
            <p:cNvGrpSpPr/>
            <p:nvPr/>
          </p:nvGrpSpPr>
          <p:grpSpPr>
            <a:xfrm>
              <a:off x="-1" y="-1"/>
              <a:ext cx="10243543" cy="824094"/>
              <a:chOff x="0" y="0"/>
              <a:chExt cx="10243541" cy="824092"/>
            </a:xfrm>
          </p:grpSpPr>
          <p:sp>
            <p:nvSpPr>
              <p:cNvPr id="3133" name="Shape 431"/>
              <p:cNvSpPr/>
              <p:nvPr/>
            </p:nvSpPr>
            <p:spPr>
              <a:xfrm>
                <a:off x="-1" y="821834"/>
                <a:ext cx="10236203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4" name="Shape 432"/>
              <p:cNvSpPr/>
              <p:nvPr/>
            </p:nvSpPr>
            <p:spPr>
              <a:xfrm>
                <a:off x="-1" y="0"/>
                <a:ext cx="1023620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5" name="Shape 433"/>
              <p:cNvSpPr/>
              <p:nvPr/>
            </p:nvSpPr>
            <p:spPr>
              <a:xfrm>
                <a:off x="10241282" y="-1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6" name="Shape 434"/>
              <p:cNvSpPr/>
              <p:nvPr/>
            </p:nvSpPr>
            <p:spPr>
              <a:xfrm>
                <a:off x="-1" y="-1"/>
                <a:ext cx="2259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138" name="Shape 436"/>
            <p:cNvSpPr/>
            <p:nvPr/>
          </p:nvSpPr>
          <p:spPr>
            <a:xfrm>
              <a:off x="10244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9" name="Shape 437"/>
            <p:cNvSpPr/>
            <p:nvPr/>
          </p:nvSpPr>
          <p:spPr>
            <a:xfrm>
              <a:off x="2050062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0" name="Shape 438"/>
            <p:cNvSpPr/>
            <p:nvPr/>
          </p:nvSpPr>
          <p:spPr>
            <a:xfrm>
              <a:off x="307283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1" name="Shape 439"/>
            <p:cNvSpPr/>
            <p:nvPr/>
          </p:nvSpPr>
          <p:spPr>
            <a:xfrm>
              <a:off x="40978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2" name="Shape 440"/>
            <p:cNvSpPr/>
            <p:nvPr/>
          </p:nvSpPr>
          <p:spPr>
            <a:xfrm>
              <a:off x="5224497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3" name="Shape 441"/>
            <p:cNvSpPr/>
            <p:nvPr/>
          </p:nvSpPr>
          <p:spPr>
            <a:xfrm>
              <a:off x="6247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4" name="Shape 442"/>
            <p:cNvSpPr/>
            <p:nvPr/>
          </p:nvSpPr>
          <p:spPr>
            <a:xfrm>
              <a:off x="7272301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5" name="Shape 443"/>
            <p:cNvSpPr/>
            <p:nvPr/>
          </p:nvSpPr>
          <p:spPr>
            <a:xfrm>
              <a:off x="8193475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6" name="Shape 444"/>
            <p:cNvSpPr/>
            <p:nvPr/>
          </p:nvSpPr>
          <p:spPr>
            <a:xfrm>
              <a:off x="921850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148" name="Shape 446"/>
          <p:cNvSpPr txBox="1"/>
          <p:nvPr/>
        </p:nvSpPr>
        <p:spPr>
          <a:xfrm>
            <a:off x="1995875" y="3858541"/>
            <a:ext cx="104521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1          2         3          4          5         6         7        8         9          10</a:t>
            </a:r>
          </a:p>
        </p:txBody>
      </p:sp>
      <p:sp>
        <p:nvSpPr>
          <p:cNvPr id="3149" name="Shape 447"/>
          <p:cNvSpPr txBox="1"/>
          <p:nvPr/>
        </p:nvSpPr>
        <p:spPr>
          <a:xfrm>
            <a:off x="3226363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150" name="Shape 448"/>
          <p:cNvSpPr txBox="1"/>
          <p:nvPr/>
        </p:nvSpPr>
        <p:spPr>
          <a:xfrm>
            <a:off x="4249137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151" name="Shape 449"/>
          <p:cNvSpPr txBox="1"/>
          <p:nvPr/>
        </p:nvSpPr>
        <p:spPr>
          <a:xfrm>
            <a:off x="5375769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152" name="Shape 450"/>
          <p:cNvSpPr txBox="1"/>
          <p:nvPr/>
        </p:nvSpPr>
        <p:spPr>
          <a:xfrm>
            <a:off x="6400800" y="4412543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153" name="Shape 451"/>
          <p:cNvSpPr txBox="1"/>
          <p:nvPr/>
        </p:nvSpPr>
        <p:spPr>
          <a:xfrm>
            <a:off x="7429500" y="4412543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154" name="Shape 452"/>
          <p:cNvSpPr txBox="1"/>
          <p:nvPr/>
        </p:nvSpPr>
        <p:spPr>
          <a:xfrm>
            <a:off x="8566008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155" name="Shape 453"/>
          <p:cNvSpPr txBox="1"/>
          <p:nvPr/>
        </p:nvSpPr>
        <p:spPr>
          <a:xfrm>
            <a:off x="9480408" y="4406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156" name="Shape 454"/>
          <p:cNvSpPr txBox="1"/>
          <p:nvPr/>
        </p:nvSpPr>
        <p:spPr>
          <a:xfrm>
            <a:off x="10394808" y="4406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157" name="Shape 455"/>
          <p:cNvSpPr txBox="1"/>
          <p:nvPr/>
        </p:nvSpPr>
        <p:spPr>
          <a:xfrm>
            <a:off x="11417582" y="4406900"/>
            <a:ext cx="4388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158" name="Shape 456"/>
          <p:cNvSpPr txBox="1"/>
          <p:nvPr/>
        </p:nvSpPr>
        <p:spPr>
          <a:xfrm>
            <a:off x="2194560" y="441875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159" name="Shape 457"/>
          <p:cNvSpPr/>
          <p:nvPr/>
        </p:nvSpPr>
        <p:spPr>
          <a:xfrm>
            <a:off x="8499403" y="44450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160" name="Shape 458"/>
          <p:cNvSpPr/>
          <p:nvPr/>
        </p:nvSpPr>
        <p:spPr>
          <a:xfrm>
            <a:off x="9473634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161" name="Shape 459"/>
          <p:cNvSpPr/>
          <p:nvPr/>
        </p:nvSpPr>
        <p:spPr>
          <a:xfrm>
            <a:off x="10394808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162" name="Shape 460"/>
          <p:cNvSpPr/>
          <p:nvPr/>
        </p:nvSpPr>
        <p:spPr>
          <a:xfrm>
            <a:off x="11419840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163" name="Shape 461"/>
          <p:cNvSpPr/>
          <p:nvPr/>
        </p:nvSpPr>
        <p:spPr>
          <a:xfrm>
            <a:off x="2201333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164" name="Shape 462"/>
          <p:cNvSpPr/>
          <p:nvPr/>
        </p:nvSpPr>
        <p:spPr>
          <a:xfrm>
            <a:off x="3226363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165" name="Shape 463"/>
          <p:cNvSpPr/>
          <p:nvPr/>
        </p:nvSpPr>
        <p:spPr>
          <a:xfrm>
            <a:off x="4249137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166" name="Shape 464"/>
          <p:cNvSpPr/>
          <p:nvPr/>
        </p:nvSpPr>
        <p:spPr>
          <a:xfrm>
            <a:off x="5321300" y="4445000"/>
            <a:ext cx="705499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167" name="Shape 465"/>
          <p:cNvSpPr/>
          <p:nvPr/>
        </p:nvSpPr>
        <p:spPr>
          <a:xfrm>
            <a:off x="6350000" y="4432300"/>
            <a:ext cx="438799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168" name="Shape 466"/>
          <p:cNvSpPr/>
          <p:nvPr/>
        </p:nvSpPr>
        <p:spPr>
          <a:xfrm>
            <a:off x="7425831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grpSp>
        <p:nvGrpSpPr>
          <p:cNvPr id="3175" name="Group 473"/>
          <p:cNvGrpSpPr/>
          <p:nvPr/>
        </p:nvGrpSpPr>
        <p:grpSpPr>
          <a:xfrm>
            <a:off x="2415182" y="5230354"/>
            <a:ext cx="5516000" cy="948452"/>
            <a:chOff x="0" y="0"/>
            <a:chExt cx="5515998" cy="948450"/>
          </a:xfrm>
        </p:grpSpPr>
        <p:grpSp>
          <p:nvGrpSpPr>
            <p:cNvPr id="3171" name="Group 469"/>
            <p:cNvGrpSpPr/>
            <p:nvPr/>
          </p:nvGrpSpPr>
          <p:grpSpPr>
            <a:xfrm>
              <a:off x="-1" y="9030"/>
              <a:ext cx="277954" cy="939421"/>
              <a:chOff x="0" y="0"/>
              <a:chExt cx="277952" cy="939419"/>
            </a:xfrm>
          </p:grpSpPr>
          <p:sp>
            <p:nvSpPr>
              <p:cNvPr id="3169" name="Shape 467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0" name="Shape 468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74" name="Group 472"/>
            <p:cNvGrpSpPr/>
            <p:nvPr/>
          </p:nvGrpSpPr>
          <p:grpSpPr>
            <a:xfrm>
              <a:off x="5238045" y="0"/>
              <a:ext cx="277954" cy="939420"/>
              <a:chOff x="0" y="0"/>
              <a:chExt cx="277952" cy="939419"/>
            </a:xfrm>
          </p:grpSpPr>
          <p:sp>
            <p:nvSpPr>
              <p:cNvPr id="3172" name="Shape 470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3" name="Shape 471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182" name="Group 480"/>
          <p:cNvGrpSpPr/>
          <p:nvPr/>
        </p:nvGrpSpPr>
        <p:grpSpPr>
          <a:xfrm>
            <a:off x="3296791" y="5230354"/>
            <a:ext cx="5516000" cy="948452"/>
            <a:chOff x="0" y="0"/>
            <a:chExt cx="5515998" cy="948450"/>
          </a:xfrm>
        </p:grpSpPr>
        <p:grpSp>
          <p:nvGrpSpPr>
            <p:cNvPr id="3178" name="Group 476"/>
            <p:cNvGrpSpPr/>
            <p:nvPr/>
          </p:nvGrpSpPr>
          <p:grpSpPr>
            <a:xfrm>
              <a:off x="-1" y="9030"/>
              <a:ext cx="277954" cy="939421"/>
              <a:chOff x="0" y="0"/>
              <a:chExt cx="277952" cy="939419"/>
            </a:xfrm>
          </p:grpSpPr>
          <p:sp>
            <p:nvSpPr>
              <p:cNvPr id="3176" name="Shape 474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7" name="Shape 475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81" name="Group 479"/>
            <p:cNvGrpSpPr/>
            <p:nvPr/>
          </p:nvGrpSpPr>
          <p:grpSpPr>
            <a:xfrm>
              <a:off x="5238045" y="0"/>
              <a:ext cx="277954" cy="937444"/>
              <a:chOff x="0" y="0"/>
              <a:chExt cx="277952" cy="937443"/>
            </a:xfrm>
          </p:grpSpPr>
          <p:sp>
            <p:nvSpPr>
              <p:cNvPr id="3179" name="Shape 477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0" name="Shape 478"/>
              <p:cNvSpPr txBox="1"/>
              <p:nvPr/>
            </p:nvSpPr>
            <p:spPr>
              <a:xfrm>
                <a:off x="0" y="420228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189" name="Group 487"/>
          <p:cNvGrpSpPr/>
          <p:nvPr/>
        </p:nvGrpSpPr>
        <p:grpSpPr>
          <a:xfrm>
            <a:off x="4463504" y="5230354"/>
            <a:ext cx="5516000" cy="948452"/>
            <a:chOff x="0" y="0"/>
            <a:chExt cx="5515998" cy="948450"/>
          </a:xfrm>
        </p:grpSpPr>
        <p:grpSp>
          <p:nvGrpSpPr>
            <p:cNvPr id="3185" name="Group 483"/>
            <p:cNvGrpSpPr/>
            <p:nvPr/>
          </p:nvGrpSpPr>
          <p:grpSpPr>
            <a:xfrm>
              <a:off x="-1" y="9030"/>
              <a:ext cx="277954" cy="939421"/>
              <a:chOff x="0" y="0"/>
              <a:chExt cx="277952" cy="939419"/>
            </a:xfrm>
          </p:grpSpPr>
          <p:sp>
            <p:nvSpPr>
              <p:cNvPr id="3183" name="Shape 481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4" name="Shape 482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88" name="Group 486"/>
            <p:cNvGrpSpPr/>
            <p:nvPr/>
          </p:nvGrpSpPr>
          <p:grpSpPr>
            <a:xfrm>
              <a:off x="5238045" y="0"/>
              <a:ext cx="277954" cy="937444"/>
              <a:chOff x="0" y="0"/>
              <a:chExt cx="277952" cy="937443"/>
            </a:xfrm>
          </p:grpSpPr>
          <p:sp>
            <p:nvSpPr>
              <p:cNvPr id="3186" name="Shape 484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7" name="Shape 485"/>
              <p:cNvSpPr txBox="1"/>
              <p:nvPr/>
            </p:nvSpPr>
            <p:spPr>
              <a:xfrm>
                <a:off x="0" y="420228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196" name="Group 494"/>
          <p:cNvGrpSpPr/>
          <p:nvPr/>
        </p:nvGrpSpPr>
        <p:grpSpPr>
          <a:xfrm>
            <a:off x="5428133" y="5230354"/>
            <a:ext cx="5516000" cy="948452"/>
            <a:chOff x="0" y="0"/>
            <a:chExt cx="5515998" cy="948450"/>
          </a:xfrm>
        </p:grpSpPr>
        <p:grpSp>
          <p:nvGrpSpPr>
            <p:cNvPr id="3192" name="Group 490"/>
            <p:cNvGrpSpPr/>
            <p:nvPr/>
          </p:nvGrpSpPr>
          <p:grpSpPr>
            <a:xfrm>
              <a:off x="-1" y="9031"/>
              <a:ext cx="277954" cy="939420"/>
              <a:chOff x="0" y="0"/>
              <a:chExt cx="277952" cy="939419"/>
            </a:xfrm>
          </p:grpSpPr>
          <p:sp>
            <p:nvSpPr>
              <p:cNvPr id="3190" name="Shape 488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1" name="Shape 489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95" name="Group 493"/>
            <p:cNvGrpSpPr/>
            <p:nvPr/>
          </p:nvGrpSpPr>
          <p:grpSpPr>
            <a:xfrm>
              <a:off x="5238045" y="0"/>
              <a:ext cx="277954" cy="939420"/>
              <a:chOff x="0" y="0"/>
              <a:chExt cx="277952" cy="939419"/>
            </a:xfrm>
          </p:grpSpPr>
          <p:sp>
            <p:nvSpPr>
              <p:cNvPr id="3193" name="Shape 491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4" name="Shape 492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03" name="Group 501"/>
          <p:cNvGrpSpPr/>
          <p:nvPr/>
        </p:nvGrpSpPr>
        <p:grpSpPr>
          <a:xfrm>
            <a:off x="6553871" y="5230354"/>
            <a:ext cx="5510355" cy="948452"/>
            <a:chOff x="0" y="0"/>
            <a:chExt cx="5510354" cy="948450"/>
          </a:xfrm>
        </p:grpSpPr>
        <p:grpSp>
          <p:nvGrpSpPr>
            <p:cNvPr id="3199" name="Group 497"/>
            <p:cNvGrpSpPr/>
            <p:nvPr/>
          </p:nvGrpSpPr>
          <p:grpSpPr>
            <a:xfrm>
              <a:off x="-1" y="9031"/>
              <a:ext cx="277954" cy="939420"/>
              <a:chOff x="0" y="0"/>
              <a:chExt cx="277952" cy="939419"/>
            </a:xfrm>
          </p:grpSpPr>
          <p:sp>
            <p:nvSpPr>
              <p:cNvPr id="3197" name="Shape 495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8" name="Shape 496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02" name="Group 500"/>
            <p:cNvGrpSpPr/>
            <p:nvPr/>
          </p:nvGrpSpPr>
          <p:grpSpPr>
            <a:xfrm>
              <a:off x="5232401" y="0"/>
              <a:ext cx="277954" cy="939420"/>
              <a:chOff x="0" y="0"/>
              <a:chExt cx="277952" cy="939419"/>
            </a:xfrm>
          </p:grpSpPr>
          <p:sp>
            <p:nvSpPr>
              <p:cNvPr id="3200" name="Shape 498"/>
              <p:cNvSpPr/>
              <p:nvPr/>
            </p:nvSpPr>
            <p:spPr>
              <a:xfrm flipV="1">
                <a:off x="208844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01" name="Shape 499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204" name="Shape 502"/>
          <p:cNvSpPr txBox="1"/>
          <p:nvPr/>
        </p:nvSpPr>
        <p:spPr>
          <a:xfrm>
            <a:off x="460585" y="4481688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第一趟</a:t>
            </a:r>
          </a:p>
        </p:txBody>
      </p:sp>
      <p:sp>
        <p:nvSpPr>
          <p:cNvPr id="3205" name="Shape 504"/>
          <p:cNvSpPr txBox="1"/>
          <p:nvPr/>
        </p:nvSpPr>
        <p:spPr>
          <a:xfrm>
            <a:off x="7629031" y="298703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13</a:t>
            </a:r>
          </a:p>
        </p:txBody>
      </p:sp>
      <p:sp>
        <p:nvSpPr>
          <p:cNvPr id="3206" name="Shape 505"/>
          <p:cNvSpPr txBox="1"/>
          <p:nvPr/>
        </p:nvSpPr>
        <p:spPr>
          <a:xfrm>
            <a:off x="7629031" y="298703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27</a:t>
            </a:r>
          </a:p>
        </p:txBody>
      </p:sp>
      <p:sp>
        <p:nvSpPr>
          <p:cNvPr id="3207" name="Shape 506"/>
          <p:cNvSpPr txBox="1"/>
          <p:nvPr/>
        </p:nvSpPr>
        <p:spPr>
          <a:xfrm>
            <a:off x="7629031" y="2982523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 </a:t>
            </a:r>
            <a:r>
              <a:rPr u="sng"/>
              <a:t>49</a:t>
            </a:r>
            <a:endParaRPr u="sng"/>
          </a:p>
        </p:txBody>
      </p:sp>
      <p:sp>
        <p:nvSpPr>
          <p:cNvPr id="3208" name="Shape 507"/>
          <p:cNvSpPr txBox="1"/>
          <p:nvPr/>
        </p:nvSpPr>
        <p:spPr>
          <a:xfrm>
            <a:off x="7651608" y="298703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55</a:t>
            </a:r>
          </a:p>
        </p:txBody>
      </p:sp>
      <p:sp>
        <p:nvSpPr>
          <p:cNvPr id="3209" name="Shape 508"/>
          <p:cNvSpPr txBox="1"/>
          <p:nvPr/>
        </p:nvSpPr>
        <p:spPr>
          <a:xfrm>
            <a:off x="7629031" y="2996070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4</a:t>
            </a:r>
          </a:p>
        </p:txBody>
      </p:sp>
      <p:sp>
        <p:nvSpPr>
          <p:cNvPr id="3210" name="Shape 509"/>
          <p:cNvSpPr txBox="1"/>
          <p:nvPr/>
        </p:nvSpPr>
        <p:spPr>
          <a:xfrm>
            <a:off x="1851376" y="3110370"/>
            <a:ext cx="152122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d=d[0]=5</a:t>
            </a:r>
          </a:p>
        </p:txBody>
      </p:sp>
      <p:sp>
        <p:nvSpPr>
          <p:cNvPr id="3211" name="Shape 593"/>
          <p:cNvSpPr txBox="1"/>
          <p:nvPr/>
        </p:nvSpPr>
        <p:spPr>
          <a:xfrm>
            <a:off x="6934200" y="2955994"/>
            <a:ext cx="1063416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r[0]=</a:t>
            </a:r>
          </a:p>
        </p:txBody>
      </p:sp>
      <p:sp>
        <p:nvSpPr>
          <p:cNvPr id="3212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希尔排序-动画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35" dur="500" fill="hold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1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0" dur="500" fill="hold"/>
                                        <p:tgtEl>
                                          <p:spTgt spid="3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dur="indefinite" fill="hold"/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dur="indefinite" fill="hold"/>
                                        <p:tgtEl>
                                          <p:spTgt spid="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1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5" dur="500" fill="hold"/>
                                        <p:tgtEl>
                                          <p:spTgt spid="3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70" dur="500" fill="hold"/>
                                        <p:tgtEl>
                                          <p:spTgt spid="3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16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dur="indefinite" fill="hold"/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1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98" dur="500" fill="hold"/>
                                        <p:tgtEl>
                                          <p:spTgt spid="3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3" dur="500" fill="hold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1" fill="hold" grpId="20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6" dur="500" fill="hold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indefinite" fill="hold"/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22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indefinite" fill="hold"/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xit" presetSubtype="1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34" dur="500" fill="hold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1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39" dur="500" fill="hold"/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1" fill="hold" grpId="26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42" dur="500" fill="hold"/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dur="indefinite" fill="hold"/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3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20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28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dur="indefinite" fill="hold"/>
                                        <p:tgtEl>
                                          <p:spTgt spid="3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dur="indefinite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5" dur="indefinite" fill="hold"/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9" grpId="15" animBg="1" advAuto="0"/>
      <p:bldP spid="3165" grpId="17" animBg="1" advAuto="0"/>
      <p:bldP spid="3182" grpId="9" animBg="1" advAuto="0"/>
      <p:bldP spid="3196" grpId="25" animBg="1" advAuto="0"/>
      <p:bldP spid="3189" grpId="19" animBg="1" advAuto="0"/>
      <p:bldP spid="3166" grpId="23" animBg="1" advAuto="0"/>
      <p:bldP spid="3182" grpId="13" animBg="1" advAuto="0"/>
      <p:bldP spid="3159" grpId="12" animBg="1" advAuto="0"/>
      <p:bldP spid="3204" grpId="1" animBg="1" advAuto="0"/>
      <p:bldP spid="3167" grpId="29" animBg="1" advAuto="0"/>
      <p:bldP spid="3208" grpId="22" bldLvl="5" animBg="1" advAuto="0" build="p"/>
      <p:bldP spid="3160" grpId="18" animBg="1" advAuto="0"/>
      <p:bldP spid="3208" grpId="26" bldLvl="5" animBg="1" advAuto="0" build="p"/>
      <p:bldP spid="3205" grpId="4" animBg="1" advAuto="0"/>
      <p:bldP spid="3161" grpId="24" animBg="1" advAuto="0"/>
      <p:bldP spid="3209" grpId="28" bldLvl="5" animBg="1" advAuto="0" build="p"/>
      <p:bldP spid="3207" grpId="16" bldLvl="5" animBg="1" advAuto="0" build="p"/>
      <p:bldP spid="3205" grpId="8" animBg="1" advAuto="0"/>
      <p:bldP spid="3206" grpId="10" animBg="1" advAuto="0"/>
      <p:bldP spid="3203" grpId="27" animBg="1" advAuto="0"/>
      <p:bldP spid="3207" grpId="20" bldLvl="5" animBg="1" advAuto="0" build="p"/>
      <p:bldP spid="3175" grpId="3" animBg="1" advAuto="0"/>
      <p:bldP spid="3211" grpId="2" animBg="1" advAuto="0"/>
      <p:bldP spid="3168" grpId="6" animBg="1" advAuto="0"/>
      <p:bldP spid="3206" grpId="14" animBg="1" advAuto="0"/>
      <p:bldP spid="3175" grpId="7" animBg="1" advAuto="0"/>
      <p:bldP spid="3162" grpId="30" animBg="1" advAuto="0"/>
      <p:bldP spid="3163" grpId="5" animBg="1" advAuto="0"/>
      <p:bldP spid="3164" grpId="11" animBg="1" advAuto="0"/>
      <p:bldP spid="3196" grpId="21" animBg="1" advAuto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Shape 512"/>
          <p:cNvSpPr txBox="1"/>
          <p:nvPr/>
        </p:nvSpPr>
        <p:spPr>
          <a:xfrm>
            <a:off x="1508477" y="2159000"/>
            <a:ext cx="2580734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  d[]={5,3,1};</a:t>
            </a:r>
          </a:p>
        </p:txBody>
      </p:sp>
      <p:grpSp>
        <p:nvGrpSpPr>
          <p:cNvPr id="3229" name="Group 527"/>
          <p:cNvGrpSpPr/>
          <p:nvPr/>
        </p:nvGrpSpPr>
        <p:grpSpPr>
          <a:xfrm>
            <a:off x="2063890" y="4087142"/>
            <a:ext cx="10243543" cy="819575"/>
            <a:chOff x="0" y="0"/>
            <a:chExt cx="10243541" cy="819574"/>
          </a:xfrm>
        </p:grpSpPr>
        <p:grpSp>
          <p:nvGrpSpPr>
            <p:cNvPr id="3219" name="Group 517"/>
            <p:cNvGrpSpPr/>
            <p:nvPr/>
          </p:nvGrpSpPr>
          <p:grpSpPr>
            <a:xfrm>
              <a:off x="-1" y="0"/>
              <a:ext cx="10243542" cy="819575"/>
              <a:chOff x="0" y="0"/>
              <a:chExt cx="10243541" cy="819574"/>
            </a:xfrm>
          </p:grpSpPr>
          <p:sp>
            <p:nvSpPr>
              <p:cNvPr id="3215" name="Shape 513"/>
              <p:cNvSpPr/>
              <p:nvPr/>
            </p:nvSpPr>
            <p:spPr>
              <a:xfrm>
                <a:off x="-1" y="815059"/>
                <a:ext cx="10236203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6" name="Shape 514"/>
              <p:cNvSpPr/>
              <p:nvPr/>
            </p:nvSpPr>
            <p:spPr>
              <a:xfrm>
                <a:off x="-1" y="0"/>
                <a:ext cx="1023620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7" name="Shape 515"/>
              <p:cNvSpPr/>
              <p:nvPr/>
            </p:nvSpPr>
            <p:spPr>
              <a:xfrm>
                <a:off x="10241281" y="0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8" name="Shape 516"/>
              <p:cNvSpPr/>
              <p:nvPr/>
            </p:nvSpPr>
            <p:spPr>
              <a:xfrm>
                <a:off x="-1" y="0"/>
                <a:ext cx="2259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220" name="Shape 518"/>
            <p:cNvSpPr/>
            <p:nvPr/>
          </p:nvSpPr>
          <p:spPr>
            <a:xfrm>
              <a:off x="1022208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1" name="Shape 519"/>
            <p:cNvSpPr/>
            <p:nvPr/>
          </p:nvSpPr>
          <p:spPr>
            <a:xfrm>
              <a:off x="205006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2" name="Shape 520"/>
            <p:cNvSpPr/>
            <p:nvPr/>
          </p:nvSpPr>
          <p:spPr>
            <a:xfrm>
              <a:off x="307283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3" name="Shape 521"/>
            <p:cNvSpPr/>
            <p:nvPr/>
          </p:nvSpPr>
          <p:spPr>
            <a:xfrm>
              <a:off x="40978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4" name="Shape 522"/>
            <p:cNvSpPr/>
            <p:nvPr/>
          </p:nvSpPr>
          <p:spPr>
            <a:xfrm>
              <a:off x="522449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5" name="Shape 523"/>
            <p:cNvSpPr/>
            <p:nvPr/>
          </p:nvSpPr>
          <p:spPr>
            <a:xfrm>
              <a:off x="6247271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6" name="Shape 524"/>
            <p:cNvSpPr/>
            <p:nvPr/>
          </p:nvSpPr>
          <p:spPr>
            <a:xfrm>
              <a:off x="727230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7" name="Shape 525"/>
            <p:cNvSpPr/>
            <p:nvPr/>
          </p:nvSpPr>
          <p:spPr>
            <a:xfrm>
              <a:off x="819347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8" name="Shape 526"/>
            <p:cNvSpPr/>
            <p:nvPr/>
          </p:nvSpPr>
          <p:spPr>
            <a:xfrm>
              <a:off x="921850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230" name="Shape 528"/>
          <p:cNvSpPr txBox="1"/>
          <p:nvPr/>
        </p:nvSpPr>
        <p:spPr>
          <a:xfrm>
            <a:off x="1960033" y="3574625"/>
            <a:ext cx="104521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1          2         3          4          5         6         7        8         9          10</a:t>
            </a:r>
          </a:p>
        </p:txBody>
      </p:sp>
      <p:sp>
        <p:nvSpPr>
          <p:cNvPr id="3231" name="Shape 529"/>
          <p:cNvSpPr txBox="1"/>
          <p:nvPr/>
        </p:nvSpPr>
        <p:spPr>
          <a:xfrm>
            <a:off x="3190521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232" name="Shape 530"/>
          <p:cNvSpPr txBox="1"/>
          <p:nvPr/>
        </p:nvSpPr>
        <p:spPr>
          <a:xfrm>
            <a:off x="4213295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233" name="Shape 531"/>
          <p:cNvSpPr txBox="1"/>
          <p:nvPr/>
        </p:nvSpPr>
        <p:spPr>
          <a:xfrm>
            <a:off x="5339925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234" name="Shape 532"/>
          <p:cNvSpPr txBox="1"/>
          <p:nvPr/>
        </p:nvSpPr>
        <p:spPr>
          <a:xfrm>
            <a:off x="6364958" y="4152900"/>
            <a:ext cx="4387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235" name="Shape 533"/>
          <p:cNvSpPr txBox="1"/>
          <p:nvPr/>
        </p:nvSpPr>
        <p:spPr>
          <a:xfrm>
            <a:off x="7391400" y="4152900"/>
            <a:ext cx="7054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236" name="Shape 534"/>
          <p:cNvSpPr txBox="1"/>
          <p:nvPr/>
        </p:nvSpPr>
        <p:spPr>
          <a:xfrm>
            <a:off x="8377766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237" name="Shape 535"/>
          <p:cNvSpPr txBox="1"/>
          <p:nvPr/>
        </p:nvSpPr>
        <p:spPr>
          <a:xfrm>
            <a:off x="9444566" y="415064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238" name="Shape 536"/>
          <p:cNvSpPr txBox="1"/>
          <p:nvPr/>
        </p:nvSpPr>
        <p:spPr>
          <a:xfrm>
            <a:off x="10358966" y="415064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239" name="Shape 537"/>
          <p:cNvSpPr txBox="1"/>
          <p:nvPr/>
        </p:nvSpPr>
        <p:spPr>
          <a:xfrm>
            <a:off x="11381740" y="415064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240" name="Shape 538"/>
          <p:cNvSpPr txBox="1"/>
          <p:nvPr/>
        </p:nvSpPr>
        <p:spPr>
          <a:xfrm>
            <a:off x="2158717" y="4147537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241" name="Shape 539"/>
          <p:cNvSpPr/>
          <p:nvPr/>
        </p:nvSpPr>
        <p:spPr>
          <a:xfrm>
            <a:off x="6364958" y="4150641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242" name="Shape 540"/>
          <p:cNvSpPr/>
          <p:nvPr/>
        </p:nvSpPr>
        <p:spPr>
          <a:xfrm>
            <a:off x="3190521" y="4150641"/>
            <a:ext cx="4388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grpSp>
        <p:nvGrpSpPr>
          <p:cNvPr id="3249" name="Group 547"/>
          <p:cNvGrpSpPr/>
          <p:nvPr/>
        </p:nvGrpSpPr>
        <p:grpSpPr>
          <a:xfrm>
            <a:off x="2425700" y="4990250"/>
            <a:ext cx="3228305" cy="952970"/>
            <a:chOff x="0" y="0"/>
            <a:chExt cx="3228304" cy="952968"/>
          </a:xfrm>
        </p:grpSpPr>
        <p:grpSp>
          <p:nvGrpSpPr>
            <p:cNvPr id="3245" name="Group 543"/>
            <p:cNvGrpSpPr/>
            <p:nvPr/>
          </p:nvGrpSpPr>
          <p:grpSpPr>
            <a:xfrm>
              <a:off x="0" y="13548"/>
              <a:ext cx="277954" cy="939421"/>
              <a:chOff x="0" y="0"/>
              <a:chExt cx="277952" cy="939419"/>
            </a:xfrm>
          </p:grpSpPr>
          <p:sp>
            <p:nvSpPr>
              <p:cNvPr id="3243" name="Shape 541"/>
              <p:cNvSpPr/>
              <p:nvPr/>
            </p:nvSpPr>
            <p:spPr>
              <a:xfrm flipV="1">
                <a:off x="198120" y="0"/>
                <a:ext cx="2259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44" name="Shape 542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48" name="Group 546"/>
            <p:cNvGrpSpPr/>
            <p:nvPr/>
          </p:nvGrpSpPr>
          <p:grpSpPr>
            <a:xfrm>
              <a:off x="2950351" y="0"/>
              <a:ext cx="277954" cy="937164"/>
              <a:chOff x="0" y="0"/>
              <a:chExt cx="277952" cy="937163"/>
            </a:xfrm>
          </p:grpSpPr>
          <p:sp>
            <p:nvSpPr>
              <p:cNvPr id="3246" name="Shape 544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47" name="Shape 545"/>
              <p:cNvSpPr txBox="1"/>
              <p:nvPr/>
            </p:nvSpPr>
            <p:spPr>
              <a:xfrm>
                <a:off x="0" y="419948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56" name="Group 554"/>
          <p:cNvGrpSpPr/>
          <p:nvPr/>
        </p:nvGrpSpPr>
        <p:grpSpPr>
          <a:xfrm>
            <a:off x="5443785" y="4902196"/>
            <a:ext cx="3525079" cy="957486"/>
            <a:chOff x="0" y="0"/>
            <a:chExt cx="3525078" cy="957484"/>
          </a:xfrm>
        </p:grpSpPr>
        <p:grpSp>
          <p:nvGrpSpPr>
            <p:cNvPr id="3252" name="Group 550"/>
            <p:cNvGrpSpPr/>
            <p:nvPr/>
          </p:nvGrpSpPr>
          <p:grpSpPr>
            <a:xfrm>
              <a:off x="0" y="18064"/>
              <a:ext cx="277954" cy="939421"/>
              <a:chOff x="0" y="0"/>
              <a:chExt cx="277952" cy="939419"/>
            </a:xfrm>
          </p:grpSpPr>
          <p:sp>
            <p:nvSpPr>
              <p:cNvPr id="3250" name="Shape 548"/>
              <p:cNvSpPr/>
              <p:nvPr/>
            </p:nvSpPr>
            <p:spPr>
              <a:xfrm flipV="1">
                <a:off x="223254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51" name="Shape 549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55" name="Group 553"/>
            <p:cNvGrpSpPr/>
            <p:nvPr/>
          </p:nvGrpSpPr>
          <p:grpSpPr>
            <a:xfrm>
              <a:off x="3247125" y="0"/>
              <a:ext cx="277954" cy="943938"/>
              <a:chOff x="0" y="0"/>
              <a:chExt cx="277952" cy="943937"/>
            </a:xfrm>
          </p:grpSpPr>
          <p:sp>
            <p:nvSpPr>
              <p:cNvPr id="3253" name="Shape 551"/>
              <p:cNvSpPr/>
              <p:nvPr/>
            </p:nvSpPr>
            <p:spPr>
              <a:xfrm flipV="1">
                <a:off x="224381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54" name="Shape 552"/>
              <p:cNvSpPr txBox="1"/>
              <p:nvPr/>
            </p:nvSpPr>
            <p:spPr>
              <a:xfrm>
                <a:off x="0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257" name="Shape 555"/>
          <p:cNvSpPr/>
          <p:nvPr/>
        </p:nvSpPr>
        <p:spPr>
          <a:xfrm>
            <a:off x="5232400" y="4150641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258" name="Shape 556"/>
          <p:cNvSpPr/>
          <p:nvPr/>
        </p:nvSpPr>
        <p:spPr>
          <a:xfrm>
            <a:off x="8412761" y="4188741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grpSp>
        <p:nvGrpSpPr>
          <p:cNvPr id="3265" name="Group 563"/>
          <p:cNvGrpSpPr/>
          <p:nvPr/>
        </p:nvGrpSpPr>
        <p:grpSpPr>
          <a:xfrm>
            <a:off x="7491589" y="4902196"/>
            <a:ext cx="3309783" cy="957486"/>
            <a:chOff x="0" y="0"/>
            <a:chExt cx="3309781" cy="957484"/>
          </a:xfrm>
        </p:grpSpPr>
        <p:grpSp>
          <p:nvGrpSpPr>
            <p:cNvPr id="3261" name="Group 559"/>
            <p:cNvGrpSpPr/>
            <p:nvPr/>
          </p:nvGrpSpPr>
          <p:grpSpPr>
            <a:xfrm>
              <a:off x="-1" y="18062"/>
              <a:ext cx="277954" cy="939423"/>
              <a:chOff x="0" y="0"/>
              <a:chExt cx="277952" cy="939421"/>
            </a:xfrm>
          </p:grpSpPr>
          <p:sp>
            <p:nvSpPr>
              <p:cNvPr id="3259" name="Shape 557"/>
              <p:cNvSpPr/>
              <p:nvPr/>
            </p:nvSpPr>
            <p:spPr>
              <a:xfrm flipV="1">
                <a:off x="209578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0" name="Shape 558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64" name="Group 562"/>
            <p:cNvGrpSpPr/>
            <p:nvPr/>
          </p:nvGrpSpPr>
          <p:grpSpPr>
            <a:xfrm>
              <a:off x="3031828" y="0"/>
              <a:ext cx="277954" cy="943938"/>
              <a:chOff x="0" y="0"/>
              <a:chExt cx="277952" cy="943937"/>
            </a:xfrm>
          </p:grpSpPr>
          <p:sp>
            <p:nvSpPr>
              <p:cNvPr id="3262" name="Shape 560"/>
              <p:cNvSpPr/>
              <p:nvPr/>
            </p:nvSpPr>
            <p:spPr>
              <a:xfrm flipV="1">
                <a:off x="209578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3" name="Shape 561"/>
              <p:cNvSpPr txBox="1"/>
              <p:nvPr/>
            </p:nvSpPr>
            <p:spPr>
              <a:xfrm>
                <a:off x="-1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72" name="Group 570"/>
          <p:cNvGrpSpPr/>
          <p:nvPr/>
        </p:nvGrpSpPr>
        <p:grpSpPr>
          <a:xfrm>
            <a:off x="3390900" y="4969930"/>
            <a:ext cx="3420027" cy="952969"/>
            <a:chOff x="0" y="0"/>
            <a:chExt cx="3420026" cy="952968"/>
          </a:xfrm>
        </p:grpSpPr>
        <p:grpSp>
          <p:nvGrpSpPr>
            <p:cNvPr id="3268" name="Group 566"/>
            <p:cNvGrpSpPr/>
            <p:nvPr/>
          </p:nvGrpSpPr>
          <p:grpSpPr>
            <a:xfrm>
              <a:off x="0" y="13546"/>
              <a:ext cx="277954" cy="939423"/>
              <a:chOff x="0" y="0"/>
              <a:chExt cx="277952" cy="939422"/>
            </a:xfrm>
          </p:grpSpPr>
          <p:sp>
            <p:nvSpPr>
              <p:cNvPr id="3266" name="Shape 564"/>
              <p:cNvSpPr/>
              <p:nvPr/>
            </p:nvSpPr>
            <p:spPr>
              <a:xfrm flipV="1">
                <a:off x="221890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7" name="Shape 565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71" name="Group 569"/>
            <p:cNvGrpSpPr/>
            <p:nvPr/>
          </p:nvGrpSpPr>
          <p:grpSpPr>
            <a:xfrm>
              <a:off x="3142073" y="0"/>
              <a:ext cx="277954" cy="939423"/>
              <a:chOff x="0" y="0"/>
              <a:chExt cx="277952" cy="939421"/>
            </a:xfrm>
          </p:grpSpPr>
          <p:sp>
            <p:nvSpPr>
              <p:cNvPr id="3269" name="Shape 567"/>
              <p:cNvSpPr/>
              <p:nvPr/>
            </p:nvSpPr>
            <p:spPr>
              <a:xfrm flipV="1">
                <a:off x="216810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0" name="Shape 568"/>
              <p:cNvSpPr txBox="1"/>
              <p:nvPr/>
            </p:nvSpPr>
            <p:spPr>
              <a:xfrm>
                <a:off x="-1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79" name="Group 577"/>
          <p:cNvGrpSpPr/>
          <p:nvPr/>
        </p:nvGrpSpPr>
        <p:grpSpPr>
          <a:xfrm>
            <a:off x="6464300" y="4902200"/>
            <a:ext cx="3417204" cy="957482"/>
            <a:chOff x="0" y="0"/>
            <a:chExt cx="3417203" cy="957481"/>
          </a:xfrm>
        </p:grpSpPr>
        <p:grpSp>
          <p:nvGrpSpPr>
            <p:cNvPr id="3275" name="Group 573"/>
            <p:cNvGrpSpPr/>
            <p:nvPr/>
          </p:nvGrpSpPr>
          <p:grpSpPr>
            <a:xfrm>
              <a:off x="0" y="18062"/>
              <a:ext cx="277954" cy="939420"/>
              <a:chOff x="0" y="0"/>
              <a:chExt cx="277952" cy="939419"/>
            </a:xfrm>
          </p:grpSpPr>
          <p:sp>
            <p:nvSpPr>
              <p:cNvPr id="3273" name="Shape 571"/>
              <p:cNvSpPr/>
              <p:nvPr/>
            </p:nvSpPr>
            <p:spPr>
              <a:xfrm flipV="1">
                <a:off x="217940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4" name="Shape 572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78" name="Group 576"/>
            <p:cNvGrpSpPr/>
            <p:nvPr/>
          </p:nvGrpSpPr>
          <p:grpSpPr>
            <a:xfrm>
              <a:off x="3139250" y="0"/>
              <a:ext cx="277954" cy="943936"/>
              <a:chOff x="0" y="0"/>
              <a:chExt cx="277952" cy="943935"/>
            </a:xfrm>
          </p:grpSpPr>
          <p:sp>
            <p:nvSpPr>
              <p:cNvPr id="3276" name="Shape 574"/>
              <p:cNvSpPr/>
              <p:nvPr/>
            </p:nvSpPr>
            <p:spPr>
              <a:xfrm flipV="1">
                <a:off x="215684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7" name="Shape 575"/>
              <p:cNvSpPr txBox="1"/>
              <p:nvPr/>
            </p:nvSpPr>
            <p:spPr>
              <a:xfrm>
                <a:off x="0" y="426720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86" name="Group 584"/>
          <p:cNvGrpSpPr/>
          <p:nvPr/>
        </p:nvGrpSpPr>
        <p:grpSpPr>
          <a:xfrm>
            <a:off x="4418753" y="4902196"/>
            <a:ext cx="3414949" cy="957486"/>
            <a:chOff x="0" y="0"/>
            <a:chExt cx="3414948" cy="957484"/>
          </a:xfrm>
        </p:grpSpPr>
        <p:grpSp>
          <p:nvGrpSpPr>
            <p:cNvPr id="3282" name="Group 580"/>
            <p:cNvGrpSpPr/>
            <p:nvPr/>
          </p:nvGrpSpPr>
          <p:grpSpPr>
            <a:xfrm>
              <a:off x="-1" y="18064"/>
              <a:ext cx="277954" cy="939421"/>
              <a:chOff x="0" y="0"/>
              <a:chExt cx="277952" cy="939419"/>
            </a:xfrm>
          </p:grpSpPr>
          <p:sp>
            <p:nvSpPr>
              <p:cNvPr id="3280" name="Shape 578"/>
              <p:cNvSpPr/>
              <p:nvPr/>
            </p:nvSpPr>
            <p:spPr>
              <a:xfrm flipV="1">
                <a:off x="215683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1" name="Shape 579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85" name="Group 583"/>
            <p:cNvGrpSpPr/>
            <p:nvPr/>
          </p:nvGrpSpPr>
          <p:grpSpPr>
            <a:xfrm>
              <a:off x="3136994" y="0"/>
              <a:ext cx="277954" cy="943938"/>
              <a:chOff x="0" y="0"/>
              <a:chExt cx="277952" cy="943937"/>
            </a:xfrm>
          </p:grpSpPr>
          <p:sp>
            <p:nvSpPr>
              <p:cNvPr id="3283" name="Shape 581"/>
              <p:cNvSpPr/>
              <p:nvPr/>
            </p:nvSpPr>
            <p:spPr>
              <a:xfrm flipV="1">
                <a:off x="216809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4" name="Shape 582"/>
              <p:cNvSpPr txBox="1"/>
              <p:nvPr/>
            </p:nvSpPr>
            <p:spPr>
              <a:xfrm>
                <a:off x="0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93" name="Group 591"/>
          <p:cNvGrpSpPr/>
          <p:nvPr/>
        </p:nvGrpSpPr>
        <p:grpSpPr>
          <a:xfrm>
            <a:off x="8412761" y="4902196"/>
            <a:ext cx="3414948" cy="957486"/>
            <a:chOff x="0" y="0"/>
            <a:chExt cx="3414946" cy="957484"/>
          </a:xfrm>
        </p:grpSpPr>
        <p:grpSp>
          <p:nvGrpSpPr>
            <p:cNvPr id="3289" name="Group 587"/>
            <p:cNvGrpSpPr/>
            <p:nvPr/>
          </p:nvGrpSpPr>
          <p:grpSpPr>
            <a:xfrm>
              <a:off x="0" y="18062"/>
              <a:ext cx="277954" cy="939423"/>
              <a:chOff x="0" y="0"/>
              <a:chExt cx="277952" cy="939421"/>
            </a:xfrm>
          </p:grpSpPr>
          <p:sp>
            <p:nvSpPr>
              <p:cNvPr id="3287" name="Shape 585"/>
              <p:cNvSpPr/>
              <p:nvPr/>
            </p:nvSpPr>
            <p:spPr>
              <a:xfrm flipV="1">
                <a:off x="216809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8" name="Shape 586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92" name="Group 590"/>
            <p:cNvGrpSpPr/>
            <p:nvPr/>
          </p:nvGrpSpPr>
          <p:grpSpPr>
            <a:xfrm>
              <a:off x="3136993" y="0"/>
              <a:ext cx="277954" cy="943938"/>
              <a:chOff x="0" y="0"/>
              <a:chExt cx="277952" cy="943937"/>
            </a:xfrm>
          </p:grpSpPr>
          <p:sp>
            <p:nvSpPr>
              <p:cNvPr id="3290" name="Shape 588"/>
              <p:cNvSpPr/>
              <p:nvPr/>
            </p:nvSpPr>
            <p:spPr>
              <a:xfrm flipV="1">
                <a:off x="216809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91" name="Shape 589"/>
              <p:cNvSpPr txBox="1"/>
              <p:nvPr/>
            </p:nvSpPr>
            <p:spPr>
              <a:xfrm>
                <a:off x="0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294" name="Shape 592"/>
          <p:cNvSpPr txBox="1"/>
          <p:nvPr/>
        </p:nvSpPr>
        <p:spPr>
          <a:xfrm>
            <a:off x="427001" y="4209062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第二趟</a:t>
            </a:r>
          </a:p>
        </p:txBody>
      </p:sp>
      <p:sp>
        <p:nvSpPr>
          <p:cNvPr id="3295" name="Shape 593"/>
          <p:cNvSpPr txBox="1"/>
          <p:nvPr/>
        </p:nvSpPr>
        <p:spPr>
          <a:xfrm>
            <a:off x="6159500" y="2244794"/>
            <a:ext cx="1063416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r[0]=</a:t>
            </a:r>
          </a:p>
        </p:txBody>
      </p:sp>
      <p:sp>
        <p:nvSpPr>
          <p:cNvPr id="3296" name="Shape 594"/>
          <p:cNvSpPr txBox="1"/>
          <p:nvPr/>
        </p:nvSpPr>
        <p:spPr>
          <a:xfrm>
            <a:off x="1508476" y="3008770"/>
            <a:ext cx="152122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d=d[1]=3</a:t>
            </a:r>
          </a:p>
        </p:txBody>
      </p:sp>
      <p:sp>
        <p:nvSpPr>
          <p:cNvPr id="3297" name="Shape 595"/>
          <p:cNvSpPr txBox="1"/>
          <p:nvPr/>
        </p:nvSpPr>
        <p:spPr>
          <a:xfrm>
            <a:off x="6875216" y="2244794"/>
            <a:ext cx="13589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4</a:t>
            </a:r>
          </a:p>
        </p:txBody>
      </p:sp>
      <p:sp>
        <p:nvSpPr>
          <p:cNvPr id="3298" name="Shape 596"/>
          <p:cNvSpPr txBox="1"/>
          <p:nvPr/>
        </p:nvSpPr>
        <p:spPr>
          <a:xfrm>
            <a:off x="6979073" y="2244794"/>
            <a:ext cx="13589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299" name="Shape 597"/>
          <p:cNvSpPr/>
          <p:nvPr/>
        </p:nvSpPr>
        <p:spPr>
          <a:xfrm>
            <a:off x="2269347" y="5008314"/>
            <a:ext cx="205460" cy="1025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00" name="Shape 598"/>
          <p:cNvSpPr/>
          <p:nvPr/>
        </p:nvSpPr>
        <p:spPr>
          <a:xfrm>
            <a:off x="7184531" y="2755053"/>
            <a:ext cx="203202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01" name="Shape 599"/>
          <p:cNvSpPr txBox="1"/>
          <p:nvPr/>
        </p:nvSpPr>
        <p:spPr>
          <a:xfrm>
            <a:off x="2165491" y="6134100"/>
            <a:ext cx="635002" cy="43155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j</a:t>
            </a:r>
          </a:p>
        </p:txBody>
      </p:sp>
      <p:grpSp>
        <p:nvGrpSpPr>
          <p:cNvPr id="3304" name="Group 602"/>
          <p:cNvGrpSpPr/>
          <p:nvPr/>
        </p:nvGrpSpPr>
        <p:grpSpPr>
          <a:xfrm>
            <a:off x="5134469" y="4946791"/>
            <a:ext cx="1854202" cy="1555361"/>
            <a:chOff x="0" y="0"/>
            <a:chExt cx="1854200" cy="1555360"/>
          </a:xfrm>
        </p:grpSpPr>
        <p:sp>
          <p:nvSpPr>
            <p:cNvPr id="3302" name="Shape 600"/>
            <p:cNvSpPr/>
            <p:nvPr/>
          </p:nvSpPr>
          <p:spPr>
            <a:xfrm>
              <a:off x="415430" y="-1"/>
              <a:ext cx="205460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03" name="Shape 601"/>
            <p:cNvSpPr txBox="1"/>
            <p:nvPr/>
          </p:nvSpPr>
          <p:spPr>
            <a:xfrm>
              <a:off x="0" y="1123808"/>
              <a:ext cx="1854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sp>
        <p:nvSpPr>
          <p:cNvPr id="3305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希尔排序-动画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1" dur="500" fill="hold"/>
                                        <p:tgtEl>
                                          <p:spTgt spid="3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6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9" dur="500" fill="hold"/>
                                        <p:tgtEl>
                                          <p:spTgt spid="3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54" dur="500" fill="hold"/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grpId="10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57" dur="500" fill="hold"/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1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7" dur="500" fill="hold"/>
                                        <p:tgtEl>
                                          <p:spTgt spid="3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7" dur="500" fill="hold"/>
                                        <p:tgtEl>
                                          <p:spTgt spid="3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indefinite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dur="indefinite" fill="hold"/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5" dur="500" fill="hold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xit" presetSubtype="1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9" dur="500" fill="hold"/>
                                        <p:tgtEl>
                                          <p:spTgt spid="3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xit" presetSubtype="1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13" dur="500" fill="hold"/>
                                        <p:tgtEl>
                                          <p:spTgt spid="3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dur="indefinite" fill="hold"/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dur="indefinite" fill="hold"/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133" dur="1000" fill="hold"/>
                                        <p:tgtEl>
                                          <p:spTgt spid="3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indefinite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1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38" dur="500" fill="hold"/>
                                        <p:tgtEl>
                                          <p:spTgt spid="3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dur="indefinite" fill="hold"/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1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48" dur="500" fill="hold"/>
                                        <p:tgtEl>
                                          <p:spTgt spid="3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dur="indefinite" fill="hold"/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xit" presetSubtype="1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58" dur="500" fill="hold"/>
                                        <p:tgtEl>
                                          <p:spTgt spid="3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8" grpId="14" animBg="1" advAuto="0"/>
      <p:bldP spid="3300" grpId="19" animBg="1" advAuto="0"/>
      <p:bldP spid="3272" grpId="5" animBg="1" advAuto="0"/>
      <p:bldP spid="3299" grpId="17" animBg="1" advAuto="0"/>
      <p:bldP spid="3299" grpId="20" animBg="1" advAuto="0"/>
      <p:bldP spid="3272" grpId="9" animBg="1" advAuto="0"/>
      <p:bldP spid="3300" grpId="21" animBg="1" advAuto="0"/>
      <p:bldP spid="3301" grpId="22" animBg="1" advAuto="0"/>
      <p:bldP spid="3304" grpId="26" animBg="1" advAuto="0"/>
      <p:bldP spid="3293" grpId="30" animBg="1" advAuto="0"/>
      <p:bldP spid="3293" grpId="31" animBg="1" advAuto="0"/>
      <p:bldP spid="3249" grpId="3" animBg="1" advAuto="0"/>
      <p:bldP spid="3249" grpId="4" animBg="1" advAuto="0"/>
      <p:bldP spid="3256" grpId="13" animBg="1" advAuto="0"/>
      <p:bldP spid="3279" grpId="25" animBg="1" advAuto="0"/>
      <p:bldP spid="3279" grpId="27" animBg="1" advAuto="0"/>
      <p:bldP spid="3256" grpId="16" animBg="1" advAuto="0"/>
      <p:bldP spid="3242" grpId="8" animBg="1" advAuto="0"/>
      <p:bldP spid="3241" grpId="7" animBg="1" advAuto="0"/>
      <p:bldP spid="3265" grpId="28" animBg="1" advAuto="0"/>
      <p:bldP spid="3265" grpId="29" animBg="1" advAuto="0"/>
      <p:bldP spid="3257" grpId="24" animBg="1" advAuto="0"/>
      <p:bldP spid="3258" grpId="15" animBg="1" advAuto="0"/>
      <p:bldP spid="3286" grpId="11" animBg="1" advAuto="0"/>
      <p:bldP spid="3286" grpId="12" animBg="1" advAuto="0"/>
      <p:bldP spid="3295" grpId="2" animBg="1" advAuto="0"/>
      <p:bldP spid="3294" grpId="1" animBg="1" advAuto="0"/>
      <p:bldP spid="3301" grpId="18" animBg="1" advAuto="0"/>
      <p:bldP spid="3297" grpId="6" bldLvl="5" animBg="1" advAuto="0" build="p"/>
      <p:bldP spid="3297" grpId="10" bldLvl="5" animBg="1" advAuto="0" build="p"/>
      <p:bldP spid="3304" grpId="23" animBg="1" advAuto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Shape 605"/>
          <p:cNvSpPr txBox="1"/>
          <p:nvPr/>
        </p:nvSpPr>
        <p:spPr>
          <a:xfrm>
            <a:off x="1379319" y="1722473"/>
            <a:ext cx="2580735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  d[]={5,3,1};</a:t>
            </a:r>
          </a:p>
        </p:txBody>
      </p:sp>
      <p:grpSp>
        <p:nvGrpSpPr>
          <p:cNvPr id="3322" name="Group 620"/>
          <p:cNvGrpSpPr/>
          <p:nvPr/>
        </p:nvGrpSpPr>
        <p:grpSpPr>
          <a:xfrm>
            <a:off x="1934733" y="3578084"/>
            <a:ext cx="10243542" cy="821834"/>
            <a:chOff x="0" y="0"/>
            <a:chExt cx="10243541" cy="821833"/>
          </a:xfrm>
        </p:grpSpPr>
        <p:grpSp>
          <p:nvGrpSpPr>
            <p:cNvPr id="3312" name="Group 610"/>
            <p:cNvGrpSpPr/>
            <p:nvPr/>
          </p:nvGrpSpPr>
          <p:grpSpPr>
            <a:xfrm>
              <a:off x="-1" y="0"/>
              <a:ext cx="10243542" cy="821834"/>
              <a:chOff x="0" y="0"/>
              <a:chExt cx="10243541" cy="821833"/>
            </a:xfrm>
          </p:grpSpPr>
          <p:sp>
            <p:nvSpPr>
              <p:cNvPr id="3308" name="Shape 606"/>
              <p:cNvSpPr/>
              <p:nvPr/>
            </p:nvSpPr>
            <p:spPr>
              <a:xfrm>
                <a:off x="-1" y="819575"/>
                <a:ext cx="10236203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09" name="Shape 607"/>
              <p:cNvSpPr/>
              <p:nvPr/>
            </p:nvSpPr>
            <p:spPr>
              <a:xfrm>
                <a:off x="-1" y="0"/>
                <a:ext cx="1023620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10" name="Shape 608"/>
              <p:cNvSpPr/>
              <p:nvPr/>
            </p:nvSpPr>
            <p:spPr>
              <a:xfrm>
                <a:off x="10241281" y="0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11" name="Shape 609"/>
              <p:cNvSpPr/>
              <p:nvPr/>
            </p:nvSpPr>
            <p:spPr>
              <a:xfrm>
                <a:off x="-1" y="0"/>
                <a:ext cx="2259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313" name="Shape 611"/>
            <p:cNvSpPr/>
            <p:nvPr/>
          </p:nvSpPr>
          <p:spPr>
            <a:xfrm>
              <a:off x="1022208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4" name="Shape 612"/>
            <p:cNvSpPr/>
            <p:nvPr/>
          </p:nvSpPr>
          <p:spPr>
            <a:xfrm>
              <a:off x="205006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5" name="Shape 613"/>
            <p:cNvSpPr/>
            <p:nvPr/>
          </p:nvSpPr>
          <p:spPr>
            <a:xfrm>
              <a:off x="307283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6" name="Shape 614"/>
            <p:cNvSpPr/>
            <p:nvPr/>
          </p:nvSpPr>
          <p:spPr>
            <a:xfrm>
              <a:off x="40978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7" name="Shape 615"/>
            <p:cNvSpPr/>
            <p:nvPr/>
          </p:nvSpPr>
          <p:spPr>
            <a:xfrm>
              <a:off x="522449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8" name="Shape 616"/>
            <p:cNvSpPr/>
            <p:nvPr/>
          </p:nvSpPr>
          <p:spPr>
            <a:xfrm>
              <a:off x="6247271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9" name="Shape 617"/>
            <p:cNvSpPr/>
            <p:nvPr/>
          </p:nvSpPr>
          <p:spPr>
            <a:xfrm>
              <a:off x="727230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20" name="Shape 618"/>
            <p:cNvSpPr/>
            <p:nvPr/>
          </p:nvSpPr>
          <p:spPr>
            <a:xfrm>
              <a:off x="819347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21" name="Shape 619"/>
            <p:cNvSpPr/>
            <p:nvPr/>
          </p:nvSpPr>
          <p:spPr>
            <a:xfrm>
              <a:off x="921850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323" name="Shape 621"/>
          <p:cNvSpPr txBox="1"/>
          <p:nvPr/>
        </p:nvSpPr>
        <p:spPr>
          <a:xfrm>
            <a:off x="1830876" y="3065568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1          2         3          4          5         6         7        8         9          10</a:t>
            </a:r>
          </a:p>
        </p:txBody>
      </p:sp>
      <p:sp>
        <p:nvSpPr>
          <p:cNvPr id="3324" name="Shape 622"/>
          <p:cNvSpPr txBox="1"/>
          <p:nvPr/>
        </p:nvSpPr>
        <p:spPr>
          <a:xfrm>
            <a:off x="3061364" y="3657671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325" name="Shape 623"/>
          <p:cNvSpPr txBox="1"/>
          <p:nvPr/>
        </p:nvSpPr>
        <p:spPr>
          <a:xfrm>
            <a:off x="4084137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326" name="Shape 624"/>
          <p:cNvSpPr txBox="1"/>
          <p:nvPr/>
        </p:nvSpPr>
        <p:spPr>
          <a:xfrm>
            <a:off x="5210768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327" name="Shape 625"/>
          <p:cNvSpPr txBox="1"/>
          <p:nvPr/>
        </p:nvSpPr>
        <p:spPr>
          <a:xfrm>
            <a:off x="6235800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328" name="Shape 626"/>
          <p:cNvSpPr txBox="1"/>
          <p:nvPr/>
        </p:nvSpPr>
        <p:spPr>
          <a:xfrm>
            <a:off x="7262242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329" name="Shape 627"/>
          <p:cNvSpPr txBox="1"/>
          <p:nvPr/>
        </p:nvSpPr>
        <p:spPr>
          <a:xfrm>
            <a:off x="8401008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330" name="Shape 628"/>
          <p:cNvSpPr txBox="1"/>
          <p:nvPr/>
        </p:nvSpPr>
        <p:spPr>
          <a:xfrm>
            <a:off x="9315408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331" name="Shape 629"/>
          <p:cNvSpPr txBox="1"/>
          <p:nvPr/>
        </p:nvSpPr>
        <p:spPr>
          <a:xfrm>
            <a:off x="10229808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332" name="Shape 630"/>
          <p:cNvSpPr txBox="1"/>
          <p:nvPr/>
        </p:nvSpPr>
        <p:spPr>
          <a:xfrm>
            <a:off x="11252582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333" name="Shape 631"/>
          <p:cNvSpPr txBox="1"/>
          <p:nvPr/>
        </p:nvSpPr>
        <p:spPr>
          <a:xfrm>
            <a:off x="2029559" y="3663879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334" name="Shape 632"/>
          <p:cNvSpPr/>
          <p:nvPr/>
        </p:nvSpPr>
        <p:spPr>
          <a:xfrm>
            <a:off x="4093168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335" name="Shape 633"/>
          <p:cNvSpPr/>
          <p:nvPr/>
        </p:nvSpPr>
        <p:spPr>
          <a:xfrm>
            <a:off x="2036333" y="3657388"/>
            <a:ext cx="4388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grpSp>
        <p:nvGrpSpPr>
          <p:cNvPr id="3342" name="Group 640"/>
          <p:cNvGrpSpPr/>
          <p:nvPr/>
        </p:nvGrpSpPr>
        <p:grpSpPr>
          <a:xfrm>
            <a:off x="2137933" y="4507439"/>
            <a:ext cx="1404586" cy="949301"/>
            <a:chOff x="0" y="0"/>
            <a:chExt cx="1404584" cy="949299"/>
          </a:xfrm>
        </p:grpSpPr>
        <p:grpSp>
          <p:nvGrpSpPr>
            <p:cNvPr id="3338" name="Group 636"/>
            <p:cNvGrpSpPr/>
            <p:nvPr/>
          </p:nvGrpSpPr>
          <p:grpSpPr>
            <a:xfrm>
              <a:off x="-1" y="0"/>
              <a:ext cx="277954" cy="944786"/>
              <a:chOff x="0" y="0"/>
              <a:chExt cx="277952" cy="944784"/>
            </a:xfrm>
          </p:grpSpPr>
          <p:sp>
            <p:nvSpPr>
              <p:cNvPr id="3336" name="Shape 634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37" name="Shape 635"/>
              <p:cNvSpPr txBox="1"/>
              <p:nvPr/>
            </p:nvSpPr>
            <p:spPr>
              <a:xfrm>
                <a:off x="0" y="427570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41" name="Group 639"/>
            <p:cNvGrpSpPr/>
            <p:nvPr/>
          </p:nvGrpSpPr>
          <p:grpSpPr>
            <a:xfrm>
              <a:off x="1126631" y="9880"/>
              <a:ext cx="277954" cy="939421"/>
              <a:chOff x="0" y="0"/>
              <a:chExt cx="277952" cy="939419"/>
            </a:xfrm>
          </p:grpSpPr>
          <p:sp>
            <p:nvSpPr>
              <p:cNvPr id="3339" name="Shape 637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40" name="Shape 638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343" name="Shape 641"/>
          <p:cNvSpPr/>
          <p:nvPr/>
        </p:nvSpPr>
        <p:spPr>
          <a:xfrm>
            <a:off x="3036528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344" name="Shape 642"/>
          <p:cNvSpPr/>
          <p:nvPr/>
        </p:nvSpPr>
        <p:spPr>
          <a:xfrm>
            <a:off x="5103242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345" name="Shape 643"/>
          <p:cNvSpPr txBox="1"/>
          <p:nvPr/>
        </p:nvSpPr>
        <p:spPr>
          <a:xfrm>
            <a:off x="297844" y="3694642"/>
            <a:ext cx="1549402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第三趟</a:t>
            </a:r>
          </a:p>
        </p:txBody>
      </p:sp>
      <p:sp>
        <p:nvSpPr>
          <p:cNvPr id="3346" name="Shape 645"/>
          <p:cNvSpPr txBox="1"/>
          <p:nvPr/>
        </p:nvSpPr>
        <p:spPr>
          <a:xfrm>
            <a:off x="1379319" y="2347313"/>
            <a:ext cx="152122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d=d[2]=1</a:t>
            </a:r>
          </a:p>
        </p:txBody>
      </p:sp>
      <p:sp>
        <p:nvSpPr>
          <p:cNvPr id="3347" name="Shape 646"/>
          <p:cNvSpPr txBox="1"/>
          <p:nvPr/>
        </p:nvSpPr>
        <p:spPr>
          <a:xfrm>
            <a:off x="6631475" y="175379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4</a:t>
            </a:r>
          </a:p>
        </p:txBody>
      </p:sp>
      <p:sp>
        <p:nvSpPr>
          <p:cNvPr id="3348" name="Shape 647"/>
          <p:cNvSpPr txBox="1"/>
          <p:nvPr/>
        </p:nvSpPr>
        <p:spPr>
          <a:xfrm>
            <a:off x="6707675" y="1735737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grpSp>
        <p:nvGrpSpPr>
          <p:cNvPr id="3355" name="Group 654"/>
          <p:cNvGrpSpPr/>
          <p:nvPr/>
        </p:nvGrpSpPr>
        <p:grpSpPr>
          <a:xfrm>
            <a:off x="3264564" y="4499255"/>
            <a:ext cx="1404586" cy="943938"/>
            <a:chOff x="0" y="0"/>
            <a:chExt cx="1404584" cy="943937"/>
          </a:xfrm>
        </p:grpSpPr>
        <p:grpSp>
          <p:nvGrpSpPr>
            <p:cNvPr id="3351" name="Group 650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49" name="Shape 648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50" name="Shape 649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54" name="Group 653"/>
            <p:cNvGrpSpPr/>
            <p:nvPr/>
          </p:nvGrpSpPr>
          <p:grpSpPr>
            <a:xfrm>
              <a:off x="1126631" y="4515"/>
              <a:ext cx="277954" cy="939423"/>
              <a:chOff x="0" y="0"/>
              <a:chExt cx="277952" cy="939422"/>
            </a:xfrm>
          </p:grpSpPr>
          <p:sp>
            <p:nvSpPr>
              <p:cNvPr id="3352" name="Shape 651"/>
              <p:cNvSpPr/>
              <p:nvPr/>
            </p:nvSpPr>
            <p:spPr>
              <a:xfrm flipV="1">
                <a:off x="204326" y="0"/>
                <a:ext cx="7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53" name="Shape 652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362" name="Group 661"/>
          <p:cNvGrpSpPr/>
          <p:nvPr/>
        </p:nvGrpSpPr>
        <p:grpSpPr>
          <a:xfrm>
            <a:off x="4340395" y="4490224"/>
            <a:ext cx="1442686" cy="939423"/>
            <a:chOff x="0" y="0"/>
            <a:chExt cx="1442684" cy="939421"/>
          </a:xfrm>
        </p:grpSpPr>
        <p:grpSp>
          <p:nvGrpSpPr>
            <p:cNvPr id="3358" name="Group 657"/>
            <p:cNvGrpSpPr/>
            <p:nvPr/>
          </p:nvGrpSpPr>
          <p:grpSpPr>
            <a:xfrm>
              <a:off x="0" y="0"/>
              <a:ext cx="277954" cy="939422"/>
              <a:chOff x="0" y="0"/>
              <a:chExt cx="277952" cy="939421"/>
            </a:xfrm>
          </p:grpSpPr>
          <p:sp>
            <p:nvSpPr>
              <p:cNvPr id="3356" name="Shape 655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57" name="Shape 656"/>
              <p:cNvSpPr txBox="1"/>
              <p:nvPr/>
            </p:nvSpPr>
            <p:spPr>
              <a:xfrm>
                <a:off x="0" y="422206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61" name="Group 660"/>
            <p:cNvGrpSpPr/>
            <p:nvPr/>
          </p:nvGrpSpPr>
          <p:grpSpPr>
            <a:xfrm>
              <a:off x="1164731" y="4515"/>
              <a:ext cx="277954" cy="888621"/>
              <a:chOff x="0" y="0"/>
              <a:chExt cx="277952" cy="888620"/>
            </a:xfrm>
          </p:grpSpPr>
          <p:sp>
            <p:nvSpPr>
              <p:cNvPr id="3359" name="Shape 658"/>
              <p:cNvSpPr/>
              <p:nvPr/>
            </p:nvSpPr>
            <p:spPr>
              <a:xfrm flipV="1">
                <a:off x="166227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60" name="Shape 659"/>
              <p:cNvSpPr txBox="1"/>
              <p:nvPr/>
            </p:nvSpPr>
            <p:spPr>
              <a:xfrm>
                <a:off x="0" y="3714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363" name="Shape 662"/>
          <p:cNvSpPr/>
          <p:nvPr/>
        </p:nvSpPr>
        <p:spPr>
          <a:xfrm>
            <a:off x="6877573" y="2144395"/>
            <a:ext cx="101603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 w="63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366" name="Group 665"/>
          <p:cNvGrpSpPr/>
          <p:nvPr/>
        </p:nvGrpSpPr>
        <p:grpSpPr>
          <a:xfrm>
            <a:off x="3251864" y="4423057"/>
            <a:ext cx="635002" cy="1092949"/>
            <a:chOff x="0" y="0"/>
            <a:chExt cx="635001" cy="1092948"/>
          </a:xfrm>
        </p:grpSpPr>
        <p:sp>
          <p:nvSpPr>
            <p:cNvPr id="3364" name="Shape 663"/>
            <p:cNvSpPr/>
            <p:nvPr/>
          </p:nvSpPr>
          <p:spPr>
            <a:xfrm>
              <a:off x="158044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65" name="Shape 664"/>
            <p:cNvSpPr txBox="1"/>
            <p:nvPr/>
          </p:nvSpPr>
          <p:spPr>
            <a:xfrm>
              <a:off x="-1" y="575733"/>
              <a:ext cx="6350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3373" name="Group 672"/>
          <p:cNvGrpSpPr/>
          <p:nvPr/>
        </p:nvGrpSpPr>
        <p:grpSpPr>
          <a:xfrm>
            <a:off x="5210768" y="4490224"/>
            <a:ext cx="1402329" cy="943939"/>
            <a:chOff x="0" y="0"/>
            <a:chExt cx="1402327" cy="943937"/>
          </a:xfrm>
        </p:grpSpPr>
        <p:grpSp>
          <p:nvGrpSpPr>
            <p:cNvPr id="3369" name="Group 668"/>
            <p:cNvGrpSpPr/>
            <p:nvPr/>
          </p:nvGrpSpPr>
          <p:grpSpPr>
            <a:xfrm>
              <a:off x="0" y="0"/>
              <a:ext cx="277954" cy="939423"/>
              <a:chOff x="0" y="0"/>
              <a:chExt cx="277952" cy="939421"/>
            </a:xfrm>
          </p:grpSpPr>
          <p:sp>
            <p:nvSpPr>
              <p:cNvPr id="3367" name="Shape 666"/>
              <p:cNvSpPr/>
              <p:nvPr/>
            </p:nvSpPr>
            <p:spPr>
              <a:xfrm flipV="1">
                <a:off x="204327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68" name="Shape 667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72" name="Group 671"/>
            <p:cNvGrpSpPr/>
            <p:nvPr/>
          </p:nvGrpSpPr>
          <p:grpSpPr>
            <a:xfrm>
              <a:off x="1124374" y="4517"/>
              <a:ext cx="277954" cy="939421"/>
              <a:chOff x="0" y="0"/>
              <a:chExt cx="277952" cy="939420"/>
            </a:xfrm>
          </p:grpSpPr>
          <p:sp>
            <p:nvSpPr>
              <p:cNvPr id="3370" name="Shape 669"/>
              <p:cNvSpPr/>
              <p:nvPr/>
            </p:nvSpPr>
            <p:spPr>
              <a:xfrm flipV="1">
                <a:off x="205459" y="0"/>
                <a:ext cx="2259" cy="5034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71" name="Shape 670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374" name="Shape 673"/>
          <p:cNvSpPr txBox="1"/>
          <p:nvPr/>
        </p:nvSpPr>
        <p:spPr>
          <a:xfrm>
            <a:off x="6707675" y="1735737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375" name="Shape 674"/>
          <p:cNvSpPr/>
          <p:nvPr/>
        </p:nvSpPr>
        <p:spPr>
          <a:xfrm>
            <a:off x="6147746" y="3657388"/>
            <a:ext cx="825502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grpSp>
        <p:nvGrpSpPr>
          <p:cNvPr id="3378" name="Group 677"/>
          <p:cNvGrpSpPr/>
          <p:nvPr/>
        </p:nvGrpSpPr>
        <p:grpSpPr>
          <a:xfrm>
            <a:off x="4214242" y="4448457"/>
            <a:ext cx="635001" cy="1092949"/>
            <a:chOff x="0" y="0"/>
            <a:chExt cx="635000" cy="1092948"/>
          </a:xfrm>
        </p:grpSpPr>
        <p:sp>
          <p:nvSpPr>
            <p:cNvPr id="3376" name="Shape 675"/>
            <p:cNvSpPr/>
            <p:nvPr/>
          </p:nvSpPr>
          <p:spPr>
            <a:xfrm>
              <a:off x="157196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77" name="Shape 676"/>
            <p:cNvSpPr txBox="1"/>
            <p:nvPr/>
          </p:nvSpPr>
          <p:spPr>
            <a:xfrm>
              <a:off x="0" y="575733"/>
              <a:ext cx="6350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3379" name="Shape 678"/>
          <p:cNvSpPr/>
          <p:nvPr/>
        </p:nvSpPr>
        <p:spPr>
          <a:xfrm>
            <a:off x="6877573" y="2144395"/>
            <a:ext cx="101603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 w="63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80" name="Shape 679"/>
          <p:cNvSpPr/>
          <p:nvPr/>
        </p:nvSpPr>
        <p:spPr>
          <a:xfrm>
            <a:off x="5103242" y="3654566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381" name="Shape 680"/>
          <p:cNvSpPr/>
          <p:nvPr/>
        </p:nvSpPr>
        <p:spPr>
          <a:xfrm>
            <a:off x="4084137" y="365428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grpSp>
        <p:nvGrpSpPr>
          <p:cNvPr id="3388" name="Group 687"/>
          <p:cNvGrpSpPr/>
          <p:nvPr/>
        </p:nvGrpSpPr>
        <p:grpSpPr>
          <a:xfrm>
            <a:off x="6335142" y="4499255"/>
            <a:ext cx="1406844" cy="943938"/>
            <a:chOff x="0" y="0"/>
            <a:chExt cx="1406842" cy="943937"/>
          </a:xfrm>
        </p:grpSpPr>
        <p:grpSp>
          <p:nvGrpSpPr>
            <p:cNvPr id="3384" name="Group 683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82" name="Shape 681"/>
              <p:cNvSpPr/>
              <p:nvPr/>
            </p:nvSpPr>
            <p:spPr>
              <a:xfrm flipV="1">
                <a:off x="206584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83" name="Shape 682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87" name="Group 686"/>
            <p:cNvGrpSpPr/>
            <p:nvPr/>
          </p:nvGrpSpPr>
          <p:grpSpPr>
            <a:xfrm>
              <a:off x="1128889" y="4517"/>
              <a:ext cx="277954" cy="939421"/>
              <a:chOff x="0" y="0"/>
              <a:chExt cx="277952" cy="939420"/>
            </a:xfrm>
          </p:grpSpPr>
          <p:sp>
            <p:nvSpPr>
              <p:cNvPr id="3385" name="Shape 684"/>
              <p:cNvSpPr/>
              <p:nvPr/>
            </p:nvSpPr>
            <p:spPr>
              <a:xfrm flipV="1">
                <a:off x="203199" y="0"/>
                <a:ext cx="2260" cy="5034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86" name="Shape 685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395" name="Group 694"/>
          <p:cNvGrpSpPr/>
          <p:nvPr/>
        </p:nvGrpSpPr>
        <p:grpSpPr>
          <a:xfrm>
            <a:off x="7464031" y="4499255"/>
            <a:ext cx="1404586" cy="943938"/>
            <a:chOff x="0" y="0"/>
            <a:chExt cx="1404584" cy="943937"/>
          </a:xfrm>
        </p:grpSpPr>
        <p:grpSp>
          <p:nvGrpSpPr>
            <p:cNvPr id="3391" name="Group 690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89" name="Shape 688"/>
              <p:cNvSpPr/>
              <p:nvPr/>
            </p:nvSpPr>
            <p:spPr>
              <a:xfrm flipV="1">
                <a:off x="204326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0" name="Shape 689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94" name="Group 693"/>
            <p:cNvGrpSpPr/>
            <p:nvPr/>
          </p:nvGrpSpPr>
          <p:grpSpPr>
            <a:xfrm>
              <a:off x="1126631" y="4517"/>
              <a:ext cx="277954" cy="939421"/>
              <a:chOff x="0" y="0"/>
              <a:chExt cx="277952" cy="939420"/>
            </a:xfrm>
          </p:grpSpPr>
          <p:sp>
            <p:nvSpPr>
              <p:cNvPr id="3392" name="Shape 691"/>
              <p:cNvSpPr/>
              <p:nvPr/>
            </p:nvSpPr>
            <p:spPr>
              <a:xfrm flipV="1">
                <a:off x="208279" y="0"/>
                <a:ext cx="2260" cy="5034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3" name="Shape 692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402" name="Group 701"/>
          <p:cNvGrpSpPr/>
          <p:nvPr/>
        </p:nvGrpSpPr>
        <p:grpSpPr>
          <a:xfrm>
            <a:off x="8514462" y="4499255"/>
            <a:ext cx="1404586" cy="943938"/>
            <a:chOff x="0" y="0"/>
            <a:chExt cx="1404584" cy="943937"/>
          </a:xfrm>
        </p:grpSpPr>
        <p:grpSp>
          <p:nvGrpSpPr>
            <p:cNvPr id="3398" name="Group 697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96" name="Shape 695"/>
              <p:cNvSpPr/>
              <p:nvPr/>
            </p:nvSpPr>
            <p:spPr>
              <a:xfrm flipV="1">
                <a:off x="209405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7" name="Shape 696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401" name="Group 700"/>
            <p:cNvGrpSpPr/>
            <p:nvPr/>
          </p:nvGrpSpPr>
          <p:grpSpPr>
            <a:xfrm>
              <a:off x="1126631" y="4515"/>
              <a:ext cx="277954" cy="939423"/>
              <a:chOff x="0" y="0"/>
              <a:chExt cx="277952" cy="939422"/>
            </a:xfrm>
          </p:grpSpPr>
          <p:sp>
            <p:nvSpPr>
              <p:cNvPr id="3399" name="Shape 698"/>
              <p:cNvSpPr/>
              <p:nvPr/>
            </p:nvSpPr>
            <p:spPr>
              <a:xfrm flipV="1">
                <a:off x="204326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00" name="Shape 699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409" name="Group 708"/>
          <p:cNvGrpSpPr/>
          <p:nvPr/>
        </p:nvGrpSpPr>
        <p:grpSpPr>
          <a:xfrm>
            <a:off x="9410235" y="4499255"/>
            <a:ext cx="1404587" cy="943938"/>
            <a:chOff x="0" y="0"/>
            <a:chExt cx="1404585" cy="943937"/>
          </a:xfrm>
        </p:grpSpPr>
        <p:grpSp>
          <p:nvGrpSpPr>
            <p:cNvPr id="3405" name="Group 704"/>
            <p:cNvGrpSpPr/>
            <p:nvPr/>
          </p:nvGrpSpPr>
          <p:grpSpPr>
            <a:xfrm>
              <a:off x="0" y="0"/>
              <a:ext cx="277954" cy="939423"/>
              <a:chOff x="0" y="0"/>
              <a:chExt cx="277952" cy="939421"/>
            </a:xfrm>
          </p:grpSpPr>
          <p:sp>
            <p:nvSpPr>
              <p:cNvPr id="3403" name="Shape 702"/>
              <p:cNvSpPr/>
              <p:nvPr/>
            </p:nvSpPr>
            <p:spPr>
              <a:xfrm flipV="1">
                <a:off x="204327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04" name="Shape 703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408" name="Group 707"/>
            <p:cNvGrpSpPr/>
            <p:nvPr/>
          </p:nvGrpSpPr>
          <p:grpSpPr>
            <a:xfrm>
              <a:off x="1126632" y="4515"/>
              <a:ext cx="277954" cy="939423"/>
              <a:chOff x="0" y="0"/>
              <a:chExt cx="277952" cy="939422"/>
            </a:xfrm>
          </p:grpSpPr>
          <p:sp>
            <p:nvSpPr>
              <p:cNvPr id="3406" name="Shape 705"/>
              <p:cNvSpPr/>
              <p:nvPr/>
            </p:nvSpPr>
            <p:spPr>
              <a:xfrm flipV="1">
                <a:off x="204327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07" name="Shape 706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416" name="Group 715"/>
          <p:cNvGrpSpPr/>
          <p:nvPr/>
        </p:nvGrpSpPr>
        <p:grpSpPr>
          <a:xfrm>
            <a:off x="10433008" y="4499255"/>
            <a:ext cx="1404587" cy="943938"/>
            <a:chOff x="0" y="0"/>
            <a:chExt cx="1404585" cy="943937"/>
          </a:xfrm>
        </p:grpSpPr>
        <p:grpSp>
          <p:nvGrpSpPr>
            <p:cNvPr id="3412" name="Group 711"/>
            <p:cNvGrpSpPr/>
            <p:nvPr/>
          </p:nvGrpSpPr>
          <p:grpSpPr>
            <a:xfrm>
              <a:off x="0" y="0"/>
              <a:ext cx="277954" cy="939423"/>
              <a:chOff x="0" y="0"/>
              <a:chExt cx="277952" cy="939421"/>
            </a:xfrm>
          </p:grpSpPr>
          <p:sp>
            <p:nvSpPr>
              <p:cNvPr id="3410" name="Shape 709"/>
              <p:cNvSpPr/>
              <p:nvPr/>
            </p:nvSpPr>
            <p:spPr>
              <a:xfrm flipV="1">
                <a:off x="208560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11" name="Shape 710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415" name="Group 714"/>
            <p:cNvGrpSpPr/>
            <p:nvPr/>
          </p:nvGrpSpPr>
          <p:grpSpPr>
            <a:xfrm>
              <a:off x="1126632" y="4515"/>
              <a:ext cx="277954" cy="939423"/>
              <a:chOff x="0" y="0"/>
              <a:chExt cx="277952" cy="939422"/>
            </a:xfrm>
          </p:grpSpPr>
          <p:sp>
            <p:nvSpPr>
              <p:cNvPr id="3413" name="Shape 712"/>
              <p:cNvSpPr/>
              <p:nvPr/>
            </p:nvSpPr>
            <p:spPr>
              <a:xfrm flipV="1">
                <a:off x="204327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14" name="Shape 713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417" name="Shape 716"/>
          <p:cNvSpPr/>
          <p:nvPr/>
        </p:nvSpPr>
        <p:spPr>
          <a:xfrm>
            <a:off x="11262742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grpSp>
        <p:nvGrpSpPr>
          <p:cNvPr id="3420" name="Group 719"/>
          <p:cNvGrpSpPr/>
          <p:nvPr/>
        </p:nvGrpSpPr>
        <p:grpSpPr>
          <a:xfrm>
            <a:off x="9511835" y="4499257"/>
            <a:ext cx="635002" cy="1092949"/>
            <a:chOff x="0" y="0"/>
            <a:chExt cx="635001" cy="1092948"/>
          </a:xfrm>
        </p:grpSpPr>
        <p:sp>
          <p:nvSpPr>
            <p:cNvPr id="3418" name="Shape 717"/>
            <p:cNvSpPr/>
            <p:nvPr/>
          </p:nvSpPr>
          <p:spPr>
            <a:xfrm>
              <a:off x="158044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19" name="Shape 718"/>
            <p:cNvSpPr txBox="1"/>
            <p:nvPr/>
          </p:nvSpPr>
          <p:spPr>
            <a:xfrm>
              <a:off x="-1" y="575733"/>
              <a:ext cx="6350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3421" name="Shape 720"/>
          <p:cNvSpPr/>
          <p:nvPr/>
        </p:nvSpPr>
        <p:spPr>
          <a:xfrm>
            <a:off x="6869390" y="2144395"/>
            <a:ext cx="101602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 w="63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22" name="Shape 721"/>
          <p:cNvSpPr/>
          <p:nvPr/>
        </p:nvSpPr>
        <p:spPr>
          <a:xfrm>
            <a:off x="10229808" y="3654566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grpSp>
        <p:nvGrpSpPr>
          <p:cNvPr id="3425" name="Group 724"/>
          <p:cNvGrpSpPr/>
          <p:nvPr/>
        </p:nvGrpSpPr>
        <p:grpSpPr>
          <a:xfrm>
            <a:off x="3944437" y="4393142"/>
            <a:ext cx="1854202" cy="1554233"/>
            <a:chOff x="0" y="0"/>
            <a:chExt cx="1854200" cy="1554232"/>
          </a:xfrm>
        </p:grpSpPr>
        <p:sp>
          <p:nvSpPr>
            <p:cNvPr id="3423" name="Shape 722"/>
            <p:cNvSpPr/>
            <p:nvPr/>
          </p:nvSpPr>
          <p:spPr>
            <a:xfrm>
              <a:off x="409504" y="-1"/>
              <a:ext cx="205460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24" name="Shape 723"/>
            <p:cNvSpPr txBox="1"/>
            <p:nvPr/>
          </p:nvSpPr>
          <p:spPr>
            <a:xfrm>
              <a:off x="0" y="1122680"/>
              <a:ext cx="1854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grpSp>
        <p:nvGrpSpPr>
          <p:cNvPr id="3428" name="Group 727"/>
          <p:cNvGrpSpPr/>
          <p:nvPr/>
        </p:nvGrpSpPr>
        <p:grpSpPr>
          <a:xfrm>
            <a:off x="4031079" y="4397658"/>
            <a:ext cx="1054102" cy="1367683"/>
            <a:chOff x="0" y="0"/>
            <a:chExt cx="1054100" cy="1367682"/>
          </a:xfrm>
        </p:grpSpPr>
        <p:sp>
          <p:nvSpPr>
            <p:cNvPr id="3426" name="Shape 725"/>
            <p:cNvSpPr/>
            <p:nvPr/>
          </p:nvSpPr>
          <p:spPr>
            <a:xfrm>
              <a:off x="322015" y="-1"/>
              <a:ext cx="205460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27" name="Shape 726"/>
            <p:cNvSpPr txBox="1"/>
            <p:nvPr/>
          </p:nvSpPr>
          <p:spPr>
            <a:xfrm>
              <a:off x="0" y="936130"/>
              <a:ext cx="10541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sp>
        <p:nvSpPr>
          <p:cNvPr id="3429" name="Shape 728"/>
          <p:cNvSpPr txBox="1"/>
          <p:nvPr/>
        </p:nvSpPr>
        <p:spPr>
          <a:xfrm>
            <a:off x="6707675" y="1735737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grpSp>
        <p:nvGrpSpPr>
          <p:cNvPr id="3432" name="Group 731"/>
          <p:cNvGrpSpPr/>
          <p:nvPr/>
        </p:nvGrpSpPr>
        <p:grpSpPr>
          <a:xfrm>
            <a:off x="10125950" y="4488533"/>
            <a:ext cx="1854202" cy="1558185"/>
            <a:chOff x="0" y="0"/>
            <a:chExt cx="1854200" cy="1558183"/>
          </a:xfrm>
        </p:grpSpPr>
        <p:sp>
          <p:nvSpPr>
            <p:cNvPr id="3430" name="Shape 729"/>
            <p:cNvSpPr/>
            <p:nvPr/>
          </p:nvSpPr>
          <p:spPr>
            <a:xfrm>
              <a:off x="410916" y="-1"/>
              <a:ext cx="205459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31" name="Shape 730"/>
            <p:cNvSpPr txBox="1"/>
            <p:nvPr/>
          </p:nvSpPr>
          <p:spPr>
            <a:xfrm>
              <a:off x="0" y="1126631"/>
              <a:ext cx="1854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grpSp>
        <p:nvGrpSpPr>
          <p:cNvPr id="3435" name="Group 735"/>
          <p:cNvGrpSpPr/>
          <p:nvPr/>
        </p:nvGrpSpPr>
        <p:grpSpPr>
          <a:xfrm>
            <a:off x="3249042" y="4443942"/>
            <a:ext cx="635001" cy="1101416"/>
            <a:chOff x="0" y="0"/>
            <a:chExt cx="635000" cy="1101415"/>
          </a:xfrm>
        </p:grpSpPr>
        <p:sp>
          <p:nvSpPr>
            <p:cNvPr id="3433" name="Shape 733"/>
            <p:cNvSpPr/>
            <p:nvPr/>
          </p:nvSpPr>
          <p:spPr>
            <a:xfrm>
              <a:off x="152400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34" name="Shape 734"/>
            <p:cNvSpPr txBox="1"/>
            <p:nvPr/>
          </p:nvSpPr>
          <p:spPr>
            <a:xfrm>
              <a:off x="0" y="584200"/>
              <a:ext cx="6350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3436" name="Shape 593"/>
          <p:cNvSpPr txBox="1"/>
          <p:nvPr/>
        </p:nvSpPr>
        <p:spPr>
          <a:xfrm>
            <a:off x="5954142" y="1735737"/>
            <a:ext cx="1063417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r[0]=</a:t>
            </a:r>
          </a:p>
        </p:txBody>
      </p:sp>
      <p:sp>
        <p:nvSpPr>
          <p:cNvPr id="3437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希尔排序-动画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31" dur="500" fill="hold"/>
                                        <p:tgtEl>
                                          <p:spTgt spid="3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36" dur="500" fill="hold"/>
                                        <p:tgtEl>
                                          <p:spTgt spid="3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6" dur="500" fill="hold"/>
                                        <p:tgtEl>
                                          <p:spTgt spid="3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1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6" dur="500" fill="hold"/>
                                        <p:tgtEl>
                                          <p:spTgt spid="3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0" dur="500" fill="hold"/>
                                        <p:tgtEl>
                                          <p:spTgt spid="3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xit" presetSubtype="1" fill="hold" grpId="1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4" dur="500" fill="hold"/>
                                        <p:tgtEl>
                                          <p:spTgt spid="3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dur="indefinite" fill="hold"/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dur="indefinite" fill="hold"/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99" dur="500" fill="hold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1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4" dur="500" fill="hold"/>
                                        <p:tgtEl>
                                          <p:spTgt spid="3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dur="indefinite" fill="hold"/>
                                        <p:tgtEl>
                                          <p:spTgt spid="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1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24" dur="500" fill="hold"/>
                                        <p:tgtEl>
                                          <p:spTgt spid="3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dur="indefinite" fill="hold"/>
                                        <p:tgtEl>
                                          <p:spTgt spid="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dur="indefinite" fill="hold"/>
                                        <p:tgtEl>
                                          <p:spTgt spid="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xit" presetSubtype="1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43" dur="500" fill="hold"/>
                                        <p:tgtEl>
                                          <p:spTgt spid="3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dur="indefinite" fill="hold"/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3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dur="indefinite" fill="hold"/>
                                        <p:tgtEl>
                                          <p:spTgt spid="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1" fill="hold" grpId="3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62" dur="500" fill="hold"/>
                                        <p:tgtEl>
                                          <p:spTgt spid="3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xit" presetSubtype="1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66" dur="500" fill="hold"/>
                                        <p:tgtEl>
                                          <p:spTgt spid="3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xit" presetSubtype="8" fill="hold" grpId="3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170" dur="1000" fill="hold"/>
                                        <p:tgtEl>
                                          <p:spTgt spid="3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indefinite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xit" presetSubtype="1" fill="hold" grpId="3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75" dur="500" fill="hold"/>
                                        <p:tgtEl>
                                          <p:spTgt spid="3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3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dur="indefinite" fill="hold"/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xit" presetSubtype="1" fill="hold" grpId="3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85" dur="500" fill="hold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3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dur="indefinite" fill="hold"/>
                                        <p:tgtEl>
                                          <p:spTgt spid="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xit" presetSubtype="1" fill="hold" grpId="4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95" dur="500" fill="hold"/>
                                        <p:tgtEl>
                                          <p:spTgt spid="3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4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0" dur="indefinite" fill="hold"/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xit" presetSubtype="1" fill="hold" grpId="4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05" dur="500" fill="hold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grpId="4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0" dur="indefinite" fill="hold"/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xit" presetSubtype="1" fill="hold" grpId="4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15" dur="500" fill="hold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grpId="4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0" dur="indefinite" fill="hold"/>
                                        <p:tgtEl>
                                          <p:spTgt spid="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grpId="4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5" dur="indefinite" fill="hold"/>
                                        <p:tgtEl>
                                          <p:spTgt spid="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grpId="4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0" dur="indefinite" fill="hold"/>
                                        <p:tgtEl>
                                          <p:spTgt spid="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xit" presetSubtype="1" fill="hold" grpId="4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35" dur="500" fill="hold"/>
                                        <p:tgtEl>
                                          <p:spTgt spid="3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4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0" dur="indefinite" fill="hold"/>
                                        <p:tgtEl>
                                          <p:spTgt spid="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4" fill="hold" grpId="5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4" dur="indefinite" fill="hold"/>
                                        <p:tgtEl>
                                          <p:spTgt spid="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4" fill="hold" grpId="5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9" dur="indefinite" fill="hold"/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4" fill="hold" grpId="5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4" dur="indefinite" fill="hold"/>
                                        <p:tgtEl>
                                          <p:spTgt spid="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" grpId="26" animBg="1" advAuto="0"/>
      <p:bldP spid="3348" grpId="21" animBg="1" advAuto="0"/>
      <p:bldP spid="3422" grpId="52" animBg="1" advAuto="0"/>
      <p:bldP spid="3417" grpId="47" animBg="1" advAuto="0"/>
      <p:bldP spid="3363" grpId="14" animBg="1" advAuto="0"/>
      <p:bldP spid="3363" grpId="16" animBg="1" advAuto="0"/>
      <p:bldP spid="3379" grpId="34" animBg="1" advAuto="0"/>
      <p:bldP spid="3343" grpId="5" animBg="1" advAuto="0"/>
      <p:bldP spid="3380" grpId="28" animBg="1" advAuto="0"/>
      <p:bldP spid="3373" grpId="22" animBg="1" advAuto="0"/>
      <p:bldP spid="3374" grpId="23" animBg="1" advAuto="0"/>
      <p:bldP spid="3373" grpId="25" animBg="1" advAuto="0"/>
      <p:bldP spid="3345" grpId="1" animBg="1" advAuto="0"/>
      <p:bldP spid="3344" grpId="12" animBg="1" advAuto="0"/>
      <p:bldP spid="3375" grpId="24" animBg="1" advAuto="0"/>
      <p:bldP spid="3425" grpId="18" animBg="1" advAuto="0"/>
      <p:bldP spid="3425" grpId="20" animBg="1" advAuto="0"/>
      <p:bldP spid="3335" grpId="4" animBg="1" advAuto="0"/>
      <p:bldP spid="3381" grpId="32" animBg="1" advAuto="0"/>
      <p:bldP spid="3374" grpId="36" animBg="1" advAuto="0"/>
      <p:bldP spid="3435" grpId="30" animBg="1" advAuto="0"/>
      <p:bldP spid="3409" grpId="43" animBg="1" advAuto="0"/>
      <p:bldP spid="3409" grpId="44" animBg="1" advAuto="0"/>
      <p:bldP spid="3366" grpId="15" animBg="1" advAuto="0"/>
      <p:bldP spid="3334" grpId="19" animBg="1" advAuto="0"/>
      <p:bldP spid="3366" grpId="17" animBg="1" advAuto="0"/>
      <p:bldP spid="3347" grpId="3" animBg="1" advAuto="0"/>
      <p:bldP spid="3435" grpId="35" animBg="1" advAuto="0"/>
      <p:bldP spid="3388" grpId="37" animBg="1" advAuto="0"/>
      <p:bldP spid="3388" grpId="38" animBg="1" advAuto="0"/>
      <p:bldP spid="3347" grpId="7" animBg="1" advAuto="0"/>
      <p:bldP spid="3342" grpId="2" animBg="1" advAuto="0"/>
      <p:bldP spid="3378" grpId="27" animBg="1" advAuto="0"/>
      <p:bldP spid="3378" grpId="29" animBg="1" advAuto="0"/>
      <p:bldP spid="3395" grpId="39" animBg="1" advAuto="0"/>
      <p:bldP spid="3342" grpId="6" animBg="1" advAuto="0"/>
      <p:bldP spid="3395" grpId="40" animBg="1" advAuto="0"/>
      <p:bldP spid="3402" grpId="41" animBg="1" advAuto="0"/>
      <p:bldP spid="3402" grpId="42" animBg="1" advAuto="0"/>
      <p:bldP spid="3428" grpId="31" animBg="1" advAuto="0"/>
      <p:bldP spid="3416" grpId="45" animBg="1" advAuto="0"/>
      <p:bldP spid="3428" grpId="33" animBg="1" advAuto="0"/>
      <p:bldP spid="3429" grpId="46" animBg="1" advAuto="0"/>
      <p:bldP spid="3348" grpId="11" animBg="1" advAuto="0"/>
      <p:bldP spid="3416" grpId="48" animBg="1" advAuto="0"/>
      <p:bldP spid="3421" grpId="49" animBg="1" advAuto="0"/>
      <p:bldP spid="3420" grpId="50" animBg="1" advAuto="0"/>
      <p:bldP spid="3355" grpId="8" animBg="1" advAuto="0"/>
      <p:bldP spid="3362" grpId="10" animBg="1" advAuto="0"/>
      <p:bldP spid="3355" grpId="9" animBg="1" advAuto="0"/>
      <p:bldP spid="3432" grpId="51" animBg="1" advAuto="0"/>
      <p:bldP spid="3362" grpId="13" animBg="1" advAuto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插入排序-pair insertion</a:t>
            </a:r>
          </a:p>
        </p:txBody>
      </p:sp>
      <p:sp>
        <p:nvSpPr>
          <p:cNvPr id="3440" name="一次插入2个数据，利用前一个数据的搜索结果，减少比较次数。ai &gt; ai + 1"/>
          <p:cNvSpPr txBox="1"/>
          <p:nvPr/>
        </p:nvSpPr>
        <p:spPr>
          <a:xfrm>
            <a:off x="215183" y="1767786"/>
            <a:ext cx="12788819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一次插入2个数据，利用前一个数据的搜索结果，减少比较次数。a</a:t>
            </a:r>
            <a:r>
              <a:rPr baseline="-6000"/>
              <a:t>i</a:t>
            </a:r>
            <a:r>
              <a:t> &gt; a</a:t>
            </a:r>
            <a:r>
              <a:rPr baseline="-6000"/>
              <a:t>i + 1</a:t>
            </a:r>
            <a:r>
              <a:t>     </a:t>
            </a:r>
          </a:p>
        </p:txBody>
      </p:sp>
      <p:sp>
        <p:nvSpPr>
          <p:cNvPr id="3441" name="线条"/>
          <p:cNvSpPr/>
          <p:nvPr/>
        </p:nvSpPr>
        <p:spPr>
          <a:xfrm flipV="1">
            <a:off x="7137400" y="4118428"/>
            <a:ext cx="0" cy="10414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42" name="线条"/>
          <p:cNvSpPr/>
          <p:nvPr/>
        </p:nvSpPr>
        <p:spPr>
          <a:xfrm flipV="1">
            <a:off x="8066678" y="4118428"/>
            <a:ext cx="1" cy="10414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447" name="Group 435"/>
          <p:cNvGrpSpPr/>
          <p:nvPr/>
        </p:nvGrpSpPr>
        <p:grpSpPr>
          <a:xfrm>
            <a:off x="1406029" y="3174892"/>
            <a:ext cx="10243542" cy="824093"/>
            <a:chOff x="0" y="0"/>
            <a:chExt cx="10243541" cy="824092"/>
          </a:xfrm>
        </p:grpSpPr>
        <p:sp>
          <p:nvSpPr>
            <p:cNvPr id="3443" name="Shape 431"/>
            <p:cNvSpPr/>
            <p:nvPr/>
          </p:nvSpPr>
          <p:spPr>
            <a:xfrm>
              <a:off x="-1" y="821834"/>
              <a:ext cx="10236203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44" name="Shape 432"/>
            <p:cNvSpPr/>
            <p:nvPr/>
          </p:nvSpPr>
          <p:spPr>
            <a:xfrm>
              <a:off x="-1" y="0"/>
              <a:ext cx="10236203" cy="22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45" name="Shape 433"/>
            <p:cNvSpPr/>
            <p:nvPr/>
          </p:nvSpPr>
          <p:spPr>
            <a:xfrm>
              <a:off x="10241282" y="-1"/>
              <a:ext cx="2260" cy="8195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46" name="Shape 434"/>
            <p:cNvSpPr/>
            <p:nvPr/>
          </p:nvSpPr>
          <p:spPr>
            <a:xfrm>
              <a:off x="-1" y="-1"/>
              <a:ext cx="2259" cy="8195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448" name="Shape 436"/>
          <p:cNvSpPr/>
          <p:nvPr/>
        </p:nvSpPr>
        <p:spPr>
          <a:xfrm>
            <a:off x="2430495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49" name="Shape 437"/>
          <p:cNvSpPr/>
          <p:nvPr/>
        </p:nvSpPr>
        <p:spPr>
          <a:xfrm>
            <a:off x="3456091" y="3174892"/>
            <a:ext cx="2259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0" name="Shape 438"/>
          <p:cNvSpPr/>
          <p:nvPr/>
        </p:nvSpPr>
        <p:spPr>
          <a:xfrm>
            <a:off x="4478864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1" name="Shape 439"/>
          <p:cNvSpPr/>
          <p:nvPr/>
        </p:nvSpPr>
        <p:spPr>
          <a:xfrm>
            <a:off x="5503895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2" name="Shape 440"/>
          <p:cNvSpPr/>
          <p:nvPr/>
        </p:nvSpPr>
        <p:spPr>
          <a:xfrm>
            <a:off x="6630527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3" name="Shape 441"/>
          <p:cNvSpPr/>
          <p:nvPr/>
        </p:nvSpPr>
        <p:spPr>
          <a:xfrm>
            <a:off x="7653300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4" name="Shape 442"/>
          <p:cNvSpPr/>
          <p:nvPr/>
        </p:nvSpPr>
        <p:spPr>
          <a:xfrm>
            <a:off x="8678331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5" name="Shape 443"/>
          <p:cNvSpPr/>
          <p:nvPr/>
        </p:nvSpPr>
        <p:spPr>
          <a:xfrm>
            <a:off x="9599505" y="3174892"/>
            <a:ext cx="2259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6" name="Shape 444"/>
          <p:cNvSpPr/>
          <p:nvPr/>
        </p:nvSpPr>
        <p:spPr>
          <a:xfrm>
            <a:off x="10624537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7" name="Shape 448"/>
          <p:cNvSpPr txBox="1"/>
          <p:nvPr/>
        </p:nvSpPr>
        <p:spPr>
          <a:xfrm>
            <a:off x="3555433" y="3218637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458" name="Shape 451"/>
          <p:cNvSpPr txBox="1"/>
          <p:nvPr/>
        </p:nvSpPr>
        <p:spPr>
          <a:xfrm>
            <a:off x="6735795" y="3218637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459" name="Shape 452"/>
          <p:cNvSpPr txBox="1"/>
          <p:nvPr/>
        </p:nvSpPr>
        <p:spPr>
          <a:xfrm>
            <a:off x="7872303" y="3218637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460" name="Shape 453"/>
          <p:cNvSpPr txBox="1"/>
          <p:nvPr/>
        </p:nvSpPr>
        <p:spPr>
          <a:xfrm>
            <a:off x="8786703" y="321299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461" name="Shape 454"/>
          <p:cNvSpPr txBox="1"/>
          <p:nvPr/>
        </p:nvSpPr>
        <p:spPr>
          <a:xfrm>
            <a:off x="9701103" y="321299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462" name="Shape 455"/>
          <p:cNvSpPr txBox="1"/>
          <p:nvPr/>
        </p:nvSpPr>
        <p:spPr>
          <a:xfrm>
            <a:off x="10723877" y="3212993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463" name="Shape 457"/>
          <p:cNvSpPr/>
          <p:nvPr/>
        </p:nvSpPr>
        <p:spPr>
          <a:xfrm>
            <a:off x="7805699" y="32510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464" name="Shape 458"/>
          <p:cNvSpPr/>
          <p:nvPr/>
        </p:nvSpPr>
        <p:spPr>
          <a:xfrm>
            <a:off x="8779930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465" name="Shape 459"/>
          <p:cNvSpPr/>
          <p:nvPr/>
        </p:nvSpPr>
        <p:spPr>
          <a:xfrm>
            <a:off x="9701103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466" name="Shape 460"/>
          <p:cNvSpPr/>
          <p:nvPr/>
        </p:nvSpPr>
        <p:spPr>
          <a:xfrm>
            <a:off x="10726135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467" name="Shape 461"/>
          <p:cNvSpPr/>
          <p:nvPr/>
        </p:nvSpPr>
        <p:spPr>
          <a:xfrm>
            <a:off x="1507629" y="3212993"/>
            <a:ext cx="4388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468" name="Shape 462"/>
          <p:cNvSpPr/>
          <p:nvPr/>
        </p:nvSpPr>
        <p:spPr>
          <a:xfrm>
            <a:off x="2532660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469" name="Shape 463"/>
          <p:cNvSpPr/>
          <p:nvPr/>
        </p:nvSpPr>
        <p:spPr>
          <a:xfrm>
            <a:off x="3555433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470" name="Shape 466"/>
          <p:cNvSpPr/>
          <p:nvPr/>
        </p:nvSpPr>
        <p:spPr>
          <a:xfrm>
            <a:off x="6732127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471" name="Shape 450"/>
          <p:cNvSpPr txBox="1"/>
          <p:nvPr/>
        </p:nvSpPr>
        <p:spPr>
          <a:xfrm>
            <a:off x="4656664" y="32510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472" name="Shape 465"/>
          <p:cNvSpPr/>
          <p:nvPr/>
        </p:nvSpPr>
        <p:spPr>
          <a:xfrm>
            <a:off x="5656296" y="32383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pPr>
          </a:p>
        </p:txBody>
      </p:sp>
      <p:sp>
        <p:nvSpPr>
          <p:cNvPr id="3473" name="Shape 464"/>
          <p:cNvSpPr/>
          <p:nvPr/>
        </p:nvSpPr>
        <p:spPr>
          <a:xfrm>
            <a:off x="5713869" y="32510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</p:spTree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基于交换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基于交换的排序</a:t>
            </a:r>
          </a:p>
        </p:txBody>
      </p:sp>
      <p:sp>
        <p:nvSpPr>
          <p:cNvPr id="3476" name="初始时，有序序列为空"/>
          <p:cNvSpPr txBox="1"/>
          <p:nvPr/>
        </p:nvSpPr>
        <p:spPr>
          <a:xfrm>
            <a:off x="960430" y="1484477"/>
            <a:ext cx="4617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初始时，有序序列为空</a:t>
            </a:r>
          </a:p>
        </p:txBody>
      </p:sp>
      <p:grpSp>
        <p:nvGrpSpPr>
          <p:cNvPr id="3479" name="成组"/>
          <p:cNvGrpSpPr/>
          <p:nvPr/>
        </p:nvGrpSpPr>
        <p:grpSpPr>
          <a:xfrm>
            <a:off x="6912621" y="2891741"/>
            <a:ext cx="5138703" cy="975361"/>
            <a:chOff x="0" y="0"/>
            <a:chExt cx="5138702" cy="975360"/>
          </a:xfrm>
        </p:grpSpPr>
        <p:sp>
          <p:nvSpPr>
            <p:cNvPr id="3477" name="矩形"/>
            <p:cNvSpPr/>
            <p:nvPr/>
          </p:nvSpPr>
          <p:spPr>
            <a:xfrm>
              <a:off x="0" y="0"/>
              <a:ext cx="5138703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78" name="有序序列R[i...n]"/>
            <p:cNvSpPr txBox="1"/>
            <p:nvPr/>
          </p:nvSpPr>
          <p:spPr>
            <a:xfrm>
              <a:off x="835504" y="86106"/>
              <a:ext cx="3467694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有序序列R[i...n]</a:t>
              </a:r>
            </a:p>
          </p:txBody>
        </p:sp>
      </p:grpSp>
      <p:grpSp>
        <p:nvGrpSpPr>
          <p:cNvPr id="3482" name="成组"/>
          <p:cNvGrpSpPr/>
          <p:nvPr/>
        </p:nvGrpSpPr>
        <p:grpSpPr>
          <a:xfrm>
            <a:off x="1076787" y="2891741"/>
            <a:ext cx="5842001" cy="975361"/>
            <a:chOff x="0" y="0"/>
            <a:chExt cx="5842000" cy="975360"/>
          </a:xfrm>
        </p:grpSpPr>
        <p:sp>
          <p:nvSpPr>
            <p:cNvPr id="3480" name="矩形"/>
            <p:cNvSpPr/>
            <p:nvPr/>
          </p:nvSpPr>
          <p:spPr>
            <a:xfrm>
              <a:off x="0" y="0"/>
              <a:ext cx="5842000" cy="975361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81" name="无序序列 R[1...i-1]"/>
            <p:cNvSpPr txBox="1"/>
            <p:nvPr/>
          </p:nvSpPr>
          <p:spPr>
            <a:xfrm>
              <a:off x="401998" y="130269"/>
              <a:ext cx="5038004" cy="763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R[1...i-1]</a:t>
              </a:r>
            </a:p>
          </p:txBody>
        </p:sp>
      </p:grpSp>
      <p:grpSp>
        <p:nvGrpSpPr>
          <p:cNvPr id="3485" name="成组"/>
          <p:cNvGrpSpPr/>
          <p:nvPr/>
        </p:nvGrpSpPr>
        <p:grpSpPr>
          <a:xfrm>
            <a:off x="6338863" y="6261100"/>
            <a:ext cx="5712461" cy="973244"/>
            <a:chOff x="0" y="0"/>
            <a:chExt cx="5712460" cy="973243"/>
          </a:xfrm>
        </p:grpSpPr>
        <p:sp>
          <p:nvSpPr>
            <p:cNvPr id="3483" name="矩形"/>
            <p:cNvSpPr/>
            <p:nvPr/>
          </p:nvSpPr>
          <p:spPr>
            <a:xfrm>
              <a:off x="0" y="0"/>
              <a:ext cx="5712461" cy="97324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84" name="有序序列R[i-1...n]"/>
            <p:cNvSpPr txBox="1"/>
            <p:nvPr/>
          </p:nvSpPr>
          <p:spPr>
            <a:xfrm>
              <a:off x="666701" y="64827"/>
              <a:ext cx="4887550" cy="725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有序序列R[i-1...n]</a:t>
              </a:r>
            </a:p>
          </p:txBody>
        </p:sp>
      </p:grpSp>
      <p:grpSp>
        <p:nvGrpSpPr>
          <p:cNvPr id="3488" name="成组"/>
          <p:cNvGrpSpPr/>
          <p:nvPr/>
        </p:nvGrpSpPr>
        <p:grpSpPr>
          <a:xfrm>
            <a:off x="1076787" y="6261100"/>
            <a:ext cx="5283201" cy="977900"/>
            <a:chOff x="0" y="0"/>
            <a:chExt cx="5283200" cy="977900"/>
          </a:xfrm>
        </p:grpSpPr>
        <p:sp>
          <p:nvSpPr>
            <p:cNvPr id="3486" name="矩形"/>
            <p:cNvSpPr/>
            <p:nvPr/>
          </p:nvSpPr>
          <p:spPr>
            <a:xfrm>
              <a:off x="0" y="0"/>
              <a:ext cx="5283201" cy="9779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87" name="无序序列 R[1...i-2]"/>
            <p:cNvSpPr txBox="1"/>
            <p:nvPr/>
          </p:nvSpPr>
          <p:spPr>
            <a:xfrm>
              <a:off x="125757" y="61969"/>
              <a:ext cx="5032905" cy="731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R[1...i-2]</a:t>
              </a:r>
            </a:p>
          </p:txBody>
        </p:sp>
      </p:grpSp>
      <p:pic>
        <p:nvPicPr>
          <p:cNvPr id="348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74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83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1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30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4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1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8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258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1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787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9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00" name="max(R[1...i-1])"/>
          <p:cNvSpPr txBox="1"/>
          <p:nvPr/>
        </p:nvSpPr>
        <p:spPr>
          <a:xfrm>
            <a:off x="1822177" y="4294530"/>
            <a:ext cx="3792422" cy="116454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max(R[1...i-1])</a:t>
            </a:r>
          </a:p>
        </p:txBody>
      </p:sp>
      <p:sp>
        <p:nvSpPr>
          <p:cNvPr id="3501" name="线条"/>
          <p:cNvSpPr/>
          <p:nvPr/>
        </p:nvSpPr>
        <p:spPr>
          <a:xfrm>
            <a:off x="5410320" y="4889500"/>
            <a:ext cx="138123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02" name="线条"/>
          <p:cNvSpPr/>
          <p:nvPr/>
        </p:nvSpPr>
        <p:spPr>
          <a:xfrm>
            <a:off x="6783536" y="4880664"/>
            <a:ext cx="1" cy="1385780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直接交换排序（冒泡排序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直接交换排序（冒泡排序）</a:t>
            </a:r>
          </a:p>
        </p:txBody>
      </p:sp>
      <p:sp>
        <p:nvSpPr>
          <p:cNvPr id="3505" name="30"/>
          <p:cNvSpPr txBox="1"/>
          <p:nvPr/>
        </p:nvSpPr>
        <p:spPr>
          <a:xfrm>
            <a:off x="10040337" y="39499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506" name="65"/>
          <p:cNvSpPr txBox="1"/>
          <p:nvPr/>
        </p:nvSpPr>
        <p:spPr>
          <a:xfrm>
            <a:off x="4651022" y="39499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507" name="97"/>
          <p:cNvSpPr txBox="1"/>
          <p:nvPr/>
        </p:nvSpPr>
        <p:spPr>
          <a:xfrm>
            <a:off x="5777653" y="39499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08" name="76"/>
          <p:cNvSpPr txBox="1"/>
          <p:nvPr/>
        </p:nvSpPr>
        <p:spPr>
          <a:xfrm>
            <a:off x="6692053" y="3922888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509" name="13"/>
          <p:cNvSpPr txBox="1"/>
          <p:nvPr/>
        </p:nvSpPr>
        <p:spPr>
          <a:xfrm>
            <a:off x="7825458" y="3852897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510" name="27"/>
          <p:cNvSpPr txBox="1"/>
          <p:nvPr/>
        </p:nvSpPr>
        <p:spPr>
          <a:xfrm>
            <a:off x="8976924" y="38483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511" name="38"/>
          <p:cNvSpPr txBox="1"/>
          <p:nvPr/>
        </p:nvSpPr>
        <p:spPr>
          <a:xfrm>
            <a:off x="3729848" y="396127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526" name="成组"/>
          <p:cNvGrpSpPr/>
          <p:nvPr/>
        </p:nvGrpSpPr>
        <p:grpSpPr>
          <a:xfrm>
            <a:off x="2390986" y="3399084"/>
            <a:ext cx="8602135" cy="1332090"/>
            <a:chOff x="0" y="0"/>
            <a:chExt cx="8602133" cy="1332088"/>
          </a:xfrm>
        </p:grpSpPr>
        <p:sp>
          <p:nvSpPr>
            <p:cNvPr id="3512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525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517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513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14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15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16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518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19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0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1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2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3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4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527" name="49"/>
          <p:cNvSpPr txBox="1"/>
          <p:nvPr/>
        </p:nvSpPr>
        <p:spPr>
          <a:xfrm>
            <a:off x="2609991" y="395901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528" name="49"/>
          <p:cNvSpPr txBox="1"/>
          <p:nvPr/>
        </p:nvSpPr>
        <p:spPr>
          <a:xfrm>
            <a:off x="3689208" y="39228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529" name="38"/>
          <p:cNvSpPr txBox="1"/>
          <p:nvPr/>
        </p:nvSpPr>
        <p:spPr>
          <a:xfrm>
            <a:off x="2664177" y="3922888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536" name="成组"/>
          <p:cNvGrpSpPr/>
          <p:nvPr/>
        </p:nvGrpSpPr>
        <p:grpSpPr>
          <a:xfrm>
            <a:off x="2799644" y="1875084"/>
            <a:ext cx="2253263" cy="1639148"/>
            <a:chOff x="0" y="0"/>
            <a:chExt cx="2253262" cy="1639146"/>
          </a:xfrm>
        </p:grpSpPr>
        <p:grpSp>
          <p:nvGrpSpPr>
            <p:cNvPr id="3532" name="成组"/>
            <p:cNvGrpSpPr/>
            <p:nvPr/>
          </p:nvGrpSpPr>
          <p:grpSpPr>
            <a:xfrm>
              <a:off x="0" y="0"/>
              <a:ext cx="715716" cy="1639147"/>
              <a:chOff x="0" y="0"/>
              <a:chExt cx="715715" cy="1639146"/>
            </a:xfrm>
          </p:grpSpPr>
          <p:sp>
            <p:nvSpPr>
              <p:cNvPr id="3530" name="线条"/>
              <p:cNvSpPr/>
              <p:nvPr/>
            </p:nvSpPr>
            <p:spPr>
              <a:xfrm flipH="1">
                <a:off x="171591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31" name="j"/>
              <p:cNvSpPr txBox="1"/>
              <p:nvPr/>
            </p:nvSpPr>
            <p:spPr>
              <a:xfrm>
                <a:off x="0" y="0"/>
                <a:ext cx="71571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35" name="成组"/>
            <p:cNvGrpSpPr/>
            <p:nvPr/>
          </p:nvGrpSpPr>
          <p:grpSpPr>
            <a:xfrm>
              <a:off x="1158240" y="0"/>
              <a:ext cx="1095023" cy="1639147"/>
              <a:chOff x="0" y="0"/>
              <a:chExt cx="1095022" cy="1639146"/>
            </a:xfrm>
          </p:grpSpPr>
          <p:sp>
            <p:nvSpPr>
              <p:cNvPr id="3533" name="线条"/>
              <p:cNvSpPr/>
              <p:nvPr/>
            </p:nvSpPr>
            <p:spPr>
              <a:xfrm flipH="1">
                <a:off x="171591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34" name="j+1"/>
              <p:cNvSpPr txBox="1"/>
              <p:nvPr/>
            </p:nvSpPr>
            <p:spPr>
              <a:xfrm>
                <a:off x="0" y="0"/>
                <a:ext cx="109502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sp>
        <p:nvSpPr>
          <p:cNvPr id="3537" name="97"/>
          <p:cNvSpPr txBox="1"/>
          <p:nvPr/>
        </p:nvSpPr>
        <p:spPr>
          <a:xfrm>
            <a:off x="6692053" y="39228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38" name="76"/>
          <p:cNvSpPr txBox="1"/>
          <p:nvPr/>
        </p:nvSpPr>
        <p:spPr>
          <a:xfrm>
            <a:off x="5689600" y="3922888"/>
            <a:ext cx="80376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539" name="97"/>
          <p:cNvSpPr txBox="1"/>
          <p:nvPr/>
        </p:nvSpPr>
        <p:spPr>
          <a:xfrm>
            <a:off x="7818684" y="391837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40" name="13"/>
          <p:cNvSpPr txBox="1"/>
          <p:nvPr/>
        </p:nvSpPr>
        <p:spPr>
          <a:xfrm>
            <a:off x="6692053" y="3922888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541" name="97"/>
          <p:cNvSpPr txBox="1"/>
          <p:nvPr/>
        </p:nvSpPr>
        <p:spPr>
          <a:xfrm>
            <a:off x="8945315" y="3939257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42" name="27"/>
          <p:cNvSpPr txBox="1"/>
          <p:nvPr/>
        </p:nvSpPr>
        <p:spPr>
          <a:xfrm>
            <a:off x="7818684" y="391837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543" name="97"/>
          <p:cNvSpPr txBox="1"/>
          <p:nvPr/>
        </p:nvSpPr>
        <p:spPr>
          <a:xfrm>
            <a:off x="10015502" y="39228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44" name="30"/>
          <p:cNvSpPr txBox="1"/>
          <p:nvPr/>
        </p:nvSpPr>
        <p:spPr>
          <a:xfrm>
            <a:off x="8961119" y="3939257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grpSp>
        <p:nvGrpSpPr>
          <p:cNvPr id="3551" name="成组"/>
          <p:cNvGrpSpPr/>
          <p:nvPr/>
        </p:nvGrpSpPr>
        <p:grpSpPr>
          <a:xfrm>
            <a:off x="3957884" y="1875084"/>
            <a:ext cx="2016196" cy="1639148"/>
            <a:chOff x="0" y="0"/>
            <a:chExt cx="2016195" cy="1639146"/>
          </a:xfrm>
        </p:grpSpPr>
        <p:grpSp>
          <p:nvGrpSpPr>
            <p:cNvPr id="3547" name="成组"/>
            <p:cNvGrpSpPr/>
            <p:nvPr/>
          </p:nvGrpSpPr>
          <p:grpSpPr>
            <a:xfrm>
              <a:off x="0" y="0"/>
              <a:ext cx="640415" cy="1639147"/>
              <a:chOff x="0" y="0"/>
              <a:chExt cx="640414" cy="1639146"/>
            </a:xfrm>
          </p:grpSpPr>
          <p:sp>
            <p:nvSpPr>
              <p:cNvPr id="3545" name="线条"/>
              <p:cNvSpPr/>
              <p:nvPr/>
            </p:nvSpPr>
            <p:spPr>
              <a:xfrm flipH="1">
                <a:off x="153537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46" name="j"/>
              <p:cNvSpPr txBox="1"/>
              <p:nvPr/>
            </p:nvSpPr>
            <p:spPr>
              <a:xfrm>
                <a:off x="0" y="0"/>
                <a:ext cx="640415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50" name="成组"/>
            <p:cNvGrpSpPr/>
            <p:nvPr/>
          </p:nvGrpSpPr>
          <p:grpSpPr>
            <a:xfrm>
              <a:off x="1036381" y="0"/>
              <a:ext cx="979815" cy="1639147"/>
              <a:chOff x="0" y="0"/>
              <a:chExt cx="979814" cy="1639146"/>
            </a:xfrm>
          </p:grpSpPr>
          <p:sp>
            <p:nvSpPr>
              <p:cNvPr id="3548" name="线条"/>
              <p:cNvSpPr/>
              <p:nvPr/>
            </p:nvSpPr>
            <p:spPr>
              <a:xfrm flipH="1">
                <a:off x="153537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49" name="j+1"/>
              <p:cNvSpPr txBox="1"/>
              <p:nvPr/>
            </p:nvSpPr>
            <p:spPr>
              <a:xfrm>
                <a:off x="0" y="0"/>
                <a:ext cx="979815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58" name="成组"/>
          <p:cNvGrpSpPr/>
          <p:nvPr/>
        </p:nvGrpSpPr>
        <p:grpSpPr>
          <a:xfrm>
            <a:off x="4998720" y="1875084"/>
            <a:ext cx="1993619" cy="1639148"/>
            <a:chOff x="0" y="0"/>
            <a:chExt cx="1993617" cy="1639146"/>
          </a:xfrm>
        </p:grpSpPr>
        <p:grpSp>
          <p:nvGrpSpPr>
            <p:cNvPr id="3554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52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53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57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55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56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65" name="成组"/>
          <p:cNvGrpSpPr/>
          <p:nvPr/>
        </p:nvGrpSpPr>
        <p:grpSpPr>
          <a:xfrm>
            <a:off x="6030524" y="1859279"/>
            <a:ext cx="1993619" cy="1639148"/>
            <a:chOff x="0" y="0"/>
            <a:chExt cx="1993617" cy="1639146"/>
          </a:xfrm>
        </p:grpSpPr>
        <p:grpSp>
          <p:nvGrpSpPr>
            <p:cNvPr id="3561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59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60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64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62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63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72" name="成组"/>
          <p:cNvGrpSpPr/>
          <p:nvPr/>
        </p:nvGrpSpPr>
        <p:grpSpPr>
          <a:xfrm>
            <a:off x="7062328" y="1859279"/>
            <a:ext cx="1993619" cy="1639148"/>
            <a:chOff x="0" y="0"/>
            <a:chExt cx="1993617" cy="1639146"/>
          </a:xfrm>
        </p:grpSpPr>
        <p:grpSp>
          <p:nvGrpSpPr>
            <p:cNvPr id="3568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66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67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71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69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70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79" name="成组"/>
          <p:cNvGrpSpPr/>
          <p:nvPr/>
        </p:nvGrpSpPr>
        <p:grpSpPr>
          <a:xfrm>
            <a:off x="8094133" y="1875084"/>
            <a:ext cx="1993619" cy="1639148"/>
            <a:chOff x="0" y="0"/>
            <a:chExt cx="1993617" cy="1639146"/>
          </a:xfrm>
        </p:grpSpPr>
        <p:grpSp>
          <p:nvGrpSpPr>
            <p:cNvPr id="3575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73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74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78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76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77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86" name="成组"/>
          <p:cNvGrpSpPr/>
          <p:nvPr/>
        </p:nvGrpSpPr>
        <p:grpSpPr>
          <a:xfrm>
            <a:off x="9116907" y="1868310"/>
            <a:ext cx="1993619" cy="1639148"/>
            <a:chOff x="0" y="0"/>
            <a:chExt cx="1993617" cy="1639146"/>
          </a:xfrm>
        </p:grpSpPr>
        <p:grpSp>
          <p:nvGrpSpPr>
            <p:cNvPr id="3582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80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81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85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83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84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sp>
        <p:nvSpPr>
          <p:cNvPr id="3587" name="第一趟冒泡排序过程："/>
          <p:cNvSpPr txBox="1"/>
          <p:nvPr/>
        </p:nvSpPr>
        <p:spPr>
          <a:xfrm>
            <a:off x="1587217" y="1255606"/>
            <a:ext cx="6041815" cy="7523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第一趟冒泡排序过程：</a:t>
            </a:r>
          </a:p>
        </p:txBody>
      </p:sp>
      <p:sp>
        <p:nvSpPr>
          <p:cNvPr id="3588" name="97"/>
          <p:cNvSpPr txBox="1"/>
          <p:nvPr/>
        </p:nvSpPr>
        <p:spPr>
          <a:xfrm>
            <a:off x="10157741" y="6411524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589" name="65"/>
          <p:cNvSpPr txBox="1"/>
          <p:nvPr/>
        </p:nvSpPr>
        <p:spPr>
          <a:xfrm>
            <a:off x="4768426" y="63799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590" name="76"/>
          <p:cNvSpPr txBox="1"/>
          <p:nvPr/>
        </p:nvSpPr>
        <p:spPr>
          <a:xfrm>
            <a:off x="5895057" y="63799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591" name="13"/>
          <p:cNvSpPr txBox="1"/>
          <p:nvPr/>
        </p:nvSpPr>
        <p:spPr>
          <a:xfrm>
            <a:off x="6809458" y="6368626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592" name="27"/>
          <p:cNvSpPr txBox="1"/>
          <p:nvPr/>
        </p:nvSpPr>
        <p:spPr>
          <a:xfrm>
            <a:off x="7942862" y="6377658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593" name="30"/>
          <p:cNvSpPr txBox="1"/>
          <p:nvPr/>
        </p:nvSpPr>
        <p:spPr>
          <a:xfrm>
            <a:off x="9094328" y="638894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594" name="49"/>
          <p:cNvSpPr txBox="1"/>
          <p:nvPr/>
        </p:nvSpPr>
        <p:spPr>
          <a:xfrm>
            <a:off x="3847253" y="639120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09" name="成组"/>
          <p:cNvGrpSpPr/>
          <p:nvPr/>
        </p:nvGrpSpPr>
        <p:grpSpPr>
          <a:xfrm>
            <a:off x="2508391" y="5874173"/>
            <a:ext cx="8602134" cy="1332090"/>
            <a:chOff x="0" y="0"/>
            <a:chExt cx="8602133" cy="1332088"/>
          </a:xfrm>
        </p:grpSpPr>
        <p:sp>
          <p:nvSpPr>
            <p:cNvPr id="3595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08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00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596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97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98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99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01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2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3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4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5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6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7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10" name="38"/>
          <p:cNvSpPr txBox="1"/>
          <p:nvPr/>
        </p:nvSpPr>
        <p:spPr>
          <a:xfrm>
            <a:off x="2727395" y="638894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11" name="第一趟冒泡排序后的结果："/>
          <p:cNvSpPr txBox="1"/>
          <p:nvPr/>
        </p:nvSpPr>
        <p:spPr>
          <a:xfrm>
            <a:off x="1589475" y="5160715"/>
            <a:ext cx="6655930" cy="7523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第一趟冒泡排序后的结果：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8" dur="500" fill="hold"/>
                                        <p:tgtEl>
                                          <p:spTgt spid="35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8" dur="500" fill="hold"/>
                                        <p:tgtEl>
                                          <p:spTgt spid="3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dur="indefinite" fill="hold"/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8" dur="500" fill="hold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8" dur="500" fill="hold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3" dur="500" fill="hold"/>
                                        <p:tgtEl>
                                          <p:spTgt spid="3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dur="indefinite" fill="hold"/>
                                        <p:tgtEl>
                                          <p:spTgt spid="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3" dur="500" fill="hold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8" dur="500" fill="hold"/>
                                        <p:tgtEl>
                                          <p:spTgt spid="3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dur="indefinite" fill="hold"/>
                                        <p:tgtEl>
                                          <p:spTgt spid="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3" dur="500" fill="hold"/>
                                        <p:tgtEl>
                                          <p:spTgt spid="3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dur="indefinite" fill="hold"/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xit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3" dur="500" fill="hold"/>
                                        <p:tgtEl>
                                          <p:spTgt spid="3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8" dur="500" fill="hold"/>
                                        <p:tgtEl>
                                          <p:spTgt spid="3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3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dur="indefinite" fill="hold"/>
                                        <p:tgtEl>
                                          <p:spTgt spid="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3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dur="indefinite" fill="hold"/>
                                        <p:tgtEl>
                                          <p:spTgt spid="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4" fill="hold" grpId="3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3" dur="500" fill="hold"/>
                                        <p:tgtEl>
                                          <p:spTgt spid="3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3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dur="indefinite" fill="hold"/>
                                        <p:tgtEl>
                                          <p:spTgt spid="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xit" presetSubtype="4" fill="hold" grpId="3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3" dur="500" fill="hold"/>
                                        <p:tgtEl>
                                          <p:spTgt spid="3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3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dur="indefinite" fill="hold"/>
                                        <p:tgtEl>
                                          <p:spTgt spid="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3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dur="indefinite" fill="hold"/>
                                        <p:tgtEl>
                                          <p:spTgt spid="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xit" presetSubtype="4" fill="hold" grpId="3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8" dur="500" fill="hold"/>
                                        <p:tgtEl>
                                          <p:spTgt spid="3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4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dur="indefinite" fill="hold"/>
                                        <p:tgtEl>
                                          <p:spTgt spid="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4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dur="indefinite" fill="hold"/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4" fill="hold" grpId="4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1" dur="indefinite" fill="hold"/>
                                        <p:tgtEl>
                                          <p:spTgt spid="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4" fill="hold" grpId="4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5" dur="indefinite" fill="hold"/>
                                        <p:tgtEl>
                                          <p:spTgt spid="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4" fill="hold" grpId="4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9" dur="indefinite" fill="hold"/>
                                        <p:tgtEl>
                                          <p:spTgt spid="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22" presetClass="entr" presetSubtype="4" fill="hold" grpId="4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3" dur="indefinite" fill="hold"/>
                                        <p:tgtEl>
                                          <p:spTgt spid="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500"/>
                            </p:stCondLst>
                            <p:childTnLst>
                              <p:par>
                                <p:cTn id="216" presetID="22" presetClass="entr" presetSubtype="4" fill="hold" grpId="4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7" dur="indefinite" fill="hold"/>
                                        <p:tgtEl>
                                          <p:spTgt spid="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20" presetID="22" presetClass="entr" presetSubtype="4" fill="hold" grpId="4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dur="indefinite" fill="hold"/>
                                        <p:tgtEl>
                                          <p:spTgt spid="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24" presetID="22" presetClass="entr" presetSubtype="4" fill="hold" grpId="4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5" dur="indefinite" fill="hold"/>
                                        <p:tgtEl>
                                          <p:spTgt spid="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28" presetID="22" presetClass="entr" presetSubtype="4" fill="hold" grpId="4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dur="indefinite" fill="hold"/>
                                        <p:tgtEl>
                                          <p:spTgt spid="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6" grpId="2" animBg="1" advAuto="0"/>
      <p:bldP spid="3579" grpId="34" animBg="1" advAuto="0"/>
      <p:bldP spid="3540" grpId="27" animBg="1" advAuto="0"/>
      <p:bldP spid="3588" grpId="41" animBg="1" advAuto="0"/>
      <p:bldP spid="3590" grpId="43" animBg="1" advAuto="0"/>
      <p:bldP spid="3593" grpId="46" animBg="1" advAuto="0"/>
      <p:bldP spid="3610" grpId="49" animBg="1" advAuto="0"/>
      <p:bldP spid="3507" grpId="3" animBg="1" advAuto="0"/>
      <p:bldP spid="3541" grpId="32" animBg="1" advAuto="0"/>
      <p:bldP spid="3592" grpId="45" animBg="1" advAuto="0"/>
      <p:bldP spid="3536" grpId="10" animBg="1" advAuto="0"/>
      <p:bldP spid="3508" grpId="4" animBg="1" advAuto="0"/>
      <p:bldP spid="3541" grpId="36" animBg="1" advAuto="0"/>
      <p:bldP spid="3536" grpId="13" animBg="1" advAuto="0"/>
      <p:bldP spid="3526" grpId="8" animBg="1" advAuto="0"/>
      <p:bldP spid="3594" grpId="47" animBg="1" advAuto="0"/>
      <p:bldP spid="3609" grpId="48" animBg="1" advAuto="0"/>
      <p:bldP spid="3542" grpId="33" animBg="1" advAuto="0"/>
      <p:bldP spid="3551" grpId="14" animBg="1" advAuto="0"/>
      <p:bldP spid="3551" grpId="15" animBg="1" advAuto="0"/>
      <p:bldP spid="3509" grpId="5" animBg="1" advAuto="0"/>
      <p:bldP spid="3508" grpId="19" animBg="1" advAuto="0"/>
      <p:bldP spid="3537" grpId="20" animBg="1" advAuto="0"/>
      <p:bldP spid="3510" grpId="6" animBg="1" advAuto="0"/>
      <p:bldP spid="3543" grpId="37" animBg="1" advAuto="0"/>
      <p:bldP spid="3537" grpId="25" animBg="1" advAuto="0"/>
      <p:bldP spid="3527" grpId="9" animBg="1" advAuto="0"/>
      <p:bldP spid="3591" grpId="44" animBg="1" advAuto="0"/>
      <p:bldP spid="3538" grpId="21" animBg="1" advAuto="0"/>
      <p:bldP spid="3509" grpId="24" animBg="1" advAuto="0"/>
      <p:bldP spid="3586" grpId="35" animBg="1" advAuto="0"/>
      <p:bldP spid="3544" grpId="38" animBg="1" advAuto="0"/>
      <p:bldP spid="3589" grpId="42" animBg="1" advAuto="0"/>
      <p:bldP spid="3529" grpId="12" animBg="1" advAuto="0"/>
      <p:bldP spid="3528" grpId="11" animBg="1" advAuto="0"/>
      <p:bldP spid="3565" grpId="18" animBg="1" advAuto="0"/>
      <p:bldP spid="3558" grpId="16" animBg="1" advAuto="0"/>
      <p:bldP spid="3511" grpId="7" animBg="1" advAuto="0"/>
      <p:bldP spid="3558" grpId="17" animBg="1" advAuto="0"/>
      <p:bldP spid="3572" grpId="23" animBg="1" advAuto="0"/>
      <p:bldP spid="3565" grpId="22" animBg="1" advAuto="0"/>
      <p:bldP spid="3539" grpId="26" animBg="1" advAuto="0"/>
      <p:bldP spid="3505" grpId="1" animBg="1" advAuto="0"/>
      <p:bldP spid="3510" grpId="31" animBg="1" advAuto="0"/>
      <p:bldP spid="3579" grpId="29" animBg="1" advAuto="0"/>
      <p:bldP spid="3539" grpId="30" animBg="1" advAuto="0"/>
      <p:bldP spid="3572" grpId="28" animBg="1" advAuto="0"/>
      <p:bldP spid="3586" grpId="39" animBg="1" advAuto="0"/>
      <p:bldP spid="3611" grpId="40" animBg="1" advAuto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97"/>
          <p:cNvSpPr txBox="1"/>
          <p:nvPr/>
        </p:nvSpPr>
        <p:spPr>
          <a:xfrm>
            <a:off x="10157741" y="2034257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614" name="65"/>
          <p:cNvSpPr txBox="1"/>
          <p:nvPr/>
        </p:nvSpPr>
        <p:spPr>
          <a:xfrm>
            <a:off x="4768426" y="20026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15" name="76"/>
          <p:cNvSpPr txBox="1"/>
          <p:nvPr/>
        </p:nvSpPr>
        <p:spPr>
          <a:xfrm>
            <a:off x="5895057" y="20026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16" name="13"/>
          <p:cNvSpPr txBox="1"/>
          <p:nvPr/>
        </p:nvSpPr>
        <p:spPr>
          <a:xfrm>
            <a:off x="6809458" y="1991359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17" name="27"/>
          <p:cNvSpPr txBox="1"/>
          <p:nvPr/>
        </p:nvSpPr>
        <p:spPr>
          <a:xfrm>
            <a:off x="7942862" y="200039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18" name="30"/>
          <p:cNvSpPr txBox="1"/>
          <p:nvPr/>
        </p:nvSpPr>
        <p:spPr>
          <a:xfrm>
            <a:off x="9094328" y="20116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19" name="49"/>
          <p:cNvSpPr txBox="1"/>
          <p:nvPr/>
        </p:nvSpPr>
        <p:spPr>
          <a:xfrm>
            <a:off x="3847253" y="20139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34" name="成组"/>
          <p:cNvGrpSpPr/>
          <p:nvPr/>
        </p:nvGrpSpPr>
        <p:grpSpPr>
          <a:xfrm>
            <a:off x="2508391" y="1496906"/>
            <a:ext cx="8602134" cy="1332090"/>
            <a:chOff x="0" y="0"/>
            <a:chExt cx="8602133" cy="1332088"/>
          </a:xfrm>
        </p:grpSpPr>
        <p:sp>
          <p:nvSpPr>
            <p:cNvPr id="3620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33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25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621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22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23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24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26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27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28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29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30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31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32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35" name="38"/>
          <p:cNvSpPr txBox="1"/>
          <p:nvPr/>
        </p:nvSpPr>
        <p:spPr>
          <a:xfrm>
            <a:off x="2727395" y="20116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36" name="97"/>
          <p:cNvSpPr txBox="1"/>
          <p:nvPr/>
        </p:nvSpPr>
        <p:spPr>
          <a:xfrm>
            <a:off x="10157741" y="3467946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637" name="65"/>
          <p:cNvSpPr txBox="1"/>
          <p:nvPr/>
        </p:nvSpPr>
        <p:spPr>
          <a:xfrm>
            <a:off x="4768426" y="34363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38" name="76"/>
          <p:cNvSpPr txBox="1"/>
          <p:nvPr/>
        </p:nvSpPr>
        <p:spPr>
          <a:xfrm>
            <a:off x="5895057" y="34363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39" name="13"/>
          <p:cNvSpPr txBox="1"/>
          <p:nvPr/>
        </p:nvSpPr>
        <p:spPr>
          <a:xfrm>
            <a:off x="6809458" y="3425048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40" name="27"/>
          <p:cNvSpPr txBox="1"/>
          <p:nvPr/>
        </p:nvSpPr>
        <p:spPr>
          <a:xfrm>
            <a:off x="7942862" y="34340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41" name="30"/>
          <p:cNvSpPr txBox="1"/>
          <p:nvPr/>
        </p:nvSpPr>
        <p:spPr>
          <a:xfrm>
            <a:off x="9094328" y="344536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42" name="49"/>
          <p:cNvSpPr txBox="1"/>
          <p:nvPr/>
        </p:nvSpPr>
        <p:spPr>
          <a:xfrm>
            <a:off x="3847253" y="344762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57" name="成组"/>
          <p:cNvGrpSpPr/>
          <p:nvPr/>
        </p:nvGrpSpPr>
        <p:grpSpPr>
          <a:xfrm>
            <a:off x="2508391" y="2930595"/>
            <a:ext cx="8602134" cy="1332090"/>
            <a:chOff x="0" y="0"/>
            <a:chExt cx="8602133" cy="1332088"/>
          </a:xfrm>
        </p:grpSpPr>
        <p:sp>
          <p:nvSpPr>
            <p:cNvPr id="3643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56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48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644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45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46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47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49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0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1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2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3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4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5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58" name="38"/>
          <p:cNvSpPr txBox="1"/>
          <p:nvPr/>
        </p:nvSpPr>
        <p:spPr>
          <a:xfrm>
            <a:off x="2727395" y="344536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59" name="13"/>
          <p:cNvSpPr txBox="1"/>
          <p:nvPr/>
        </p:nvSpPr>
        <p:spPr>
          <a:xfrm>
            <a:off x="5824473" y="3471192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60" name="76"/>
          <p:cNvSpPr txBox="1"/>
          <p:nvPr/>
        </p:nvSpPr>
        <p:spPr>
          <a:xfrm>
            <a:off x="6888480" y="3463431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61" name="27"/>
          <p:cNvSpPr txBox="1"/>
          <p:nvPr/>
        </p:nvSpPr>
        <p:spPr>
          <a:xfrm>
            <a:off x="6911058" y="3466253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62" name="76"/>
          <p:cNvSpPr txBox="1"/>
          <p:nvPr/>
        </p:nvSpPr>
        <p:spPr>
          <a:xfrm>
            <a:off x="7936089" y="346625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63" name="30"/>
          <p:cNvSpPr txBox="1"/>
          <p:nvPr/>
        </p:nvSpPr>
        <p:spPr>
          <a:xfrm>
            <a:off x="7980679" y="3530245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64" name="76"/>
          <p:cNvSpPr txBox="1"/>
          <p:nvPr/>
        </p:nvSpPr>
        <p:spPr>
          <a:xfrm>
            <a:off x="8961119" y="344085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65" name="76"/>
          <p:cNvSpPr txBox="1"/>
          <p:nvPr/>
        </p:nvSpPr>
        <p:spPr>
          <a:xfrm>
            <a:off x="8952089" y="3440853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666" name="第二趟"/>
          <p:cNvSpPr txBox="1"/>
          <p:nvPr/>
        </p:nvSpPr>
        <p:spPr>
          <a:xfrm>
            <a:off x="562186" y="3544711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第二趟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67" name="97"/>
          <p:cNvSpPr txBox="1"/>
          <p:nvPr/>
        </p:nvSpPr>
        <p:spPr>
          <a:xfrm>
            <a:off x="10259341" y="4903893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668" name="65"/>
          <p:cNvSpPr txBox="1"/>
          <p:nvPr/>
        </p:nvSpPr>
        <p:spPr>
          <a:xfrm>
            <a:off x="4870026" y="491038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69" name="13"/>
          <p:cNvSpPr txBox="1"/>
          <p:nvPr/>
        </p:nvSpPr>
        <p:spPr>
          <a:xfrm>
            <a:off x="5996657" y="487228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70" name="27"/>
          <p:cNvSpPr txBox="1"/>
          <p:nvPr/>
        </p:nvSpPr>
        <p:spPr>
          <a:xfrm>
            <a:off x="6911058" y="4860995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71" name="30"/>
          <p:cNvSpPr txBox="1"/>
          <p:nvPr/>
        </p:nvSpPr>
        <p:spPr>
          <a:xfrm>
            <a:off x="8044462" y="487002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72" name="30"/>
          <p:cNvSpPr txBox="1"/>
          <p:nvPr/>
        </p:nvSpPr>
        <p:spPr>
          <a:xfrm>
            <a:off x="9195928" y="48813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73" name="49"/>
          <p:cNvSpPr txBox="1"/>
          <p:nvPr/>
        </p:nvSpPr>
        <p:spPr>
          <a:xfrm>
            <a:off x="3948853" y="48835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88" name="成组"/>
          <p:cNvGrpSpPr/>
          <p:nvPr/>
        </p:nvGrpSpPr>
        <p:grpSpPr>
          <a:xfrm>
            <a:off x="2609991" y="4364284"/>
            <a:ext cx="8602134" cy="1332090"/>
            <a:chOff x="0" y="0"/>
            <a:chExt cx="8602133" cy="1332088"/>
          </a:xfrm>
        </p:grpSpPr>
        <p:sp>
          <p:nvSpPr>
            <p:cNvPr id="367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8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7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67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7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7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7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8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89" name="38"/>
          <p:cNvSpPr txBox="1"/>
          <p:nvPr/>
        </p:nvSpPr>
        <p:spPr>
          <a:xfrm>
            <a:off x="2828995" y="48813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90" name="13"/>
          <p:cNvSpPr txBox="1"/>
          <p:nvPr/>
        </p:nvSpPr>
        <p:spPr>
          <a:xfrm>
            <a:off x="4863253" y="4929857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91" name="65"/>
          <p:cNvSpPr txBox="1"/>
          <p:nvPr/>
        </p:nvSpPr>
        <p:spPr>
          <a:xfrm>
            <a:off x="5888284" y="4904457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92" name="65"/>
          <p:cNvSpPr txBox="1"/>
          <p:nvPr/>
        </p:nvSpPr>
        <p:spPr>
          <a:xfrm>
            <a:off x="6926862" y="4927035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93" name="30"/>
          <p:cNvSpPr txBox="1"/>
          <p:nvPr/>
        </p:nvSpPr>
        <p:spPr>
          <a:xfrm>
            <a:off x="6911058" y="4958362"/>
            <a:ext cx="676148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94" name="76"/>
          <p:cNvSpPr txBox="1"/>
          <p:nvPr/>
        </p:nvSpPr>
        <p:spPr>
          <a:xfrm>
            <a:off x="9062719" y="4876800"/>
            <a:ext cx="803770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95" name="76"/>
          <p:cNvSpPr txBox="1"/>
          <p:nvPr/>
        </p:nvSpPr>
        <p:spPr>
          <a:xfrm>
            <a:off x="9053689" y="4876800"/>
            <a:ext cx="803770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696" name="第三趟"/>
          <p:cNvSpPr txBox="1"/>
          <p:nvPr/>
        </p:nvSpPr>
        <p:spPr>
          <a:xfrm>
            <a:off x="663786" y="4980657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第三趟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97" name="27"/>
          <p:cNvSpPr txBox="1"/>
          <p:nvPr/>
        </p:nvSpPr>
        <p:spPr>
          <a:xfrm>
            <a:off x="5910862" y="4939735"/>
            <a:ext cx="80376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98" name="65"/>
          <p:cNvSpPr txBox="1"/>
          <p:nvPr/>
        </p:nvSpPr>
        <p:spPr>
          <a:xfrm>
            <a:off x="7983502" y="4894862"/>
            <a:ext cx="676149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99" name="65"/>
          <p:cNvSpPr txBox="1"/>
          <p:nvPr/>
        </p:nvSpPr>
        <p:spPr>
          <a:xfrm>
            <a:off x="8006080" y="4894862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00" name="97"/>
          <p:cNvSpPr txBox="1"/>
          <p:nvPr/>
        </p:nvSpPr>
        <p:spPr>
          <a:xfrm>
            <a:off x="10259341" y="6644640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701" name="13"/>
          <p:cNvSpPr txBox="1"/>
          <p:nvPr/>
        </p:nvSpPr>
        <p:spPr>
          <a:xfrm>
            <a:off x="4870026" y="66130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02" name="27"/>
          <p:cNvSpPr txBox="1"/>
          <p:nvPr/>
        </p:nvSpPr>
        <p:spPr>
          <a:xfrm>
            <a:off x="5996657" y="66130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03" name="30"/>
          <p:cNvSpPr txBox="1"/>
          <p:nvPr/>
        </p:nvSpPr>
        <p:spPr>
          <a:xfrm>
            <a:off x="6911058" y="6601741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04" name="30"/>
          <p:cNvSpPr txBox="1"/>
          <p:nvPr/>
        </p:nvSpPr>
        <p:spPr>
          <a:xfrm>
            <a:off x="8044462" y="66107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05" name="30"/>
          <p:cNvSpPr txBox="1"/>
          <p:nvPr/>
        </p:nvSpPr>
        <p:spPr>
          <a:xfrm>
            <a:off x="9195928" y="662206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06" name="49"/>
          <p:cNvSpPr txBox="1"/>
          <p:nvPr/>
        </p:nvSpPr>
        <p:spPr>
          <a:xfrm>
            <a:off x="3948853" y="662431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721" name="成组"/>
          <p:cNvGrpSpPr/>
          <p:nvPr/>
        </p:nvGrpSpPr>
        <p:grpSpPr>
          <a:xfrm>
            <a:off x="2609991" y="6105031"/>
            <a:ext cx="8602134" cy="1332090"/>
            <a:chOff x="0" y="0"/>
            <a:chExt cx="8602133" cy="1332088"/>
          </a:xfrm>
        </p:grpSpPr>
        <p:sp>
          <p:nvSpPr>
            <p:cNvPr id="3707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720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712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708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09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10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11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713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4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5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6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7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8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9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722" name="38"/>
          <p:cNvSpPr txBox="1"/>
          <p:nvPr/>
        </p:nvSpPr>
        <p:spPr>
          <a:xfrm>
            <a:off x="2828995" y="662206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23" name="49"/>
          <p:cNvSpPr txBox="1"/>
          <p:nvPr/>
        </p:nvSpPr>
        <p:spPr>
          <a:xfrm>
            <a:off x="5888284" y="66683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24" name="49"/>
          <p:cNvSpPr txBox="1"/>
          <p:nvPr/>
        </p:nvSpPr>
        <p:spPr>
          <a:xfrm>
            <a:off x="6911058" y="6617546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25" name="49"/>
          <p:cNvSpPr txBox="1"/>
          <p:nvPr/>
        </p:nvSpPr>
        <p:spPr>
          <a:xfrm>
            <a:off x="6911058" y="6617546"/>
            <a:ext cx="80376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726" name="30"/>
          <p:cNvSpPr txBox="1"/>
          <p:nvPr/>
        </p:nvSpPr>
        <p:spPr>
          <a:xfrm>
            <a:off x="5886337" y="670630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27" name="76"/>
          <p:cNvSpPr txBox="1"/>
          <p:nvPr/>
        </p:nvSpPr>
        <p:spPr>
          <a:xfrm>
            <a:off x="9062719" y="66175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728" name="76"/>
          <p:cNvSpPr txBox="1"/>
          <p:nvPr/>
        </p:nvSpPr>
        <p:spPr>
          <a:xfrm>
            <a:off x="9053689" y="6617546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729" name="第四趟"/>
          <p:cNvSpPr txBox="1"/>
          <p:nvPr/>
        </p:nvSpPr>
        <p:spPr>
          <a:xfrm>
            <a:off x="663786" y="6721404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第四趟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30" name="65"/>
          <p:cNvSpPr txBox="1"/>
          <p:nvPr/>
        </p:nvSpPr>
        <p:spPr>
          <a:xfrm>
            <a:off x="7983502" y="663560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731" name="65"/>
          <p:cNvSpPr txBox="1"/>
          <p:nvPr/>
        </p:nvSpPr>
        <p:spPr>
          <a:xfrm>
            <a:off x="8006080" y="6635608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32" name="13"/>
          <p:cNvSpPr txBox="1"/>
          <p:nvPr/>
        </p:nvSpPr>
        <p:spPr>
          <a:xfrm>
            <a:off x="3840479" y="66429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33" name="49"/>
          <p:cNvSpPr txBox="1"/>
          <p:nvPr/>
        </p:nvSpPr>
        <p:spPr>
          <a:xfrm>
            <a:off x="4903893" y="6655646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34" name="27"/>
          <p:cNvSpPr txBox="1"/>
          <p:nvPr/>
        </p:nvSpPr>
        <p:spPr>
          <a:xfrm>
            <a:off x="4879057" y="66810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35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indefinite" fill="hold"/>
                                        <p:tgtEl>
                                          <p:spTgt spid="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4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4" fill="hold" grpId="1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22" presetClass="entr" presetSubtype="4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dur="indefinite" fill="hold"/>
                                        <p:tgtEl>
                                          <p:spTgt spid="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0" dur="500" fill="hold"/>
                                        <p:tgtEl>
                                          <p:spTgt spid="3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0" dur="500" fill="hold"/>
                                        <p:tgtEl>
                                          <p:spTgt spid="3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0" dur="500" fill="hold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dur="indefinite" fill="hold"/>
                                        <p:tgtEl>
                                          <p:spTgt spid="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dur="indefinite" fill="hold"/>
                                        <p:tgtEl>
                                          <p:spTgt spid="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dur="indefinite" fill="hold"/>
                                        <p:tgtEl>
                                          <p:spTgt spid="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dur="indefinite" fill="hold"/>
                                        <p:tgtEl>
                                          <p:spTgt spid="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dur="indefinite" fill="hold"/>
                                        <p:tgtEl>
                                          <p:spTgt spid="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dur="indefinite" fill="hold"/>
                                        <p:tgtEl>
                                          <p:spTgt spid="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dur="indefinite" fill="hold"/>
                                        <p:tgtEl>
                                          <p:spTgt spid="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4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dur="indefinite" fill="hold"/>
                                        <p:tgtEl>
                                          <p:spTgt spid="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2" presetClass="entr" presetSubtype="4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dur="indefinite" fill="hold"/>
                                        <p:tgtEl>
                                          <p:spTgt spid="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500"/>
                            </p:stCondLst>
                            <p:childTnLst>
                              <p:par>
                                <p:cTn id="154" presetID="22" presetClass="entr" presetSubtype="4" fill="hold" grpId="3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dur="indefinite" fill="hold"/>
                                        <p:tgtEl>
                                          <p:spTgt spid="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000"/>
                            </p:stCondLst>
                            <p:childTnLst>
                              <p:par>
                                <p:cTn id="158" presetID="22" presetClass="entr" presetSubtype="4" fill="hold" grpId="3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9" dur="indefinite" fill="hold"/>
                                        <p:tgtEl>
                                          <p:spTgt spid="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500"/>
                            </p:stCondLst>
                            <p:childTnLst>
                              <p:par>
                                <p:cTn id="162" presetID="22" presetClass="entr" presetSubtype="4" fill="hold" grpId="3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dur="indefinite" fill="hold"/>
                                        <p:tgtEl>
                                          <p:spTgt spid="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6" presetID="22" presetClass="entr" presetSubtype="4" fill="hold" grpId="3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dur="indefinite" fill="hold"/>
                                        <p:tgtEl>
                                          <p:spTgt spid="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500"/>
                            </p:stCondLst>
                            <p:childTnLst>
                              <p:par>
                                <p:cTn id="170" presetID="22" presetClass="entr" presetSubtype="4" fill="hold" grpId="3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dur="indefinite" fill="hold"/>
                                        <p:tgtEl>
                                          <p:spTgt spid="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0"/>
                            </p:stCondLst>
                            <p:childTnLst>
                              <p:par>
                                <p:cTn id="174" presetID="22" presetClass="entr" presetSubtype="4" fill="hold" grpId="4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dur="indefinite" fill="hold"/>
                                        <p:tgtEl>
                                          <p:spTgt spid="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500"/>
                            </p:stCondLst>
                            <p:childTnLst>
                              <p:par>
                                <p:cTn id="178" presetID="22" presetClass="entr" presetSubtype="4" fill="hold" grpId="4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9" dur="indefinite" fill="hold"/>
                                        <p:tgtEl>
                                          <p:spTgt spid="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4" fill="hold" grpId="4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4" dur="indefinite" fill="hold"/>
                                        <p:tgtEl>
                                          <p:spTgt spid="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4" fill="hold" grpId="4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9" dur="500" fill="hold"/>
                                        <p:tgtEl>
                                          <p:spTgt spid="3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4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4" dur="indefinite" fill="hold"/>
                                        <p:tgtEl>
                                          <p:spTgt spid="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xit" presetSubtype="4" fill="hold" grpId="4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9" dur="500" fill="hold"/>
                                        <p:tgtEl>
                                          <p:spTgt spid="3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4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4" dur="indefinite" fill="hold"/>
                                        <p:tgtEl>
                                          <p:spTgt spid="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xit" presetSubtype="4" fill="hold" grpId="4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09" dur="500" fill="hold"/>
                                        <p:tgtEl>
                                          <p:spTgt spid="3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grpId="4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4" dur="indefinite" fill="hold"/>
                                        <p:tgtEl>
                                          <p:spTgt spid="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grpId="4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9" dur="indefinite" fill="hold"/>
                                        <p:tgtEl>
                                          <p:spTgt spid="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grpId="5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4" dur="indefinite" fill="hold"/>
                                        <p:tgtEl>
                                          <p:spTgt spid="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5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dur="indefinite" fill="hold"/>
                                        <p:tgtEl>
                                          <p:spTgt spid="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5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4" dur="indefinite" fill="hold"/>
                                        <p:tgtEl>
                                          <p:spTgt spid="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4" fill="hold" grpId="5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8" dur="indefinite" fill="hold"/>
                                        <p:tgtEl>
                                          <p:spTgt spid="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22" presetClass="entr" presetSubtype="4" fill="hold" grpId="5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2" dur="indefinite" fill="hold"/>
                                        <p:tgtEl>
                                          <p:spTgt spid="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500"/>
                            </p:stCondLst>
                            <p:childTnLst>
                              <p:par>
                                <p:cTn id="245" presetID="22" presetClass="entr" presetSubtype="4" fill="hold" grpId="5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6" dur="indefinite" fill="hold"/>
                                        <p:tgtEl>
                                          <p:spTgt spid="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000"/>
                            </p:stCondLst>
                            <p:childTnLst>
                              <p:par>
                                <p:cTn id="249" presetID="22" presetClass="entr" presetSubtype="4" fill="hold" grpId="5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dur="indefinite" fill="hold"/>
                                        <p:tgtEl>
                                          <p:spTgt spid="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500"/>
                            </p:stCondLst>
                            <p:childTnLst>
                              <p:par>
                                <p:cTn id="253" presetID="22" presetClass="entr" presetSubtype="4" fill="hold" grpId="5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4" dur="indefinite" fill="hold"/>
                                        <p:tgtEl>
                                          <p:spTgt spid="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000"/>
                            </p:stCondLst>
                            <p:childTnLst>
                              <p:par>
                                <p:cTn id="257" presetID="22" presetClass="entr" presetSubtype="4" fill="hold" grpId="5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8" dur="indefinite" fill="hold"/>
                                        <p:tgtEl>
                                          <p:spTgt spid="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500"/>
                            </p:stCondLst>
                            <p:childTnLst>
                              <p:par>
                                <p:cTn id="261" presetID="22" presetClass="entr" presetSubtype="4" fill="hold" grpId="5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2" dur="indefinite" fill="hold"/>
                                        <p:tgtEl>
                                          <p:spTgt spid="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4000"/>
                            </p:stCondLst>
                            <p:childTnLst>
                              <p:par>
                                <p:cTn id="265" presetID="22" presetClass="entr" presetSubtype="4" fill="hold" grpId="6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6" dur="indefinite" fill="hold"/>
                                        <p:tgtEl>
                                          <p:spTgt spid="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500"/>
                            </p:stCondLst>
                            <p:childTnLst>
                              <p:par>
                                <p:cTn id="269" presetID="22" presetClass="entr" presetSubtype="4" fill="hold" grpId="6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0" dur="indefinite" fill="hold"/>
                                        <p:tgtEl>
                                          <p:spTgt spid="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0"/>
                            </p:stCondLst>
                            <p:childTnLst>
                              <p:par>
                                <p:cTn id="273" presetID="22" presetClass="entr" presetSubtype="4" fill="hold" grpId="6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4" dur="indefinite" fill="hold"/>
                                        <p:tgtEl>
                                          <p:spTgt spid="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7" presetID="22" presetClass="entr" presetSubtype="4" fill="hold" grpId="6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8" dur="indefinite" fill="hold"/>
                                        <p:tgtEl>
                                          <p:spTgt spid="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6000"/>
                            </p:stCondLst>
                            <p:childTnLst>
                              <p:par>
                                <p:cTn id="281" presetID="22" presetClass="entr" presetSubtype="4" fill="hold" grpId="6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2" dur="indefinite" fill="hold"/>
                                        <p:tgtEl>
                                          <p:spTgt spid="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6500"/>
                            </p:stCondLst>
                            <p:childTnLst>
                              <p:par>
                                <p:cTn id="285" presetID="22" presetClass="entr" presetSubtype="4" fill="hold" grpId="6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6" dur="indefinite" fill="hold"/>
                                        <p:tgtEl>
                                          <p:spTgt spid="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6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1" dur="indefinite" fill="hold"/>
                                        <p:tgtEl>
                                          <p:spTgt spid="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xit" presetSubtype="4" fill="hold" grpId="6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96" dur="500" fill="hold"/>
                                        <p:tgtEl>
                                          <p:spTgt spid="3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6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1" dur="indefinite" fill="hold"/>
                                        <p:tgtEl>
                                          <p:spTgt spid="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2" dur="500"/>
                                        <p:tgtEl>
                                          <p:spTgt spid="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6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6" dur="indefinite" fill="hold"/>
                                        <p:tgtEl>
                                          <p:spTgt spid="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500"/>
                                        <p:tgtEl>
                                          <p:spTgt spid="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xit" presetSubtype="4" fill="hold" grpId="7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11" dur="500" fill="hold"/>
                                        <p:tgtEl>
                                          <p:spTgt spid="3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7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6" dur="indefinite" fill="hold"/>
                                        <p:tgtEl>
                                          <p:spTgt spid="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00"/>
                                        <p:tgtEl>
                                          <p:spTgt spid="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7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1" dur="indefinite" fill="hold"/>
                                        <p:tgtEl>
                                          <p:spTgt spid="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xit" presetSubtype="4" fill="hold" grpId="7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26" dur="500" fill="hold"/>
                                        <p:tgtEl>
                                          <p:spTgt spid="3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4" fill="hold" grpId="7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1" dur="indefinite" fill="hold"/>
                                        <p:tgtEl>
                                          <p:spTgt spid="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2" dur="500"/>
                                        <p:tgtEl>
                                          <p:spTgt spid="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fill="hold" grpId="7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6" dur="indefinite" fill="hold"/>
                                        <p:tgtEl>
                                          <p:spTgt spid="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500"/>
                                        <p:tgtEl>
                                          <p:spTgt spid="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8" grpId="31" animBg="1" advAuto="0"/>
      <p:bldP spid="3729" grpId="63" animBg="1" advAuto="0"/>
      <p:bldP spid="3694" grpId="39" animBg="1" advAuto="0"/>
      <p:bldP spid="3662" grpId="26" animBg="1" advAuto="0"/>
      <p:bldP spid="3613" grpId="1" animBg="1" advAuto="0"/>
      <p:bldP spid="3705" grpId="57" animBg="1" advAuto="0"/>
      <p:bldP spid="3670" grpId="33" animBg="1" advAuto="0"/>
      <p:bldP spid="3641" grpId="16" animBg="1" advAuto="0"/>
      <p:bldP spid="3638" grpId="13" animBg="1" advAuto="0"/>
      <p:bldP spid="3702" grpId="54" animBg="1" advAuto="0"/>
      <p:bldP spid="3721" grpId="59" animBg="1" advAuto="0"/>
      <p:bldP spid="3689" grpId="38" animBg="1" advAuto="0"/>
      <p:bldP spid="3734" grpId="69" animBg="1" advAuto="0"/>
      <p:bldP spid="3726" grpId="72" animBg="1" advAuto="0"/>
      <p:bldP spid="3690" grpId="42" animBg="1" advAuto="0"/>
      <p:bldP spid="3670" grpId="47" animBg="1" advAuto="0"/>
      <p:bldP spid="3617" grpId="5" animBg="1" advAuto="0"/>
      <p:bldP spid="3637" grpId="12" animBg="1" advAuto="0"/>
      <p:bldP spid="3672" grpId="35" animBg="1" advAuto="0"/>
      <p:bldP spid="3669" grpId="32" animBg="1" advAuto="0"/>
      <p:bldP spid="3699" grpId="51" animBg="1" advAuto="0"/>
      <p:bldP spid="3731" grpId="65" animBg="1" advAuto="0"/>
      <p:bldP spid="3723" grpId="71" animBg="1" advAuto="0"/>
      <p:bldP spid="3696" grpId="41" animBg="1" advAuto="0"/>
      <p:bldP spid="3671" grpId="34" animBg="1" advAuto="0"/>
      <p:bldP spid="3614" grpId="2" animBg="1" advAuto="0"/>
      <p:bldP spid="3666" grpId="10" animBg="1" advAuto="0"/>
      <p:bldP spid="3702" grpId="70" animBg="1" advAuto="0"/>
      <p:bldP spid="3661" grpId="24" animBg="1" advAuto="0"/>
      <p:bldP spid="3669" grpId="43" animBg="1" advAuto="0"/>
      <p:bldP spid="3728" grpId="62" animBg="1" advAuto="0"/>
      <p:bldP spid="3665" grpId="29" animBg="1" advAuto="0"/>
      <p:bldP spid="3704" grpId="56" animBg="1" advAuto="0"/>
      <p:bldP spid="3693" grpId="49" animBg="1" advAuto="0"/>
      <p:bldP spid="3619" grpId="7" animBg="1" advAuto="0"/>
      <p:bldP spid="3688" grpId="37" animBg="1" advAuto="0"/>
      <p:bldP spid="3640" grpId="15" animBg="1" advAuto="0"/>
      <p:bldP spid="3701" grpId="53" animBg="1" advAuto="0"/>
      <p:bldP spid="3634" grpId="8" animBg="1" advAuto="0"/>
      <p:bldP spid="3722" grpId="60" animBg="1" advAuto="0"/>
      <p:bldP spid="3733" grpId="68" animBg="1" advAuto="0"/>
      <p:bldP spid="3616" grpId="4" animBg="1" advAuto="0"/>
      <p:bldP spid="3660" grpId="22" animBg="1" advAuto="0"/>
      <p:bldP spid="3660" grpId="23" animBg="1" advAuto="0"/>
      <p:bldP spid="3636" grpId="11" animBg="1" advAuto="0"/>
      <p:bldP spid="3640" grpId="25" animBg="1" advAuto="0"/>
      <p:bldP spid="3725" grpId="75" animBg="1" advAuto="0"/>
      <p:bldP spid="3698" grpId="50" animBg="1" advAuto="0"/>
      <p:bldP spid="3730" grpId="64" animBg="1" advAuto="0"/>
      <p:bldP spid="3701" grpId="67" animBg="1" advAuto="0"/>
      <p:bldP spid="3673" grpId="36" animBg="1" advAuto="0"/>
      <p:bldP spid="3658" grpId="19" animBg="1" advAuto="0"/>
      <p:bldP spid="3695" grpId="40" animBg="1" advAuto="0"/>
      <p:bldP spid="3691" grpId="44" animBg="1" advAuto="0"/>
      <p:bldP spid="3691" grpId="45" animBg="1" advAuto="0"/>
      <p:bldP spid="3727" grpId="61" animBg="1" advAuto="0"/>
      <p:bldP spid="3706" grpId="58" animBg="1" advAuto="0"/>
      <p:bldP spid="3663" grpId="27" animBg="1" advAuto="0"/>
      <p:bldP spid="3659" grpId="20" animBg="1" advAuto="0"/>
      <p:bldP spid="3642" grpId="17" animBg="1" advAuto="0"/>
      <p:bldP spid="3703" grpId="55" animBg="1" advAuto="0"/>
      <p:bldP spid="3667" grpId="30" animBg="1" advAuto="0"/>
      <p:bldP spid="3692" grpId="48" animBg="1" advAuto="0"/>
      <p:bldP spid="3664" grpId="28" animBg="1" advAuto="0"/>
      <p:bldP spid="3618" grpId="6" animBg="1" advAuto="0"/>
      <p:bldP spid="3639" grpId="14" animBg="1" advAuto="0"/>
      <p:bldP spid="3657" grpId="18" animBg="1" advAuto="0"/>
      <p:bldP spid="3700" grpId="52" animBg="1" advAuto="0"/>
      <p:bldP spid="3732" grpId="66" animBg="1" advAuto="0"/>
      <p:bldP spid="3724" grpId="74" animBg="1" advAuto="0"/>
      <p:bldP spid="3615" grpId="3" animBg="1" advAuto="0"/>
      <p:bldP spid="3639" grpId="21" animBg="1" advAuto="0"/>
      <p:bldP spid="3635" grpId="9" animBg="1" advAuto="0"/>
      <p:bldP spid="3697" grpId="46" animBg="1" advAuto="0"/>
      <p:bldP spid="3703" grpId="73" animBg="1" advAuto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97"/>
          <p:cNvSpPr txBox="1"/>
          <p:nvPr/>
        </p:nvSpPr>
        <p:spPr>
          <a:xfrm>
            <a:off x="10771858" y="1932657"/>
            <a:ext cx="676148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738" name="13"/>
          <p:cNvSpPr txBox="1"/>
          <p:nvPr/>
        </p:nvSpPr>
        <p:spPr>
          <a:xfrm>
            <a:off x="5382542" y="19010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39" name="27"/>
          <p:cNvSpPr txBox="1"/>
          <p:nvPr/>
        </p:nvSpPr>
        <p:spPr>
          <a:xfrm>
            <a:off x="6509173" y="19010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40" name="30"/>
          <p:cNvSpPr txBox="1"/>
          <p:nvPr/>
        </p:nvSpPr>
        <p:spPr>
          <a:xfrm>
            <a:off x="7423573" y="1889759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41" name="30"/>
          <p:cNvSpPr txBox="1"/>
          <p:nvPr/>
        </p:nvSpPr>
        <p:spPr>
          <a:xfrm>
            <a:off x="8556977" y="189879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42" name="30"/>
          <p:cNvSpPr txBox="1"/>
          <p:nvPr/>
        </p:nvSpPr>
        <p:spPr>
          <a:xfrm>
            <a:off x="9708444" y="19100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43" name="49"/>
          <p:cNvSpPr txBox="1"/>
          <p:nvPr/>
        </p:nvSpPr>
        <p:spPr>
          <a:xfrm>
            <a:off x="4461368" y="19123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758" name="成组"/>
          <p:cNvGrpSpPr/>
          <p:nvPr/>
        </p:nvGrpSpPr>
        <p:grpSpPr>
          <a:xfrm>
            <a:off x="3122506" y="1393048"/>
            <a:ext cx="8602135" cy="1332090"/>
            <a:chOff x="0" y="0"/>
            <a:chExt cx="8602133" cy="1332088"/>
          </a:xfrm>
        </p:grpSpPr>
        <p:sp>
          <p:nvSpPr>
            <p:cNvPr id="374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75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74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74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4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4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4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75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759" name="38"/>
          <p:cNvSpPr txBox="1"/>
          <p:nvPr/>
        </p:nvSpPr>
        <p:spPr>
          <a:xfrm>
            <a:off x="3341511" y="19100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60" name="49"/>
          <p:cNvSpPr txBox="1"/>
          <p:nvPr/>
        </p:nvSpPr>
        <p:spPr>
          <a:xfrm>
            <a:off x="6400800" y="1969064"/>
            <a:ext cx="80376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61" name="49"/>
          <p:cNvSpPr txBox="1"/>
          <p:nvPr/>
        </p:nvSpPr>
        <p:spPr>
          <a:xfrm>
            <a:off x="7423573" y="1905564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62" name="49"/>
          <p:cNvSpPr txBox="1"/>
          <p:nvPr/>
        </p:nvSpPr>
        <p:spPr>
          <a:xfrm>
            <a:off x="7423573" y="1905564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763" name="30"/>
          <p:cNvSpPr txBox="1"/>
          <p:nvPr/>
        </p:nvSpPr>
        <p:spPr>
          <a:xfrm>
            <a:off x="6454986" y="1998979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64" name="76"/>
          <p:cNvSpPr txBox="1"/>
          <p:nvPr/>
        </p:nvSpPr>
        <p:spPr>
          <a:xfrm>
            <a:off x="9575235" y="1905564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765" name="76"/>
          <p:cNvSpPr txBox="1"/>
          <p:nvPr/>
        </p:nvSpPr>
        <p:spPr>
          <a:xfrm>
            <a:off x="9566204" y="1905564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766" name="第四趟"/>
          <p:cNvSpPr txBox="1"/>
          <p:nvPr/>
        </p:nvSpPr>
        <p:spPr>
          <a:xfrm>
            <a:off x="1176302" y="2009422"/>
            <a:ext cx="1639147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第四趟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67" name="65"/>
          <p:cNvSpPr txBox="1"/>
          <p:nvPr/>
        </p:nvSpPr>
        <p:spPr>
          <a:xfrm>
            <a:off x="8496017" y="1923626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768" name="65"/>
          <p:cNvSpPr txBox="1"/>
          <p:nvPr/>
        </p:nvSpPr>
        <p:spPr>
          <a:xfrm>
            <a:off x="8518595" y="1923626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69" name="13"/>
          <p:cNvSpPr txBox="1"/>
          <p:nvPr/>
        </p:nvSpPr>
        <p:spPr>
          <a:xfrm>
            <a:off x="4352995" y="1918264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70" name="49"/>
          <p:cNvSpPr txBox="1"/>
          <p:nvPr/>
        </p:nvSpPr>
        <p:spPr>
          <a:xfrm>
            <a:off x="5416408" y="1956364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71" name="27"/>
          <p:cNvSpPr txBox="1"/>
          <p:nvPr/>
        </p:nvSpPr>
        <p:spPr>
          <a:xfrm>
            <a:off x="5489842" y="193632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72" name="97"/>
          <p:cNvSpPr txBox="1"/>
          <p:nvPr/>
        </p:nvSpPr>
        <p:spPr>
          <a:xfrm>
            <a:off x="10803466" y="3695982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773" name="27"/>
          <p:cNvSpPr txBox="1"/>
          <p:nvPr/>
        </p:nvSpPr>
        <p:spPr>
          <a:xfrm>
            <a:off x="5382542" y="364179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74" name="30"/>
          <p:cNvSpPr txBox="1"/>
          <p:nvPr/>
        </p:nvSpPr>
        <p:spPr>
          <a:xfrm>
            <a:off x="6509173" y="364179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75" name="13"/>
          <p:cNvSpPr txBox="1"/>
          <p:nvPr/>
        </p:nvSpPr>
        <p:spPr>
          <a:xfrm>
            <a:off x="4461368" y="365308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grpSp>
        <p:nvGrpSpPr>
          <p:cNvPr id="3790" name="成组"/>
          <p:cNvGrpSpPr/>
          <p:nvPr/>
        </p:nvGrpSpPr>
        <p:grpSpPr>
          <a:xfrm>
            <a:off x="3122506" y="3133795"/>
            <a:ext cx="8602135" cy="1332090"/>
            <a:chOff x="0" y="0"/>
            <a:chExt cx="8602133" cy="1332088"/>
          </a:xfrm>
        </p:grpSpPr>
        <p:sp>
          <p:nvSpPr>
            <p:cNvPr id="3776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789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781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777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78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79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80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782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3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4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5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6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7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8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791" name="38"/>
          <p:cNvSpPr txBox="1"/>
          <p:nvPr/>
        </p:nvSpPr>
        <p:spPr>
          <a:xfrm>
            <a:off x="3341511" y="365082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92" name="49"/>
          <p:cNvSpPr txBox="1"/>
          <p:nvPr/>
        </p:nvSpPr>
        <p:spPr>
          <a:xfrm>
            <a:off x="7455182" y="3668888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793" name="76"/>
          <p:cNvSpPr txBox="1"/>
          <p:nvPr/>
        </p:nvSpPr>
        <p:spPr>
          <a:xfrm>
            <a:off x="9597813" y="3668888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794" name="第五趟"/>
          <p:cNvSpPr txBox="1"/>
          <p:nvPr/>
        </p:nvSpPr>
        <p:spPr>
          <a:xfrm>
            <a:off x="1176302" y="3750168"/>
            <a:ext cx="1639147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第五趟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95" name="65"/>
          <p:cNvSpPr txBox="1"/>
          <p:nvPr/>
        </p:nvSpPr>
        <p:spPr>
          <a:xfrm>
            <a:off x="8550204" y="3686950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96" name="13"/>
          <p:cNvSpPr txBox="1"/>
          <p:nvPr/>
        </p:nvSpPr>
        <p:spPr>
          <a:xfrm>
            <a:off x="3327964" y="3668888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97" name="38"/>
          <p:cNvSpPr txBox="1"/>
          <p:nvPr/>
        </p:nvSpPr>
        <p:spPr>
          <a:xfrm>
            <a:off x="4350737" y="3662115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98" name="27"/>
          <p:cNvSpPr txBox="1"/>
          <p:nvPr/>
        </p:nvSpPr>
        <p:spPr>
          <a:xfrm>
            <a:off x="4350737" y="3697111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99" name="38"/>
          <p:cNvSpPr txBox="1"/>
          <p:nvPr/>
        </p:nvSpPr>
        <p:spPr>
          <a:xfrm>
            <a:off x="5375768" y="3662115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800" name="38"/>
          <p:cNvSpPr txBox="1"/>
          <p:nvPr/>
        </p:nvSpPr>
        <p:spPr>
          <a:xfrm>
            <a:off x="6400800" y="3662115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801" name="30"/>
          <p:cNvSpPr txBox="1"/>
          <p:nvPr/>
        </p:nvSpPr>
        <p:spPr>
          <a:xfrm>
            <a:off x="5375768" y="3684411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802" name="38"/>
          <p:cNvSpPr txBox="1"/>
          <p:nvPr/>
        </p:nvSpPr>
        <p:spPr>
          <a:xfrm>
            <a:off x="6400800" y="3684411"/>
            <a:ext cx="676148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803" name="97"/>
          <p:cNvSpPr txBox="1"/>
          <p:nvPr/>
        </p:nvSpPr>
        <p:spPr>
          <a:xfrm>
            <a:off x="10907324" y="5436729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804" name="30"/>
          <p:cNvSpPr txBox="1"/>
          <p:nvPr/>
        </p:nvSpPr>
        <p:spPr>
          <a:xfrm>
            <a:off x="5486400" y="5382542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805" name="30"/>
          <p:cNvSpPr txBox="1"/>
          <p:nvPr/>
        </p:nvSpPr>
        <p:spPr>
          <a:xfrm>
            <a:off x="6613031" y="538254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806" name="27"/>
          <p:cNvSpPr txBox="1"/>
          <p:nvPr/>
        </p:nvSpPr>
        <p:spPr>
          <a:xfrm>
            <a:off x="4565226" y="54319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grpSp>
        <p:nvGrpSpPr>
          <p:cNvPr id="3821" name="成组"/>
          <p:cNvGrpSpPr/>
          <p:nvPr/>
        </p:nvGrpSpPr>
        <p:grpSpPr>
          <a:xfrm>
            <a:off x="3226364" y="4874542"/>
            <a:ext cx="8602135" cy="1332090"/>
            <a:chOff x="0" y="0"/>
            <a:chExt cx="8602133" cy="1332088"/>
          </a:xfrm>
        </p:grpSpPr>
        <p:sp>
          <p:nvSpPr>
            <p:cNvPr id="3807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820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812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808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809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810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811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813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4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5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6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7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8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9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822" name="13"/>
          <p:cNvSpPr txBox="1"/>
          <p:nvPr/>
        </p:nvSpPr>
        <p:spPr>
          <a:xfrm>
            <a:off x="3445368" y="53915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823" name="49"/>
          <p:cNvSpPr txBox="1"/>
          <p:nvPr/>
        </p:nvSpPr>
        <p:spPr>
          <a:xfrm>
            <a:off x="7559040" y="5409635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824" name="76"/>
          <p:cNvSpPr txBox="1"/>
          <p:nvPr/>
        </p:nvSpPr>
        <p:spPr>
          <a:xfrm>
            <a:off x="9701671" y="5409635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825" name="第六趟"/>
          <p:cNvSpPr txBox="1"/>
          <p:nvPr/>
        </p:nvSpPr>
        <p:spPr>
          <a:xfrm>
            <a:off x="1280159" y="5490915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第六趟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826" name="65"/>
          <p:cNvSpPr txBox="1"/>
          <p:nvPr/>
        </p:nvSpPr>
        <p:spPr>
          <a:xfrm>
            <a:off x="8654062" y="5427697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827" name="38"/>
          <p:cNvSpPr txBox="1"/>
          <p:nvPr/>
        </p:nvSpPr>
        <p:spPr>
          <a:xfrm>
            <a:off x="6504658" y="5402862"/>
            <a:ext cx="676148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828" name="38"/>
          <p:cNvSpPr txBox="1"/>
          <p:nvPr/>
        </p:nvSpPr>
        <p:spPr>
          <a:xfrm>
            <a:off x="6504658" y="5387057"/>
            <a:ext cx="676148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829" name="30"/>
          <p:cNvSpPr txBox="1"/>
          <p:nvPr/>
        </p:nvSpPr>
        <p:spPr>
          <a:xfrm>
            <a:off x="5423182" y="5437293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30</a:t>
            </a:r>
          </a:p>
        </p:txBody>
      </p:sp>
      <p:sp>
        <p:nvSpPr>
          <p:cNvPr id="3830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2" dur="500" fill="hold"/>
                                        <p:tgtEl>
                                          <p:spTgt spid="3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7" dur="500" fill="hold"/>
                                        <p:tgtEl>
                                          <p:spTgt spid="3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500" fill="hold"/>
                                        <p:tgtEl>
                                          <p:spTgt spid="3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2" presetClass="entr" presetSubtype="4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dur="indefinite" fill="hold"/>
                                        <p:tgtEl>
                                          <p:spTgt spid="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22" presetClass="entr" presetSubtype="4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dur="indefinite" fill="hold"/>
                                        <p:tgtEl>
                                          <p:spTgt spid="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22" presetClass="entr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dur="indefinite" fill="hold"/>
                                        <p:tgtEl>
                                          <p:spTgt spid="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22" presetClass="entr" presetSubtype="4" fill="hold" grpId="2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dur="indefinite" fill="hold"/>
                                        <p:tgtEl>
                                          <p:spTgt spid="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"/>
                            </p:stCondLst>
                            <p:childTnLst>
                              <p:par>
                                <p:cTn id="128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500"/>
                            </p:stCondLst>
                            <p:childTnLst>
                              <p:par>
                                <p:cTn id="132" presetID="22" presetClass="entr" presetSubtype="4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dur="indefinite" fill="hold"/>
                                        <p:tgtEl>
                                          <p:spTgt spid="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0"/>
                            </p:stCondLst>
                            <p:childTnLst>
                              <p:par>
                                <p:cTn id="136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dur="indefinite" fill="hold"/>
                                        <p:tgtEl>
                                          <p:spTgt spid="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500"/>
                            </p:stCondLst>
                            <p:childTnLst>
                              <p:par>
                                <p:cTn id="140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dur="indefinite" fill="hold"/>
                                        <p:tgtEl>
                                          <p:spTgt spid="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3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dur="indefinite" fill="hold"/>
                                        <p:tgtEl>
                                          <p:spTgt spid="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4" grpId="18" animBg="1" advAuto="0"/>
      <p:bldP spid="3826" grpId="30" animBg="1" advAuto="0"/>
      <p:bldP spid="3796" grpId="11" animBg="1" advAuto="0"/>
      <p:bldP spid="3775" grpId="12" animBg="1" advAuto="0"/>
      <p:bldP spid="3803" grpId="21" animBg="1" advAuto="0"/>
      <p:bldP spid="3829" grpId="33" animBg="1" advAuto="0"/>
      <p:bldP spid="3797" grpId="13" animBg="1" advAuto="0"/>
      <p:bldP spid="3804" grpId="22" animBg="1" advAuto="0"/>
      <p:bldP spid="3827" grpId="31" animBg="1" advAuto="0"/>
      <p:bldP spid="3825" grpId="29" animBg="1" advAuto="0"/>
      <p:bldP spid="3798" grpId="14" animBg="1" advAuto="0"/>
      <p:bldP spid="3791" grpId="6" animBg="1" advAuto="0"/>
      <p:bldP spid="3805" grpId="23" animBg="1" advAuto="0"/>
      <p:bldP spid="3823" grpId="27" animBg="1" advAuto="0"/>
      <p:bldP spid="3792" grpId="7" animBg="1" advAuto="0"/>
      <p:bldP spid="3806" grpId="24" animBg="1" advAuto="0"/>
      <p:bldP spid="3799" grpId="16" animBg="1" advAuto="0"/>
      <p:bldP spid="3772" grpId="1" animBg="1" advAuto="0"/>
      <p:bldP spid="3793" grpId="8" animBg="1" advAuto="0"/>
      <p:bldP spid="3773" grpId="2" animBg="1" advAuto="0"/>
      <p:bldP spid="3800" grpId="19" animBg="1" advAuto="0"/>
      <p:bldP spid="3821" grpId="25" animBg="1" advAuto="0"/>
      <p:bldP spid="3801" grpId="17" animBg="1" advAuto="0"/>
      <p:bldP spid="3824" grpId="28" animBg="1" advAuto="0"/>
      <p:bldP spid="3794" grpId="9" animBg="1" advAuto="0"/>
      <p:bldP spid="3822" grpId="26" animBg="1" advAuto="0"/>
      <p:bldP spid="3774" grpId="3" animBg="1" advAuto="0"/>
      <p:bldP spid="3773" grpId="15" animBg="1" advAuto="0"/>
      <p:bldP spid="3795" grpId="10" animBg="1" advAuto="0"/>
      <p:bldP spid="3790" grpId="5" animBg="1" advAuto="0"/>
      <p:bldP spid="3802" grpId="20" animBg="1" advAuto="0"/>
      <p:bldP spid="3775" grpId="4" animBg="1" advAuto="0"/>
      <p:bldP spid="3828" grpId="32" animBg="1" advAuto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直接插入排序的数据结构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直接插入排序的数据结构</a:t>
            </a:r>
          </a:p>
        </p:txBody>
      </p:sp>
      <p:sp>
        <p:nvSpPr>
          <p:cNvPr id="3833" name="如果待排序的数据对象“比较小”，适合采用数组，否则，适合采用…"/>
          <p:cNvSpPr txBox="1"/>
          <p:nvPr/>
        </p:nvSpPr>
        <p:spPr>
          <a:xfrm>
            <a:off x="415600" y="1507882"/>
            <a:ext cx="11178312" cy="129126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如果待排序的数据对象“</a:t>
            </a:r>
            <a:r>
              <a:rPr>
                <a:solidFill>
                  <a:schemeClr val="accent1"/>
                </a:solidFill>
              </a:rPr>
              <a:t>比较小</a:t>
            </a:r>
            <a:r>
              <a:t>”，适合采用数组，否则，适合采用</a:t>
            </a:r>
          </a:p>
          <a:p>
            <a:pPr>
              <a:defRPr sz="3000"/>
            </a:pPr>
            <a:r>
              <a:t>链表或指针数组。why? </a:t>
            </a:r>
          </a:p>
        </p:txBody>
      </p:sp>
      <p:sp>
        <p:nvSpPr>
          <p:cNvPr id="3834" name="java语言的数组：…"/>
          <p:cNvSpPr txBox="1"/>
          <p:nvPr/>
        </p:nvSpPr>
        <p:spPr>
          <a:xfrm>
            <a:off x="466230" y="2945024"/>
            <a:ext cx="8416090" cy="452403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java语言的数组：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基本类型，则数组中存放的是具体的数据。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引用类型，则数组中存放的是对对象的引用。</a:t>
            </a:r>
          </a:p>
          <a:p>
            <a:pPr indent="0">
              <a:defRPr sz="3000"/>
            </a:pPr>
            <a:r>
              <a:t>所以，使用java语言排序，用数组就可以。</a:t>
            </a:r>
          </a:p>
          <a:p>
            <a:pPr indent="0">
              <a:defRPr sz="3000"/>
            </a:pPr>
            <a:r>
              <a:t>C、C++的数组：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存放数据对象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指针</a:t>
            </a:r>
          </a:p>
        </p:txBody>
      </p:sp>
    </p:spTree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2" name="成组"/>
          <p:cNvGrpSpPr/>
          <p:nvPr/>
        </p:nvGrpSpPr>
        <p:grpSpPr>
          <a:xfrm>
            <a:off x="1165013" y="814775"/>
            <a:ext cx="10500926" cy="3869832"/>
            <a:chOff x="25400" y="25400"/>
            <a:chExt cx="10500925" cy="3869831"/>
          </a:xfrm>
        </p:grpSpPr>
        <p:graphicFrame>
          <p:nvGraphicFramePr>
            <p:cNvPr id="3836" name="表格"/>
            <p:cNvGraphicFramePr/>
            <p:nvPr/>
          </p:nvGraphicFramePr>
          <p:xfrm>
            <a:off x="47977" y="1181382"/>
            <a:ext cx="10478349" cy="111985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2824"/>
                  <a:gridCol w="1492824"/>
                  <a:gridCol w="1492824"/>
                  <a:gridCol w="1492824"/>
                  <a:gridCol w="1492824"/>
                  <a:gridCol w="1492824"/>
                </a:tblGrid>
                <a:tr h="1091282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381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381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3837" name="表格"/>
            <p:cNvGraphicFramePr/>
            <p:nvPr/>
          </p:nvGraphicFramePr>
          <p:xfrm>
            <a:off x="25400" y="25400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5092"/>
                  <a:gridCol w="1495092"/>
                  <a:gridCol w="1495092"/>
                  <a:gridCol w="1495092"/>
                  <a:gridCol w="1495092"/>
                  <a:gridCol w="1495092"/>
                </a:tblGrid>
                <a:tr h="1107157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0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1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2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3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20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pSp>
          <p:nvGrpSpPr>
            <p:cNvPr id="3840" name="成组"/>
            <p:cNvGrpSpPr/>
            <p:nvPr/>
          </p:nvGrpSpPr>
          <p:grpSpPr>
            <a:xfrm>
              <a:off x="219568" y="1635195"/>
              <a:ext cx="1038579" cy="2260036"/>
              <a:chOff x="0" y="0"/>
              <a:chExt cx="1038577" cy="2260035"/>
            </a:xfrm>
          </p:grpSpPr>
          <p:sp>
            <p:nvSpPr>
              <p:cNvPr id="3838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39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43" name="成组"/>
            <p:cNvGrpSpPr/>
            <p:nvPr/>
          </p:nvGrpSpPr>
          <p:grpSpPr>
            <a:xfrm>
              <a:off x="1770662" y="1635195"/>
              <a:ext cx="1038579" cy="2260036"/>
              <a:chOff x="0" y="0"/>
              <a:chExt cx="1038577" cy="2260035"/>
            </a:xfrm>
          </p:grpSpPr>
          <p:sp>
            <p:nvSpPr>
              <p:cNvPr id="3841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42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46" name="成组"/>
            <p:cNvGrpSpPr/>
            <p:nvPr/>
          </p:nvGrpSpPr>
          <p:grpSpPr>
            <a:xfrm>
              <a:off x="3292404" y="1635195"/>
              <a:ext cx="1038579" cy="2260036"/>
              <a:chOff x="0" y="0"/>
              <a:chExt cx="1038577" cy="2260035"/>
            </a:xfrm>
          </p:grpSpPr>
          <p:sp>
            <p:nvSpPr>
              <p:cNvPr id="3844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45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49" name="成组"/>
            <p:cNvGrpSpPr/>
            <p:nvPr/>
          </p:nvGrpSpPr>
          <p:grpSpPr>
            <a:xfrm>
              <a:off x="4744155" y="1635195"/>
              <a:ext cx="1038579" cy="2260036"/>
              <a:chOff x="0" y="0"/>
              <a:chExt cx="1038577" cy="2260035"/>
            </a:xfrm>
          </p:grpSpPr>
          <p:sp>
            <p:nvSpPr>
              <p:cNvPr id="3847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48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850" name="椭圆形"/>
            <p:cNvSpPr/>
            <p:nvPr/>
          </p:nvSpPr>
          <p:spPr>
            <a:xfrm>
              <a:off x="4744155" y="2861128"/>
              <a:ext cx="1038579" cy="1034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1" name="线条"/>
            <p:cNvSpPr/>
            <p:nvPr/>
          </p:nvSpPr>
          <p:spPr>
            <a:xfrm flipH="1">
              <a:off x="5263443" y="1635195"/>
              <a:ext cx="2" cy="11608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650240">
                <a:defRPr sz="3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853" name="直接插入排序的数据结构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R="57785" indent="57785" defTabSz="1295400"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直接插入排序的数据结构</a:t>
            </a:r>
          </a:p>
        </p:txBody>
      </p:sp>
      <p:grpSp>
        <p:nvGrpSpPr>
          <p:cNvPr id="3860" name="成组"/>
          <p:cNvGrpSpPr/>
          <p:nvPr/>
        </p:nvGrpSpPr>
        <p:grpSpPr>
          <a:xfrm>
            <a:off x="1099713" y="4931910"/>
            <a:ext cx="10500926" cy="2275841"/>
            <a:chOff x="25400" y="25400"/>
            <a:chExt cx="10500924" cy="2275839"/>
          </a:xfrm>
        </p:grpSpPr>
        <p:graphicFrame>
          <p:nvGraphicFramePr>
            <p:cNvPr id="3854" name="表格"/>
            <p:cNvGraphicFramePr/>
            <p:nvPr/>
          </p:nvGraphicFramePr>
          <p:xfrm>
            <a:off x="47977" y="1181382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2824"/>
                  <a:gridCol w="1492824"/>
                  <a:gridCol w="1492824"/>
                  <a:gridCol w="1492824"/>
                  <a:gridCol w="1492824"/>
                  <a:gridCol w="1492824"/>
                </a:tblGrid>
                <a:tr h="1091282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381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381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3855" name="表格"/>
            <p:cNvGraphicFramePr/>
            <p:nvPr/>
          </p:nvGraphicFramePr>
          <p:xfrm>
            <a:off x="25400" y="25400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5092"/>
                  <a:gridCol w="1495092"/>
                  <a:gridCol w="1495092"/>
                  <a:gridCol w="1495092"/>
                  <a:gridCol w="1495092"/>
                  <a:gridCol w="1495092"/>
                </a:tblGrid>
                <a:tr h="1107157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0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1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2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3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20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856" name="椭圆形"/>
            <p:cNvSpPr/>
            <p:nvPr/>
          </p:nvSpPr>
          <p:spPr>
            <a:xfrm>
              <a:off x="284868" y="1209972"/>
              <a:ext cx="1038579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7" name="椭圆形"/>
            <p:cNvSpPr/>
            <p:nvPr/>
          </p:nvSpPr>
          <p:spPr>
            <a:xfrm>
              <a:off x="1745368" y="1209972"/>
              <a:ext cx="1038579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8" name="椭圆形"/>
            <p:cNvSpPr/>
            <p:nvPr/>
          </p:nvSpPr>
          <p:spPr>
            <a:xfrm>
              <a:off x="3205868" y="1213414"/>
              <a:ext cx="1038579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9" name="椭圆形"/>
            <p:cNvSpPr/>
            <p:nvPr/>
          </p:nvSpPr>
          <p:spPr>
            <a:xfrm>
              <a:off x="4742286" y="1213414"/>
              <a:ext cx="1038578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</p:spTree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ai"/>
          <p:cNvSpPr/>
          <p:nvPr/>
        </p:nvSpPr>
        <p:spPr>
          <a:xfrm>
            <a:off x="5816599" y="2825003"/>
            <a:ext cx="1038579" cy="1034104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72248" tIns="72248" rIns="72248" bIns="72248" anchor="ctr"/>
          <a:lstStyle/>
          <a:p>
            <a:pPr indent="0" algn="ctr" defTabSz="650240">
              <a:lnSpc>
                <a:spcPct val="100000"/>
              </a:lnSpc>
              <a:defRPr sz="2700"/>
            </a:pPr>
            <a:r>
              <a:t>a</a:t>
            </a:r>
            <a:r>
              <a:rPr baseline="-6000"/>
              <a:t>i</a:t>
            </a:r>
            <a:endParaRPr baseline="-6000"/>
          </a:p>
        </p:txBody>
      </p:sp>
      <p:grpSp>
        <p:nvGrpSpPr>
          <p:cNvPr id="3865" name="成组"/>
          <p:cNvGrpSpPr/>
          <p:nvPr/>
        </p:nvGrpSpPr>
        <p:grpSpPr>
          <a:xfrm>
            <a:off x="2786920" y="1898063"/>
            <a:ext cx="1986846" cy="1603026"/>
            <a:chOff x="0" y="308"/>
            <a:chExt cx="1986845" cy="1603024"/>
          </a:xfrm>
        </p:grpSpPr>
        <p:sp>
          <p:nvSpPr>
            <p:cNvPr id="3863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4" name="a0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0</a:t>
              </a:r>
              <a:endParaRPr baseline="-19000"/>
            </a:p>
          </p:txBody>
        </p:sp>
      </p:grpSp>
      <p:sp>
        <p:nvSpPr>
          <p:cNvPr id="3866" name="矩形"/>
          <p:cNvSpPr/>
          <p:nvPr/>
        </p:nvSpPr>
        <p:spPr>
          <a:xfrm>
            <a:off x="4220609" y="1898064"/>
            <a:ext cx="512517" cy="6660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67" name="椭圆形"/>
          <p:cNvSpPr/>
          <p:nvPr/>
        </p:nvSpPr>
        <p:spPr>
          <a:xfrm>
            <a:off x="4426067" y="2205121"/>
            <a:ext cx="51932" cy="10160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870" name="成组"/>
          <p:cNvGrpSpPr/>
          <p:nvPr/>
        </p:nvGrpSpPr>
        <p:grpSpPr>
          <a:xfrm>
            <a:off x="5141782" y="1900321"/>
            <a:ext cx="1986846" cy="1603026"/>
            <a:chOff x="0" y="308"/>
            <a:chExt cx="1986845" cy="1603024"/>
          </a:xfrm>
        </p:grpSpPr>
        <p:sp>
          <p:nvSpPr>
            <p:cNvPr id="3868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9" name="a1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1</a:t>
              </a:r>
              <a:endParaRPr baseline="-19000"/>
            </a:p>
          </p:txBody>
        </p:sp>
      </p:grpSp>
      <p:sp>
        <p:nvSpPr>
          <p:cNvPr id="3871" name="矩形"/>
          <p:cNvSpPr/>
          <p:nvPr/>
        </p:nvSpPr>
        <p:spPr>
          <a:xfrm>
            <a:off x="6575472" y="1900323"/>
            <a:ext cx="512517" cy="666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874" name="成组"/>
          <p:cNvGrpSpPr/>
          <p:nvPr/>
        </p:nvGrpSpPr>
        <p:grpSpPr>
          <a:xfrm>
            <a:off x="7446974" y="1900321"/>
            <a:ext cx="1986846" cy="1603026"/>
            <a:chOff x="0" y="308"/>
            <a:chExt cx="1986845" cy="1603024"/>
          </a:xfrm>
        </p:grpSpPr>
        <p:sp>
          <p:nvSpPr>
            <p:cNvPr id="3872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73" name="a2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2</a:t>
              </a:r>
              <a:endParaRPr baseline="-19000"/>
            </a:p>
          </p:txBody>
        </p:sp>
      </p:grpSp>
      <p:sp>
        <p:nvSpPr>
          <p:cNvPr id="3875" name="矩形"/>
          <p:cNvSpPr/>
          <p:nvPr/>
        </p:nvSpPr>
        <p:spPr>
          <a:xfrm>
            <a:off x="8880661" y="1900323"/>
            <a:ext cx="512518" cy="666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6" name="椭圆形"/>
          <p:cNvSpPr/>
          <p:nvPr/>
        </p:nvSpPr>
        <p:spPr>
          <a:xfrm>
            <a:off x="6832858" y="2157709"/>
            <a:ext cx="51932" cy="10160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7" name="椭圆形"/>
          <p:cNvSpPr/>
          <p:nvPr/>
        </p:nvSpPr>
        <p:spPr>
          <a:xfrm>
            <a:off x="1922191" y="2205121"/>
            <a:ext cx="51932" cy="10160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8" name="线条"/>
          <p:cNvSpPr/>
          <p:nvPr/>
        </p:nvSpPr>
        <p:spPr>
          <a:xfrm>
            <a:off x="1974120" y="2257051"/>
            <a:ext cx="767646" cy="2260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9" name="线条"/>
          <p:cNvSpPr/>
          <p:nvPr/>
        </p:nvSpPr>
        <p:spPr>
          <a:xfrm>
            <a:off x="4475738" y="2259308"/>
            <a:ext cx="666046" cy="2261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80" name="线条"/>
          <p:cNvSpPr/>
          <p:nvPr/>
        </p:nvSpPr>
        <p:spPr>
          <a:xfrm>
            <a:off x="6884787" y="2207380"/>
            <a:ext cx="562188" cy="2259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81" name="head"/>
          <p:cNvSpPr txBox="1"/>
          <p:nvPr/>
        </p:nvSpPr>
        <p:spPr>
          <a:xfrm>
            <a:off x="775710" y="1961882"/>
            <a:ext cx="1012946" cy="608756"/>
          </a:xfrm>
          <a:prstGeom prst="rect">
            <a:avLst/>
          </a:prstGeom>
          <a:ln w="12700">
            <a:miter lim="400000"/>
          </a:ln>
        </p:spPr>
        <p:txBody>
          <a:bodyPr wrap="none" lIns="72248" tIns="72248" rIns="72248" bIns="72248" anchor="ctr">
            <a:spAutoFit/>
          </a:bodyPr>
          <a:lstStyle>
            <a:lvl1pPr marR="57785" indent="40640" defTabSz="1300480">
              <a:lnSpc>
                <a:spcPct val="100000"/>
              </a:lnSpc>
              <a:spcBef>
                <a:spcPts val="1800"/>
              </a:spcBef>
              <a:defRPr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head</a:t>
            </a:r>
          </a:p>
        </p:txBody>
      </p:sp>
      <p:grpSp>
        <p:nvGrpSpPr>
          <p:cNvPr id="3884" name="成组"/>
          <p:cNvGrpSpPr/>
          <p:nvPr/>
        </p:nvGrpSpPr>
        <p:grpSpPr>
          <a:xfrm>
            <a:off x="9849249" y="1900321"/>
            <a:ext cx="1986846" cy="1603026"/>
            <a:chOff x="0" y="308"/>
            <a:chExt cx="1986845" cy="1603024"/>
          </a:xfrm>
        </p:grpSpPr>
        <p:sp>
          <p:nvSpPr>
            <p:cNvPr id="3882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3" name="a3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3</a:t>
              </a:r>
              <a:endParaRPr baseline="-19000"/>
            </a:p>
          </p:txBody>
        </p:sp>
      </p:grpSp>
      <p:sp>
        <p:nvSpPr>
          <p:cNvPr id="3885" name="矩形"/>
          <p:cNvSpPr/>
          <p:nvPr/>
        </p:nvSpPr>
        <p:spPr>
          <a:xfrm>
            <a:off x="11282938" y="1900323"/>
            <a:ext cx="512517" cy="666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888" name="成组"/>
          <p:cNvGrpSpPr/>
          <p:nvPr/>
        </p:nvGrpSpPr>
        <p:grpSpPr>
          <a:xfrm>
            <a:off x="11386797" y="2035789"/>
            <a:ext cx="216747" cy="325123"/>
            <a:chOff x="0" y="0"/>
            <a:chExt cx="216746" cy="325121"/>
          </a:xfrm>
        </p:grpSpPr>
        <p:sp>
          <p:nvSpPr>
            <p:cNvPr id="3886" name="线条"/>
            <p:cNvSpPr/>
            <p:nvPr/>
          </p:nvSpPr>
          <p:spPr>
            <a:xfrm flipH="1">
              <a:off x="0" y="0"/>
              <a:ext cx="108375" cy="32512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2" tIns="65022" rIns="65022" bIns="65022" numCol="1" anchor="t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7" name="线条"/>
            <p:cNvSpPr/>
            <p:nvPr/>
          </p:nvSpPr>
          <p:spPr>
            <a:xfrm>
              <a:off x="108374" y="0"/>
              <a:ext cx="108374" cy="32512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2" tIns="65022" rIns="65022" bIns="65022" numCol="1" anchor="t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889" name="线条"/>
          <p:cNvSpPr/>
          <p:nvPr/>
        </p:nvSpPr>
        <p:spPr>
          <a:xfrm>
            <a:off x="9287062" y="2207380"/>
            <a:ext cx="562188" cy="2259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90" name="直接插入排序的数据结构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R="57785" indent="57785" defTabSz="1295400"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直接插入排序的数据结构</a:t>
            </a:r>
          </a:p>
        </p:txBody>
      </p:sp>
      <p:grpSp>
        <p:nvGrpSpPr>
          <p:cNvPr id="3907" name="成组"/>
          <p:cNvGrpSpPr/>
          <p:nvPr/>
        </p:nvGrpSpPr>
        <p:grpSpPr>
          <a:xfrm>
            <a:off x="1984304" y="4561930"/>
            <a:ext cx="10500926" cy="3869833"/>
            <a:chOff x="25400" y="25400"/>
            <a:chExt cx="10500925" cy="3869831"/>
          </a:xfrm>
        </p:grpSpPr>
        <p:graphicFrame>
          <p:nvGraphicFramePr>
            <p:cNvPr id="3891" name="表格"/>
            <p:cNvGraphicFramePr/>
            <p:nvPr/>
          </p:nvGraphicFramePr>
          <p:xfrm>
            <a:off x="47977" y="1181382"/>
            <a:ext cx="10478349" cy="111985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2824"/>
                  <a:gridCol w="1492824"/>
                  <a:gridCol w="1492824"/>
                  <a:gridCol w="1492824"/>
                  <a:gridCol w="1492824"/>
                  <a:gridCol w="1492824"/>
                </a:tblGrid>
                <a:tr h="1091282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381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381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3892" name="表格"/>
            <p:cNvGraphicFramePr/>
            <p:nvPr/>
          </p:nvGraphicFramePr>
          <p:xfrm>
            <a:off x="25400" y="25400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5092"/>
                  <a:gridCol w="1495092"/>
                  <a:gridCol w="1495092"/>
                  <a:gridCol w="1495092"/>
                  <a:gridCol w="1495092"/>
                  <a:gridCol w="1495092"/>
                </a:tblGrid>
                <a:tr h="1107157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0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1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2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3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20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pSp>
          <p:nvGrpSpPr>
            <p:cNvPr id="3895" name="成组"/>
            <p:cNvGrpSpPr/>
            <p:nvPr/>
          </p:nvGrpSpPr>
          <p:grpSpPr>
            <a:xfrm>
              <a:off x="219568" y="1635195"/>
              <a:ext cx="1038579" cy="2260036"/>
              <a:chOff x="0" y="0"/>
              <a:chExt cx="1038577" cy="2260035"/>
            </a:xfrm>
          </p:grpSpPr>
          <p:sp>
            <p:nvSpPr>
              <p:cNvPr id="3893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94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98" name="成组"/>
            <p:cNvGrpSpPr/>
            <p:nvPr/>
          </p:nvGrpSpPr>
          <p:grpSpPr>
            <a:xfrm>
              <a:off x="1770662" y="1635195"/>
              <a:ext cx="1038579" cy="2260036"/>
              <a:chOff x="0" y="0"/>
              <a:chExt cx="1038577" cy="2260035"/>
            </a:xfrm>
          </p:grpSpPr>
          <p:sp>
            <p:nvSpPr>
              <p:cNvPr id="3896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97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901" name="成组"/>
            <p:cNvGrpSpPr/>
            <p:nvPr/>
          </p:nvGrpSpPr>
          <p:grpSpPr>
            <a:xfrm>
              <a:off x="3292404" y="1635195"/>
              <a:ext cx="1038579" cy="2260036"/>
              <a:chOff x="0" y="0"/>
              <a:chExt cx="1038577" cy="2260035"/>
            </a:xfrm>
          </p:grpSpPr>
          <p:sp>
            <p:nvSpPr>
              <p:cNvPr id="3899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900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904" name="成组"/>
            <p:cNvGrpSpPr/>
            <p:nvPr/>
          </p:nvGrpSpPr>
          <p:grpSpPr>
            <a:xfrm>
              <a:off x="4744155" y="1635195"/>
              <a:ext cx="1038579" cy="2260036"/>
              <a:chOff x="0" y="0"/>
              <a:chExt cx="1038577" cy="2260035"/>
            </a:xfrm>
          </p:grpSpPr>
          <p:sp>
            <p:nvSpPr>
              <p:cNvPr id="3902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903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905" name="椭圆形"/>
            <p:cNvSpPr/>
            <p:nvPr/>
          </p:nvSpPr>
          <p:spPr>
            <a:xfrm>
              <a:off x="4744155" y="2861128"/>
              <a:ext cx="1038579" cy="1034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906" name="线条"/>
            <p:cNvSpPr/>
            <p:nvPr/>
          </p:nvSpPr>
          <p:spPr>
            <a:xfrm flipH="1">
              <a:off x="5263443" y="1635195"/>
              <a:ext cx="2" cy="11608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650240">
                <a:defRPr sz="3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</p:spTree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如果知道待排序数据关键字的范围，则将数据划分为多个部分，…"/>
          <p:cNvSpPr txBox="1"/>
          <p:nvPr/>
        </p:nvSpPr>
        <p:spPr>
          <a:xfrm>
            <a:off x="215182" y="1447745"/>
            <a:ext cx="10840099" cy="127508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57785">
              <a:defRPr sz="3000"/>
            </a:pPr>
            <a:r>
              <a:t>如果知道待排序数据关键字的范围，则将数据划分为多个部分，</a:t>
            </a:r>
          </a:p>
          <a:p>
            <a:pPr indent="57785">
              <a:defRPr sz="3000"/>
            </a:pPr>
            <a:r>
              <a:t>分别采用直接插入排序，最后再合成。</a:t>
            </a:r>
          </a:p>
        </p:txBody>
      </p:sp>
      <p:grpSp>
        <p:nvGrpSpPr>
          <p:cNvPr id="3937" name="成组"/>
          <p:cNvGrpSpPr/>
          <p:nvPr/>
        </p:nvGrpSpPr>
        <p:grpSpPr>
          <a:xfrm>
            <a:off x="594946" y="5317347"/>
            <a:ext cx="11225487" cy="1638197"/>
            <a:chOff x="0" y="0"/>
            <a:chExt cx="11225485" cy="1638196"/>
          </a:xfrm>
        </p:grpSpPr>
        <p:grpSp>
          <p:nvGrpSpPr>
            <p:cNvPr id="3912" name="成组"/>
            <p:cNvGrpSpPr/>
            <p:nvPr/>
          </p:nvGrpSpPr>
          <p:grpSpPr>
            <a:xfrm>
              <a:off x="2100110" y="0"/>
              <a:ext cx="1961447" cy="1628426"/>
              <a:chOff x="0" y="0"/>
              <a:chExt cx="1961446" cy="1628425"/>
            </a:xfrm>
          </p:grpSpPr>
          <p:sp>
            <p:nvSpPr>
              <p:cNvPr id="3910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11" name="38"/>
              <p:cNvSpPr/>
              <p:nvPr/>
            </p:nvSpPr>
            <p:spPr>
              <a:xfrm>
                <a:off x="691446" y="3584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38</a:t>
                </a:r>
              </a:p>
            </p:txBody>
          </p:sp>
        </p:grpSp>
        <p:sp>
          <p:nvSpPr>
            <p:cNvPr id="3913" name="矩形"/>
            <p:cNvSpPr/>
            <p:nvPr/>
          </p:nvSpPr>
          <p:spPr>
            <a:xfrm>
              <a:off x="3533798" y="0"/>
              <a:ext cx="512518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14" name="椭圆形"/>
            <p:cNvSpPr/>
            <p:nvPr/>
          </p:nvSpPr>
          <p:spPr>
            <a:xfrm>
              <a:off x="3739256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17" name="成组"/>
            <p:cNvGrpSpPr/>
            <p:nvPr/>
          </p:nvGrpSpPr>
          <p:grpSpPr>
            <a:xfrm>
              <a:off x="4454971" y="2258"/>
              <a:ext cx="2037649" cy="1603026"/>
              <a:chOff x="0" y="0"/>
              <a:chExt cx="2037647" cy="1603025"/>
            </a:xfrm>
          </p:grpSpPr>
          <p:sp>
            <p:nvSpPr>
              <p:cNvPr id="3915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16" name="49"/>
              <p:cNvSpPr/>
              <p:nvPr/>
            </p:nvSpPr>
            <p:spPr>
              <a:xfrm>
                <a:off x="767647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49</a:t>
                </a:r>
              </a:p>
            </p:txBody>
          </p:sp>
        </p:grpSp>
        <p:sp>
          <p:nvSpPr>
            <p:cNvPr id="3918" name="矩形"/>
            <p:cNvSpPr/>
            <p:nvPr/>
          </p:nvSpPr>
          <p:spPr>
            <a:xfrm>
              <a:off x="5888662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21" name="成组"/>
            <p:cNvGrpSpPr/>
            <p:nvPr/>
          </p:nvGrpSpPr>
          <p:grpSpPr>
            <a:xfrm>
              <a:off x="6760163" y="2258"/>
              <a:ext cx="1974147" cy="1615726"/>
              <a:chOff x="0" y="0"/>
              <a:chExt cx="1974146" cy="1615725"/>
            </a:xfrm>
          </p:grpSpPr>
          <p:sp>
            <p:nvSpPr>
              <p:cNvPr id="3919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20" name="49"/>
              <p:cNvSpPr/>
              <p:nvPr/>
            </p:nvSpPr>
            <p:spPr>
              <a:xfrm>
                <a:off x="704146" y="3457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49</a:t>
                </a:r>
              </a:p>
            </p:txBody>
          </p:sp>
        </p:grpSp>
        <p:sp>
          <p:nvSpPr>
            <p:cNvPr id="3922" name="矩形"/>
            <p:cNvSpPr/>
            <p:nvPr/>
          </p:nvSpPr>
          <p:spPr>
            <a:xfrm>
              <a:off x="8193851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3" name="椭圆形"/>
            <p:cNvSpPr/>
            <p:nvPr/>
          </p:nvSpPr>
          <p:spPr>
            <a:xfrm>
              <a:off x="6146048" y="259646"/>
              <a:ext cx="51933" cy="101603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4" name="椭圆形"/>
            <p:cNvSpPr/>
            <p:nvPr/>
          </p:nvSpPr>
          <p:spPr>
            <a:xfrm>
              <a:off x="1235380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5" name="线条"/>
            <p:cNvSpPr/>
            <p:nvPr/>
          </p:nvSpPr>
          <p:spPr>
            <a:xfrm>
              <a:off x="1287310" y="358988"/>
              <a:ext cx="767646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26" name="线条"/>
            <p:cNvSpPr/>
            <p:nvPr/>
          </p:nvSpPr>
          <p:spPr>
            <a:xfrm>
              <a:off x="3788928" y="361245"/>
              <a:ext cx="666047" cy="2262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27" name="线条"/>
            <p:cNvSpPr/>
            <p:nvPr/>
          </p:nvSpPr>
          <p:spPr>
            <a:xfrm>
              <a:off x="6197977" y="309317"/>
              <a:ext cx="562189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28" name="head2"/>
            <p:cNvSpPr/>
            <p:nvPr/>
          </p:nvSpPr>
          <p:spPr>
            <a:xfrm>
              <a:off x="0" y="36819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>
              <a:lvl1pPr marR="57785" indent="40640" defTabSz="1300480">
                <a:lnSpc>
                  <a:spcPct val="100000"/>
                </a:lnSpc>
                <a:spcBef>
                  <a:spcPts val="18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head2</a:t>
              </a:r>
            </a:p>
          </p:txBody>
        </p:sp>
        <p:grpSp>
          <p:nvGrpSpPr>
            <p:cNvPr id="3931" name="成组"/>
            <p:cNvGrpSpPr/>
            <p:nvPr/>
          </p:nvGrpSpPr>
          <p:grpSpPr>
            <a:xfrm>
              <a:off x="9162439" y="2258"/>
              <a:ext cx="2063047" cy="1603026"/>
              <a:chOff x="0" y="0"/>
              <a:chExt cx="2063046" cy="1603025"/>
            </a:xfrm>
          </p:grpSpPr>
          <p:sp>
            <p:nvSpPr>
              <p:cNvPr id="3929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30" name="55"/>
              <p:cNvSpPr/>
              <p:nvPr/>
            </p:nvSpPr>
            <p:spPr>
              <a:xfrm>
                <a:off x="793046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55</a:t>
                </a:r>
              </a:p>
            </p:txBody>
          </p:sp>
        </p:grpSp>
        <p:sp>
          <p:nvSpPr>
            <p:cNvPr id="3932" name="矩形"/>
            <p:cNvSpPr/>
            <p:nvPr/>
          </p:nvSpPr>
          <p:spPr>
            <a:xfrm>
              <a:off x="10596128" y="2259"/>
              <a:ext cx="512519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35" name="成组"/>
            <p:cNvGrpSpPr/>
            <p:nvPr/>
          </p:nvGrpSpPr>
          <p:grpSpPr>
            <a:xfrm>
              <a:off x="10699987" y="137726"/>
              <a:ext cx="216751" cy="325124"/>
              <a:chOff x="0" y="0"/>
              <a:chExt cx="216750" cy="325123"/>
            </a:xfrm>
          </p:grpSpPr>
          <p:sp>
            <p:nvSpPr>
              <p:cNvPr id="3933" name="线条"/>
              <p:cNvSpPr/>
              <p:nvPr/>
            </p:nvSpPr>
            <p:spPr>
              <a:xfrm flipH="1">
                <a:off x="0" y="0"/>
                <a:ext cx="108377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34" name="线条"/>
              <p:cNvSpPr/>
              <p:nvPr/>
            </p:nvSpPr>
            <p:spPr>
              <a:xfrm>
                <a:off x="108375" y="0"/>
                <a:ext cx="108376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  <p:sp>
          <p:nvSpPr>
            <p:cNvPr id="3936" name="线条"/>
            <p:cNvSpPr/>
            <p:nvPr/>
          </p:nvSpPr>
          <p:spPr>
            <a:xfrm>
              <a:off x="8600251" y="309317"/>
              <a:ext cx="562190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</p:grpSp>
      <p:grpSp>
        <p:nvGrpSpPr>
          <p:cNvPr id="3960" name="成组"/>
          <p:cNvGrpSpPr/>
          <p:nvPr/>
        </p:nvGrpSpPr>
        <p:grpSpPr>
          <a:xfrm>
            <a:off x="594947" y="6560501"/>
            <a:ext cx="8721610" cy="1638197"/>
            <a:chOff x="0" y="0"/>
            <a:chExt cx="8721609" cy="1638196"/>
          </a:xfrm>
        </p:grpSpPr>
        <p:sp>
          <p:nvSpPr>
            <p:cNvPr id="3938" name="矩形"/>
            <p:cNvSpPr/>
            <p:nvPr/>
          </p:nvSpPr>
          <p:spPr>
            <a:xfrm>
              <a:off x="8104951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41" name="成组"/>
            <p:cNvGrpSpPr/>
            <p:nvPr/>
          </p:nvGrpSpPr>
          <p:grpSpPr>
            <a:xfrm>
              <a:off x="8199730" y="137726"/>
              <a:ext cx="216749" cy="325124"/>
              <a:chOff x="0" y="0"/>
              <a:chExt cx="216748" cy="325122"/>
            </a:xfrm>
          </p:grpSpPr>
          <p:sp>
            <p:nvSpPr>
              <p:cNvPr id="3939" name="线条"/>
              <p:cNvSpPr/>
              <p:nvPr/>
            </p:nvSpPr>
            <p:spPr>
              <a:xfrm flipH="1">
                <a:off x="0" y="0"/>
                <a:ext cx="108376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40" name="线条"/>
              <p:cNvSpPr/>
              <p:nvPr/>
            </p:nvSpPr>
            <p:spPr>
              <a:xfrm>
                <a:off x="108374" y="0"/>
                <a:ext cx="108375" cy="32512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  <p:grpSp>
          <p:nvGrpSpPr>
            <p:cNvPr id="3944" name="成组"/>
            <p:cNvGrpSpPr/>
            <p:nvPr/>
          </p:nvGrpSpPr>
          <p:grpSpPr>
            <a:xfrm>
              <a:off x="2011210" y="0"/>
              <a:ext cx="2024947" cy="1590326"/>
              <a:chOff x="0" y="0"/>
              <a:chExt cx="2024946" cy="1590325"/>
            </a:xfrm>
          </p:grpSpPr>
          <p:sp>
            <p:nvSpPr>
              <p:cNvPr id="3942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43" name="65"/>
              <p:cNvSpPr/>
              <p:nvPr/>
            </p:nvSpPr>
            <p:spPr>
              <a:xfrm>
                <a:off x="754946" y="3203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65</a:t>
                </a:r>
              </a:p>
            </p:txBody>
          </p:sp>
        </p:grpSp>
        <p:sp>
          <p:nvSpPr>
            <p:cNvPr id="3945" name="矩形"/>
            <p:cNvSpPr/>
            <p:nvPr/>
          </p:nvSpPr>
          <p:spPr>
            <a:xfrm>
              <a:off x="3444898" y="0"/>
              <a:ext cx="512518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46" name="椭圆形"/>
            <p:cNvSpPr/>
            <p:nvPr/>
          </p:nvSpPr>
          <p:spPr>
            <a:xfrm>
              <a:off x="3650356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49" name="成组"/>
            <p:cNvGrpSpPr/>
            <p:nvPr/>
          </p:nvGrpSpPr>
          <p:grpSpPr>
            <a:xfrm>
              <a:off x="4366071" y="2258"/>
              <a:ext cx="2088449" cy="1603026"/>
              <a:chOff x="0" y="0"/>
              <a:chExt cx="2088447" cy="1603025"/>
            </a:xfrm>
          </p:grpSpPr>
          <p:sp>
            <p:nvSpPr>
              <p:cNvPr id="3947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48" name="76"/>
              <p:cNvSpPr/>
              <p:nvPr/>
            </p:nvSpPr>
            <p:spPr>
              <a:xfrm>
                <a:off x="818447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76</a:t>
                </a:r>
              </a:p>
            </p:txBody>
          </p:sp>
        </p:grpSp>
        <p:sp>
          <p:nvSpPr>
            <p:cNvPr id="3950" name="矩形"/>
            <p:cNvSpPr/>
            <p:nvPr/>
          </p:nvSpPr>
          <p:spPr>
            <a:xfrm>
              <a:off x="5799762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53" name="成组"/>
            <p:cNvGrpSpPr/>
            <p:nvPr/>
          </p:nvGrpSpPr>
          <p:grpSpPr>
            <a:xfrm>
              <a:off x="6671263" y="2258"/>
              <a:ext cx="2050347" cy="1603026"/>
              <a:chOff x="0" y="0"/>
              <a:chExt cx="2050346" cy="1603025"/>
            </a:xfrm>
          </p:grpSpPr>
          <p:sp>
            <p:nvSpPr>
              <p:cNvPr id="3951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52" name="97"/>
              <p:cNvSpPr/>
              <p:nvPr/>
            </p:nvSpPr>
            <p:spPr>
              <a:xfrm>
                <a:off x="780346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97</a:t>
                </a:r>
              </a:p>
            </p:txBody>
          </p:sp>
        </p:grpSp>
        <p:sp>
          <p:nvSpPr>
            <p:cNvPr id="3954" name="椭圆形"/>
            <p:cNvSpPr/>
            <p:nvPr/>
          </p:nvSpPr>
          <p:spPr>
            <a:xfrm>
              <a:off x="6057148" y="259646"/>
              <a:ext cx="51933" cy="101603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55" name="椭圆形"/>
            <p:cNvSpPr/>
            <p:nvPr/>
          </p:nvSpPr>
          <p:spPr>
            <a:xfrm>
              <a:off x="1146480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56" name="线条"/>
            <p:cNvSpPr/>
            <p:nvPr/>
          </p:nvSpPr>
          <p:spPr>
            <a:xfrm>
              <a:off x="1198410" y="358988"/>
              <a:ext cx="767646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57" name="线条"/>
            <p:cNvSpPr/>
            <p:nvPr/>
          </p:nvSpPr>
          <p:spPr>
            <a:xfrm>
              <a:off x="3700028" y="361245"/>
              <a:ext cx="666047" cy="2262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58" name="线条"/>
            <p:cNvSpPr/>
            <p:nvPr/>
          </p:nvSpPr>
          <p:spPr>
            <a:xfrm>
              <a:off x="6109077" y="309317"/>
              <a:ext cx="562189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59" name="head3"/>
            <p:cNvSpPr/>
            <p:nvPr/>
          </p:nvSpPr>
          <p:spPr>
            <a:xfrm>
              <a:off x="0" y="36819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>
              <a:lvl1pPr marR="57785" indent="40640" defTabSz="1300480">
                <a:lnSpc>
                  <a:spcPct val="100000"/>
                </a:lnSpc>
                <a:spcBef>
                  <a:spcPts val="18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head3</a:t>
              </a:r>
            </a:p>
          </p:txBody>
        </p:sp>
      </p:grpSp>
      <p:grpSp>
        <p:nvGrpSpPr>
          <p:cNvPr id="3983" name="成组"/>
          <p:cNvGrpSpPr/>
          <p:nvPr/>
        </p:nvGrpSpPr>
        <p:grpSpPr>
          <a:xfrm>
            <a:off x="594947" y="4218268"/>
            <a:ext cx="8721612" cy="1638197"/>
            <a:chOff x="0" y="0"/>
            <a:chExt cx="8721611" cy="1638196"/>
          </a:xfrm>
        </p:grpSpPr>
        <p:grpSp>
          <p:nvGrpSpPr>
            <p:cNvPr id="3963" name="成组"/>
            <p:cNvGrpSpPr/>
            <p:nvPr/>
          </p:nvGrpSpPr>
          <p:grpSpPr>
            <a:xfrm>
              <a:off x="2036609" y="0"/>
              <a:ext cx="2037648" cy="1615726"/>
              <a:chOff x="0" y="0"/>
              <a:chExt cx="2037647" cy="1615725"/>
            </a:xfrm>
          </p:grpSpPr>
          <p:sp>
            <p:nvSpPr>
              <p:cNvPr id="3961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62" name="4"/>
              <p:cNvSpPr/>
              <p:nvPr/>
            </p:nvSpPr>
            <p:spPr>
              <a:xfrm>
                <a:off x="767647" y="3457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</a:t>
                </a:r>
              </a:p>
            </p:txBody>
          </p:sp>
        </p:grpSp>
        <p:sp>
          <p:nvSpPr>
            <p:cNvPr id="3964" name="矩形"/>
            <p:cNvSpPr/>
            <p:nvPr/>
          </p:nvSpPr>
          <p:spPr>
            <a:xfrm>
              <a:off x="3470299" y="0"/>
              <a:ext cx="512518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65" name="椭圆形"/>
            <p:cNvSpPr/>
            <p:nvPr/>
          </p:nvSpPr>
          <p:spPr>
            <a:xfrm>
              <a:off x="3675757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68" name="成组"/>
            <p:cNvGrpSpPr/>
            <p:nvPr/>
          </p:nvGrpSpPr>
          <p:grpSpPr>
            <a:xfrm>
              <a:off x="4391472" y="2258"/>
              <a:ext cx="2063048" cy="1615726"/>
              <a:chOff x="0" y="0"/>
              <a:chExt cx="2063047" cy="1615725"/>
            </a:xfrm>
          </p:grpSpPr>
          <p:sp>
            <p:nvSpPr>
              <p:cNvPr id="3966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67" name="13"/>
              <p:cNvSpPr/>
              <p:nvPr/>
            </p:nvSpPr>
            <p:spPr>
              <a:xfrm>
                <a:off x="793047" y="3457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13</a:t>
                </a:r>
              </a:p>
            </p:txBody>
          </p:sp>
        </p:grpSp>
        <p:sp>
          <p:nvSpPr>
            <p:cNvPr id="3969" name="矩形"/>
            <p:cNvSpPr/>
            <p:nvPr/>
          </p:nvSpPr>
          <p:spPr>
            <a:xfrm>
              <a:off x="5825162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72" name="成组"/>
            <p:cNvGrpSpPr/>
            <p:nvPr/>
          </p:nvGrpSpPr>
          <p:grpSpPr>
            <a:xfrm>
              <a:off x="6696664" y="2258"/>
              <a:ext cx="2024948" cy="1590326"/>
              <a:chOff x="0" y="0"/>
              <a:chExt cx="2024946" cy="1590325"/>
            </a:xfrm>
          </p:grpSpPr>
          <p:sp>
            <p:nvSpPr>
              <p:cNvPr id="3970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71" name="27"/>
              <p:cNvSpPr/>
              <p:nvPr/>
            </p:nvSpPr>
            <p:spPr>
              <a:xfrm>
                <a:off x="754946" y="3203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27</a:t>
                </a:r>
              </a:p>
            </p:txBody>
          </p:sp>
        </p:grpSp>
        <p:sp>
          <p:nvSpPr>
            <p:cNvPr id="3973" name="矩形"/>
            <p:cNvSpPr/>
            <p:nvPr/>
          </p:nvSpPr>
          <p:spPr>
            <a:xfrm>
              <a:off x="8130353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4" name="椭圆形"/>
            <p:cNvSpPr/>
            <p:nvPr/>
          </p:nvSpPr>
          <p:spPr>
            <a:xfrm>
              <a:off x="6082548" y="259646"/>
              <a:ext cx="51933" cy="101603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5" name="椭圆形"/>
            <p:cNvSpPr/>
            <p:nvPr/>
          </p:nvSpPr>
          <p:spPr>
            <a:xfrm>
              <a:off x="1171880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6" name="线条"/>
            <p:cNvSpPr/>
            <p:nvPr/>
          </p:nvSpPr>
          <p:spPr>
            <a:xfrm>
              <a:off x="1223810" y="358988"/>
              <a:ext cx="767646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77" name="线条"/>
            <p:cNvSpPr/>
            <p:nvPr/>
          </p:nvSpPr>
          <p:spPr>
            <a:xfrm>
              <a:off x="3725429" y="361245"/>
              <a:ext cx="666047" cy="2262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78" name="线条"/>
            <p:cNvSpPr/>
            <p:nvPr/>
          </p:nvSpPr>
          <p:spPr>
            <a:xfrm>
              <a:off x="6134477" y="309317"/>
              <a:ext cx="562189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79" name="head1"/>
            <p:cNvSpPr/>
            <p:nvPr/>
          </p:nvSpPr>
          <p:spPr>
            <a:xfrm>
              <a:off x="0" y="36819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>
              <a:lvl1pPr marR="57785" indent="40640" defTabSz="1300480">
                <a:lnSpc>
                  <a:spcPct val="100000"/>
                </a:lnSpc>
                <a:spcBef>
                  <a:spcPts val="18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head1</a:t>
              </a:r>
            </a:p>
          </p:txBody>
        </p:sp>
        <p:grpSp>
          <p:nvGrpSpPr>
            <p:cNvPr id="3982" name="成组"/>
            <p:cNvGrpSpPr/>
            <p:nvPr/>
          </p:nvGrpSpPr>
          <p:grpSpPr>
            <a:xfrm>
              <a:off x="8290937" y="215196"/>
              <a:ext cx="216751" cy="325124"/>
              <a:chOff x="0" y="0"/>
              <a:chExt cx="216750" cy="325123"/>
            </a:xfrm>
          </p:grpSpPr>
          <p:sp>
            <p:nvSpPr>
              <p:cNvPr id="3980" name="线条"/>
              <p:cNvSpPr/>
              <p:nvPr/>
            </p:nvSpPr>
            <p:spPr>
              <a:xfrm flipH="1">
                <a:off x="0" y="0"/>
                <a:ext cx="108377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81" name="线条"/>
              <p:cNvSpPr/>
              <p:nvPr/>
            </p:nvSpPr>
            <p:spPr>
              <a:xfrm>
                <a:off x="108375" y="0"/>
                <a:ext cx="108376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</p:grpSp>
      <p:grpSp>
        <p:nvGrpSpPr>
          <p:cNvPr id="4016" name="成组"/>
          <p:cNvGrpSpPr/>
          <p:nvPr/>
        </p:nvGrpSpPr>
        <p:grpSpPr>
          <a:xfrm>
            <a:off x="1380625" y="3053534"/>
            <a:ext cx="10243550" cy="824099"/>
            <a:chOff x="-3" y="-2"/>
            <a:chExt cx="10243548" cy="824097"/>
          </a:xfrm>
        </p:grpSpPr>
        <p:grpSp>
          <p:nvGrpSpPr>
            <p:cNvPr id="3998" name="Group 445"/>
            <p:cNvGrpSpPr/>
            <p:nvPr/>
          </p:nvGrpSpPr>
          <p:grpSpPr>
            <a:xfrm>
              <a:off x="-4" y="-3"/>
              <a:ext cx="10243550" cy="824099"/>
              <a:chOff x="-2" y="-2"/>
              <a:chExt cx="10243548" cy="824097"/>
            </a:xfrm>
          </p:grpSpPr>
          <p:grpSp>
            <p:nvGrpSpPr>
              <p:cNvPr id="3988" name="Group 435"/>
              <p:cNvGrpSpPr/>
              <p:nvPr/>
            </p:nvGrpSpPr>
            <p:grpSpPr>
              <a:xfrm>
                <a:off x="-3" y="-3"/>
                <a:ext cx="10243550" cy="824099"/>
                <a:chOff x="-1" y="-1"/>
                <a:chExt cx="10243548" cy="824097"/>
              </a:xfrm>
            </p:grpSpPr>
            <p:sp>
              <p:nvSpPr>
                <p:cNvPr id="3984" name="Shape 431"/>
                <p:cNvSpPr/>
                <p:nvPr/>
              </p:nvSpPr>
              <p:spPr>
                <a:xfrm>
                  <a:off x="-2" y="821838"/>
                  <a:ext cx="10236210" cy="225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  <p:sp>
              <p:nvSpPr>
                <p:cNvPr id="3985" name="Shape 432"/>
                <p:cNvSpPr/>
                <p:nvPr/>
              </p:nvSpPr>
              <p:spPr>
                <a:xfrm>
                  <a:off x="-2" y="0"/>
                  <a:ext cx="10236210" cy="225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  <p:sp>
              <p:nvSpPr>
                <p:cNvPr id="3986" name="Shape 433"/>
                <p:cNvSpPr/>
                <p:nvPr/>
              </p:nvSpPr>
              <p:spPr>
                <a:xfrm>
                  <a:off x="10241287" y="-2"/>
                  <a:ext cx="2261" cy="81958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  <p:sp>
              <p:nvSpPr>
                <p:cNvPr id="3987" name="Shape 434"/>
                <p:cNvSpPr/>
                <p:nvPr/>
              </p:nvSpPr>
              <p:spPr>
                <a:xfrm>
                  <a:off x="-1" y="-2"/>
                  <a:ext cx="2260" cy="81958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</p:grpSp>
          <p:sp>
            <p:nvSpPr>
              <p:cNvPr id="3989" name="Shape 436"/>
              <p:cNvSpPr/>
              <p:nvPr/>
            </p:nvSpPr>
            <p:spPr>
              <a:xfrm>
                <a:off x="1024466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0" name="Shape 437"/>
              <p:cNvSpPr/>
              <p:nvPr/>
            </p:nvSpPr>
            <p:spPr>
              <a:xfrm>
                <a:off x="2050062" y="0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1" name="Shape 438"/>
              <p:cNvSpPr/>
              <p:nvPr/>
            </p:nvSpPr>
            <p:spPr>
              <a:xfrm>
                <a:off x="3072835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2" name="Shape 439"/>
              <p:cNvSpPr/>
              <p:nvPr/>
            </p:nvSpPr>
            <p:spPr>
              <a:xfrm>
                <a:off x="4097867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3" name="Shape 440"/>
              <p:cNvSpPr/>
              <p:nvPr/>
            </p:nvSpPr>
            <p:spPr>
              <a:xfrm>
                <a:off x="5224498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4" name="Shape 441"/>
              <p:cNvSpPr/>
              <p:nvPr/>
            </p:nvSpPr>
            <p:spPr>
              <a:xfrm>
                <a:off x="6247271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5" name="Shape 442"/>
              <p:cNvSpPr/>
              <p:nvPr/>
            </p:nvSpPr>
            <p:spPr>
              <a:xfrm>
                <a:off x="7272303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6" name="Shape 443"/>
              <p:cNvSpPr/>
              <p:nvPr/>
            </p:nvSpPr>
            <p:spPr>
              <a:xfrm>
                <a:off x="8193477" y="0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7" name="Shape 444"/>
              <p:cNvSpPr/>
              <p:nvPr/>
            </p:nvSpPr>
            <p:spPr>
              <a:xfrm>
                <a:off x="9218510" y="0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  <p:sp>
          <p:nvSpPr>
            <p:cNvPr id="3999" name="Shape 448"/>
            <p:cNvSpPr txBox="1"/>
            <p:nvPr/>
          </p:nvSpPr>
          <p:spPr>
            <a:xfrm>
              <a:off x="2149404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65</a:t>
              </a:r>
            </a:p>
          </p:txBody>
        </p:sp>
        <p:sp>
          <p:nvSpPr>
            <p:cNvPr id="4000" name="Shape 449"/>
            <p:cNvSpPr txBox="1"/>
            <p:nvPr/>
          </p:nvSpPr>
          <p:spPr>
            <a:xfrm>
              <a:off x="3276036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4001" name="Shape 451"/>
            <p:cNvSpPr txBox="1"/>
            <p:nvPr/>
          </p:nvSpPr>
          <p:spPr>
            <a:xfrm>
              <a:off x="5329766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13</a:t>
              </a:r>
            </a:p>
          </p:txBody>
        </p:sp>
        <p:sp>
          <p:nvSpPr>
            <p:cNvPr id="4002" name="Shape 452"/>
            <p:cNvSpPr txBox="1"/>
            <p:nvPr/>
          </p:nvSpPr>
          <p:spPr>
            <a:xfrm>
              <a:off x="6466275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27</a:t>
              </a:r>
            </a:p>
          </p:txBody>
        </p:sp>
        <p:sp>
          <p:nvSpPr>
            <p:cNvPr id="4003" name="Shape 453"/>
            <p:cNvSpPr txBox="1"/>
            <p:nvPr/>
          </p:nvSpPr>
          <p:spPr>
            <a:xfrm>
              <a:off x="7380675" y="38101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 u="sng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4004" name="Shape 454"/>
            <p:cNvSpPr txBox="1"/>
            <p:nvPr/>
          </p:nvSpPr>
          <p:spPr>
            <a:xfrm>
              <a:off x="8295075" y="38101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55</a:t>
              </a:r>
            </a:p>
          </p:txBody>
        </p:sp>
        <p:sp>
          <p:nvSpPr>
            <p:cNvPr id="4005" name="Shape 455"/>
            <p:cNvSpPr txBox="1"/>
            <p:nvPr/>
          </p:nvSpPr>
          <p:spPr>
            <a:xfrm>
              <a:off x="9317849" y="38101"/>
              <a:ext cx="4387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006" name="Shape 457"/>
            <p:cNvSpPr/>
            <p:nvPr/>
          </p:nvSpPr>
          <p:spPr>
            <a:xfrm>
              <a:off x="6399670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38</a:t>
              </a:r>
            </a:p>
          </p:txBody>
        </p:sp>
        <p:sp>
          <p:nvSpPr>
            <p:cNvPr id="4007" name="Shape 458"/>
            <p:cNvSpPr/>
            <p:nvPr/>
          </p:nvSpPr>
          <p:spPr>
            <a:xfrm>
              <a:off x="7373901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65</a:t>
              </a:r>
            </a:p>
          </p:txBody>
        </p:sp>
        <p:sp>
          <p:nvSpPr>
            <p:cNvPr id="4008" name="Shape 459"/>
            <p:cNvSpPr/>
            <p:nvPr/>
          </p:nvSpPr>
          <p:spPr>
            <a:xfrm>
              <a:off x="8295075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4009" name="Shape 460"/>
            <p:cNvSpPr/>
            <p:nvPr/>
          </p:nvSpPr>
          <p:spPr>
            <a:xfrm>
              <a:off x="9320107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76</a:t>
              </a:r>
            </a:p>
          </p:txBody>
        </p:sp>
        <p:sp>
          <p:nvSpPr>
            <p:cNvPr id="4010" name="Shape 461"/>
            <p:cNvSpPr/>
            <p:nvPr/>
          </p:nvSpPr>
          <p:spPr>
            <a:xfrm>
              <a:off x="101600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13</a:t>
              </a:r>
            </a:p>
          </p:txBody>
        </p:sp>
        <p:sp>
          <p:nvSpPr>
            <p:cNvPr id="4011" name="Shape 462"/>
            <p:cNvSpPr/>
            <p:nvPr/>
          </p:nvSpPr>
          <p:spPr>
            <a:xfrm>
              <a:off x="1126631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27</a:t>
              </a:r>
            </a:p>
          </p:txBody>
        </p:sp>
        <p:sp>
          <p:nvSpPr>
            <p:cNvPr id="4012" name="Shape 463"/>
            <p:cNvSpPr/>
            <p:nvPr/>
          </p:nvSpPr>
          <p:spPr>
            <a:xfrm>
              <a:off x="2149404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4013" name="Shape 464"/>
            <p:cNvSpPr/>
            <p:nvPr/>
          </p:nvSpPr>
          <p:spPr>
            <a:xfrm>
              <a:off x="3221567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55</a:t>
              </a:r>
            </a:p>
          </p:txBody>
        </p:sp>
        <p:sp>
          <p:nvSpPr>
            <p:cNvPr id="4014" name="Shape 465"/>
            <p:cNvSpPr/>
            <p:nvPr/>
          </p:nvSpPr>
          <p:spPr>
            <a:xfrm>
              <a:off x="4453467" y="38101"/>
              <a:ext cx="4387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015" name="Shape 466"/>
            <p:cNvSpPr/>
            <p:nvPr/>
          </p:nvSpPr>
          <p:spPr>
            <a:xfrm>
              <a:off x="5326098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</p:grpSp>
      <p:sp>
        <p:nvSpPr>
          <p:cNvPr id="4017" name="Shape 732"/>
          <p:cNvSpPr txBox="1"/>
          <p:nvPr/>
        </p:nvSpPr>
        <p:spPr>
          <a:xfrm>
            <a:off x="420725" y="139699"/>
            <a:ext cx="10935348" cy="8802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indent="57785" algn="ctr" defTabSz="1295400">
              <a:lnSpc>
                <a:spcPct val="100000"/>
              </a:lnSpc>
              <a:defRPr sz="43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插入排序-address calculation sorting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PP_MARK_KEY" val="d58d0e97-9ed7-4951-b8fe-7162d936d443"/>
  <p:tag name="COMMONDATA" val="eyJoZGlkIjoiNTgzMDVjZmVmMDc1ZGU4NzRlZDJjNzU2ZjBhYjQzZGI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85" indent="57785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85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85" indent="57785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85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22479</Words>
  <Application>WPS 演示</Application>
  <PresentationFormat/>
  <Paragraphs>4964</Paragraphs>
  <Slides>115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32" baseType="lpstr">
      <vt:lpstr>Arial</vt:lpstr>
      <vt:lpstr>宋体</vt:lpstr>
      <vt:lpstr>Wingdings</vt:lpstr>
      <vt:lpstr>Times New Roman</vt:lpstr>
      <vt:lpstr>Arial Black</vt:lpstr>
      <vt:lpstr>Tahoma</vt:lpstr>
      <vt:lpstr>Lucida Grande</vt:lpstr>
      <vt:lpstr>微软雅黑</vt:lpstr>
      <vt:lpstr>Arial Unicode MS</vt:lpstr>
      <vt:lpstr>Monaco</vt:lpstr>
      <vt:lpstr>Segoe Print</vt:lpstr>
      <vt:lpstr>Cambria Math</vt:lpstr>
      <vt:lpstr>Tahoma Bold</vt:lpstr>
      <vt:lpstr>Tahoma</vt:lpstr>
      <vt:lpstr>Symbol</vt:lpstr>
      <vt:lpstr>Arial</vt:lpstr>
      <vt:lpstr>White</vt:lpstr>
      <vt:lpstr>PowerPoint 演示文稿</vt:lpstr>
      <vt:lpstr>PowerPoint 演示文稿</vt:lpstr>
      <vt:lpstr>PowerPoint 演示文稿</vt:lpstr>
      <vt:lpstr>PowerPoint 演示文稿</vt:lpstr>
      <vt:lpstr>基于比较的排序的基本思想</vt:lpstr>
      <vt:lpstr>基于插入的排序</vt:lpstr>
      <vt:lpstr>直接插入排序(straight insertion sort)</vt:lpstr>
      <vt:lpstr>直接插入排序(straight insertion sort)</vt:lpstr>
      <vt:lpstr>直接插入排序(straight insertion sort)</vt:lpstr>
      <vt:lpstr>直接插入排序(straight insertion sort)</vt:lpstr>
      <vt:lpstr>直接插入排序(straight insertion sort)</vt:lpstr>
      <vt:lpstr>直接插入排序</vt:lpstr>
      <vt:lpstr>直接插入排序(straight insertion sort)</vt:lpstr>
      <vt:lpstr>直接插入排序</vt:lpstr>
      <vt:lpstr>直接插入排序</vt:lpstr>
      <vt:lpstr>直接插入排序分析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基于交换的排序</vt:lpstr>
      <vt:lpstr>基于交换的排序</vt:lpstr>
      <vt:lpstr>直接交换排序（冒泡排序）</vt:lpstr>
      <vt:lpstr>冒泡排序</vt:lpstr>
      <vt:lpstr>冒泡排序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基于选择的排序</vt:lpstr>
      <vt:lpstr>直接选择排序</vt:lpstr>
      <vt:lpstr>直接选择排序</vt:lpstr>
      <vt:lpstr>直接选择排序</vt:lpstr>
      <vt:lpstr>直接选择排序</vt:lpstr>
      <vt:lpstr>直接选择排序代码</vt:lpstr>
      <vt:lpstr>直接选择排序</vt:lpstr>
      <vt:lpstr>树形选择排序-竞赛树</vt:lpstr>
      <vt:lpstr>PowerPoint 演示文稿</vt:lpstr>
      <vt:lpstr>PowerPoint 演示文稿</vt:lpstr>
      <vt:lpstr>树形选择排序-二叉堆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sorting by distribution</vt:lpstr>
      <vt:lpstr>计数制</vt:lpstr>
      <vt:lpstr>计数制</vt:lpstr>
      <vt:lpstr>基数排序-radix sort</vt:lpstr>
      <vt:lpstr>基数排序</vt:lpstr>
      <vt:lpstr>基数排序</vt:lpstr>
      <vt:lpstr>基数排序</vt:lpstr>
      <vt:lpstr>基数排序</vt:lpstr>
      <vt:lpstr>基数排序</vt:lpstr>
      <vt:lpstr>基数排序</vt:lpstr>
      <vt:lpstr>基数排序</vt:lpstr>
      <vt:lpstr>计数排序-counting sort</vt:lpstr>
      <vt:lpstr>计数排序-counting sort</vt:lpstr>
      <vt:lpstr>计数排序-counting sort</vt:lpstr>
      <vt:lpstr>计数排序-counting sort</vt:lpstr>
      <vt:lpstr>外部排序-external sorting</vt:lpstr>
      <vt:lpstr>PowerPoint 演示文稿</vt:lpstr>
      <vt:lpstr>PowerPoint 演示文稿</vt:lpstr>
      <vt:lpstr>总结</vt:lpstr>
      <vt:lpstr>DualPivotQuicksort.sort</vt:lpstr>
      <vt:lpstr>DualPivotQuicksort.sort</vt:lpstr>
      <vt:lpstr>DualPivotQuicksort.sort</vt:lpstr>
      <vt:lpstr>直接插入排序</vt:lpstr>
      <vt:lpstr>作业</vt:lpstr>
      <vt:lpstr>基于插入的排序</vt:lpstr>
      <vt:lpstr>直接插入排序(straight insertion sort)</vt:lpstr>
      <vt:lpstr>直接插入排序</vt:lpstr>
      <vt:lpstr>直接插入排序</vt:lpstr>
      <vt:lpstr>PowerPoint 演示文稿</vt:lpstr>
      <vt:lpstr>PowerPoint 演示文稿</vt:lpstr>
      <vt:lpstr>PowerPoint 演示文稿</vt:lpstr>
      <vt:lpstr>PowerPoint 演示文稿</vt:lpstr>
      <vt:lpstr>基于交换的排序</vt:lpstr>
      <vt:lpstr>直接交换排序（冒泡排序）</vt:lpstr>
      <vt:lpstr>冒泡排序</vt:lpstr>
      <vt:lpstr>冒泡排序</vt:lpstr>
      <vt:lpstr>直接插入排序的数据结构</vt:lpstr>
      <vt:lpstr>直接插入排序的数据结构</vt:lpstr>
      <vt:lpstr>直接插入排序的数据结构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Ki怪.</cp:lastModifiedBy>
  <cp:revision>1</cp:revision>
  <dcterms:created xsi:type="dcterms:W3CDTF">2023-07-16T01:55:54Z</dcterms:created>
  <dcterms:modified xsi:type="dcterms:W3CDTF">2023-07-16T01:55:54Z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9A7DF802722F4FA18AF3787F2F6EBE87_12</vt:lpwstr>
  </property>
  <property fmtid="{D5CDD505-2E9C-101B-9397-08002B2CF9AE}" pid="3" name="KSOProductBuildVer">
    <vt:lpwstr>2052-11.1.0.14309</vt:lpwstr>
  </property>
</Properties>
</file>
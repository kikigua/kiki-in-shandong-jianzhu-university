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s/comment2.xml" ContentType="application/vnd.openxmlformats-officedocument.presentationml.comment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s/comment3.xml" ContentType="application/vnd.openxmlformats-officedocument.presentationml.comments+xml"/>
  <Override PartName="/ppt/slides/slide13.xml" ContentType="application/vnd.openxmlformats-officedocument.presentationml.slide+xml"/>
  <Override PartName="/ppt/comments/comment4.xml" ContentType="application/vnd.openxmlformats-officedocument.presentationml.comment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omments/comment5.xml" ContentType="application/vnd.openxmlformats-officedocument.presentationml.comments+xml"/>
  <Override PartName="/ppt/slides/slide3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8"/>
    <p:sldId id="265" r:id="rId19"/>
    <p:sldId id="266" r:id="rId20"/>
    <p:sldId id="267" r:id="rId21"/>
    <p:sldId id="268" r:id="rId23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 Black"/>
          <a:ea typeface="Arial Black"/>
          <a:cs typeface="Arial Blac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comments" Target="comments/comment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comments" Target="comments/comment2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comments" Target="comments/comment3.xml"/><Relationship Id="rId23" Type="http://schemas.openxmlformats.org/officeDocument/2006/relationships/slide" Target="slides/slide13.xml"/><Relationship Id="rId24" Type="http://schemas.openxmlformats.org/officeDocument/2006/relationships/comments" Target="comments/comment4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comments" Target="comments/comment5.xml"/><Relationship Id="rId48" Type="http://schemas.openxmlformats.org/officeDocument/2006/relationships/slide" Target="slides/slide36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2-04T08:42:25.945" idx="1">
    <p:pos x="5736" y="3536"/>
    <p:text>为了判断二叉树是否平衡，结点增加一个数据项：平衡因子，用于表达以这个结点为根的子树的平衡情况。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2-04T09:43:06.177" idx="2">
    <p:pos x="4450" y="4128"/>
    <p:text>树没有变高，就不会想上传播，到此停止。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2-16T14:43:22.140" idx="3">
    <p:pos x="273" y="4776"/>
    <p:text>不平衡结点的左子树的左子树中，
不意味左子树的左子树的左子树
也可能是左子树的左子树的右子树中。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2-04T10:03:47.014" idx="4">
    <p:pos x="2437" y="4807"/>
    <p:text>结点A是从插入结点到根结点的路径中，遇到的第1个平衡因子为1的结点
假设B的左右子树的高度为h，则A的右子树的高度也为h。
插入后，B的左子树长高，高度为h+1。
B的平衡因子一定为0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31T10:28:10.216" idx="5">
    <p:pos x="3132" y="3768"/>
    <p:text>失败的ASL，比较次数计入判断空子树的比较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j-lt"/>
        <a:ea typeface="+mj-ea"/>
        <a:cs typeface="+mj-cs"/>
        <a:sym typeface="Lucida Grande"/>
      </a:defRPr>
    </a:lvl1pPr>
    <a:lvl2pPr indent="228600" defTabSz="457200" latinLnBrk="0">
      <a:defRPr sz="2200">
        <a:latin typeface="+mj-lt"/>
        <a:ea typeface="+mj-ea"/>
        <a:cs typeface="+mj-cs"/>
        <a:sym typeface="Lucida Grande"/>
      </a:defRPr>
    </a:lvl2pPr>
    <a:lvl3pPr indent="457200" defTabSz="457200" latinLnBrk="0">
      <a:defRPr sz="2200">
        <a:latin typeface="+mj-lt"/>
        <a:ea typeface="+mj-ea"/>
        <a:cs typeface="+mj-cs"/>
        <a:sym typeface="Lucida Grande"/>
      </a:defRPr>
    </a:lvl3pPr>
    <a:lvl4pPr indent="685800" defTabSz="457200" latinLnBrk="0">
      <a:defRPr sz="2200">
        <a:latin typeface="+mj-lt"/>
        <a:ea typeface="+mj-ea"/>
        <a:cs typeface="+mj-cs"/>
        <a:sym typeface="Lucida Grande"/>
      </a:defRPr>
    </a:lvl4pPr>
    <a:lvl5pPr indent="914400" defTabSz="457200" latinLnBrk="0">
      <a:defRPr sz="2200">
        <a:latin typeface="+mj-lt"/>
        <a:ea typeface="+mj-ea"/>
        <a:cs typeface="+mj-cs"/>
        <a:sym typeface="Lucida Grande"/>
      </a:defRPr>
    </a:lvl5pPr>
    <a:lvl6pPr indent="1143000" defTabSz="457200" latinLnBrk="0">
      <a:defRPr sz="2200">
        <a:latin typeface="+mj-lt"/>
        <a:ea typeface="+mj-ea"/>
        <a:cs typeface="+mj-cs"/>
        <a:sym typeface="Lucida Grande"/>
      </a:defRPr>
    </a:lvl6pPr>
    <a:lvl7pPr indent="1371600" defTabSz="457200" latinLnBrk="0">
      <a:defRPr sz="2200">
        <a:latin typeface="+mj-lt"/>
        <a:ea typeface="+mj-ea"/>
        <a:cs typeface="+mj-cs"/>
        <a:sym typeface="Lucida Grande"/>
      </a:defRPr>
    </a:lvl7pPr>
    <a:lvl8pPr indent="1600200" defTabSz="457200" latinLnBrk="0">
      <a:defRPr sz="2200">
        <a:latin typeface="+mj-lt"/>
        <a:ea typeface="+mj-ea"/>
        <a:cs typeface="+mj-cs"/>
        <a:sym typeface="Lucida Grande"/>
      </a:defRPr>
    </a:lvl8pPr>
    <a:lvl9pPr indent="1828800" defTabSz="457200" latinLnBrk="0">
      <a:defRPr sz="2200">
        <a:latin typeface="+mj-lt"/>
        <a:ea typeface="+mj-ea"/>
        <a:cs typeface="+mj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53904"/>
            <a:ext cx="467360" cy="675078"/>
          </a:xfrm>
          <a:prstGeom prst="rect">
            <a:avLst/>
          </a:prstGeom>
          <a:gradFill>
            <a:gsLst>
              <a:gs pos="0">
                <a:srgbClr val="F824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412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24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26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-62372"/>
            <a:ext cx="45157" cy="12175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9739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35899" y="15804"/>
            <a:ext cx="1000127" cy="952501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36687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82549" y="9080500"/>
            <a:ext cx="419101" cy="43155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40" marR="57798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40739" marR="57798" indent="-342899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97938" marR="57798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69438" marR="57798" indent="-4572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326638" marR="57798" indent="-4572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326638" marR="57798" indent="-4572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326638" marR="57798" indent="-4572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326638" marR="57798" indent="-4572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326638" marR="57798" indent="-4572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6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37"/>
          <p:cNvSpPr txBox="1"/>
          <p:nvPr>
            <p:ph type="title"/>
          </p:nvPr>
        </p:nvSpPr>
        <p:spPr>
          <a:xfrm>
            <a:off x="1649588" y="36687"/>
            <a:ext cx="9448801" cy="952502"/>
          </a:xfrm>
          <a:prstGeom prst="rect">
            <a:avLst/>
          </a:prstGeom>
        </p:spPr>
        <p:txBody>
          <a:bodyPr/>
          <a:lstStyle/>
          <a:p>
            <a:pPr/>
            <a:r>
              <a:t>主要内容</a:t>
            </a:r>
          </a:p>
        </p:txBody>
      </p:sp>
      <p:sp>
        <p:nvSpPr>
          <p:cNvPr id="31" name="平衡二叉树…"/>
          <p:cNvSpPr txBox="1"/>
          <p:nvPr/>
        </p:nvSpPr>
        <p:spPr>
          <a:xfrm>
            <a:off x="1482400" y="1530674"/>
            <a:ext cx="3082090" cy="4507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平衡二叉树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平衡因子的计算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不平衡的原因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平衡方法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B树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B</a:t>
            </a:r>
            <a:r>
              <a:rPr baseline="31999"/>
              <a:t>+</a:t>
            </a:r>
            <a:r>
              <a:t>树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键树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35"/>
          <p:cNvSpPr txBox="1"/>
          <p:nvPr/>
        </p:nvSpPr>
        <p:spPr>
          <a:xfrm>
            <a:off x="215617" y="1636041"/>
            <a:ext cx="25146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平衡二叉树：</a:t>
            </a:r>
          </a:p>
        </p:txBody>
      </p:sp>
      <p:sp>
        <p:nvSpPr>
          <p:cNvPr id="34" name="Shape 136"/>
          <p:cNvSpPr txBox="1"/>
          <p:nvPr/>
        </p:nvSpPr>
        <p:spPr>
          <a:xfrm>
            <a:off x="875735" y="2273300"/>
            <a:ext cx="10617201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树中每个结点的左、右子树深度之差的绝对值不大于1，即：</a:t>
            </a:r>
          </a:p>
        </p:txBody>
      </p:sp>
      <p:sp>
        <p:nvSpPr>
          <p:cNvPr id="35" name="Shape 13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平衡二叉树</a:t>
            </a:r>
          </a:p>
        </p:txBody>
      </p:sp>
      <p:sp>
        <p:nvSpPr>
          <p:cNvPr id="36" name="Shape 138"/>
          <p:cNvSpPr txBox="1"/>
          <p:nvPr/>
        </p:nvSpPr>
        <p:spPr>
          <a:xfrm>
            <a:off x="1854200" y="3060700"/>
            <a:ext cx="1957797" cy="557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⎮h</a:t>
            </a:r>
            <a:r>
              <a:rPr baseline="-5998"/>
              <a:t>l </a:t>
            </a:r>
            <a:r>
              <a:t>- h</a:t>
            </a:r>
            <a:r>
              <a:rPr baseline="-5998"/>
              <a:t>r</a:t>
            </a:r>
            <a:r>
              <a:t>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⎮</a:t>
            </a:r>
            <a:r>
              <a:rPr>
                <a:latin typeface="Abadi MT Condensed Light"/>
                <a:ea typeface="Abadi MT Condensed Light"/>
                <a:cs typeface="Abadi MT Condensed Light"/>
                <a:sym typeface="Abadi MT Condensed Light"/>
              </a:rPr>
              <a:t>≤ </a:t>
            </a:r>
            <a:r>
              <a:t>1</a:t>
            </a:r>
          </a:p>
        </p:txBody>
      </p:sp>
      <p:sp>
        <p:nvSpPr>
          <p:cNvPr id="37" name="Shape 139"/>
          <p:cNvSpPr txBox="1"/>
          <p:nvPr/>
        </p:nvSpPr>
        <p:spPr>
          <a:xfrm>
            <a:off x="215617" y="4062305"/>
            <a:ext cx="106172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结点的平衡因子：该结点的左子树的深度减去它的右子树的深度。</a:t>
            </a:r>
          </a:p>
        </p:txBody>
      </p:sp>
      <p:sp>
        <p:nvSpPr>
          <p:cNvPr id="38" name="Shape 140"/>
          <p:cNvSpPr txBox="1"/>
          <p:nvPr/>
        </p:nvSpPr>
        <p:spPr>
          <a:xfrm>
            <a:off x="875735" y="5051495"/>
            <a:ext cx="7010401" cy="135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平衡二叉树所有结点的平衡因子只可能为：</a:t>
            </a:r>
          </a:p>
          <a:p>
            <a:pPr marR="57798" algn="ctr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-1，0，1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" grpId="2"/>
      <p:bldP build="whole" bldLvl="1" animBg="1" rev="0" advAuto="0" spid="3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161"/>
          <p:cNvGrpSpPr/>
          <p:nvPr/>
        </p:nvGrpSpPr>
        <p:grpSpPr>
          <a:xfrm>
            <a:off x="775828" y="1816663"/>
            <a:ext cx="4982637" cy="3898902"/>
            <a:chOff x="0" y="0"/>
            <a:chExt cx="4982636" cy="3898900"/>
          </a:xfrm>
        </p:grpSpPr>
        <p:grpSp>
          <p:nvGrpSpPr>
            <p:cNvPr id="42" name="Group 144"/>
            <p:cNvGrpSpPr/>
            <p:nvPr/>
          </p:nvGrpSpPr>
          <p:grpSpPr>
            <a:xfrm>
              <a:off x="3251201" y="0"/>
              <a:ext cx="647701" cy="647701"/>
              <a:chOff x="0" y="0"/>
              <a:chExt cx="647700" cy="647700"/>
            </a:xfrm>
          </p:grpSpPr>
          <p:sp>
            <p:nvSpPr>
              <p:cNvPr id="40" name="Shape 142"/>
              <p:cNvSpPr/>
              <p:nvPr/>
            </p:nvSpPr>
            <p:spPr>
              <a:xfrm>
                <a:off x="-1" y="-1"/>
                <a:ext cx="647701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" name="Shape 143"/>
              <p:cNvSpPr txBox="1"/>
              <p:nvPr/>
            </p:nvSpPr>
            <p:spPr>
              <a:xfrm>
                <a:off x="150661" y="1045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45" name="Group 147"/>
            <p:cNvGrpSpPr/>
            <p:nvPr/>
          </p:nvGrpSpPr>
          <p:grpSpPr>
            <a:xfrm>
              <a:off x="2167466" y="1083733"/>
              <a:ext cx="647703" cy="647703"/>
              <a:chOff x="0" y="0"/>
              <a:chExt cx="647701" cy="647701"/>
            </a:xfrm>
          </p:grpSpPr>
          <p:sp>
            <p:nvSpPr>
              <p:cNvPr id="43" name="Shape 145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" name="Shape 146"/>
              <p:cNvSpPr txBox="1"/>
              <p:nvPr/>
            </p:nvSpPr>
            <p:spPr>
              <a:xfrm>
                <a:off x="125261" y="791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48" name="Group 150"/>
            <p:cNvGrpSpPr/>
            <p:nvPr/>
          </p:nvGrpSpPr>
          <p:grpSpPr>
            <a:xfrm>
              <a:off x="4334934" y="1083733"/>
              <a:ext cx="647703" cy="647703"/>
              <a:chOff x="0" y="0"/>
              <a:chExt cx="647701" cy="647701"/>
            </a:xfrm>
          </p:grpSpPr>
          <p:sp>
            <p:nvSpPr>
              <p:cNvPr id="46" name="Shape 148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" name="Shape 149"/>
              <p:cNvSpPr txBox="1"/>
              <p:nvPr/>
            </p:nvSpPr>
            <p:spPr>
              <a:xfrm>
                <a:off x="137961" y="664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51" name="Group 153"/>
            <p:cNvGrpSpPr/>
            <p:nvPr/>
          </p:nvGrpSpPr>
          <p:grpSpPr>
            <a:xfrm>
              <a:off x="1083733" y="2167466"/>
              <a:ext cx="647703" cy="647703"/>
              <a:chOff x="0" y="0"/>
              <a:chExt cx="647701" cy="647701"/>
            </a:xfrm>
          </p:grpSpPr>
          <p:sp>
            <p:nvSpPr>
              <p:cNvPr id="49" name="Shape 151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" name="Shape 152"/>
              <p:cNvSpPr txBox="1"/>
              <p:nvPr/>
            </p:nvSpPr>
            <p:spPr>
              <a:xfrm>
                <a:off x="137961" y="791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54" name="Group 156"/>
            <p:cNvGrpSpPr/>
            <p:nvPr/>
          </p:nvGrpSpPr>
          <p:grpSpPr>
            <a:xfrm>
              <a:off x="0" y="3251200"/>
              <a:ext cx="647701" cy="647701"/>
              <a:chOff x="0" y="0"/>
              <a:chExt cx="647700" cy="647700"/>
            </a:xfrm>
          </p:grpSpPr>
          <p:sp>
            <p:nvSpPr>
              <p:cNvPr id="52" name="Shape 154"/>
              <p:cNvSpPr/>
              <p:nvPr/>
            </p:nvSpPr>
            <p:spPr>
              <a:xfrm>
                <a:off x="-1" y="-1"/>
                <a:ext cx="647701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" name="Shape 155"/>
              <p:cNvSpPr txBox="1"/>
              <p:nvPr/>
            </p:nvSpPr>
            <p:spPr>
              <a:xfrm>
                <a:off x="112561" y="791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sp>
          <p:nvSpPr>
            <p:cNvPr id="55" name="Shape 157"/>
            <p:cNvSpPr/>
            <p:nvPr/>
          </p:nvSpPr>
          <p:spPr>
            <a:xfrm flipH="1">
              <a:off x="2709334" y="541866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56" name="Shape 158"/>
            <p:cNvSpPr/>
            <p:nvPr/>
          </p:nvSpPr>
          <p:spPr>
            <a:xfrm flipH="1">
              <a:off x="1625600" y="1625600"/>
              <a:ext cx="647701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57" name="Shape 159"/>
            <p:cNvSpPr/>
            <p:nvPr/>
          </p:nvSpPr>
          <p:spPr>
            <a:xfrm flipH="1">
              <a:off x="541866" y="2709333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58" name="Shape 160"/>
            <p:cNvSpPr/>
            <p:nvPr/>
          </p:nvSpPr>
          <p:spPr>
            <a:xfrm>
              <a:off x="3793067" y="541866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60" name="Shape 162"/>
          <p:cNvSpPr txBox="1"/>
          <p:nvPr/>
        </p:nvSpPr>
        <p:spPr>
          <a:xfrm>
            <a:off x="2628617" y="5934004"/>
            <a:ext cx="18669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非平衡树</a:t>
            </a:r>
          </a:p>
        </p:txBody>
      </p:sp>
      <p:sp>
        <p:nvSpPr>
          <p:cNvPr id="61" name="Shape 163"/>
          <p:cNvSpPr/>
          <p:nvPr/>
        </p:nvSpPr>
        <p:spPr>
          <a:xfrm>
            <a:off x="6502397" y="1189848"/>
            <a:ext cx="2262" cy="794963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62" name="Shape 164"/>
          <p:cNvSpPr txBox="1"/>
          <p:nvPr/>
        </p:nvSpPr>
        <p:spPr>
          <a:xfrm>
            <a:off x="854286" y="5824783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3" name="Shape 165"/>
          <p:cNvSpPr txBox="1"/>
          <p:nvPr/>
        </p:nvSpPr>
        <p:spPr>
          <a:xfrm>
            <a:off x="1991360" y="4827411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4" name="Shape 166"/>
          <p:cNvSpPr txBox="1"/>
          <p:nvPr/>
        </p:nvSpPr>
        <p:spPr>
          <a:xfrm>
            <a:off x="3054491" y="3599179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" name="Shape 167"/>
          <p:cNvSpPr txBox="1"/>
          <p:nvPr/>
        </p:nvSpPr>
        <p:spPr>
          <a:xfrm>
            <a:off x="4104921" y="2561447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6" name="Shape 168"/>
          <p:cNvSpPr txBox="1"/>
          <p:nvPr/>
        </p:nvSpPr>
        <p:spPr>
          <a:xfrm>
            <a:off x="5275862" y="3561079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82" name="Group 184"/>
          <p:cNvGrpSpPr/>
          <p:nvPr/>
        </p:nvGrpSpPr>
        <p:grpSpPr>
          <a:xfrm>
            <a:off x="7256216" y="1816663"/>
            <a:ext cx="3898901" cy="2815171"/>
            <a:chOff x="0" y="0"/>
            <a:chExt cx="3898900" cy="2815169"/>
          </a:xfrm>
        </p:grpSpPr>
        <p:grpSp>
          <p:nvGrpSpPr>
            <p:cNvPr id="69" name="Group 171"/>
            <p:cNvGrpSpPr/>
            <p:nvPr/>
          </p:nvGrpSpPr>
          <p:grpSpPr>
            <a:xfrm>
              <a:off x="2167466" y="-1"/>
              <a:ext cx="647703" cy="647701"/>
              <a:chOff x="0" y="0"/>
              <a:chExt cx="647701" cy="647700"/>
            </a:xfrm>
          </p:grpSpPr>
          <p:sp>
            <p:nvSpPr>
              <p:cNvPr id="67" name="Shape 169"/>
              <p:cNvSpPr/>
              <p:nvPr/>
            </p:nvSpPr>
            <p:spPr>
              <a:xfrm>
                <a:off x="0" y="-1"/>
                <a:ext cx="647702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" name="Shape 170"/>
              <p:cNvSpPr txBox="1"/>
              <p:nvPr/>
            </p:nvSpPr>
            <p:spPr>
              <a:xfrm>
                <a:off x="137961" y="791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72" name="Group 174"/>
            <p:cNvGrpSpPr/>
            <p:nvPr/>
          </p:nvGrpSpPr>
          <p:grpSpPr>
            <a:xfrm>
              <a:off x="1083733" y="1083733"/>
              <a:ext cx="647703" cy="647703"/>
              <a:chOff x="0" y="0"/>
              <a:chExt cx="647701" cy="647701"/>
            </a:xfrm>
          </p:grpSpPr>
          <p:sp>
            <p:nvSpPr>
              <p:cNvPr id="70" name="Shape 172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" name="Shape 173"/>
              <p:cNvSpPr txBox="1"/>
              <p:nvPr/>
            </p:nvSpPr>
            <p:spPr>
              <a:xfrm>
                <a:off x="125261" y="918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75" name="Group 177"/>
            <p:cNvGrpSpPr/>
            <p:nvPr/>
          </p:nvGrpSpPr>
          <p:grpSpPr>
            <a:xfrm>
              <a:off x="3251200" y="1083733"/>
              <a:ext cx="647701" cy="647703"/>
              <a:chOff x="0" y="0"/>
              <a:chExt cx="647700" cy="647701"/>
            </a:xfrm>
          </p:grpSpPr>
          <p:sp>
            <p:nvSpPr>
              <p:cNvPr id="73" name="Shape 175"/>
              <p:cNvSpPr/>
              <p:nvPr/>
            </p:nvSpPr>
            <p:spPr>
              <a:xfrm>
                <a:off x="-1" y="0"/>
                <a:ext cx="647701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" name="Shape 176"/>
              <p:cNvSpPr txBox="1"/>
              <p:nvPr/>
            </p:nvSpPr>
            <p:spPr>
              <a:xfrm>
                <a:off x="137960" y="791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78" name="Group 180"/>
            <p:cNvGrpSpPr/>
            <p:nvPr/>
          </p:nvGrpSpPr>
          <p:grpSpPr>
            <a:xfrm>
              <a:off x="0" y="2167467"/>
              <a:ext cx="647701" cy="647703"/>
              <a:chOff x="0" y="0"/>
              <a:chExt cx="647700" cy="647701"/>
            </a:xfrm>
          </p:grpSpPr>
          <p:sp>
            <p:nvSpPr>
              <p:cNvPr id="76" name="Shape 178"/>
              <p:cNvSpPr/>
              <p:nvPr/>
            </p:nvSpPr>
            <p:spPr>
              <a:xfrm>
                <a:off x="-1" y="0"/>
                <a:ext cx="647701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" name="Shape 179"/>
              <p:cNvSpPr txBox="1"/>
              <p:nvPr/>
            </p:nvSpPr>
            <p:spPr>
              <a:xfrm>
                <a:off x="137961" y="664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79" name="Shape 181"/>
            <p:cNvSpPr/>
            <p:nvPr/>
          </p:nvSpPr>
          <p:spPr>
            <a:xfrm flipH="1">
              <a:off x="1625600" y="541866"/>
              <a:ext cx="647701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0" name="Shape 182"/>
            <p:cNvSpPr/>
            <p:nvPr/>
          </p:nvSpPr>
          <p:spPr>
            <a:xfrm flipH="1">
              <a:off x="541866" y="1625600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81" name="Shape 183"/>
            <p:cNvSpPr/>
            <p:nvPr/>
          </p:nvSpPr>
          <p:spPr>
            <a:xfrm>
              <a:off x="2709333" y="541866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83" name="Shape 185"/>
          <p:cNvSpPr txBox="1"/>
          <p:nvPr/>
        </p:nvSpPr>
        <p:spPr>
          <a:xfrm>
            <a:off x="7378700" y="4666825"/>
            <a:ext cx="520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4" name="Shape 186"/>
          <p:cNvSpPr txBox="1"/>
          <p:nvPr/>
        </p:nvSpPr>
        <p:spPr>
          <a:xfrm>
            <a:off x="10684650" y="3563337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5" name="Shape 187"/>
          <p:cNvSpPr txBox="1"/>
          <p:nvPr/>
        </p:nvSpPr>
        <p:spPr>
          <a:xfrm>
            <a:off x="8511539" y="3518463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6" name="Shape 188"/>
          <p:cNvSpPr txBox="1"/>
          <p:nvPr/>
        </p:nvSpPr>
        <p:spPr>
          <a:xfrm>
            <a:off x="9534876" y="2510647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7" name="Shape 189"/>
          <p:cNvSpPr txBox="1"/>
          <p:nvPr/>
        </p:nvSpPr>
        <p:spPr>
          <a:xfrm>
            <a:off x="8952089" y="5934004"/>
            <a:ext cx="14478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平衡树</a:t>
            </a:r>
          </a:p>
        </p:txBody>
      </p:sp>
      <p:sp>
        <p:nvSpPr>
          <p:cNvPr id="88" name="Shape 19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平衡二叉树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2" grpId="8"/>
      <p:bldP build="whole" bldLvl="1" animBg="1" rev="0" advAuto="0" spid="84" grpId="12"/>
      <p:bldP build="whole" bldLvl="1" animBg="1" rev="0" advAuto="0" spid="85" grpId="11"/>
      <p:bldP build="whole" bldLvl="1" animBg="1" rev="0" advAuto="0" spid="66" grpId="6"/>
      <p:bldP build="whole" bldLvl="1" animBg="1" rev="0" advAuto="0" spid="87" grpId="9"/>
      <p:bldP build="whole" bldLvl="1" animBg="1" rev="0" advAuto="0" spid="63" grpId="4"/>
      <p:bldP build="whole" bldLvl="1" animBg="1" rev="0" advAuto="0" spid="83" grpId="10"/>
      <p:bldP build="whole" bldLvl="1" animBg="1" rev="0" advAuto="0" spid="60" grpId="2"/>
      <p:bldP build="whole" bldLvl="1" animBg="1" rev="0" advAuto="0" spid="65" grpId="7"/>
      <p:bldP build="whole" bldLvl="1" animBg="1" rev="0" advAuto="0" spid="86" grpId="13"/>
      <p:bldP build="whole" bldLvl="1" animBg="1" rev="0" advAuto="0" spid="64" grpId="5"/>
      <p:bldP build="whole" bldLvl="1" animBg="1" rev="0" advAuto="0" spid="59" grpId="1"/>
      <p:bldP build="whole" bldLvl="1" animBg="1" rev="0" advAuto="0" spid="62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2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不平衡的原因</a:t>
            </a:r>
          </a:p>
        </p:txBody>
      </p:sp>
      <p:sp>
        <p:nvSpPr>
          <p:cNvPr id="91" name="Shape 213"/>
          <p:cNvSpPr txBox="1"/>
          <p:nvPr/>
        </p:nvSpPr>
        <p:spPr>
          <a:xfrm>
            <a:off x="434650" y="1278747"/>
            <a:ext cx="1099717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1、插入操作可能引起以插入结点的父结点为根的子树的</a:t>
            </a:r>
            <a:r>
              <a:rPr>
                <a:solidFill>
                  <a:schemeClr val="accent5"/>
                </a:solidFill>
              </a:rPr>
              <a:t>深度</a:t>
            </a:r>
            <a:r>
              <a:t>发生变化：</a:t>
            </a:r>
          </a:p>
        </p:txBody>
      </p:sp>
      <p:sp>
        <p:nvSpPr>
          <p:cNvPr id="92" name="空树"/>
          <p:cNvSpPr txBox="1"/>
          <p:nvPr/>
        </p:nvSpPr>
        <p:spPr>
          <a:xfrm>
            <a:off x="909630" y="1971880"/>
            <a:ext cx="781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空树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2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不平衡的原因</a:t>
            </a:r>
          </a:p>
        </p:txBody>
      </p:sp>
      <p:sp>
        <p:nvSpPr>
          <p:cNvPr id="95" name="Shape 213"/>
          <p:cNvSpPr txBox="1"/>
          <p:nvPr/>
        </p:nvSpPr>
        <p:spPr>
          <a:xfrm>
            <a:off x="434650" y="1278747"/>
            <a:ext cx="1099717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1、插入操作可能引起以插入结点的父结点为根的子树的</a:t>
            </a:r>
            <a:r>
              <a:rPr>
                <a:solidFill>
                  <a:schemeClr val="accent5"/>
                </a:solidFill>
              </a:rPr>
              <a:t>深度</a:t>
            </a:r>
            <a:r>
              <a:t>发生变化：</a:t>
            </a:r>
          </a:p>
        </p:txBody>
      </p:sp>
      <p:grpSp>
        <p:nvGrpSpPr>
          <p:cNvPr id="100" name="Group 319"/>
          <p:cNvGrpSpPr/>
          <p:nvPr/>
        </p:nvGrpSpPr>
        <p:grpSpPr>
          <a:xfrm>
            <a:off x="3957199" y="2512555"/>
            <a:ext cx="555981" cy="1043510"/>
            <a:chOff x="0" y="0"/>
            <a:chExt cx="555979" cy="1043509"/>
          </a:xfrm>
        </p:grpSpPr>
        <p:grpSp>
          <p:nvGrpSpPr>
            <p:cNvPr id="98" name="Group 317"/>
            <p:cNvGrpSpPr/>
            <p:nvPr/>
          </p:nvGrpSpPr>
          <p:grpSpPr>
            <a:xfrm>
              <a:off x="0" y="-1"/>
              <a:ext cx="546102" cy="546101"/>
              <a:chOff x="0" y="0"/>
              <a:chExt cx="546101" cy="546100"/>
            </a:xfrm>
          </p:grpSpPr>
          <p:sp>
            <p:nvSpPr>
              <p:cNvPr id="96" name="Shape 315"/>
              <p:cNvSpPr/>
              <p:nvPr/>
            </p:nvSpPr>
            <p:spPr>
              <a:xfrm>
                <a:off x="0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" name="Shape 316"/>
              <p:cNvSpPr txBox="1"/>
              <p:nvPr/>
            </p:nvSpPr>
            <p:spPr>
              <a:xfrm>
                <a:off x="800" y="251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sp>
          <p:nvSpPr>
            <p:cNvPr id="99" name="Shape 318"/>
            <p:cNvSpPr txBox="1"/>
            <p:nvPr/>
          </p:nvSpPr>
          <p:spPr>
            <a:xfrm>
              <a:off x="124178" y="550615"/>
              <a:ext cx="4318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103" name="Group 322"/>
          <p:cNvGrpSpPr/>
          <p:nvPr/>
        </p:nvGrpSpPr>
        <p:grpSpPr>
          <a:xfrm>
            <a:off x="5434002" y="2503590"/>
            <a:ext cx="552639" cy="546101"/>
            <a:chOff x="0" y="0"/>
            <a:chExt cx="552637" cy="546099"/>
          </a:xfrm>
        </p:grpSpPr>
        <p:sp>
          <p:nvSpPr>
            <p:cNvPr id="101" name="Shape 320"/>
            <p:cNvSpPr/>
            <p:nvPr/>
          </p:nvSpPr>
          <p:spPr>
            <a:xfrm>
              <a:off x="6536" y="0"/>
              <a:ext cx="546102" cy="54610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" name="Shape 321"/>
            <p:cNvSpPr txBox="1"/>
            <p:nvPr/>
          </p:nvSpPr>
          <p:spPr>
            <a:xfrm>
              <a:off x="0" y="2511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sp>
        <p:nvSpPr>
          <p:cNvPr id="104" name="Shape 323"/>
          <p:cNvSpPr txBox="1"/>
          <p:nvPr/>
        </p:nvSpPr>
        <p:spPr>
          <a:xfrm>
            <a:off x="5557379" y="3016105"/>
            <a:ext cx="431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107" name="Group 326"/>
          <p:cNvGrpSpPr/>
          <p:nvPr/>
        </p:nvGrpSpPr>
        <p:grpSpPr>
          <a:xfrm>
            <a:off x="4819886" y="3323164"/>
            <a:ext cx="557154" cy="546103"/>
            <a:chOff x="0" y="0"/>
            <a:chExt cx="557152" cy="546101"/>
          </a:xfrm>
        </p:grpSpPr>
        <p:sp>
          <p:nvSpPr>
            <p:cNvPr id="105" name="Shape 324"/>
            <p:cNvSpPr/>
            <p:nvPr/>
          </p:nvSpPr>
          <p:spPr>
            <a:xfrm>
              <a:off x="11051" y="0"/>
              <a:ext cx="546103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" name="Shape 325"/>
            <p:cNvSpPr txBox="1"/>
            <p:nvPr/>
          </p:nvSpPr>
          <p:spPr>
            <a:xfrm>
              <a:off x="0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40</a:t>
              </a:r>
            </a:p>
          </p:txBody>
        </p:sp>
      </p:grpSp>
      <p:sp>
        <p:nvSpPr>
          <p:cNvPr id="108" name="Shape 327"/>
          <p:cNvSpPr/>
          <p:nvPr/>
        </p:nvSpPr>
        <p:spPr>
          <a:xfrm flipH="1">
            <a:off x="5235927" y="3016106"/>
            <a:ext cx="304802" cy="33866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9" name="Shape 328"/>
          <p:cNvSpPr txBox="1"/>
          <p:nvPr/>
        </p:nvSpPr>
        <p:spPr>
          <a:xfrm>
            <a:off x="4919838" y="3852895"/>
            <a:ext cx="431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10" name="Shape 330"/>
          <p:cNvSpPr/>
          <p:nvPr/>
        </p:nvSpPr>
        <p:spPr>
          <a:xfrm>
            <a:off x="7158991" y="3016106"/>
            <a:ext cx="408659" cy="40866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13" name="Group 333"/>
          <p:cNvGrpSpPr/>
          <p:nvPr/>
        </p:nvGrpSpPr>
        <p:grpSpPr>
          <a:xfrm>
            <a:off x="6748074" y="2503590"/>
            <a:ext cx="547974" cy="546101"/>
            <a:chOff x="0" y="0"/>
            <a:chExt cx="547973" cy="546099"/>
          </a:xfrm>
        </p:grpSpPr>
        <p:sp>
          <p:nvSpPr>
            <p:cNvPr id="111" name="Shape 331"/>
            <p:cNvSpPr/>
            <p:nvPr/>
          </p:nvSpPr>
          <p:spPr>
            <a:xfrm>
              <a:off x="0" y="0"/>
              <a:ext cx="546102" cy="54610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" name="Shape 332"/>
            <p:cNvSpPr txBox="1"/>
            <p:nvPr/>
          </p:nvSpPr>
          <p:spPr>
            <a:xfrm>
              <a:off x="20274" y="2511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sp>
        <p:nvSpPr>
          <p:cNvPr id="114" name="Shape 334"/>
          <p:cNvSpPr txBox="1"/>
          <p:nvPr/>
        </p:nvSpPr>
        <p:spPr>
          <a:xfrm>
            <a:off x="6704561" y="2979133"/>
            <a:ext cx="635001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-1</a:t>
            </a:r>
          </a:p>
        </p:txBody>
      </p:sp>
      <p:grpSp>
        <p:nvGrpSpPr>
          <p:cNvPr id="117" name="Group 337"/>
          <p:cNvGrpSpPr/>
          <p:nvPr/>
        </p:nvGrpSpPr>
        <p:grpSpPr>
          <a:xfrm>
            <a:off x="7357065" y="3323164"/>
            <a:ext cx="551229" cy="546103"/>
            <a:chOff x="0" y="0"/>
            <a:chExt cx="551228" cy="546101"/>
          </a:xfrm>
        </p:grpSpPr>
        <p:sp>
          <p:nvSpPr>
            <p:cNvPr id="115" name="Shape 335"/>
            <p:cNvSpPr/>
            <p:nvPr/>
          </p:nvSpPr>
          <p:spPr>
            <a:xfrm>
              <a:off x="5126" y="0"/>
              <a:ext cx="546103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" name="Shape 336"/>
            <p:cNvSpPr txBox="1"/>
            <p:nvPr/>
          </p:nvSpPr>
          <p:spPr>
            <a:xfrm>
              <a:off x="-1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</p:grpSp>
      <p:sp>
        <p:nvSpPr>
          <p:cNvPr id="118" name="Shape 338"/>
          <p:cNvSpPr txBox="1"/>
          <p:nvPr/>
        </p:nvSpPr>
        <p:spPr>
          <a:xfrm>
            <a:off x="7421739" y="3840195"/>
            <a:ext cx="431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123" name="Group 287"/>
          <p:cNvGrpSpPr/>
          <p:nvPr/>
        </p:nvGrpSpPr>
        <p:grpSpPr>
          <a:xfrm>
            <a:off x="4271878" y="5079430"/>
            <a:ext cx="852878" cy="1065392"/>
            <a:chOff x="0" y="0"/>
            <a:chExt cx="852877" cy="1065390"/>
          </a:xfrm>
        </p:grpSpPr>
        <p:sp>
          <p:nvSpPr>
            <p:cNvPr id="119" name="Shape 283"/>
            <p:cNvSpPr/>
            <p:nvPr/>
          </p:nvSpPr>
          <p:spPr>
            <a:xfrm>
              <a:off x="-1" y="0"/>
              <a:ext cx="582509" cy="558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22" name="Group 286"/>
            <p:cNvGrpSpPr/>
            <p:nvPr/>
          </p:nvGrpSpPr>
          <p:grpSpPr>
            <a:xfrm>
              <a:off x="301650" y="519288"/>
              <a:ext cx="551228" cy="546103"/>
              <a:chOff x="0" y="0"/>
              <a:chExt cx="551226" cy="546101"/>
            </a:xfrm>
          </p:grpSpPr>
          <p:sp>
            <p:nvSpPr>
              <p:cNvPr id="120" name="Shape 284"/>
              <p:cNvSpPr/>
              <p:nvPr/>
            </p:nvSpPr>
            <p:spPr>
              <a:xfrm>
                <a:off x="5125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1" name="Shape 285"/>
              <p:cNvSpPr txBox="1"/>
              <p:nvPr/>
            </p:nvSpPr>
            <p:spPr>
              <a:xfrm>
                <a:off x="0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</p:grpSp>
      <p:grpSp>
        <p:nvGrpSpPr>
          <p:cNvPr id="131" name="Group 295"/>
          <p:cNvGrpSpPr/>
          <p:nvPr/>
        </p:nvGrpSpPr>
        <p:grpSpPr>
          <a:xfrm>
            <a:off x="3273894" y="4584976"/>
            <a:ext cx="1161008" cy="1573392"/>
            <a:chOff x="0" y="0"/>
            <a:chExt cx="1161007" cy="1573391"/>
          </a:xfrm>
        </p:grpSpPr>
        <p:sp>
          <p:nvSpPr>
            <p:cNvPr id="124" name="Shape 288"/>
            <p:cNvSpPr/>
            <p:nvPr/>
          </p:nvSpPr>
          <p:spPr>
            <a:xfrm flipH="1">
              <a:off x="337583" y="514773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27" name="Group 291"/>
            <p:cNvGrpSpPr/>
            <p:nvPr/>
          </p:nvGrpSpPr>
          <p:grpSpPr>
            <a:xfrm>
              <a:off x="613033" y="-1"/>
              <a:ext cx="547975" cy="546101"/>
              <a:chOff x="0" y="0"/>
              <a:chExt cx="547974" cy="546100"/>
            </a:xfrm>
          </p:grpSpPr>
          <p:sp>
            <p:nvSpPr>
              <p:cNvPr id="125" name="Shape 289"/>
              <p:cNvSpPr/>
              <p:nvPr/>
            </p:nvSpPr>
            <p:spPr>
              <a:xfrm>
                <a:off x="0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6" name="Shape 290"/>
              <p:cNvSpPr txBox="1"/>
              <p:nvPr/>
            </p:nvSpPr>
            <p:spPr>
              <a:xfrm>
                <a:off x="20275" y="3781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30" name="Group 294"/>
            <p:cNvGrpSpPr/>
            <p:nvPr/>
          </p:nvGrpSpPr>
          <p:grpSpPr>
            <a:xfrm>
              <a:off x="-1" y="1027289"/>
              <a:ext cx="576629" cy="546103"/>
              <a:chOff x="0" y="0"/>
              <a:chExt cx="576627" cy="546101"/>
            </a:xfrm>
          </p:grpSpPr>
          <p:sp>
            <p:nvSpPr>
              <p:cNvPr id="128" name="Shape 292"/>
              <p:cNvSpPr/>
              <p:nvPr/>
            </p:nvSpPr>
            <p:spPr>
              <a:xfrm>
                <a:off x="305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9" name="Shape 293"/>
              <p:cNvSpPr txBox="1"/>
              <p:nvPr/>
            </p:nvSpPr>
            <p:spPr>
              <a:xfrm>
                <a:off x="0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</p:grpSp>
      <p:sp>
        <p:nvSpPr>
          <p:cNvPr id="132" name="Shape 296"/>
          <p:cNvSpPr txBox="1"/>
          <p:nvPr/>
        </p:nvSpPr>
        <p:spPr>
          <a:xfrm>
            <a:off x="4010822" y="5081123"/>
            <a:ext cx="3556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" name="Shape 297"/>
          <p:cNvSpPr txBox="1"/>
          <p:nvPr/>
        </p:nvSpPr>
        <p:spPr>
          <a:xfrm>
            <a:off x="3981189" y="5081123"/>
            <a:ext cx="5080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138" name="Group 302"/>
          <p:cNvGrpSpPr/>
          <p:nvPr/>
        </p:nvGrpSpPr>
        <p:grpSpPr>
          <a:xfrm>
            <a:off x="7351441" y="5163249"/>
            <a:ext cx="743986" cy="1058620"/>
            <a:chOff x="0" y="0"/>
            <a:chExt cx="743984" cy="1058618"/>
          </a:xfrm>
        </p:grpSpPr>
        <p:sp>
          <p:nvSpPr>
            <p:cNvPr id="134" name="Shape 298"/>
            <p:cNvSpPr/>
            <p:nvPr/>
          </p:nvSpPr>
          <p:spPr>
            <a:xfrm flipH="1">
              <a:off x="312183" y="-1"/>
              <a:ext cx="431802" cy="546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37" name="Group 301"/>
            <p:cNvGrpSpPr/>
            <p:nvPr/>
          </p:nvGrpSpPr>
          <p:grpSpPr>
            <a:xfrm>
              <a:off x="0" y="512516"/>
              <a:ext cx="551228" cy="546103"/>
              <a:chOff x="0" y="0"/>
              <a:chExt cx="551227" cy="546101"/>
            </a:xfrm>
          </p:grpSpPr>
          <p:sp>
            <p:nvSpPr>
              <p:cNvPr id="135" name="Shape 299"/>
              <p:cNvSpPr/>
              <p:nvPr/>
            </p:nvSpPr>
            <p:spPr>
              <a:xfrm>
                <a:off x="51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6" name="Shape 300"/>
              <p:cNvSpPr txBox="1"/>
              <p:nvPr/>
            </p:nvSpPr>
            <p:spPr>
              <a:xfrm>
                <a:off x="-1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</p:grpSp>
      <p:grpSp>
        <p:nvGrpSpPr>
          <p:cNvPr id="146" name="Group 310"/>
          <p:cNvGrpSpPr/>
          <p:nvPr/>
        </p:nvGrpSpPr>
        <p:grpSpPr>
          <a:xfrm>
            <a:off x="7939072" y="4648476"/>
            <a:ext cx="1230211" cy="1546299"/>
            <a:chOff x="0" y="0"/>
            <a:chExt cx="1230209" cy="1546298"/>
          </a:xfrm>
        </p:grpSpPr>
        <p:sp>
          <p:nvSpPr>
            <p:cNvPr id="139" name="Shape 303"/>
            <p:cNvSpPr/>
            <p:nvPr/>
          </p:nvSpPr>
          <p:spPr>
            <a:xfrm>
              <a:off x="390595" y="494453"/>
              <a:ext cx="582509" cy="5588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42" name="Group 306"/>
            <p:cNvGrpSpPr/>
            <p:nvPr/>
          </p:nvGrpSpPr>
          <p:grpSpPr>
            <a:xfrm>
              <a:off x="0" y="0"/>
              <a:ext cx="547975" cy="546100"/>
              <a:chOff x="0" y="0"/>
              <a:chExt cx="547974" cy="546099"/>
            </a:xfrm>
          </p:grpSpPr>
          <p:sp>
            <p:nvSpPr>
              <p:cNvPr id="140" name="Shape 304"/>
              <p:cNvSpPr/>
              <p:nvPr/>
            </p:nvSpPr>
            <p:spPr>
              <a:xfrm>
                <a:off x="0" y="0"/>
                <a:ext cx="546102" cy="5461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1" name="Shape 305"/>
              <p:cNvSpPr txBox="1"/>
              <p:nvPr/>
            </p:nvSpPr>
            <p:spPr>
              <a:xfrm>
                <a:off x="20275" y="378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45" name="Group 309"/>
            <p:cNvGrpSpPr/>
            <p:nvPr/>
          </p:nvGrpSpPr>
          <p:grpSpPr>
            <a:xfrm>
              <a:off x="684107" y="1000196"/>
              <a:ext cx="546103" cy="546103"/>
              <a:chOff x="0" y="0"/>
              <a:chExt cx="546101" cy="546101"/>
            </a:xfrm>
          </p:grpSpPr>
          <p:sp>
            <p:nvSpPr>
              <p:cNvPr id="143" name="Shape 307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" name="Shape 308"/>
              <p:cNvSpPr txBox="1"/>
              <p:nvPr/>
            </p:nvSpPr>
            <p:spPr>
              <a:xfrm>
                <a:off x="7573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</p:grpSp>
      <p:sp>
        <p:nvSpPr>
          <p:cNvPr id="147" name="Shape 311"/>
          <p:cNvSpPr txBox="1"/>
          <p:nvPr/>
        </p:nvSpPr>
        <p:spPr>
          <a:xfrm>
            <a:off x="7974915" y="5120069"/>
            <a:ext cx="5207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-1</a:t>
            </a:r>
          </a:p>
        </p:txBody>
      </p:sp>
      <p:sp>
        <p:nvSpPr>
          <p:cNvPr id="148" name="Shape 312"/>
          <p:cNvSpPr txBox="1"/>
          <p:nvPr/>
        </p:nvSpPr>
        <p:spPr>
          <a:xfrm>
            <a:off x="8059581" y="5115554"/>
            <a:ext cx="6350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9" name="Shape 323"/>
          <p:cNvSpPr txBox="1"/>
          <p:nvPr/>
        </p:nvSpPr>
        <p:spPr>
          <a:xfrm>
            <a:off x="5527440" y="3016105"/>
            <a:ext cx="4318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0" name="Shape 334"/>
          <p:cNvSpPr txBox="1"/>
          <p:nvPr/>
        </p:nvSpPr>
        <p:spPr>
          <a:xfrm>
            <a:off x="6818861" y="2990218"/>
            <a:ext cx="635001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xit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23" dur="1000" fill="hold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xit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48" dur="1000" fill="hold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xit" nodeType="clickEffect" presetSubtype="2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67" dur="100" fill="hold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"/>
                            </p:stCondLst>
                            <p:childTnLst>
                              <p:par>
                                <p:cTn id="70" presetClass="entr" nodeType="after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after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xit" nodeType="clickEffect" presetSubtype="2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86" dur="100" fill="hold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"/>
                            </p:stCondLst>
                            <p:childTnLst>
                              <p:par>
                                <p:cTn id="89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7" grpId="11"/>
      <p:bldP build="whole" bldLvl="1" animBg="1" rev="0" advAuto="0" spid="146" grpId="20"/>
      <p:bldP build="whole" bldLvl="1" animBg="1" rev="0" advAuto="0" spid="150" grpId="13"/>
      <p:bldP build="whole" bldLvl="1" animBg="1" rev="0" advAuto="0" spid="118" grpId="12"/>
      <p:bldP build="whole" bldLvl="1" animBg="1" rev="0" advAuto="0" spid="109" grpId="5"/>
      <p:bldP build="whole" bldLvl="1" animBg="1" rev="0" advAuto="0" spid="110" grpId="10"/>
      <p:bldP build="whole" bldLvl="1" animBg="1" rev="0" advAuto="0" spid="131" grpId="15"/>
      <p:bldP build="whole" bldLvl="1" animBg="1" rev="0" advAuto="0" spid="104" grpId="7"/>
      <p:bldP build="whole" bldLvl="1" animBg="1" rev="0" advAuto="0" spid="148" grpId="24"/>
      <p:bldP build="whole" bldLvl="1" animBg="1" rev="0" advAuto="0" spid="103" grpId="1"/>
      <p:bldP build="whole" bldLvl="1" animBg="1" rev="0" advAuto="0" spid="113" grpId="8"/>
      <p:bldP build="whole" bldLvl="1" animBg="1" rev="0" advAuto="0" spid="114" grpId="14"/>
      <p:bldP build="whole" bldLvl="1" animBg="1" rev="0" advAuto="0" spid="108" grpId="3"/>
      <p:bldP build="whole" bldLvl="1" animBg="1" rev="0" advAuto="0" spid="138" grpId="22"/>
      <p:bldP build="whole" bldLvl="1" animBg="1" rev="0" advAuto="0" spid="133" grpId="19"/>
      <p:bldP build="whole" bldLvl="1" animBg="1" rev="0" advAuto="0" spid="107" grpId="4"/>
      <p:bldP build="whole" bldLvl="1" animBg="1" rev="0" advAuto="0" spid="132" grpId="16"/>
      <p:bldP build="whole" bldLvl="1" animBg="1" rev="0" advAuto="0" spid="147" grpId="21"/>
      <p:bldP build="whole" bldLvl="1" animBg="1" rev="0" advAuto="0" spid="132" grpId="18"/>
      <p:bldP build="whole" bldLvl="1" animBg="1" rev="0" advAuto="0" spid="149" grpId="2"/>
      <p:bldP build="whole" bldLvl="1" animBg="1" rev="0" advAuto="0" spid="123" grpId="17"/>
      <p:bldP build="whole" bldLvl="1" animBg="1" rev="0" advAuto="0" spid="147" grpId="23"/>
      <p:bldP build="whole" bldLvl="1" animBg="1" rev="0" advAuto="0" spid="149" grpId="6"/>
      <p:bldP build="whole" bldLvl="1" animBg="1" rev="0" advAuto="0" spid="150" grpId="9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343"/>
          <p:cNvSpPr/>
          <p:nvPr/>
        </p:nvSpPr>
        <p:spPr>
          <a:xfrm flipH="1">
            <a:off x="2893940" y="5280967"/>
            <a:ext cx="367725" cy="58807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72" name="Group 363"/>
          <p:cNvGrpSpPr/>
          <p:nvPr/>
        </p:nvGrpSpPr>
        <p:grpSpPr>
          <a:xfrm>
            <a:off x="3090855" y="2770010"/>
            <a:ext cx="2202927" cy="2575846"/>
            <a:chOff x="0" y="0"/>
            <a:chExt cx="2202925" cy="2575845"/>
          </a:xfrm>
        </p:grpSpPr>
        <p:sp>
          <p:nvSpPr>
            <p:cNvPr id="153" name="Shape 344"/>
            <p:cNvSpPr/>
            <p:nvPr/>
          </p:nvSpPr>
          <p:spPr>
            <a:xfrm flipH="1">
              <a:off x="926310" y="538636"/>
              <a:ext cx="324298" cy="54441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4" name="Shape 345"/>
            <p:cNvSpPr/>
            <p:nvPr/>
          </p:nvSpPr>
          <p:spPr>
            <a:xfrm>
              <a:off x="1437640" y="494453"/>
              <a:ext cx="367502" cy="52217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57" name="Group 348"/>
            <p:cNvGrpSpPr/>
            <p:nvPr/>
          </p:nvGrpSpPr>
          <p:grpSpPr>
            <a:xfrm>
              <a:off x="1080346" y="0"/>
              <a:ext cx="552773" cy="546101"/>
              <a:chOff x="0" y="0"/>
              <a:chExt cx="552771" cy="546100"/>
            </a:xfrm>
          </p:grpSpPr>
          <p:sp>
            <p:nvSpPr>
              <p:cNvPr id="155" name="Shape 346"/>
              <p:cNvSpPr/>
              <p:nvPr/>
            </p:nvSpPr>
            <p:spPr>
              <a:xfrm>
                <a:off x="0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" name="Shape 347"/>
              <p:cNvSpPr txBox="1"/>
              <p:nvPr/>
            </p:nvSpPr>
            <p:spPr>
              <a:xfrm>
                <a:off x="25072" y="378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60" name="Group 351"/>
            <p:cNvGrpSpPr/>
            <p:nvPr/>
          </p:nvGrpSpPr>
          <p:grpSpPr>
            <a:xfrm>
              <a:off x="1654951" y="1000195"/>
              <a:ext cx="547975" cy="546103"/>
              <a:chOff x="0" y="0"/>
              <a:chExt cx="547974" cy="546101"/>
            </a:xfrm>
          </p:grpSpPr>
          <p:sp>
            <p:nvSpPr>
              <p:cNvPr id="158" name="Shape 349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9" name="Shape 350"/>
              <p:cNvSpPr txBox="1"/>
              <p:nvPr/>
            </p:nvSpPr>
            <p:spPr>
              <a:xfrm>
                <a:off x="20275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grpSp>
          <p:nvGrpSpPr>
            <p:cNvPr id="163" name="Group 354"/>
            <p:cNvGrpSpPr/>
            <p:nvPr/>
          </p:nvGrpSpPr>
          <p:grpSpPr>
            <a:xfrm>
              <a:off x="572911" y="1009226"/>
              <a:ext cx="547974" cy="546103"/>
              <a:chOff x="0" y="0"/>
              <a:chExt cx="547973" cy="546101"/>
            </a:xfrm>
          </p:grpSpPr>
          <p:sp>
            <p:nvSpPr>
              <p:cNvPr id="161" name="Shape 352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" name="Shape 353"/>
              <p:cNvSpPr txBox="1"/>
              <p:nvPr/>
            </p:nvSpPr>
            <p:spPr>
              <a:xfrm>
                <a:off x="20274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164" name="Shape 355"/>
            <p:cNvSpPr/>
            <p:nvPr/>
          </p:nvSpPr>
          <p:spPr>
            <a:xfrm flipH="1">
              <a:off x="389188" y="1534297"/>
              <a:ext cx="348638" cy="52844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" name="Shape 356"/>
            <p:cNvSpPr/>
            <p:nvPr/>
          </p:nvSpPr>
          <p:spPr>
            <a:xfrm>
              <a:off x="940929" y="1514970"/>
              <a:ext cx="421597" cy="53561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68" name="Group 359"/>
            <p:cNvGrpSpPr/>
            <p:nvPr/>
          </p:nvGrpSpPr>
          <p:grpSpPr>
            <a:xfrm>
              <a:off x="1234440" y="2020712"/>
              <a:ext cx="547975" cy="546103"/>
              <a:chOff x="0" y="0"/>
              <a:chExt cx="547974" cy="546101"/>
            </a:xfrm>
          </p:grpSpPr>
          <p:sp>
            <p:nvSpPr>
              <p:cNvPr id="166" name="Shape 357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" name="Shape 358"/>
              <p:cNvSpPr txBox="1"/>
              <p:nvPr/>
            </p:nvSpPr>
            <p:spPr>
              <a:xfrm>
                <a:off x="20275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45</a:t>
                </a:r>
              </a:p>
            </p:txBody>
          </p:sp>
        </p:grpSp>
        <p:grpSp>
          <p:nvGrpSpPr>
            <p:cNvPr id="171" name="Group 362"/>
            <p:cNvGrpSpPr/>
            <p:nvPr/>
          </p:nvGrpSpPr>
          <p:grpSpPr>
            <a:xfrm>
              <a:off x="-1" y="2029743"/>
              <a:ext cx="547975" cy="546103"/>
              <a:chOff x="0" y="0"/>
              <a:chExt cx="547974" cy="546101"/>
            </a:xfrm>
          </p:grpSpPr>
          <p:sp>
            <p:nvSpPr>
              <p:cNvPr id="169" name="Shape 360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0" name="Shape 361"/>
              <p:cNvSpPr txBox="1"/>
              <p:nvPr/>
            </p:nvSpPr>
            <p:spPr>
              <a:xfrm>
                <a:off x="20275" y="37817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35</a:t>
                </a:r>
              </a:p>
            </p:txBody>
          </p:sp>
        </p:grpSp>
      </p:grpSp>
      <p:grpSp>
        <p:nvGrpSpPr>
          <p:cNvPr id="175" name="Group 366"/>
          <p:cNvGrpSpPr/>
          <p:nvPr/>
        </p:nvGrpSpPr>
        <p:grpSpPr>
          <a:xfrm>
            <a:off x="2527540" y="5803900"/>
            <a:ext cx="547974" cy="546100"/>
            <a:chOff x="0" y="0"/>
            <a:chExt cx="547973" cy="546100"/>
          </a:xfrm>
        </p:grpSpPr>
        <p:sp>
          <p:nvSpPr>
            <p:cNvPr id="173" name="Shape 364"/>
            <p:cNvSpPr/>
            <p:nvPr/>
          </p:nvSpPr>
          <p:spPr>
            <a:xfrm>
              <a:off x="0" y="0"/>
              <a:ext cx="546102" cy="54610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" name="Shape 365"/>
            <p:cNvSpPr txBox="1"/>
            <p:nvPr/>
          </p:nvSpPr>
          <p:spPr>
            <a:xfrm>
              <a:off x="20274" y="40639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20</a:t>
              </a:r>
            </a:p>
          </p:txBody>
        </p:sp>
      </p:grpSp>
      <p:grpSp>
        <p:nvGrpSpPr>
          <p:cNvPr id="179" name="Group 372"/>
          <p:cNvGrpSpPr/>
          <p:nvPr/>
        </p:nvGrpSpPr>
        <p:grpSpPr>
          <a:xfrm>
            <a:off x="3207644" y="3383809"/>
            <a:ext cx="1507634" cy="1908106"/>
            <a:chOff x="0" y="0"/>
            <a:chExt cx="1507633" cy="1908104"/>
          </a:xfrm>
        </p:grpSpPr>
        <p:sp>
          <p:nvSpPr>
            <p:cNvPr id="176" name="Shape 367"/>
            <p:cNvSpPr/>
            <p:nvPr/>
          </p:nvSpPr>
          <p:spPr>
            <a:xfrm>
              <a:off x="1075832" y="0"/>
              <a:ext cx="4318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7" name="Shape 368"/>
            <p:cNvSpPr/>
            <p:nvPr/>
          </p:nvSpPr>
          <p:spPr>
            <a:xfrm>
              <a:off x="0" y="1908104"/>
              <a:ext cx="4191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78" name="Shape 370"/>
            <p:cNvSpPr/>
            <p:nvPr/>
          </p:nvSpPr>
          <p:spPr>
            <a:xfrm>
              <a:off x="559646" y="936131"/>
              <a:ext cx="4191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184" name="Group 379"/>
          <p:cNvGrpSpPr/>
          <p:nvPr/>
        </p:nvGrpSpPr>
        <p:grpSpPr>
          <a:xfrm>
            <a:off x="2631910" y="3365499"/>
            <a:ext cx="2066434" cy="2959102"/>
            <a:chOff x="0" y="0"/>
            <a:chExt cx="2066432" cy="2959100"/>
          </a:xfrm>
        </p:grpSpPr>
        <p:sp>
          <p:nvSpPr>
            <p:cNvPr id="180" name="Shape 373"/>
            <p:cNvSpPr/>
            <p:nvPr/>
          </p:nvSpPr>
          <p:spPr>
            <a:xfrm>
              <a:off x="1634631" y="-1"/>
              <a:ext cx="4318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1" name="Shape 374"/>
            <p:cNvSpPr/>
            <p:nvPr/>
          </p:nvSpPr>
          <p:spPr>
            <a:xfrm>
              <a:off x="558800" y="1908104"/>
              <a:ext cx="4191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2" name="Shape 376"/>
            <p:cNvSpPr/>
            <p:nvPr/>
          </p:nvSpPr>
          <p:spPr>
            <a:xfrm>
              <a:off x="1118446" y="936131"/>
              <a:ext cx="4191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3" name="Shape 378"/>
            <p:cNvSpPr/>
            <p:nvPr/>
          </p:nvSpPr>
          <p:spPr>
            <a:xfrm>
              <a:off x="0" y="2959100"/>
              <a:ext cx="5588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204" name="Group 400"/>
          <p:cNvGrpSpPr/>
          <p:nvPr/>
        </p:nvGrpSpPr>
        <p:grpSpPr>
          <a:xfrm>
            <a:off x="7132514" y="2849033"/>
            <a:ext cx="2351806" cy="2566814"/>
            <a:chOff x="0" y="0"/>
            <a:chExt cx="2351805" cy="2566813"/>
          </a:xfrm>
        </p:grpSpPr>
        <p:sp>
          <p:nvSpPr>
            <p:cNvPr id="185" name="Shape 381"/>
            <p:cNvSpPr/>
            <p:nvPr/>
          </p:nvSpPr>
          <p:spPr>
            <a:xfrm flipH="1">
              <a:off x="216509" y="514773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86" name="Shape 382"/>
            <p:cNvSpPr/>
            <p:nvPr/>
          </p:nvSpPr>
          <p:spPr>
            <a:xfrm>
              <a:off x="882554" y="494453"/>
              <a:ext cx="451811" cy="566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89" name="Group 385"/>
            <p:cNvGrpSpPr/>
            <p:nvPr/>
          </p:nvGrpSpPr>
          <p:grpSpPr>
            <a:xfrm>
              <a:off x="486833" y="-1"/>
              <a:ext cx="551228" cy="546101"/>
              <a:chOff x="0" y="0"/>
              <a:chExt cx="551226" cy="546100"/>
            </a:xfrm>
          </p:grpSpPr>
          <p:sp>
            <p:nvSpPr>
              <p:cNvPr id="187" name="Shape 383"/>
              <p:cNvSpPr/>
              <p:nvPr/>
            </p:nvSpPr>
            <p:spPr>
              <a:xfrm>
                <a:off x="5125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" name="Shape 384"/>
              <p:cNvSpPr txBox="1"/>
              <p:nvPr/>
            </p:nvSpPr>
            <p:spPr>
              <a:xfrm>
                <a:off x="0" y="1241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92" name="Group 388"/>
            <p:cNvGrpSpPr/>
            <p:nvPr/>
          </p:nvGrpSpPr>
          <p:grpSpPr>
            <a:xfrm>
              <a:off x="1158240" y="999913"/>
              <a:ext cx="563928" cy="546385"/>
              <a:chOff x="0" y="0"/>
              <a:chExt cx="563927" cy="546383"/>
            </a:xfrm>
          </p:grpSpPr>
          <p:sp>
            <p:nvSpPr>
              <p:cNvPr id="190" name="Shape 386"/>
              <p:cNvSpPr/>
              <p:nvPr/>
            </p:nvSpPr>
            <p:spPr>
              <a:xfrm>
                <a:off x="17825" y="282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" name="Shape 387"/>
              <p:cNvSpPr txBox="1"/>
              <p:nvPr/>
            </p:nvSpPr>
            <p:spPr>
              <a:xfrm>
                <a:off x="-1" y="-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grpSp>
          <p:nvGrpSpPr>
            <p:cNvPr id="195" name="Group 391"/>
            <p:cNvGrpSpPr/>
            <p:nvPr/>
          </p:nvGrpSpPr>
          <p:grpSpPr>
            <a:xfrm>
              <a:off x="-1" y="996526"/>
              <a:ext cx="563929" cy="546103"/>
              <a:chOff x="0" y="0"/>
              <a:chExt cx="563927" cy="546101"/>
            </a:xfrm>
          </p:grpSpPr>
          <p:sp>
            <p:nvSpPr>
              <p:cNvPr id="193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196" name="Shape 392"/>
            <p:cNvSpPr/>
            <p:nvPr/>
          </p:nvSpPr>
          <p:spPr>
            <a:xfrm flipH="1">
              <a:off x="912188" y="1535288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97" name="Shape 393"/>
            <p:cNvSpPr/>
            <p:nvPr/>
          </p:nvSpPr>
          <p:spPr>
            <a:xfrm>
              <a:off x="1592035" y="1505131"/>
              <a:ext cx="392759" cy="5369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200" name="Group 396"/>
            <p:cNvGrpSpPr/>
            <p:nvPr/>
          </p:nvGrpSpPr>
          <p:grpSpPr>
            <a:xfrm>
              <a:off x="1800579" y="2020711"/>
              <a:ext cx="551227" cy="546103"/>
              <a:chOff x="0" y="0"/>
              <a:chExt cx="551225" cy="546101"/>
            </a:xfrm>
          </p:grpSpPr>
          <p:sp>
            <p:nvSpPr>
              <p:cNvPr id="198" name="Shape 394"/>
              <p:cNvSpPr/>
              <p:nvPr/>
            </p:nvSpPr>
            <p:spPr>
              <a:xfrm>
                <a:off x="5124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" name="Shape 395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203" name="Group 399"/>
            <p:cNvGrpSpPr/>
            <p:nvPr/>
          </p:nvGrpSpPr>
          <p:grpSpPr>
            <a:xfrm>
              <a:off x="708987" y="2017042"/>
              <a:ext cx="546103" cy="546103"/>
              <a:chOff x="0" y="0"/>
              <a:chExt cx="546101" cy="546101"/>
            </a:xfrm>
          </p:grpSpPr>
          <p:sp>
            <p:nvSpPr>
              <p:cNvPr id="201" name="Shape 397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" name="Shape 398"/>
              <p:cNvSpPr txBox="1"/>
              <p:nvPr/>
            </p:nvSpPr>
            <p:spPr>
              <a:xfrm>
                <a:off x="955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55</a:t>
                </a:r>
              </a:p>
            </p:txBody>
          </p:sp>
        </p:grpSp>
      </p:grpSp>
      <p:grpSp>
        <p:nvGrpSpPr>
          <p:cNvPr id="209" name="Group 405"/>
          <p:cNvGrpSpPr/>
          <p:nvPr/>
        </p:nvGrpSpPr>
        <p:grpSpPr>
          <a:xfrm>
            <a:off x="9361483" y="5366592"/>
            <a:ext cx="754735" cy="979459"/>
            <a:chOff x="0" y="0"/>
            <a:chExt cx="754733" cy="979457"/>
          </a:xfrm>
        </p:grpSpPr>
        <p:sp>
          <p:nvSpPr>
            <p:cNvPr id="205" name="Shape 401"/>
            <p:cNvSpPr/>
            <p:nvPr/>
          </p:nvSpPr>
          <p:spPr>
            <a:xfrm>
              <a:off x="-1" y="0"/>
              <a:ext cx="377183" cy="55845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208" name="Group 404"/>
            <p:cNvGrpSpPr/>
            <p:nvPr/>
          </p:nvGrpSpPr>
          <p:grpSpPr>
            <a:xfrm>
              <a:off x="203504" y="433355"/>
              <a:ext cx="551230" cy="546103"/>
              <a:chOff x="0" y="0"/>
              <a:chExt cx="551229" cy="546101"/>
            </a:xfrm>
          </p:grpSpPr>
          <p:sp>
            <p:nvSpPr>
              <p:cNvPr id="206" name="Shape 402"/>
              <p:cNvSpPr/>
              <p:nvPr/>
            </p:nvSpPr>
            <p:spPr>
              <a:xfrm>
                <a:off x="5125" y="0"/>
                <a:ext cx="546105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" name="Shape 403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70</a:t>
                </a:r>
              </a:p>
            </p:txBody>
          </p:sp>
        </p:grpSp>
      </p:grpSp>
      <p:grpSp>
        <p:nvGrpSpPr>
          <p:cNvPr id="213" name="Group 411"/>
          <p:cNvGrpSpPr/>
          <p:nvPr/>
        </p:nvGrpSpPr>
        <p:grpSpPr>
          <a:xfrm>
            <a:off x="7664207" y="3364759"/>
            <a:ext cx="1831907" cy="1997006"/>
            <a:chOff x="0" y="0"/>
            <a:chExt cx="1831906" cy="1997005"/>
          </a:xfrm>
        </p:grpSpPr>
        <p:sp>
          <p:nvSpPr>
            <p:cNvPr id="210" name="Shape 406"/>
            <p:cNvSpPr/>
            <p:nvPr/>
          </p:nvSpPr>
          <p:spPr>
            <a:xfrm>
              <a:off x="0" y="0"/>
              <a:ext cx="6477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11" name="Shape 407"/>
            <p:cNvSpPr/>
            <p:nvPr/>
          </p:nvSpPr>
          <p:spPr>
            <a:xfrm>
              <a:off x="1374705" y="1997005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12" name="Shape 408"/>
            <p:cNvSpPr/>
            <p:nvPr/>
          </p:nvSpPr>
          <p:spPr>
            <a:xfrm>
              <a:off x="771031" y="1025031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218" name="Group 418"/>
          <p:cNvGrpSpPr/>
          <p:nvPr/>
        </p:nvGrpSpPr>
        <p:grpSpPr>
          <a:xfrm>
            <a:off x="7652495" y="3364090"/>
            <a:ext cx="2491741" cy="2933702"/>
            <a:chOff x="0" y="0"/>
            <a:chExt cx="2491740" cy="2933700"/>
          </a:xfrm>
        </p:grpSpPr>
        <p:sp>
          <p:nvSpPr>
            <p:cNvPr id="214" name="Shape 412"/>
            <p:cNvSpPr/>
            <p:nvPr/>
          </p:nvSpPr>
          <p:spPr>
            <a:xfrm>
              <a:off x="0" y="0"/>
              <a:ext cx="6477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-2</a:t>
              </a:r>
            </a:p>
          </p:txBody>
        </p:sp>
        <p:sp>
          <p:nvSpPr>
            <p:cNvPr id="215" name="Shape 413"/>
            <p:cNvSpPr/>
            <p:nvPr/>
          </p:nvSpPr>
          <p:spPr>
            <a:xfrm>
              <a:off x="1374704" y="1997004"/>
              <a:ext cx="571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16" name="Shape 414"/>
            <p:cNvSpPr/>
            <p:nvPr/>
          </p:nvSpPr>
          <p:spPr>
            <a:xfrm>
              <a:off x="771031" y="1025031"/>
              <a:ext cx="4826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17" name="Shape 417"/>
            <p:cNvSpPr/>
            <p:nvPr/>
          </p:nvSpPr>
          <p:spPr>
            <a:xfrm>
              <a:off x="2034540" y="2933700"/>
              <a:ext cx="457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219" name="Shape 38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不平衡的原因</a:t>
            </a:r>
          </a:p>
        </p:txBody>
      </p:sp>
      <p:grpSp>
        <p:nvGrpSpPr>
          <p:cNvPr id="222" name="Group 372"/>
          <p:cNvGrpSpPr/>
          <p:nvPr/>
        </p:nvGrpSpPr>
        <p:grpSpPr>
          <a:xfrm>
            <a:off x="4422328" y="4257289"/>
            <a:ext cx="853161" cy="1010075"/>
            <a:chOff x="0" y="0"/>
            <a:chExt cx="853159" cy="1010073"/>
          </a:xfrm>
        </p:grpSpPr>
        <p:sp>
          <p:nvSpPr>
            <p:cNvPr id="220" name="Shape 369"/>
            <p:cNvSpPr/>
            <p:nvPr/>
          </p:nvSpPr>
          <p:spPr>
            <a:xfrm>
              <a:off x="0" y="1010073"/>
              <a:ext cx="5588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1" name="Shape 371"/>
            <p:cNvSpPr/>
            <p:nvPr/>
          </p:nvSpPr>
          <p:spPr>
            <a:xfrm>
              <a:off x="434058" y="0"/>
              <a:ext cx="4191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225" name="Group 411"/>
          <p:cNvGrpSpPr/>
          <p:nvPr/>
        </p:nvGrpSpPr>
        <p:grpSpPr>
          <a:xfrm>
            <a:off x="7209547" y="4378502"/>
            <a:ext cx="1170943" cy="970564"/>
            <a:chOff x="0" y="0"/>
            <a:chExt cx="1170941" cy="970562"/>
          </a:xfrm>
        </p:grpSpPr>
        <p:sp>
          <p:nvSpPr>
            <p:cNvPr id="223" name="Shape 409"/>
            <p:cNvSpPr/>
            <p:nvPr/>
          </p:nvSpPr>
          <p:spPr>
            <a:xfrm>
              <a:off x="0" y="0"/>
              <a:ext cx="45720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4" name="Shape 410"/>
            <p:cNvSpPr/>
            <p:nvPr/>
          </p:nvSpPr>
          <p:spPr>
            <a:xfrm>
              <a:off x="713740" y="970562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226" name="Shape 213"/>
          <p:cNvSpPr txBox="1"/>
          <p:nvPr/>
        </p:nvSpPr>
        <p:spPr>
          <a:xfrm>
            <a:off x="333050" y="1380347"/>
            <a:ext cx="1099717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2、深度的变化可能</a:t>
            </a:r>
            <a:r>
              <a:rPr>
                <a:solidFill>
                  <a:schemeClr val="accent5"/>
                </a:solidFill>
              </a:rPr>
              <a:t>向上传播。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xit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25" dur="1000" fill="hold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xit" nodeType="clickEffect" presetSubtype="2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49" dur="1000" fill="hold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2" grpId="1"/>
      <p:bldP build="whole" bldLvl="1" animBg="1" rev="0" advAuto="0" spid="152" grpId="4"/>
      <p:bldP build="whole" bldLvl="1" animBg="1" rev="0" advAuto="0" spid="179" grpId="2"/>
      <p:bldP build="whole" bldLvl="1" animBg="1" rev="0" advAuto="0" spid="209" grpId="11"/>
      <p:bldP build="whole" bldLvl="1" animBg="1" rev="0" advAuto="0" spid="184" grpId="7"/>
      <p:bldP build="whole" bldLvl="1" animBg="1" rev="0" advAuto="0" spid="204" grpId="8"/>
      <p:bldP build="whole" bldLvl="1" animBg="1" rev="0" advAuto="0" spid="179" grpId="6"/>
      <p:bldP build="whole" bldLvl="1" animBg="1" rev="0" advAuto="0" spid="225" grpId="10"/>
      <p:bldP build="whole" bldLvl="1" animBg="1" rev="0" advAuto="0" spid="175" grpId="5"/>
      <p:bldP build="whole" bldLvl="1" animBg="1" rev="0" advAuto="0" spid="213" grpId="9"/>
      <p:bldP build="whole" bldLvl="1" animBg="1" rev="0" advAuto="0" spid="222" grpId="3"/>
      <p:bldP build="whole" bldLvl="1" animBg="1" rev="0" advAuto="0" spid="213" grpId="12"/>
      <p:bldP build="whole" bldLvl="1" animBg="1" rev="0" advAuto="0" spid="218" grpId="1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419"/>
          <p:cNvSpPr txBox="1"/>
          <p:nvPr/>
        </p:nvSpPr>
        <p:spPr>
          <a:xfrm>
            <a:off x="408873" y="1598509"/>
            <a:ext cx="109925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3、波及的结点只限于从根结点到新插入结点路径上的结点，其它结点不受影响。</a:t>
            </a:r>
          </a:p>
        </p:txBody>
      </p:sp>
      <p:sp>
        <p:nvSpPr>
          <p:cNvPr id="229" name="Shape 38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不平衡的原因</a:t>
            </a:r>
          </a:p>
        </p:txBody>
      </p:sp>
      <p:grpSp>
        <p:nvGrpSpPr>
          <p:cNvPr id="279" name="成组"/>
          <p:cNvGrpSpPr/>
          <p:nvPr/>
        </p:nvGrpSpPr>
        <p:grpSpPr>
          <a:xfrm>
            <a:off x="7013557" y="2355714"/>
            <a:ext cx="3559130" cy="4340241"/>
            <a:chOff x="0" y="0"/>
            <a:chExt cx="3559128" cy="4340239"/>
          </a:xfrm>
        </p:grpSpPr>
        <p:grpSp>
          <p:nvGrpSpPr>
            <p:cNvPr id="234" name="Group 405"/>
            <p:cNvGrpSpPr/>
            <p:nvPr/>
          </p:nvGrpSpPr>
          <p:grpSpPr>
            <a:xfrm>
              <a:off x="2603472" y="2441632"/>
              <a:ext cx="754734" cy="979459"/>
              <a:chOff x="0" y="0"/>
              <a:chExt cx="754733" cy="979457"/>
            </a:xfrm>
          </p:grpSpPr>
          <p:sp>
            <p:nvSpPr>
              <p:cNvPr id="230" name="Shape 401"/>
              <p:cNvSpPr/>
              <p:nvPr/>
            </p:nvSpPr>
            <p:spPr>
              <a:xfrm>
                <a:off x="-1" y="0"/>
                <a:ext cx="377183" cy="55845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  <a:latin typeface="Arial Black"/>
                    <a:ea typeface="Arial Black"/>
                    <a:cs typeface="Arial Black"/>
                    <a:sym typeface="Arial Black"/>
                  </a:defRPr>
                </a:pPr>
              </a:p>
            </p:txBody>
          </p:sp>
          <p:grpSp>
            <p:nvGrpSpPr>
              <p:cNvPr id="233" name="Group 404"/>
              <p:cNvGrpSpPr/>
              <p:nvPr/>
            </p:nvGrpSpPr>
            <p:grpSpPr>
              <a:xfrm>
                <a:off x="203504" y="433355"/>
                <a:ext cx="551230" cy="546103"/>
                <a:chOff x="0" y="0"/>
                <a:chExt cx="551229" cy="546101"/>
              </a:xfrm>
            </p:grpSpPr>
            <p:sp>
              <p:nvSpPr>
                <p:cNvPr id="231" name="Shape 402"/>
                <p:cNvSpPr/>
                <p:nvPr/>
              </p:nvSpPr>
              <p:spPr>
                <a:xfrm>
                  <a:off x="5125" y="0"/>
                  <a:ext cx="546105" cy="54610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4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232" name="Shape 403"/>
                <p:cNvSpPr txBox="1"/>
                <p:nvPr/>
              </p:nvSpPr>
              <p:spPr>
                <a:xfrm>
                  <a:off x="0" y="12417"/>
                  <a:ext cx="527700" cy="49289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</a:defRPr>
                  </a:lvl1pPr>
                </a:lstStyle>
                <a:p>
                  <a:pPr/>
                  <a:r>
                    <a:t>70</a:t>
                  </a:r>
                </a:p>
              </p:txBody>
            </p:sp>
          </p:grpSp>
        </p:grpSp>
        <p:grpSp>
          <p:nvGrpSpPr>
            <p:cNvPr id="244" name="Group 418"/>
            <p:cNvGrpSpPr/>
            <p:nvPr/>
          </p:nvGrpSpPr>
          <p:grpSpPr>
            <a:xfrm>
              <a:off x="10445" y="597747"/>
              <a:ext cx="3471347" cy="3060702"/>
              <a:chOff x="0" y="0"/>
              <a:chExt cx="3471345" cy="3060700"/>
            </a:xfrm>
          </p:grpSpPr>
          <p:sp>
            <p:nvSpPr>
              <p:cNvPr id="235" name="Shape 412"/>
              <p:cNvSpPr/>
              <p:nvPr/>
            </p:nvSpPr>
            <p:spPr>
              <a:xfrm>
                <a:off x="979604" y="0"/>
                <a:ext cx="647703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-1</a:t>
                </a:r>
              </a:p>
            </p:txBody>
          </p:sp>
          <p:sp>
            <p:nvSpPr>
              <p:cNvPr id="236" name="Shape 413"/>
              <p:cNvSpPr/>
              <p:nvPr/>
            </p:nvSpPr>
            <p:spPr>
              <a:xfrm>
                <a:off x="2354309" y="1997004"/>
                <a:ext cx="5715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solidFill>
                      <a:schemeClr val="accent5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-1</a:t>
                </a:r>
              </a:p>
            </p:txBody>
          </p:sp>
          <p:sp>
            <p:nvSpPr>
              <p:cNvPr id="237" name="Shape 414"/>
              <p:cNvSpPr/>
              <p:nvPr/>
            </p:nvSpPr>
            <p:spPr>
              <a:xfrm>
                <a:off x="1750636" y="1025031"/>
                <a:ext cx="4826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solidFill>
                      <a:schemeClr val="accent5"/>
                    </a:solidFill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38" name="Shape 415"/>
              <p:cNvSpPr/>
              <p:nvPr/>
            </p:nvSpPr>
            <p:spPr>
              <a:xfrm>
                <a:off x="563044" y="1025031"/>
                <a:ext cx="4572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239" name="Shape 416"/>
              <p:cNvSpPr/>
              <p:nvPr/>
            </p:nvSpPr>
            <p:spPr>
              <a:xfrm>
                <a:off x="1276785" y="1995593"/>
                <a:ext cx="4572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40" name="Shape 417"/>
              <p:cNvSpPr/>
              <p:nvPr/>
            </p:nvSpPr>
            <p:spPr>
              <a:xfrm>
                <a:off x="3014145" y="2933700"/>
                <a:ext cx="4572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41" name="Shape 417"/>
              <p:cNvSpPr/>
              <p:nvPr/>
            </p:nvSpPr>
            <p:spPr>
              <a:xfrm>
                <a:off x="1921945" y="3060700"/>
                <a:ext cx="4572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42" name="Shape 417"/>
              <p:cNvSpPr/>
              <p:nvPr/>
            </p:nvSpPr>
            <p:spPr>
              <a:xfrm>
                <a:off x="829745" y="3060700"/>
                <a:ext cx="4572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43" name="Shape 417"/>
              <p:cNvSpPr/>
              <p:nvPr/>
            </p:nvSpPr>
            <p:spPr>
              <a:xfrm>
                <a:off x="0" y="1997005"/>
                <a:ext cx="457200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</p:grpSp>
        <p:grpSp>
          <p:nvGrpSpPr>
            <p:cNvPr id="278" name="成组"/>
            <p:cNvGrpSpPr/>
            <p:nvPr/>
          </p:nvGrpSpPr>
          <p:grpSpPr>
            <a:xfrm>
              <a:off x="-1" y="0"/>
              <a:ext cx="3559130" cy="4340240"/>
              <a:chOff x="0" y="0"/>
              <a:chExt cx="3559128" cy="4340239"/>
            </a:xfrm>
          </p:grpSpPr>
          <p:grpSp>
            <p:nvGrpSpPr>
              <p:cNvPr id="268" name="Group 400"/>
              <p:cNvGrpSpPr/>
              <p:nvPr/>
            </p:nvGrpSpPr>
            <p:grpSpPr>
              <a:xfrm>
                <a:off x="-1" y="0"/>
                <a:ext cx="3559130" cy="3303129"/>
                <a:chOff x="0" y="0"/>
                <a:chExt cx="3559128" cy="3303128"/>
              </a:xfrm>
            </p:grpSpPr>
            <p:sp>
              <p:nvSpPr>
                <p:cNvPr id="245" name="Shape 381"/>
                <p:cNvSpPr/>
                <p:nvPr/>
              </p:nvSpPr>
              <p:spPr>
                <a:xfrm flipH="1">
                  <a:off x="705058" y="514773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246" name="Shape 382"/>
                <p:cNvSpPr/>
                <p:nvPr/>
              </p:nvSpPr>
              <p:spPr>
                <a:xfrm>
                  <a:off x="1371103" y="494453"/>
                  <a:ext cx="451811" cy="56637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249" name="Group 385"/>
                <p:cNvGrpSpPr/>
                <p:nvPr/>
              </p:nvGrpSpPr>
              <p:grpSpPr>
                <a:xfrm>
                  <a:off x="975382" y="0"/>
                  <a:ext cx="1270001" cy="1282417"/>
                  <a:chOff x="0" y="0"/>
                  <a:chExt cx="1270000" cy="1282416"/>
                </a:xfrm>
              </p:grpSpPr>
              <p:sp>
                <p:nvSpPr>
                  <p:cNvPr id="247" name="Shape 383"/>
                  <p:cNvSpPr/>
                  <p:nvPr/>
                </p:nvSpPr>
                <p:spPr>
                  <a:xfrm>
                    <a:off x="5125" y="-1"/>
                    <a:ext cx="546102" cy="54610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48" name="Shape 384"/>
                  <p:cNvSpPr/>
                  <p:nvPr/>
                </p:nvSpPr>
                <p:spPr>
                  <a:xfrm>
                    <a:off x="0" y="12416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50</a:t>
                    </a:r>
                  </a:p>
                </p:txBody>
              </p:sp>
            </p:grpSp>
            <p:grpSp>
              <p:nvGrpSpPr>
                <p:cNvPr id="252" name="Group 388"/>
                <p:cNvGrpSpPr/>
                <p:nvPr/>
              </p:nvGrpSpPr>
              <p:grpSpPr>
                <a:xfrm>
                  <a:off x="1646789" y="999913"/>
                  <a:ext cx="1270001" cy="1270001"/>
                  <a:chOff x="0" y="0"/>
                  <a:chExt cx="1270000" cy="1270000"/>
                </a:xfrm>
              </p:grpSpPr>
              <p:sp>
                <p:nvSpPr>
                  <p:cNvPr id="250" name="Shape 386"/>
                  <p:cNvSpPr/>
                  <p:nvPr/>
                </p:nvSpPr>
                <p:spPr>
                  <a:xfrm>
                    <a:off x="17825" y="282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51" name="Shape 387"/>
                  <p:cNvSpPr/>
                  <p:nvPr/>
                </p:nvSpPr>
                <p:spPr>
                  <a:xfrm>
                    <a:off x="-1" y="-1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60</a:t>
                    </a:r>
                  </a:p>
                </p:txBody>
              </p:sp>
            </p:grpSp>
            <p:grpSp>
              <p:nvGrpSpPr>
                <p:cNvPr id="255" name="Group 391"/>
                <p:cNvGrpSpPr/>
                <p:nvPr/>
              </p:nvGrpSpPr>
              <p:grpSpPr>
                <a:xfrm>
                  <a:off x="488548" y="996526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253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54" name="Shape 390"/>
                  <p:cNvSpPr/>
                  <p:nvPr/>
                </p:nvSpPr>
                <p:spPr>
                  <a:xfrm>
                    <a:off x="-1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40</a:t>
                    </a:r>
                  </a:p>
                </p:txBody>
              </p:sp>
            </p:grpSp>
            <p:sp>
              <p:nvSpPr>
                <p:cNvPr id="256" name="Shape 392"/>
                <p:cNvSpPr/>
                <p:nvPr/>
              </p:nvSpPr>
              <p:spPr>
                <a:xfrm flipH="1">
                  <a:off x="1400736" y="1535288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257" name="Shape 393"/>
                <p:cNvSpPr/>
                <p:nvPr/>
              </p:nvSpPr>
              <p:spPr>
                <a:xfrm>
                  <a:off x="2080583" y="1505131"/>
                  <a:ext cx="392759" cy="53692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260" name="Group 396"/>
                <p:cNvGrpSpPr/>
                <p:nvPr/>
              </p:nvGrpSpPr>
              <p:grpSpPr>
                <a:xfrm>
                  <a:off x="2289128" y="2020711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258" name="Shape 394"/>
                  <p:cNvSpPr/>
                  <p:nvPr/>
                </p:nvSpPr>
                <p:spPr>
                  <a:xfrm>
                    <a:off x="5124" y="0"/>
                    <a:ext cx="546102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59" name="Shape 395"/>
                  <p:cNvSpPr/>
                  <p:nvPr/>
                </p:nvSpPr>
                <p:spPr>
                  <a:xfrm>
                    <a:off x="0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65</a:t>
                    </a:r>
                  </a:p>
                </p:txBody>
              </p:sp>
            </p:grpSp>
            <p:grpSp>
              <p:nvGrpSpPr>
                <p:cNvPr id="263" name="Group 399"/>
                <p:cNvGrpSpPr/>
                <p:nvPr/>
              </p:nvGrpSpPr>
              <p:grpSpPr>
                <a:xfrm>
                  <a:off x="1197536" y="2017042"/>
                  <a:ext cx="1279551" cy="1282418"/>
                  <a:chOff x="0" y="0"/>
                  <a:chExt cx="1279550" cy="1282417"/>
                </a:xfrm>
              </p:grpSpPr>
              <p:sp>
                <p:nvSpPr>
                  <p:cNvPr id="261" name="Shape 397"/>
                  <p:cNvSpPr/>
                  <p:nvPr/>
                </p:nvSpPr>
                <p:spPr>
                  <a:xfrm>
                    <a:off x="0" y="0"/>
                    <a:ext cx="546102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62" name="Shape 398"/>
                  <p:cNvSpPr/>
                  <p:nvPr/>
                </p:nvSpPr>
                <p:spPr>
                  <a:xfrm>
                    <a:off x="9550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55</a:t>
                    </a:r>
                  </a:p>
                </p:txBody>
              </p:sp>
            </p:grpSp>
            <p:sp>
              <p:nvSpPr>
                <p:cNvPr id="264" name="Shape 381"/>
                <p:cNvSpPr/>
                <p:nvPr/>
              </p:nvSpPr>
              <p:spPr>
                <a:xfrm flipH="1">
                  <a:off x="216509" y="1499088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267" name="Group 391"/>
                <p:cNvGrpSpPr/>
                <p:nvPr/>
              </p:nvGrpSpPr>
              <p:grpSpPr>
                <a:xfrm>
                  <a:off x="-1" y="1980841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265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66" name="Shape 390"/>
                  <p:cNvSpPr/>
                  <p:nvPr/>
                </p:nvSpPr>
                <p:spPr>
                  <a:xfrm>
                    <a:off x="-1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30</a:t>
                    </a:r>
                  </a:p>
                </p:txBody>
              </p:sp>
            </p:grpSp>
          </p:grpSp>
          <p:grpSp>
            <p:nvGrpSpPr>
              <p:cNvPr id="277" name="Group 400"/>
              <p:cNvGrpSpPr/>
              <p:nvPr/>
            </p:nvGrpSpPr>
            <p:grpSpPr>
              <a:xfrm>
                <a:off x="701485" y="2555749"/>
                <a:ext cx="2428242" cy="1784491"/>
                <a:chOff x="0" y="0"/>
                <a:chExt cx="2428240" cy="1784490"/>
              </a:xfrm>
            </p:grpSpPr>
            <p:sp>
              <p:nvSpPr>
                <p:cNvPr id="269" name="Shape 381"/>
                <p:cNvSpPr/>
                <p:nvPr/>
              </p:nvSpPr>
              <p:spPr>
                <a:xfrm flipH="1">
                  <a:off x="216509" y="20320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270" name="Shape 382"/>
                <p:cNvSpPr/>
                <p:nvPr/>
              </p:nvSpPr>
              <p:spPr>
                <a:xfrm>
                  <a:off x="882554" y="-1"/>
                  <a:ext cx="451811" cy="56638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273" name="Group 388"/>
                <p:cNvGrpSpPr/>
                <p:nvPr/>
              </p:nvGrpSpPr>
              <p:grpSpPr>
                <a:xfrm>
                  <a:off x="1158240" y="505460"/>
                  <a:ext cx="1270001" cy="1270001"/>
                  <a:chOff x="0" y="0"/>
                  <a:chExt cx="1270000" cy="1270000"/>
                </a:xfrm>
              </p:grpSpPr>
              <p:sp>
                <p:nvSpPr>
                  <p:cNvPr id="271" name="Shape 386"/>
                  <p:cNvSpPr/>
                  <p:nvPr/>
                </p:nvSpPr>
                <p:spPr>
                  <a:xfrm>
                    <a:off x="17825" y="282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72" name="Shape 387"/>
                  <p:cNvSpPr/>
                  <p:nvPr/>
                </p:nvSpPr>
                <p:spPr>
                  <a:xfrm>
                    <a:off x="-1" y="-1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57</a:t>
                    </a:r>
                  </a:p>
                </p:txBody>
              </p:sp>
            </p:grpSp>
            <p:grpSp>
              <p:nvGrpSpPr>
                <p:cNvPr id="276" name="Group 391"/>
                <p:cNvGrpSpPr/>
                <p:nvPr/>
              </p:nvGrpSpPr>
              <p:grpSpPr>
                <a:xfrm>
                  <a:off x="-1" y="502073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274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75" name="Shape 390"/>
                  <p:cNvSpPr/>
                  <p:nvPr/>
                </p:nvSpPr>
                <p:spPr>
                  <a:xfrm>
                    <a:off x="-1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52</a:t>
                    </a:r>
                  </a:p>
                </p:txBody>
              </p:sp>
            </p:grpSp>
          </p:grpSp>
        </p:grpSp>
      </p:grpSp>
      <p:grpSp>
        <p:nvGrpSpPr>
          <p:cNvPr id="323" name="成组"/>
          <p:cNvGrpSpPr/>
          <p:nvPr/>
        </p:nvGrpSpPr>
        <p:grpSpPr>
          <a:xfrm>
            <a:off x="2807989" y="2355714"/>
            <a:ext cx="3559129" cy="4340241"/>
            <a:chOff x="0" y="0"/>
            <a:chExt cx="3559128" cy="4340239"/>
          </a:xfrm>
        </p:grpSpPr>
        <p:grpSp>
          <p:nvGrpSpPr>
            <p:cNvPr id="288" name="Group 411"/>
            <p:cNvGrpSpPr/>
            <p:nvPr/>
          </p:nvGrpSpPr>
          <p:grpSpPr>
            <a:xfrm>
              <a:off x="32096" y="584200"/>
              <a:ext cx="2765045" cy="3036996"/>
              <a:chOff x="0" y="0"/>
              <a:chExt cx="2765044" cy="3036994"/>
            </a:xfrm>
          </p:grpSpPr>
          <p:sp>
            <p:nvSpPr>
              <p:cNvPr id="280" name="Shape 406"/>
              <p:cNvSpPr/>
              <p:nvPr/>
            </p:nvSpPr>
            <p:spPr>
              <a:xfrm>
                <a:off x="933138" y="0"/>
                <a:ext cx="647702" cy="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-1</a:t>
                </a:r>
              </a:p>
            </p:txBody>
          </p:sp>
          <p:sp>
            <p:nvSpPr>
              <p:cNvPr id="281" name="Shape 407"/>
              <p:cNvSpPr/>
              <p:nvPr/>
            </p:nvSpPr>
            <p:spPr>
              <a:xfrm>
                <a:off x="2307843" y="1997005"/>
                <a:ext cx="4572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82" name="Shape 408"/>
              <p:cNvSpPr/>
              <p:nvPr/>
            </p:nvSpPr>
            <p:spPr>
              <a:xfrm>
                <a:off x="1704170" y="1025031"/>
                <a:ext cx="4572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283" name="Shape 409"/>
              <p:cNvSpPr/>
              <p:nvPr/>
            </p:nvSpPr>
            <p:spPr>
              <a:xfrm>
                <a:off x="516578" y="1025031"/>
                <a:ext cx="457201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  <p:sp>
            <p:nvSpPr>
              <p:cNvPr id="284" name="Shape 410"/>
              <p:cNvSpPr/>
              <p:nvPr/>
            </p:nvSpPr>
            <p:spPr>
              <a:xfrm>
                <a:off x="1230318" y="1995594"/>
                <a:ext cx="4572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85" name="Shape 410"/>
              <p:cNvSpPr/>
              <p:nvPr/>
            </p:nvSpPr>
            <p:spPr>
              <a:xfrm>
                <a:off x="646118" y="3036994"/>
                <a:ext cx="4572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86" name="Shape 410"/>
              <p:cNvSpPr/>
              <p:nvPr/>
            </p:nvSpPr>
            <p:spPr>
              <a:xfrm>
                <a:off x="1852618" y="2998894"/>
                <a:ext cx="45720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sp>
            <p:nvSpPr>
              <p:cNvPr id="287" name="Shape 409"/>
              <p:cNvSpPr/>
              <p:nvPr/>
            </p:nvSpPr>
            <p:spPr>
              <a:xfrm>
                <a:off x="0" y="1997005"/>
                <a:ext cx="457200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</p:grpSp>
        <p:grpSp>
          <p:nvGrpSpPr>
            <p:cNvPr id="322" name="成组"/>
            <p:cNvGrpSpPr/>
            <p:nvPr/>
          </p:nvGrpSpPr>
          <p:grpSpPr>
            <a:xfrm>
              <a:off x="-1" y="0"/>
              <a:ext cx="3559130" cy="4340240"/>
              <a:chOff x="0" y="0"/>
              <a:chExt cx="3559128" cy="4340239"/>
            </a:xfrm>
          </p:grpSpPr>
          <p:grpSp>
            <p:nvGrpSpPr>
              <p:cNvPr id="312" name="Group 400"/>
              <p:cNvGrpSpPr/>
              <p:nvPr/>
            </p:nvGrpSpPr>
            <p:grpSpPr>
              <a:xfrm>
                <a:off x="-1" y="0"/>
                <a:ext cx="3559130" cy="3303129"/>
                <a:chOff x="0" y="0"/>
                <a:chExt cx="3559128" cy="3303128"/>
              </a:xfrm>
            </p:grpSpPr>
            <p:sp>
              <p:nvSpPr>
                <p:cNvPr id="289" name="Shape 381"/>
                <p:cNvSpPr/>
                <p:nvPr/>
              </p:nvSpPr>
              <p:spPr>
                <a:xfrm flipH="1">
                  <a:off x="705058" y="514773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290" name="Shape 382"/>
                <p:cNvSpPr/>
                <p:nvPr/>
              </p:nvSpPr>
              <p:spPr>
                <a:xfrm>
                  <a:off x="1371103" y="494453"/>
                  <a:ext cx="451811" cy="566379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293" name="Group 385"/>
                <p:cNvGrpSpPr/>
                <p:nvPr/>
              </p:nvGrpSpPr>
              <p:grpSpPr>
                <a:xfrm>
                  <a:off x="975382" y="0"/>
                  <a:ext cx="1270001" cy="1282417"/>
                  <a:chOff x="0" y="0"/>
                  <a:chExt cx="1270000" cy="1282416"/>
                </a:xfrm>
              </p:grpSpPr>
              <p:sp>
                <p:nvSpPr>
                  <p:cNvPr id="291" name="Shape 383"/>
                  <p:cNvSpPr/>
                  <p:nvPr/>
                </p:nvSpPr>
                <p:spPr>
                  <a:xfrm>
                    <a:off x="5125" y="-1"/>
                    <a:ext cx="546102" cy="54610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92" name="Shape 384"/>
                  <p:cNvSpPr/>
                  <p:nvPr/>
                </p:nvSpPr>
                <p:spPr>
                  <a:xfrm>
                    <a:off x="0" y="12416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50</a:t>
                    </a:r>
                  </a:p>
                </p:txBody>
              </p:sp>
            </p:grpSp>
            <p:grpSp>
              <p:nvGrpSpPr>
                <p:cNvPr id="296" name="Group 388"/>
                <p:cNvGrpSpPr/>
                <p:nvPr/>
              </p:nvGrpSpPr>
              <p:grpSpPr>
                <a:xfrm>
                  <a:off x="1646789" y="999913"/>
                  <a:ext cx="1270001" cy="1270001"/>
                  <a:chOff x="0" y="0"/>
                  <a:chExt cx="1270000" cy="1270000"/>
                </a:xfrm>
              </p:grpSpPr>
              <p:sp>
                <p:nvSpPr>
                  <p:cNvPr id="294" name="Shape 386"/>
                  <p:cNvSpPr/>
                  <p:nvPr/>
                </p:nvSpPr>
                <p:spPr>
                  <a:xfrm>
                    <a:off x="17825" y="282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95" name="Shape 387"/>
                  <p:cNvSpPr/>
                  <p:nvPr/>
                </p:nvSpPr>
                <p:spPr>
                  <a:xfrm>
                    <a:off x="-1" y="-1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60</a:t>
                    </a:r>
                  </a:p>
                </p:txBody>
              </p:sp>
            </p:grpSp>
            <p:grpSp>
              <p:nvGrpSpPr>
                <p:cNvPr id="299" name="Group 391"/>
                <p:cNvGrpSpPr/>
                <p:nvPr/>
              </p:nvGrpSpPr>
              <p:grpSpPr>
                <a:xfrm>
                  <a:off x="488548" y="996526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297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298" name="Shape 390"/>
                  <p:cNvSpPr/>
                  <p:nvPr/>
                </p:nvSpPr>
                <p:spPr>
                  <a:xfrm>
                    <a:off x="-1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40</a:t>
                    </a:r>
                  </a:p>
                </p:txBody>
              </p:sp>
            </p:grpSp>
            <p:sp>
              <p:nvSpPr>
                <p:cNvPr id="300" name="Shape 392"/>
                <p:cNvSpPr/>
                <p:nvPr/>
              </p:nvSpPr>
              <p:spPr>
                <a:xfrm flipH="1">
                  <a:off x="1400736" y="1535288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301" name="Shape 393"/>
                <p:cNvSpPr/>
                <p:nvPr/>
              </p:nvSpPr>
              <p:spPr>
                <a:xfrm>
                  <a:off x="2080583" y="1505131"/>
                  <a:ext cx="392759" cy="536925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304" name="Group 396"/>
                <p:cNvGrpSpPr/>
                <p:nvPr/>
              </p:nvGrpSpPr>
              <p:grpSpPr>
                <a:xfrm>
                  <a:off x="2289128" y="2020711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302" name="Shape 394"/>
                  <p:cNvSpPr/>
                  <p:nvPr/>
                </p:nvSpPr>
                <p:spPr>
                  <a:xfrm>
                    <a:off x="5124" y="0"/>
                    <a:ext cx="546102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03" name="Shape 395"/>
                  <p:cNvSpPr/>
                  <p:nvPr/>
                </p:nvSpPr>
                <p:spPr>
                  <a:xfrm>
                    <a:off x="0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65</a:t>
                    </a:r>
                  </a:p>
                </p:txBody>
              </p:sp>
            </p:grpSp>
            <p:grpSp>
              <p:nvGrpSpPr>
                <p:cNvPr id="307" name="Group 399"/>
                <p:cNvGrpSpPr/>
                <p:nvPr/>
              </p:nvGrpSpPr>
              <p:grpSpPr>
                <a:xfrm>
                  <a:off x="1197536" y="2017042"/>
                  <a:ext cx="1279551" cy="1282418"/>
                  <a:chOff x="0" y="0"/>
                  <a:chExt cx="1279550" cy="1282417"/>
                </a:xfrm>
              </p:grpSpPr>
              <p:sp>
                <p:nvSpPr>
                  <p:cNvPr id="305" name="Shape 397"/>
                  <p:cNvSpPr/>
                  <p:nvPr/>
                </p:nvSpPr>
                <p:spPr>
                  <a:xfrm>
                    <a:off x="0" y="0"/>
                    <a:ext cx="546102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06" name="Shape 398"/>
                  <p:cNvSpPr/>
                  <p:nvPr/>
                </p:nvSpPr>
                <p:spPr>
                  <a:xfrm>
                    <a:off x="9550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55</a:t>
                    </a:r>
                  </a:p>
                </p:txBody>
              </p:sp>
            </p:grpSp>
            <p:sp>
              <p:nvSpPr>
                <p:cNvPr id="308" name="Shape 381"/>
                <p:cNvSpPr/>
                <p:nvPr/>
              </p:nvSpPr>
              <p:spPr>
                <a:xfrm flipH="1">
                  <a:off x="216509" y="1499088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311" name="Group 391"/>
                <p:cNvGrpSpPr/>
                <p:nvPr/>
              </p:nvGrpSpPr>
              <p:grpSpPr>
                <a:xfrm>
                  <a:off x="-1" y="1980841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309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10" name="Shape 390"/>
                  <p:cNvSpPr/>
                  <p:nvPr/>
                </p:nvSpPr>
                <p:spPr>
                  <a:xfrm>
                    <a:off x="-1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30</a:t>
                    </a:r>
                  </a:p>
                </p:txBody>
              </p:sp>
            </p:grpSp>
          </p:grpSp>
          <p:grpSp>
            <p:nvGrpSpPr>
              <p:cNvPr id="321" name="Group 400"/>
              <p:cNvGrpSpPr/>
              <p:nvPr/>
            </p:nvGrpSpPr>
            <p:grpSpPr>
              <a:xfrm>
                <a:off x="701485" y="2555749"/>
                <a:ext cx="2428242" cy="1784491"/>
                <a:chOff x="0" y="0"/>
                <a:chExt cx="2428240" cy="1784490"/>
              </a:xfrm>
            </p:grpSpPr>
            <p:sp>
              <p:nvSpPr>
                <p:cNvPr id="313" name="Shape 381"/>
                <p:cNvSpPr/>
                <p:nvPr/>
              </p:nvSpPr>
              <p:spPr>
                <a:xfrm flipH="1">
                  <a:off x="216509" y="20320"/>
                  <a:ext cx="431802" cy="546102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sp>
              <p:nvSpPr>
                <p:cNvPr id="314" name="Shape 382"/>
                <p:cNvSpPr/>
                <p:nvPr/>
              </p:nvSpPr>
              <p:spPr>
                <a:xfrm>
                  <a:off x="882554" y="-1"/>
                  <a:ext cx="451811" cy="566380"/>
                </a:xfrm>
                <a:prstGeom prst="line">
                  <a:avLst/>
                </a:prstGeom>
                <a:noFill/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sz="2800">
                      <a:uFill>
                        <a:solidFill>
                          <a:srgbClr val="000000"/>
                        </a:solidFill>
                      </a:uFill>
                      <a:latin typeface="Arial Black"/>
                      <a:ea typeface="Arial Black"/>
                      <a:cs typeface="Arial Black"/>
                      <a:sym typeface="Arial Black"/>
                    </a:defRPr>
                  </a:pPr>
                </a:p>
              </p:txBody>
            </p:sp>
            <p:grpSp>
              <p:nvGrpSpPr>
                <p:cNvPr id="317" name="Group 388"/>
                <p:cNvGrpSpPr/>
                <p:nvPr/>
              </p:nvGrpSpPr>
              <p:grpSpPr>
                <a:xfrm>
                  <a:off x="1158240" y="505460"/>
                  <a:ext cx="1270001" cy="1270001"/>
                  <a:chOff x="0" y="0"/>
                  <a:chExt cx="1270000" cy="1270000"/>
                </a:xfrm>
              </p:grpSpPr>
              <p:sp>
                <p:nvSpPr>
                  <p:cNvPr id="315" name="Shape 386"/>
                  <p:cNvSpPr/>
                  <p:nvPr/>
                </p:nvSpPr>
                <p:spPr>
                  <a:xfrm>
                    <a:off x="17825" y="282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16" name="Shape 387"/>
                  <p:cNvSpPr/>
                  <p:nvPr/>
                </p:nvSpPr>
                <p:spPr>
                  <a:xfrm>
                    <a:off x="-1" y="-1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57</a:t>
                    </a:r>
                  </a:p>
                </p:txBody>
              </p:sp>
            </p:grpSp>
            <p:grpSp>
              <p:nvGrpSpPr>
                <p:cNvPr id="320" name="Group 391"/>
                <p:cNvGrpSpPr/>
                <p:nvPr/>
              </p:nvGrpSpPr>
              <p:grpSpPr>
                <a:xfrm>
                  <a:off x="-1" y="502073"/>
                  <a:ext cx="1270001" cy="1282418"/>
                  <a:chOff x="0" y="0"/>
                  <a:chExt cx="1270000" cy="1282417"/>
                </a:xfrm>
              </p:grpSpPr>
              <p:sp>
                <p:nvSpPr>
                  <p:cNvPr id="318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319" name="Shape 390"/>
                  <p:cNvSpPr/>
                  <p:nvPr/>
                </p:nvSpPr>
                <p:spPr>
                  <a:xfrm>
                    <a:off x="-1" y="12417"/>
                    <a:ext cx="1270001" cy="1270001"/>
                  </a:xfrm>
                  <a:prstGeom prst="line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52</a:t>
                    </a:r>
                  </a:p>
                </p:txBody>
              </p:sp>
            </p:grpSp>
          </p:grpSp>
        </p:grpSp>
      </p:grpSp>
      <p:sp>
        <p:nvSpPr>
          <p:cNvPr id="324" name="Shape 419"/>
          <p:cNvSpPr txBox="1"/>
          <p:nvPr/>
        </p:nvSpPr>
        <p:spPr>
          <a:xfrm>
            <a:off x="8041206" y="6682219"/>
            <a:ext cx="13913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插入70后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81"/>
          <p:cNvSpPr/>
          <p:nvPr/>
        </p:nvSpPr>
        <p:spPr>
          <a:xfrm flipH="1">
            <a:off x="2190816" y="3564711"/>
            <a:ext cx="303705" cy="469754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327" name="Shape 392"/>
          <p:cNvSpPr/>
          <p:nvPr/>
        </p:nvSpPr>
        <p:spPr>
          <a:xfrm flipH="1">
            <a:off x="2940837" y="4537279"/>
            <a:ext cx="411719" cy="67904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328" name="Shape 419"/>
          <p:cNvSpPr txBox="1"/>
          <p:nvPr/>
        </p:nvSpPr>
        <p:spPr>
          <a:xfrm>
            <a:off x="599373" y="1357209"/>
            <a:ext cx="7639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4、向上传播，可能止于某个结点，也可能传播至根结点</a:t>
            </a:r>
          </a:p>
        </p:txBody>
      </p:sp>
      <p:sp>
        <p:nvSpPr>
          <p:cNvPr id="329" name="Shape 38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不平衡的原因</a:t>
            </a:r>
          </a:p>
        </p:txBody>
      </p:sp>
      <p:grpSp>
        <p:nvGrpSpPr>
          <p:cNvPr id="361" name="Group 400"/>
          <p:cNvGrpSpPr/>
          <p:nvPr/>
        </p:nvGrpSpPr>
        <p:grpSpPr>
          <a:xfrm>
            <a:off x="7276929" y="2241414"/>
            <a:ext cx="2351806" cy="2566815"/>
            <a:chOff x="0" y="0"/>
            <a:chExt cx="2351805" cy="2566813"/>
          </a:xfrm>
        </p:grpSpPr>
        <p:sp>
          <p:nvSpPr>
            <p:cNvPr id="330" name="Shape 381"/>
            <p:cNvSpPr/>
            <p:nvPr/>
          </p:nvSpPr>
          <p:spPr>
            <a:xfrm flipH="1">
              <a:off x="216509" y="514773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31" name="Shape 382"/>
            <p:cNvSpPr/>
            <p:nvPr/>
          </p:nvSpPr>
          <p:spPr>
            <a:xfrm>
              <a:off x="882554" y="494453"/>
              <a:ext cx="451811" cy="566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334" name="Group 385"/>
            <p:cNvGrpSpPr/>
            <p:nvPr/>
          </p:nvGrpSpPr>
          <p:grpSpPr>
            <a:xfrm>
              <a:off x="486833" y="-1"/>
              <a:ext cx="551228" cy="546101"/>
              <a:chOff x="0" y="0"/>
              <a:chExt cx="551226" cy="546100"/>
            </a:xfrm>
          </p:grpSpPr>
          <p:sp>
            <p:nvSpPr>
              <p:cNvPr id="332" name="Shape 383"/>
              <p:cNvSpPr/>
              <p:nvPr/>
            </p:nvSpPr>
            <p:spPr>
              <a:xfrm>
                <a:off x="5125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3" name="Shape 384"/>
              <p:cNvSpPr txBox="1"/>
              <p:nvPr/>
            </p:nvSpPr>
            <p:spPr>
              <a:xfrm>
                <a:off x="0" y="1241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337" name="Group 388"/>
            <p:cNvGrpSpPr/>
            <p:nvPr/>
          </p:nvGrpSpPr>
          <p:grpSpPr>
            <a:xfrm>
              <a:off x="1158240" y="999913"/>
              <a:ext cx="563928" cy="546385"/>
              <a:chOff x="0" y="0"/>
              <a:chExt cx="563927" cy="546383"/>
            </a:xfrm>
          </p:grpSpPr>
          <p:sp>
            <p:nvSpPr>
              <p:cNvPr id="335" name="Shape 386"/>
              <p:cNvSpPr/>
              <p:nvPr/>
            </p:nvSpPr>
            <p:spPr>
              <a:xfrm>
                <a:off x="17825" y="282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6" name="Shape 387"/>
              <p:cNvSpPr txBox="1"/>
              <p:nvPr/>
            </p:nvSpPr>
            <p:spPr>
              <a:xfrm>
                <a:off x="-1" y="-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grpSp>
          <p:nvGrpSpPr>
            <p:cNvPr id="340" name="Group 391"/>
            <p:cNvGrpSpPr/>
            <p:nvPr/>
          </p:nvGrpSpPr>
          <p:grpSpPr>
            <a:xfrm>
              <a:off x="-1" y="996526"/>
              <a:ext cx="563929" cy="546103"/>
              <a:chOff x="0" y="0"/>
              <a:chExt cx="563927" cy="546101"/>
            </a:xfrm>
          </p:grpSpPr>
          <p:sp>
            <p:nvSpPr>
              <p:cNvPr id="338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341" name="Shape 392"/>
            <p:cNvSpPr/>
            <p:nvPr/>
          </p:nvSpPr>
          <p:spPr>
            <a:xfrm flipH="1">
              <a:off x="912188" y="1535288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342" name="Shape 393"/>
            <p:cNvSpPr/>
            <p:nvPr/>
          </p:nvSpPr>
          <p:spPr>
            <a:xfrm>
              <a:off x="1592035" y="1505131"/>
              <a:ext cx="392759" cy="5369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345" name="Group 396"/>
            <p:cNvGrpSpPr/>
            <p:nvPr/>
          </p:nvGrpSpPr>
          <p:grpSpPr>
            <a:xfrm>
              <a:off x="1800579" y="2020711"/>
              <a:ext cx="551227" cy="546103"/>
              <a:chOff x="0" y="0"/>
              <a:chExt cx="551225" cy="546101"/>
            </a:xfrm>
          </p:grpSpPr>
          <p:sp>
            <p:nvSpPr>
              <p:cNvPr id="343" name="Shape 394"/>
              <p:cNvSpPr/>
              <p:nvPr/>
            </p:nvSpPr>
            <p:spPr>
              <a:xfrm>
                <a:off x="5124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4" name="Shape 395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348" name="Group 399"/>
            <p:cNvGrpSpPr/>
            <p:nvPr/>
          </p:nvGrpSpPr>
          <p:grpSpPr>
            <a:xfrm>
              <a:off x="708987" y="2017042"/>
              <a:ext cx="546103" cy="546103"/>
              <a:chOff x="0" y="0"/>
              <a:chExt cx="546101" cy="546101"/>
            </a:xfrm>
          </p:grpSpPr>
          <p:sp>
            <p:nvSpPr>
              <p:cNvPr id="346" name="Shape 397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7" name="Shape 398"/>
              <p:cNvSpPr txBox="1"/>
              <p:nvPr/>
            </p:nvSpPr>
            <p:spPr>
              <a:xfrm>
                <a:off x="955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55</a:t>
                </a:r>
              </a:p>
            </p:txBody>
          </p:sp>
        </p:grpSp>
        <p:grpSp>
          <p:nvGrpSpPr>
            <p:cNvPr id="351" name="Group 391"/>
            <p:cNvGrpSpPr/>
            <p:nvPr/>
          </p:nvGrpSpPr>
          <p:grpSpPr>
            <a:xfrm>
              <a:off x="-1" y="996526"/>
              <a:ext cx="563929" cy="546103"/>
              <a:chOff x="0" y="0"/>
              <a:chExt cx="563927" cy="546101"/>
            </a:xfrm>
          </p:grpSpPr>
          <p:sp>
            <p:nvSpPr>
              <p:cNvPr id="349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0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grpSp>
          <p:nvGrpSpPr>
            <p:cNvPr id="354" name="Group 391"/>
            <p:cNvGrpSpPr/>
            <p:nvPr/>
          </p:nvGrpSpPr>
          <p:grpSpPr>
            <a:xfrm>
              <a:off x="-1" y="996526"/>
              <a:ext cx="563929" cy="546103"/>
              <a:chOff x="0" y="0"/>
              <a:chExt cx="563927" cy="546101"/>
            </a:xfrm>
          </p:grpSpPr>
          <p:sp>
            <p:nvSpPr>
              <p:cNvPr id="352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3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grpSp>
          <p:nvGrpSpPr>
            <p:cNvPr id="357" name="Group 391"/>
            <p:cNvGrpSpPr/>
            <p:nvPr/>
          </p:nvGrpSpPr>
          <p:grpSpPr>
            <a:xfrm>
              <a:off x="-1" y="996526"/>
              <a:ext cx="563929" cy="546103"/>
              <a:chOff x="0" y="0"/>
              <a:chExt cx="563927" cy="546101"/>
            </a:xfrm>
          </p:grpSpPr>
          <p:sp>
            <p:nvSpPr>
              <p:cNvPr id="355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6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grpSp>
          <p:nvGrpSpPr>
            <p:cNvPr id="360" name="Group 391"/>
            <p:cNvGrpSpPr/>
            <p:nvPr/>
          </p:nvGrpSpPr>
          <p:grpSpPr>
            <a:xfrm>
              <a:off x="-1" y="996526"/>
              <a:ext cx="563929" cy="546103"/>
              <a:chOff x="0" y="0"/>
              <a:chExt cx="563927" cy="546101"/>
            </a:xfrm>
          </p:grpSpPr>
          <p:sp>
            <p:nvSpPr>
              <p:cNvPr id="358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9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</p:grpSp>
      <p:grpSp>
        <p:nvGrpSpPr>
          <p:cNvPr id="366" name="Group 405"/>
          <p:cNvGrpSpPr/>
          <p:nvPr/>
        </p:nvGrpSpPr>
        <p:grpSpPr>
          <a:xfrm>
            <a:off x="9505898" y="4758974"/>
            <a:ext cx="754735" cy="979459"/>
            <a:chOff x="0" y="0"/>
            <a:chExt cx="754733" cy="979457"/>
          </a:xfrm>
        </p:grpSpPr>
        <p:sp>
          <p:nvSpPr>
            <p:cNvPr id="362" name="Shape 401"/>
            <p:cNvSpPr/>
            <p:nvPr/>
          </p:nvSpPr>
          <p:spPr>
            <a:xfrm>
              <a:off x="-1" y="0"/>
              <a:ext cx="377183" cy="55845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365" name="Group 404"/>
            <p:cNvGrpSpPr/>
            <p:nvPr/>
          </p:nvGrpSpPr>
          <p:grpSpPr>
            <a:xfrm>
              <a:off x="203504" y="433355"/>
              <a:ext cx="551230" cy="546103"/>
              <a:chOff x="0" y="0"/>
              <a:chExt cx="551229" cy="546101"/>
            </a:xfrm>
          </p:grpSpPr>
          <p:sp>
            <p:nvSpPr>
              <p:cNvPr id="363" name="Shape 402"/>
              <p:cNvSpPr/>
              <p:nvPr/>
            </p:nvSpPr>
            <p:spPr>
              <a:xfrm>
                <a:off x="5125" y="0"/>
                <a:ext cx="546105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4" name="Shape 403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70</a:t>
                </a:r>
              </a:p>
            </p:txBody>
          </p:sp>
        </p:grpSp>
      </p:grpSp>
      <p:grpSp>
        <p:nvGrpSpPr>
          <p:cNvPr id="370" name="Group 411"/>
          <p:cNvGrpSpPr/>
          <p:nvPr/>
        </p:nvGrpSpPr>
        <p:grpSpPr>
          <a:xfrm>
            <a:off x="7780178" y="2749016"/>
            <a:ext cx="1831907" cy="1997006"/>
            <a:chOff x="0" y="0"/>
            <a:chExt cx="1831906" cy="1997005"/>
          </a:xfrm>
        </p:grpSpPr>
        <p:sp>
          <p:nvSpPr>
            <p:cNvPr id="367" name="Shape 406"/>
            <p:cNvSpPr/>
            <p:nvPr/>
          </p:nvSpPr>
          <p:spPr>
            <a:xfrm>
              <a:off x="0" y="0"/>
              <a:ext cx="6477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368" name="Shape 407"/>
            <p:cNvSpPr/>
            <p:nvPr/>
          </p:nvSpPr>
          <p:spPr>
            <a:xfrm>
              <a:off x="1374705" y="1997005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69" name="Shape 408"/>
            <p:cNvSpPr/>
            <p:nvPr/>
          </p:nvSpPr>
          <p:spPr>
            <a:xfrm>
              <a:off x="771031" y="1025031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375" name="Group 418"/>
          <p:cNvGrpSpPr/>
          <p:nvPr/>
        </p:nvGrpSpPr>
        <p:grpSpPr>
          <a:xfrm>
            <a:off x="7767478" y="2742767"/>
            <a:ext cx="2491741" cy="2933702"/>
            <a:chOff x="0" y="0"/>
            <a:chExt cx="2491740" cy="2933700"/>
          </a:xfrm>
        </p:grpSpPr>
        <p:sp>
          <p:nvSpPr>
            <p:cNvPr id="371" name="Shape 412"/>
            <p:cNvSpPr/>
            <p:nvPr/>
          </p:nvSpPr>
          <p:spPr>
            <a:xfrm>
              <a:off x="0" y="0"/>
              <a:ext cx="6477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-2</a:t>
              </a:r>
            </a:p>
          </p:txBody>
        </p:sp>
        <p:sp>
          <p:nvSpPr>
            <p:cNvPr id="372" name="Shape 413"/>
            <p:cNvSpPr/>
            <p:nvPr/>
          </p:nvSpPr>
          <p:spPr>
            <a:xfrm>
              <a:off x="1374704" y="1997004"/>
              <a:ext cx="571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373" name="Shape 414"/>
            <p:cNvSpPr/>
            <p:nvPr/>
          </p:nvSpPr>
          <p:spPr>
            <a:xfrm>
              <a:off x="771031" y="1025031"/>
              <a:ext cx="4826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374" name="Shape 417"/>
            <p:cNvSpPr/>
            <p:nvPr/>
          </p:nvSpPr>
          <p:spPr>
            <a:xfrm>
              <a:off x="2034540" y="2933700"/>
              <a:ext cx="457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376" name="Shape 381"/>
          <p:cNvSpPr/>
          <p:nvPr/>
        </p:nvSpPr>
        <p:spPr>
          <a:xfrm flipH="1">
            <a:off x="2600759" y="2671804"/>
            <a:ext cx="431802" cy="5461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377" name="Shape 382"/>
          <p:cNvSpPr/>
          <p:nvPr/>
        </p:nvSpPr>
        <p:spPr>
          <a:xfrm>
            <a:off x="3266804" y="2651484"/>
            <a:ext cx="451811" cy="56637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380" name="Group 385"/>
          <p:cNvGrpSpPr/>
          <p:nvPr/>
        </p:nvGrpSpPr>
        <p:grpSpPr>
          <a:xfrm>
            <a:off x="2871082" y="2157030"/>
            <a:ext cx="551228" cy="546101"/>
            <a:chOff x="0" y="0"/>
            <a:chExt cx="551226" cy="546100"/>
          </a:xfrm>
        </p:grpSpPr>
        <p:sp>
          <p:nvSpPr>
            <p:cNvPr id="378" name="Shape 383"/>
            <p:cNvSpPr/>
            <p:nvPr/>
          </p:nvSpPr>
          <p:spPr>
            <a:xfrm>
              <a:off x="5125" y="-1"/>
              <a:ext cx="546102" cy="5461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9" name="Shape 384"/>
            <p:cNvSpPr txBox="1"/>
            <p:nvPr/>
          </p:nvSpPr>
          <p:spPr>
            <a:xfrm>
              <a:off x="0" y="1241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383" name="Group 388"/>
          <p:cNvGrpSpPr/>
          <p:nvPr/>
        </p:nvGrpSpPr>
        <p:grpSpPr>
          <a:xfrm>
            <a:off x="3542490" y="3156944"/>
            <a:ext cx="563928" cy="546385"/>
            <a:chOff x="0" y="0"/>
            <a:chExt cx="563927" cy="546383"/>
          </a:xfrm>
        </p:grpSpPr>
        <p:sp>
          <p:nvSpPr>
            <p:cNvPr id="381" name="Shape 386"/>
            <p:cNvSpPr/>
            <p:nvPr/>
          </p:nvSpPr>
          <p:spPr>
            <a:xfrm>
              <a:off x="17825" y="282"/>
              <a:ext cx="546103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2" name="Shape 387"/>
            <p:cNvSpPr txBox="1"/>
            <p:nvPr/>
          </p:nvSpPr>
          <p:spPr>
            <a:xfrm>
              <a:off x="-1" y="-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60</a:t>
              </a:r>
            </a:p>
          </p:txBody>
        </p:sp>
      </p:grpSp>
      <p:grpSp>
        <p:nvGrpSpPr>
          <p:cNvPr id="386" name="Group 391"/>
          <p:cNvGrpSpPr/>
          <p:nvPr/>
        </p:nvGrpSpPr>
        <p:grpSpPr>
          <a:xfrm>
            <a:off x="2384249" y="3153557"/>
            <a:ext cx="563928" cy="546103"/>
            <a:chOff x="0" y="0"/>
            <a:chExt cx="563927" cy="546101"/>
          </a:xfrm>
        </p:grpSpPr>
        <p:sp>
          <p:nvSpPr>
            <p:cNvPr id="384" name="Shape 389"/>
            <p:cNvSpPr/>
            <p:nvPr/>
          </p:nvSpPr>
          <p:spPr>
            <a:xfrm>
              <a:off x="17825" y="0"/>
              <a:ext cx="546103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5" name="Shape 390"/>
            <p:cNvSpPr txBox="1"/>
            <p:nvPr/>
          </p:nvSpPr>
          <p:spPr>
            <a:xfrm>
              <a:off x="-1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40</a:t>
              </a:r>
            </a:p>
          </p:txBody>
        </p:sp>
      </p:grpSp>
      <p:sp>
        <p:nvSpPr>
          <p:cNvPr id="387" name="Shape 392"/>
          <p:cNvSpPr/>
          <p:nvPr/>
        </p:nvSpPr>
        <p:spPr>
          <a:xfrm flipH="1">
            <a:off x="3462104" y="3692319"/>
            <a:ext cx="266135" cy="54195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388" name="Shape 393"/>
          <p:cNvSpPr/>
          <p:nvPr/>
        </p:nvSpPr>
        <p:spPr>
          <a:xfrm>
            <a:off x="3976284" y="3662162"/>
            <a:ext cx="392759" cy="53692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391" name="Group 396"/>
          <p:cNvGrpSpPr/>
          <p:nvPr/>
        </p:nvGrpSpPr>
        <p:grpSpPr>
          <a:xfrm>
            <a:off x="4184829" y="4177742"/>
            <a:ext cx="551227" cy="546103"/>
            <a:chOff x="0" y="0"/>
            <a:chExt cx="551225" cy="546101"/>
          </a:xfrm>
        </p:grpSpPr>
        <p:sp>
          <p:nvSpPr>
            <p:cNvPr id="389" name="Shape 394"/>
            <p:cNvSpPr/>
            <p:nvPr/>
          </p:nvSpPr>
          <p:spPr>
            <a:xfrm>
              <a:off x="5124" y="0"/>
              <a:ext cx="546102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0" name="Shape 395"/>
            <p:cNvSpPr txBox="1"/>
            <p:nvPr/>
          </p:nvSpPr>
          <p:spPr>
            <a:xfrm>
              <a:off x="0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394" name="Group 399"/>
          <p:cNvGrpSpPr/>
          <p:nvPr/>
        </p:nvGrpSpPr>
        <p:grpSpPr>
          <a:xfrm>
            <a:off x="3093237" y="4174073"/>
            <a:ext cx="546103" cy="546103"/>
            <a:chOff x="0" y="0"/>
            <a:chExt cx="546101" cy="546101"/>
          </a:xfrm>
        </p:grpSpPr>
        <p:sp>
          <p:nvSpPr>
            <p:cNvPr id="392" name="Shape 397"/>
            <p:cNvSpPr/>
            <p:nvPr/>
          </p:nvSpPr>
          <p:spPr>
            <a:xfrm>
              <a:off x="0" y="0"/>
              <a:ext cx="546102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3" name="Shape 398"/>
            <p:cNvSpPr txBox="1"/>
            <p:nvPr/>
          </p:nvSpPr>
          <p:spPr>
            <a:xfrm>
              <a:off x="9550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55</a:t>
              </a:r>
            </a:p>
          </p:txBody>
        </p:sp>
      </p:grpSp>
      <p:grpSp>
        <p:nvGrpSpPr>
          <p:cNvPr id="399" name="Group 405"/>
          <p:cNvGrpSpPr/>
          <p:nvPr/>
        </p:nvGrpSpPr>
        <p:grpSpPr>
          <a:xfrm>
            <a:off x="4613218" y="4674590"/>
            <a:ext cx="754735" cy="979459"/>
            <a:chOff x="0" y="0"/>
            <a:chExt cx="754733" cy="979457"/>
          </a:xfrm>
        </p:grpSpPr>
        <p:sp>
          <p:nvSpPr>
            <p:cNvPr id="395" name="Shape 401"/>
            <p:cNvSpPr/>
            <p:nvPr/>
          </p:nvSpPr>
          <p:spPr>
            <a:xfrm>
              <a:off x="-1" y="0"/>
              <a:ext cx="377183" cy="55845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398" name="Group 404"/>
            <p:cNvGrpSpPr/>
            <p:nvPr/>
          </p:nvGrpSpPr>
          <p:grpSpPr>
            <a:xfrm>
              <a:off x="203504" y="433355"/>
              <a:ext cx="551230" cy="546103"/>
              <a:chOff x="0" y="0"/>
              <a:chExt cx="551229" cy="546101"/>
            </a:xfrm>
          </p:grpSpPr>
          <p:sp>
            <p:nvSpPr>
              <p:cNvPr id="396" name="Shape 402"/>
              <p:cNvSpPr/>
              <p:nvPr/>
            </p:nvSpPr>
            <p:spPr>
              <a:xfrm>
                <a:off x="5125" y="0"/>
                <a:ext cx="546105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97" name="Shape 403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70</a:t>
                </a:r>
              </a:p>
            </p:txBody>
          </p:sp>
        </p:grpSp>
      </p:grpSp>
      <p:grpSp>
        <p:nvGrpSpPr>
          <p:cNvPr id="404" name="Group 411"/>
          <p:cNvGrpSpPr/>
          <p:nvPr/>
        </p:nvGrpSpPr>
        <p:grpSpPr>
          <a:xfrm>
            <a:off x="2025083" y="3693240"/>
            <a:ext cx="1626957" cy="1986368"/>
            <a:chOff x="0" y="0"/>
            <a:chExt cx="1626955" cy="1986366"/>
          </a:xfrm>
        </p:grpSpPr>
        <p:sp>
          <p:nvSpPr>
            <p:cNvPr id="400" name="Shape 409"/>
            <p:cNvSpPr/>
            <p:nvPr/>
          </p:nvSpPr>
          <p:spPr>
            <a:xfrm>
              <a:off x="456013" y="0"/>
              <a:ext cx="4572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01" name="Shape 410"/>
            <p:cNvSpPr/>
            <p:nvPr/>
          </p:nvSpPr>
          <p:spPr>
            <a:xfrm>
              <a:off x="1169754" y="970562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02" name="Shape 410"/>
            <p:cNvSpPr/>
            <p:nvPr/>
          </p:nvSpPr>
          <p:spPr>
            <a:xfrm>
              <a:off x="609599" y="1986366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03" name="Shape 410"/>
            <p:cNvSpPr/>
            <p:nvPr/>
          </p:nvSpPr>
          <p:spPr>
            <a:xfrm>
              <a:off x="0" y="843366"/>
              <a:ext cx="457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408" name="Group 418"/>
          <p:cNvGrpSpPr/>
          <p:nvPr/>
        </p:nvGrpSpPr>
        <p:grpSpPr>
          <a:xfrm>
            <a:off x="3681568" y="3719389"/>
            <a:ext cx="1720710" cy="1908670"/>
            <a:chOff x="0" y="0"/>
            <a:chExt cx="1720709" cy="1908669"/>
          </a:xfrm>
        </p:grpSpPr>
        <p:sp>
          <p:nvSpPr>
            <p:cNvPr id="405" name="Shape 413"/>
            <p:cNvSpPr/>
            <p:nvPr/>
          </p:nvSpPr>
          <p:spPr>
            <a:xfrm>
              <a:off x="603673" y="971973"/>
              <a:ext cx="5715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406" name="Shape 414"/>
            <p:cNvSpPr/>
            <p:nvPr/>
          </p:nvSpPr>
          <p:spPr>
            <a:xfrm>
              <a:off x="0" y="0"/>
              <a:ext cx="482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07" name="Shape 417"/>
            <p:cNvSpPr/>
            <p:nvPr/>
          </p:nvSpPr>
          <p:spPr>
            <a:xfrm>
              <a:off x="1263509" y="1908669"/>
              <a:ext cx="457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411" name="Group 399"/>
          <p:cNvGrpSpPr/>
          <p:nvPr/>
        </p:nvGrpSpPr>
        <p:grpSpPr>
          <a:xfrm>
            <a:off x="2597937" y="5151973"/>
            <a:ext cx="546103" cy="546103"/>
            <a:chOff x="0" y="0"/>
            <a:chExt cx="546101" cy="546101"/>
          </a:xfrm>
        </p:grpSpPr>
        <p:sp>
          <p:nvSpPr>
            <p:cNvPr id="409" name="Shape 397"/>
            <p:cNvSpPr/>
            <p:nvPr/>
          </p:nvSpPr>
          <p:spPr>
            <a:xfrm>
              <a:off x="0" y="0"/>
              <a:ext cx="546102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0" name="Shape 398"/>
            <p:cNvSpPr txBox="1"/>
            <p:nvPr/>
          </p:nvSpPr>
          <p:spPr>
            <a:xfrm>
              <a:off x="9550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52</a:t>
              </a:r>
            </a:p>
          </p:txBody>
        </p:sp>
      </p:grpSp>
      <p:sp>
        <p:nvSpPr>
          <p:cNvPr id="412" name="Group 411"/>
          <p:cNvSpPr/>
          <p:nvPr/>
        </p:nvSpPr>
        <p:spPr>
          <a:xfrm>
            <a:off x="2953538" y="2718897"/>
            <a:ext cx="64770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-1</a:t>
            </a:r>
          </a:p>
        </p:txBody>
      </p:sp>
      <p:grpSp>
        <p:nvGrpSpPr>
          <p:cNvPr id="415" name="Group 391"/>
          <p:cNvGrpSpPr/>
          <p:nvPr/>
        </p:nvGrpSpPr>
        <p:grpSpPr>
          <a:xfrm>
            <a:off x="1812749" y="3928257"/>
            <a:ext cx="563928" cy="546103"/>
            <a:chOff x="0" y="0"/>
            <a:chExt cx="563927" cy="546101"/>
          </a:xfrm>
        </p:grpSpPr>
        <p:sp>
          <p:nvSpPr>
            <p:cNvPr id="413" name="Shape 389"/>
            <p:cNvSpPr/>
            <p:nvPr/>
          </p:nvSpPr>
          <p:spPr>
            <a:xfrm>
              <a:off x="17825" y="0"/>
              <a:ext cx="546103" cy="5461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4" name="Shape 390"/>
            <p:cNvSpPr txBox="1"/>
            <p:nvPr/>
          </p:nvSpPr>
          <p:spPr>
            <a:xfrm>
              <a:off x="-1" y="12417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30</a:t>
              </a:r>
            </a:p>
          </p:txBody>
        </p:sp>
      </p:grpSp>
      <p:grpSp>
        <p:nvGrpSpPr>
          <p:cNvPr id="418" name="Group 411"/>
          <p:cNvGrpSpPr/>
          <p:nvPr/>
        </p:nvGrpSpPr>
        <p:grpSpPr>
          <a:xfrm>
            <a:off x="7386543" y="3775136"/>
            <a:ext cx="1170943" cy="970564"/>
            <a:chOff x="0" y="0"/>
            <a:chExt cx="1170941" cy="970562"/>
          </a:xfrm>
        </p:grpSpPr>
        <p:sp>
          <p:nvSpPr>
            <p:cNvPr id="416" name="Shape 409"/>
            <p:cNvSpPr/>
            <p:nvPr/>
          </p:nvSpPr>
          <p:spPr>
            <a:xfrm>
              <a:off x="0" y="0"/>
              <a:ext cx="45720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17" name="Shape 410"/>
            <p:cNvSpPr/>
            <p:nvPr/>
          </p:nvSpPr>
          <p:spPr>
            <a:xfrm>
              <a:off x="713740" y="970562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421" name="Group 411"/>
          <p:cNvGrpSpPr/>
          <p:nvPr/>
        </p:nvGrpSpPr>
        <p:grpSpPr>
          <a:xfrm>
            <a:off x="3703076" y="3715977"/>
            <a:ext cx="1060876" cy="971975"/>
            <a:chOff x="0" y="0"/>
            <a:chExt cx="1060874" cy="971973"/>
          </a:xfrm>
        </p:grpSpPr>
        <p:sp>
          <p:nvSpPr>
            <p:cNvPr id="419" name="Shape 407"/>
            <p:cNvSpPr/>
            <p:nvPr/>
          </p:nvSpPr>
          <p:spPr>
            <a:xfrm>
              <a:off x="603673" y="971973"/>
              <a:ext cx="4572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20" name="Shape 408"/>
            <p:cNvSpPr/>
            <p:nvPr/>
          </p:nvSpPr>
          <p:spPr>
            <a:xfrm>
              <a:off x="0" y="0"/>
              <a:ext cx="4572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xit" nodeType="clickEffect" presetSubtype="2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20" dur="1000" fill="hold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xit" nodeType="clickEffect" presetSubtype="2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44" dur="1000" fill="hold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5" grpId="12"/>
      <p:bldP build="whole" bldLvl="1" animBg="1" rev="0" advAuto="0" spid="399" grpId="4"/>
      <p:bldP build="whole" bldLvl="1" animBg="1" rev="0" advAuto="0" spid="361" grpId="7"/>
      <p:bldP build="whole" bldLvl="1" animBg="1" rev="0" advAuto="0" spid="421" grpId="3"/>
      <p:bldP build="whole" bldLvl="1" animBg="1" rev="0" advAuto="0" spid="421" grpId="5"/>
      <p:bldP build="whole" bldLvl="1" animBg="1" rev="0" advAuto="0" spid="412" grpId="1"/>
      <p:bldP build="whole" bldLvl="1" animBg="1" rev="0" advAuto="0" spid="408" grpId="6"/>
      <p:bldP build="whole" bldLvl="1" animBg="1" rev="0" advAuto="0" spid="366" grpId="10"/>
      <p:bldP build="whole" bldLvl="1" animBg="1" rev="0" advAuto="0" spid="370" grpId="8"/>
      <p:bldP build="whole" bldLvl="1" animBg="1" rev="0" advAuto="0" spid="370" grpId="11"/>
      <p:bldP build="whole" bldLvl="1" animBg="1" rev="0" advAuto="0" spid="418" grpId="9"/>
      <p:bldP build="whole" bldLvl="1" animBg="1" rev="0" advAuto="0" spid="404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roup 211"/>
          <p:cNvGrpSpPr/>
          <p:nvPr/>
        </p:nvGrpSpPr>
        <p:grpSpPr>
          <a:xfrm>
            <a:off x="1747860" y="2631120"/>
            <a:ext cx="3911038" cy="3351242"/>
            <a:chOff x="0" y="0"/>
            <a:chExt cx="3911037" cy="3351241"/>
          </a:xfrm>
        </p:grpSpPr>
        <p:grpSp>
          <p:nvGrpSpPr>
            <p:cNvPr id="425" name="Group 194"/>
            <p:cNvGrpSpPr/>
            <p:nvPr/>
          </p:nvGrpSpPr>
          <p:grpSpPr>
            <a:xfrm>
              <a:off x="2167466" y="0"/>
              <a:ext cx="647703" cy="647701"/>
              <a:chOff x="0" y="0"/>
              <a:chExt cx="647701" cy="647700"/>
            </a:xfrm>
          </p:grpSpPr>
          <p:sp>
            <p:nvSpPr>
              <p:cNvPr id="423" name="Shape 192"/>
              <p:cNvSpPr/>
              <p:nvPr/>
            </p:nvSpPr>
            <p:spPr>
              <a:xfrm>
                <a:off x="0" y="-1"/>
                <a:ext cx="647702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4" name="Shape 193"/>
              <p:cNvSpPr txBox="1"/>
              <p:nvPr/>
            </p:nvSpPr>
            <p:spPr>
              <a:xfrm>
                <a:off x="137961" y="791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28" name="Group 197"/>
            <p:cNvGrpSpPr/>
            <p:nvPr/>
          </p:nvGrpSpPr>
          <p:grpSpPr>
            <a:xfrm>
              <a:off x="1083733" y="1083733"/>
              <a:ext cx="647703" cy="647703"/>
              <a:chOff x="0" y="0"/>
              <a:chExt cx="647701" cy="647701"/>
            </a:xfrm>
          </p:grpSpPr>
          <p:sp>
            <p:nvSpPr>
              <p:cNvPr id="426" name="Shape 195"/>
              <p:cNvSpPr/>
              <p:nvPr/>
            </p:nvSpPr>
            <p:spPr>
              <a:xfrm>
                <a:off x="0" y="-1"/>
                <a:ext cx="647702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7" name="Shape 196"/>
              <p:cNvSpPr txBox="1"/>
              <p:nvPr/>
            </p:nvSpPr>
            <p:spPr>
              <a:xfrm>
                <a:off x="125261" y="918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431" name="Group 200"/>
            <p:cNvGrpSpPr/>
            <p:nvPr/>
          </p:nvGrpSpPr>
          <p:grpSpPr>
            <a:xfrm>
              <a:off x="3251200" y="1083733"/>
              <a:ext cx="647701" cy="647703"/>
              <a:chOff x="0" y="0"/>
              <a:chExt cx="647700" cy="647701"/>
            </a:xfrm>
          </p:grpSpPr>
          <p:sp>
            <p:nvSpPr>
              <p:cNvPr id="429" name="Shape 198"/>
              <p:cNvSpPr/>
              <p:nvPr/>
            </p:nvSpPr>
            <p:spPr>
              <a:xfrm>
                <a:off x="-1" y="-1"/>
                <a:ext cx="647701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0" name="Shape 199"/>
              <p:cNvSpPr txBox="1"/>
              <p:nvPr/>
            </p:nvSpPr>
            <p:spPr>
              <a:xfrm>
                <a:off x="137960" y="791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434" name="Group 203"/>
            <p:cNvGrpSpPr/>
            <p:nvPr/>
          </p:nvGrpSpPr>
          <p:grpSpPr>
            <a:xfrm>
              <a:off x="-1" y="2167467"/>
              <a:ext cx="647701" cy="647703"/>
              <a:chOff x="0" y="0"/>
              <a:chExt cx="647700" cy="647701"/>
            </a:xfrm>
          </p:grpSpPr>
          <p:sp>
            <p:nvSpPr>
              <p:cNvPr id="432" name="Shape 201"/>
              <p:cNvSpPr/>
              <p:nvPr/>
            </p:nvSpPr>
            <p:spPr>
              <a:xfrm>
                <a:off x="-1" y="-1"/>
                <a:ext cx="647701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3" name="Shape 202"/>
              <p:cNvSpPr txBox="1"/>
              <p:nvPr/>
            </p:nvSpPr>
            <p:spPr>
              <a:xfrm>
                <a:off x="137961" y="664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435" name="Shape 204"/>
            <p:cNvSpPr/>
            <p:nvPr/>
          </p:nvSpPr>
          <p:spPr>
            <a:xfrm flipH="1">
              <a:off x="1625600" y="541866"/>
              <a:ext cx="647701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36" name="Shape 205"/>
            <p:cNvSpPr/>
            <p:nvPr/>
          </p:nvSpPr>
          <p:spPr>
            <a:xfrm flipH="1">
              <a:off x="541866" y="1625599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37" name="Shape 206"/>
            <p:cNvSpPr/>
            <p:nvPr/>
          </p:nvSpPr>
          <p:spPr>
            <a:xfrm>
              <a:off x="2709333" y="541866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38" name="Shape 207"/>
            <p:cNvSpPr txBox="1"/>
            <p:nvPr/>
          </p:nvSpPr>
          <p:spPr>
            <a:xfrm>
              <a:off x="71682" y="2858347"/>
              <a:ext cx="5207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39" name="Shape 208"/>
            <p:cNvSpPr txBox="1"/>
            <p:nvPr/>
          </p:nvSpPr>
          <p:spPr>
            <a:xfrm>
              <a:off x="3390336" y="1805658"/>
              <a:ext cx="5207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440" name="Shape 209"/>
            <p:cNvSpPr txBox="1"/>
            <p:nvPr/>
          </p:nvSpPr>
          <p:spPr>
            <a:xfrm>
              <a:off x="1228231" y="1807916"/>
              <a:ext cx="5207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41" name="Shape 210"/>
            <p:cNvSpPr txBox="1"/>
            <p:nvPr/>
          </p:nvSpPr>
          <p:spPr>
            <a:xfrm>
              <a:off x="2329461" y="681284"/>
              <a:ext cx="5207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443" name="Shape 213"/>
          <p:cNvSpPr txBox="1"/>
          <p:nvPr/>
        </p:nvSpPr>
        <p:spPr>
          <a:xfrm>
            <a:off x="837299" y="1736212"/>
            <a:ext cx="1099717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删除结点，可能引起以其父结点为根的子树的深度的变化</a:t>
            </a:r>
          </a:p>
        </p:txBody>
      </p:sp>
      <p:grpSp>
        <p:nvGrpSpPr>
          <p:cNvPr id="458" name="Group 276"/>
          <p:cNvGrpSpPr/>
          <p:nvPr/>
        </p:nvGrpSpPr>
        <p:grpSpPr>
          <a:xfrm>
            <a:off x="6637522" y="2631120"/>
            <a:ext cx="2659663" cy="3389342"/>
            <a:chOff x="0" y="0"/>
            <a:chExt cx="2659662" cy="3389341"/>
          </a:xfrm>
        </p:grpSpPr>
        <p:sp>
          <p:nvSpPr>
            <p:cNvPr id="444" name="Shape 262"/>
            <p:cNvSpPr txBox="1"/>
            <p:nvPr/>
          </p:nvSpPr>
          <p:spPr>
            <a:xfrm>
              <a:off x="165133" y="2896447"/>
              <a:ext cx="5207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447" name="Group 265"/>
            <p:cNvGrpSpPr/>
            <p:nvPr/>
          </p:nvGrpSpPr>
          <p:grpSpPr>
            <a:xfrm>
              <a:off x="1976966" y="-1"/>
              <a:ext cx="647703" cy="647701"/>
              <a:chOff x="0" y="0"/>
              <a:chExt cx="647701" cy="647700"/>
            </a:xfrm>
          </p:grpSpPr>
          <p:sp>
            <p:nvSpPr>
              <p:cNvPr id="445" name="Shape 263"/>
              <p:cNvSpPr/>
              <p:nvPr/>
            </p:nvSpPr>
            <p:spPr>
              <a:xfrm>
                <a:off x="0" y="-1"/>
                <a:ext cx="647702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6" name="Shape 264"/>
              <p:cNvSpPr txBox="1"/>
              <p:nvPr/>
            </p:nvSpPr>
            <p:spPr>
              <a:xfrm>
                <a:off x="137961" y="791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50" name="Group 268"/>
            <p:cNvGrpSpPr/>
            <p:nvPr/>
          </p:nvGrpSpPr>
          <p:grpSpPr>
            <a:xfrm>
              <a:off x="893233" y="1083733"/>
              <a:ext cx="647703" cy="647703"/>
              <a:chOff x="0" y="0"/>
              <a:chExt cx="647701" cy="647701"/>
            </a:xfrm>
          </p:grpSpPr>
          <p:sp>
            <p:nvSpPr>
              <p:cNvPr id="448" name="Shape 266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9" name="Shape 267"/>
              <p:cNvSpPr txBox="1"/>
              <p:nvPr/>
            </p:nvSpPr>
            <p:spPr>
              <a:xfrm>
                <a:off x="125261" y="918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453" name="Group 271"/>
            <p:cNvGrpSpPr/>
            <p:nvPr/>
          </p:nvGrpSpPr>
          <p:grpSpPr>
            <a:xfrm>
              <a:off x="0" y="2269066"/>
              <a:ext cx="647701" cy="647703"/>
              <a:chOff x="0" y="0"/>
              <a:chExt cx="647700" cy="647701"/>
            </a:xfrm>
          </p:grpSpPr>
          <p:sp>
            <p:nvSpPr>
              <p:cNvPr id="451" name="Shape 269"/>
              <p:cNvSpPr/>
              <p:nvPr/>
            </p:nvSpPr>
            <p:spPr>
              <a:xfrm>
                <a:off x="-1" y="0"/>
                <a:ext cx="647701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2" name="Shape 270"/>
              <p:cNvSpPr txBox="1"/>
              <p:nvPr/>
            </p:nvSpPr>
            <p:spPr>
              <a:xfrm>
                <a:off x="137961" y="664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454" name="Shape 272"/>
            <p:cNvSpPr/>
            <p:nvPr/>
          </p:nvSpPr>
          <p:spPr>
            <a:xfrm flipH="1">
              <a:off x="1435100" y="541866"/>
              <a:ext cx="647701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55" name="Shape 273"/>
            <p:cNvSpPr/>
            <p:nvPr/>
          </p:nvSpPr>
          <p:spPr>
            <a:xfrm flipH="1">
              <a:off x="351366" y="1625600"/>
              <a:ext cx="647702" cy="647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456" name="Shape 274"/>
            <p:cNvSpPr txBox="1"/>
            <p:nvPr/>
          </p:nvSpPr>
          <p:spPr>
            <a:xfrm>
              <a:off x="1037731" y="1807915"/>
              <a:ext cx="5207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57" name="Shape 275"/>
            <p:cNvSpPr txBox="1"/>
            <p:nvPr/>
          </p:nvSpPr>
          <p:spPr>
            <a:xfrm>
              <a:off x="2138961" y="681283"/>
              <a:ext cx="5207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459" name="Shape 277"/>
          <p:cNvSpPr txBox="1"/>
          <p:nvPr/>
        </p:nvSpPr>
        <p:spPr>
          <a:xfrm>
            <a:off x="2864153" y="5923961"/>
            <a:ext cx="15437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图1：原图</a:t>
            </a:r>
          </a:p>
        </p:txBody>
      </p:sp>
      <p:sp>
        <p:nvSpPr>
          <p:cNvPr id="460" name="Shape 280"/>
          <p:cNvSpPr txBox="1"/>
          <p:nvPr/>
        </p:nvSpPr>
        <p:spPr>
          <a:xfrm>
            <a:off x="7485571" y="5923961"/>
            <a:ext cx="155218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图2:删除 8</a:t>
            </a:r>
          </a:p>
        </p:txBody>
      </p:sp>
      <p:sp>
        <p:nvSpPr>
          <p:cNvPr id="461" name="Shape 2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不平衡的原因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2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旋转操作</a:t>
            </a:r>
          </a:p>
        </p:txBody>
      </p:sp>
      <p:grpSp>
        <p:nvGrpSpPr>
          <p:cNvPr id="496" name="成组"/>
          <p:cNvGrpSpPr/>
          <p:nvPr/>
        </p:nvGrpSpPr>
        <p:grpSpPr>
          <a:xfrm>
            <a:off x="1422357" y="3288846"/>
            <a:ext cx="4224896" cy="1830236"/>
            <a:chOff x="0" y="0"/>
            <a:chExt cx="4224895" cy="1830234"/>
          </a:xfrm>
        </p:grpSpPr>
        <p:grpSp>
          <p:nvGrpSpPr>
            <p:cNvPr id="466" name="成组"/>
            <p:cNvGrpSpPr/>
            <p:nvPr/>
          </p:nvGrpSpPr>
          <p:grpSpPr>
            <a:xfrm>
              <a:off x="718210" y="559314"/>
              <a:ext cx="1080611" cy="374266"/>
              <a:chOff x="0" y="0"/>
              <a:chExt cx="1080610" cy="374264"/>
            </a:xfrm>
          </p:grpSpPr>
          <p:sp>
            <p:nvSpPr>
              <p:cNvPr id="46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69" name="成组"/>
            <p:cNvGrpSpPr/>
            <p:nvPr/>
          </p:nvGrpSpPr>
          <p:grpSpPr>
            <a:xfrm>
              <a:off x="1062475" y="256689"/>
              <a:ext cx="381001" cy="381001"/>
              <a:chOff x="0" y="0"/>
              <a:chExt cx="381000" cy="381000"/>
            </a:xfrm>
          </p:grpSpPr>
          <p:sp>
            <p:nvSpPr>
              <p:cNvPr id="46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8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72" name="成组"/>
            <p:cNvGrpSpPr/>
            <p:nvPr/>
          </p:nvGrpSpPr>
          <p:grpSpPr>
            <a:xfrm>
              <a:off x="488034" y="933312"/>
              <a:ext cx="381001" cy="381001"/>
              <a:chOff x="0" y="0"/>
              <a:chExt cx="381000" cy="381000"/>
            </a:xfrm>
          </p:grpSpPr>
          <p:sp>
            <p:nvSpPr>
              <p:cNvPr id="47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1" name="B"/>
              <p:cNvSpPr txBox="1"/>
              <p:nvPr/>
            </p:nvSpPr>
            <p:spPr>
              <a:xfrm>
                <a:off x="36830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75" name="成组"/>
            <p:cNvGrpSpPr/>
            <p:nvPr/>
          </p:nvGrpSpPr>
          <p:grpSpPr>
            <a:xfrm>
              <a:off x="134182" y="1205962"/>
              <a:ext cx="1080612" cy="374266"/>
              <a:chOff x="0" y="0"/>
              <a:chExt cx="1080610" cy="374264"/>
            </a:xfrm>
          </p:grpSpPr>
          <p:sp>
            <p:nvSpPr>
              <p:cNvPr id="47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76" name="线条"/>
            <p:cNvSpPr/>
            <p:nvPr/>
          </p:nvSpPr>
          <p:spPr>
            <a:xfrm flipV="1">
              <a:off x="125275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7" name="BL"/>
            <p:cNvSpPr txBox="1"/>
            <p:nvPr/>
          </p:nvSpPr>
          <p:spPr>
            <a:xfrm>
              <a:off x="0" y="1508666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478" name="BR"/>
            <p:cNvSpPr txBox="1"/>
            <p:nvPr/>
          </p:nvSpPr>
          <p:spPr>
            <a:xfrm>
              <a:off x="1064009" y="1508666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479" name="AR"/>
            <p:cNvSpPr txBox="1"/>
            <p:nvPr/>
          </p:nvSpPr>
          <p:spPr>
            <a:xfrm>
              <a:off x="1643224" y="857485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grpSp>
          <p:nvGrpSpPr>
            <p:cNvPr id="482" name="成组"/>
            <p:cNvGrpSpPr/>
            <p:nvPr/>
          </p:nvGrpSpPr>
          <p:grpSpPr>
            <a:xfrm>
              <a:off x="2302770" y="559314"/>
              <a:ext cx="1080612" cy="374266"/>
              <a:chOff x="0" y="0"/>
              <a:chExt cx="1080610" cy="374264"/>
            </a:xfrm>
          </p:grpSpPr>
          <p:sp>
            <p:nvSpPr>
              <p:cNvPr id="480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1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85" name="成组"/>
            <p:cNvGrpSpPr/>
            <p:nvPr/>
          </p:nvGrpSpPr>
          <p:grpSpPr>
            <a:xfrm>
              <a:off x="2647036" y="256689"/>
              <a:ext cx="381001" cy="381001"/>
              <a:chOff x="0" y="0"/>
              <a:chExt cx="381000" cy="381000"/>
            </a:xfrm>
          </p:grpSpPr>
          <p:sp>
            <p:nvSpPr>
              <p:cNvPr id="48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4" name="B"/>
              <p:cNvSpPr txBox="1"/>
              <p:nvPr/>
            </p:nvSpPr>
            <p:spPr>
              <a:xfrm>
                <a:off x="44767" y="17016"/>
                <a:ext cx="290473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88" name="成组"/>
            <p:cNvGrpSpPr/>
            <p:nvPr/>
          </p:nvGrpSpPr>
          <p:grpSpPr>
            <a:xfrm>
              <a:off x="3240995" y="933312"/>
              <a:ext cx="381001" cy="381001"/>
              <a:chOff x="0" y="0"/>
              <a:chExt cx="381000" cy="381000"/>
            </a:xfrm>
          </p:grpSpPr>
          <p:sp>
            <p:nvSpPr>
              <p:cNvPr id="48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7" name="A"/>
              <p:cNvSpPr txBox="1"/>
              <p:nvPr/>
            </p:nvSpPr>
            <p:spPr>
              <a:xfrm>
                <a:off x="36830" y="29716"/>
                <a:ext cx="301685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91" name="成组"/>
            <p:cNvGrpSpPr/>
            <p:nvPr/>
          </p:nvGrpSpPr>
          <p:grpSpPr>
            <a:xfrm>
              <a:off x="2899844" y="1205962"/>
              <a:ext cx="1080612" cy="374266"/>
              <a:chOff x="0" y="0"/>
              <a:chExt cx="1080610" cy="374264"/>
            </a:xfrm>
          </p:grpSpPr>
          <p:sp>
            <p:nvSpPr>
              <p:cNvPr id="48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92" name="AR"/>
            <p:cNvSpPr txBox="1"/>
            <p:nvPr/>
          </p:nvSpPr>
          <p:spPr>
            <a:xfrm>
              <a:off x="3832855" y="1508666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493" name="BR"/>
            <p:cNvSpPr txBox="1"/>
            <p:nvPr/>
          </p:nvSpPr>
          <p:spPr>
            <a:xfrm>
              <a:off x="2739412" y="1508666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494" name="BL"/>
            <p:cNvSpPr txBox="1"/>
            <p:nvPr/>
          </p:nvSpPr>
          <p:spPr>
            <a:xfrm>
              <a:off x="2178438" y="85748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495" name="线条"/>
            <p:cNvSpPr/>
            <p:nvPr/>
          </p:nvSpPr>
          <p:spPr>
            <a:xfrm flipV="1">
              <a:off x="2850236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529" name="成组"/>
          <p:cNvGrpSpPr/>
          <p:nvPr/>
        </p:nvGrpSpPr>
        <p:grpSpPr>
          <a:xfrm>
            <a:off x="7153129" y="3288846"/>
            <a:ext cx="4256547" cy="1835672"/>
            <a:chOff x="0" y="0"/>
            <a:chExt cx="4256546" cy="1835670"/>
          </a:xfrm>
        </p:grpSpPr>
        <p:sp>
          <p:nvSpPr>
            <p:cNvPr id="497" name="BR"/>
            <p:cNvSpPr txBox="1"/>
            <p:nvPr/>
          </p:nvSpPr>
          <p:spPr>
            <a:xfrm>
              <a:off x="3875718" y="85748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grpSp>
          <p:nvGrpSpPr>
            <p:cNvPr id="500" name="成组"/>
            <p:cNvGrpSpPr/>
            <p:nvPr/>
          </p:nvGrpSpPr>
          <p:grpSpPr>
            <a:xfrm>
              <a:off x="151469" y="559314"/>
              <a:ext cx="1080611" cy="374266"/>
              <a:chOff x="0" y="0"/>
              <a:chExt cx="1080610" cy="374264"/>
            </a:xfrm>
          </p:grpSpPr>
          <p:sp>
            <p:nvSpPr>
              <p:cNvPr id="498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9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503" name="成组"/>
            <p:cNvGrpSpPr/>
            <p:nvPr/>
          </p:nvGrpSpPr>
          <p:grpSpPr>
            <a:xfrm>
              <a:off x="495735" y="256689"/>
              <a:ext cx="381001" cy="381001"/>
              <a:chOff x="0" y="0"/>
              <a:chExt cx="381000" cy="381000"/>
            </a:xfrm>
          </p:grpSpPr>
          <p:sp>
            <p:nvSpPr>
              <p:cNvPr id="501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2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06" name="成组"/>
            <p:cNvGrpSpPr/>
            <p:nvPr/>
          </p:nvGrpSpPr>
          <p:grpSpPr>
            <a:xfrm>
              <a:off x="1076993" y="933312"/>
              <a:ext cx="381001" cy="381001"/>
              <a:chOff x="0" y="0"/>
              <a:chExt cx="381000" cy="381000"/>
            </a:xfrm>
          </p:grpSpPr>
          <p:sp>
            <p:nvSpPr>
              <p:cNvPr id="504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5" name="B"/>
              <p:cNvSpPr txBox="1"/>
              <p:nvPr/>
            </p:nvSpPr>
            <p:spPr>
              <a:xfrm>
                <a:off x="36830" y="29716"/>
                <a:ext cx="290473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09" name="成组"/>
            <p:cNvGrpSpPr/>
            <p:nvPr/>
          </p:nvGrpSpPr>
          <p:grpSpPr>
            <a:xfrm>
              <a:off x="735842" y="1205962"/>
              <a:ext cx="1080612" cy="374266"/>
              <a:chOff x="0" y="0"/>
              <a:chExt cx="1080610" cy="374264"/>
            </a:xfrm>
          </p:grpSpPr>
          <p:sp>
            <p:nvSpPr>
              <p:cNvPr id="50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0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10" name="AL"/>
            <p:cNvSpPr txBox="1"/>
            <p:nvPr/>
          </p:nvSpPr>
          <p:spPr>
            <a:xfrm>
              <a:off x="0" y="857485"/>
              <a:ext cx="38443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L</a:t>
              </a:r>
            </a:p>
          </p:txBody>
        </p:sp>
        <p:sp>
          <p:nvSpPr>
            <p:cNvPr id="511" name="BL"/>
            <p:cNvSpPr txBox="1"/>
            <p:nvPr/>
          </p:nvSpPr>
          <p:spPr>
            <a:xfrm>
              <a:off x="608318" y="1514102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512" name="BR"/>
            <p:cNvSpPr txBox="1"/>
            <p:nvPr/>
          </p:nvSpPr>
          <p:spPr>
            <a:xfrm>
              <a:off x="1659628" y="1514102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grpSp>
          <p:nvGrpSpPr>
            <p:cNvPr id="515" name="成组"/>
            <p:cNvGrpSpPr/>
            <p:nvPr/>
          </p:nvGrpSpPr>
          <p:grpSpPr>
            <a:xfrm>
              <a:off x="2946957" y="559314"/>
              <a:ext cx="1080612" cy="374266"/>
              <a:chOff x="0" y="0"/>
              <a:chExt cx="1080610" cy="374264"/>
            </a:xfrm>
          </p:grpSpPr>
          <p:sp>
            <p:nvSpPr>
              <p:cNvPr id="51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518" name="成组"/>
            <p:cNvGrpSpPr/>
            <p:nvPr/>
          </p:nvGrpSpPr>
          <p:grpSpPr>
            <a:xfrm>
              <a:off x="3291223" y="256689"/>
              <a:ext cx="381001" cy="381001"/>
              <a:chOff x="0" y="0"/>
              <a:chExt cx="381000" cy="381000"/>
            </a:xfrm>
          </p:grpSpPr>
          <p:sp>
            <p:nvSpPr>
              <p:cNvPr id="51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7" name="B"/>
              <p:cNvSpPr txBox="1"/>
              <p:nvPr/>
            </p:nvSpPr>
            <p:spPr>
              <a:xfrm>
                <a:off x="32067" y="17016"/>
                <a:ext cx="290473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21" name="成组"/>
            <p:cNvGrpSpPr/>
            <p:nvPr/>
          </p:nvGrpSpPr>
          <p:grpSpPr>
            <a:xfrm>
              <a:off x="2716782" y="933312"/>
              <a:ext cx="381001" cy="381001"/>
              <a:chOff x="0" y="0"/>
              <a:chExt cx="381000" cy="381000"/>
            </a:xfrm>
          </p:grpSpPr>
          <p:sp>
            <p:nvSpPr>
              <p:cNvPr id="51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0" name="A"/>
              <p:cNvSpPr txBox="1"/>
              <p:nvPr/>
            </p:nvSpPr>
            <p:spPr>
              <a:xfrm>
                <a:off x="36829" y="29716"/>
                <a:ext cx="301686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24" name="成组"/>
            <p:cNvGrpSpPr/>
            <p:nvPr/>
          </p:nvGrpSpPr>
          <p:grpSpPr>
            <a:xfrm>
              <a:off x="2362929" y="1205962"/>
              <a:ext cx="1080612" cy="374266"/>
              <a:chOff x="0" y="0"/>
              <a:chExt cx="1080610" cy="374264"/>
            </a:xfrm>
          </p:grpSpPr>
          <p:sp>
            <p:nvSpPr>
              <p:cNvPr id="522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3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525" name="AL"/>
            <p:cNvSpPr txBox="1"/>
            <p:nvPr/>
          </p:nvSpPr>
          <p:spPr>
            <a:xfrm>
              <a:off x="2203913" y="1514102"/>
              <a:ext cx="384434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L</a:t>
              </a:r>
            </a:p>
          </p:txBody>
        </p:sp>
        <p:sp>
          <p:nvSpPr>
            <p:cNvPr id="526" name="BL"/>
            <p:cNvSpPr txBox="1"/>
            <p:nvPr/>
          </p:nvSpPr>
          <p:spPr>
            <a:xfrm>
              <a:off x="3331422" y="1514102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527" name="线条"/>
            <p:cNvSpPr/>
            <p:nvPr/>
          </p:nvSpPr>
          <p:spPr>
            <a:xfrm flipV="1">
              <a:off x="67907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8" name="线条"/>
            <p:cNvSpPr/>
            <p:nvPr/>
          </p:nvSpPr>
          <p:spPr>
            <a:xfrm flipV="1">
              <a:off x="3487262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30" name="左孩子围绕父结点向上旋转"/>
          <p:cNvSpPr txBox="1"/>
          <p:nvPr/>
        </p:nvSpPr>
        <p:spPr>
          <a:xfrm>
            <a:off x="1639005" y="5612838"/>
            <a:ext cx="39821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pPr/>
            <a:r>
              <a:t>左孩子围绕父结点向上旋转</a:t>
            </a:r>
          </a:p>
        </p:txBody>
      </p:sp>
      <p:sp>
        <p:nvSpPr>
          <p:cNvPr id="531" name="更改父子结点的关系…"/>
          <p:cNvSpPr txBox="1"/>
          <p:nvPr/>
        </p:nvSpPr>
        <p:spPr>
          <a:xfrm>
            <a:off x="98100" y="1210732"/>
            <a:ext cx="3844090" cy="127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更改父子结点的关系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保持有序性</a:t>
            </a:r>
          </a:p>
        </p:txBody>
      </p:sp>
      <p:sp>
        <p:nvSpPr>
          <p:cNvPr id="532" name="右孩子围绕父结点向上旋转"/>
          <p:cNvSpPr txBox="1"/>
          <p:nvPr/>
        </p:nvSpPr>
        <p:spPr>
          <a:xfrm>
            <a:off x="7375200" y="5612838"/>
            <a:ext cx="39821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pPr/>
            <a:r>
              <a:t>右孩子围绕父结点向上旋转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421"/>
          <p:cNvSpPr txBox="1"/>
          <p:nvPr/>
        </p:nvSpPr>
        <p:spPr>
          <a:xfrm>
            <a:off x="1141588" y="3239063"/>
            <a:ext cx="72390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LL型</a:t>
            </a:r>
          </a:p>
        </p:txBody>
      </p:sp>
      <p:sp>
        <p:nvSpPr>
          <p:cNvPr id="535" name="Shape 422"/>
          <p:cNvSpPr txBox="1"/>
          <p:nvPr/>
        </p:nvSpPr>
        <p:spPr>
          <a:xfrm>
            <a:off x="1141588" y="4103792"/>
            <a:ext cx="72390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LR型</a:t>
            </a:r>
          </a:p>
        </p:txBody>
      </p:sp>
      <p:sp>
        <p:nvSpPr>
          <p:cNvPr id="536" name="Shape 423"/>
          <p:cNvSpPr txBox="1"/>
          <p:nvPr/>
        </p:nvSpPr>
        <p:spPr>
          <a:xfrm>
            <a:off x="1141588" y="5024966"/>
            <a:ext cx="8356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RR型</a:t>
            </a:r>
          </a:p>
        </p:txBody>
      </p:sp>
      <p:sp>
        <p:nvSpPr>
          <p:cNvPr id="537" name="Shape 424"/>
          <p:cNvSpPr txBox="1"/>
          <p:nvPr/>
        </p:nvSpPr>
        <p:spPr>
          <a:xfrm>
            <a:off x="1141588" y="6047740"/>
            <a:ext cx="8356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RL型</a:t>
            </a:r>
          </a:p>
        </p:txBody>
      </p:sp>
      <p:sp>
        <p:nvSpPr>
          <p:cNvPr id="538" name="Shape 42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插入结点后平衡二叉树的再平衡</a:t>
            </a:r>
          </a:p>
        </p:txBody>
      </p:sp>
      <p:sp>
        <p:nvSpPr>
          <p:cNvPr id="539" name="插入操作后，这个计算从插入结点的父结点到根结点的路径的结点…"/>
          <p:cNvSpPr txBox="1"/>
          <p:nvPr/>
        </p:nvSpPr>
        <p:spPr>
          <a:xfrm>
            <a:off x="390200" y="1559559"/>
            <a:ext cx="12300476" cy="127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插入操作后，这个计算从插入结点的父结点到根结点的路径的结点</a:t>
            </a:r>
          </a:p>
          <a:p>
            <a:pPr>
              <a:lnSpc>
                <a:spcPct val="120000"/>
              </a:lnSpc>
            </a:pPr>
            <a:r>
              <a:t>的平衡因子，这个过程持续到遇到新平衡因子为0，或-2，2或根结点停止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成组"/>
          <p:cNvGrpSpPr/>
          <p:nvPr/>
        </p:nvGrpSpPr>
        <p:grpSpPr>
          <a:xfrm>
            <a:off x="1334789" y="2305472"/>
            <a:ext cx="2210717" cy="2961959"/>
            <a:chOff x="0" y="0"/>
            <a:chExt cx="2210716" cy="2961958"/>
          </a:xfrm>
        </p:grpSpPr>
        <p:sp>
          <p:nvSpPr>
            <p:cNvPr id="541" name="Shape 406"/>
            <p:cNvSpPr txBox="1"/>
            <p:nvPr/>
          </p:nvSpPr>
          <p:spPr>
            <a:xfrm>
              <a:off x="1054134" y="584200"/>
              <a:ext cx="55122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42" name="Shape 408"/>
            <p:cNvSpPr txBox="1"/>
            <p:nvPr/>
          </p:nvSpPr>
          <p:spPr>
            <a:xfrm>
              <a:off x="1736266" y="1609232"/>
              <a:ext cx="4572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43" name="Shape 409"/>
            <p:cNvSpPr txBox="1"/>
            <p:nvPr/>
          </p:nvSpPr>
          <p:spPr>
            <a:xfrm>
              <a:off x="548674" y="1609232"/>
              <a:ext cx="457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44" name="Shape 409"/>
            <p:cNvSpPr txBox="1"/>
            <p:nvPr/>
          </p:nvSpPr>
          <p:spPr>
            <a:xfrm>
              <a:off x="108296" y="2530406"/>
              <a:ext cx="457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45" name="Shape 381"/>
            <p:cNvSpPr/>
            <p:nvPr/>
          </p:nvSpPr>
          <p:spPr>
            <a:xfrm flipH="1">
              <a:off x="705057" y="514773"/>
              <a:ext cx="431803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546" name="Shape 382"/>
            <p:cNvSpPr/>
            <p:nvPr/>
          </p:nvSpPr>
          <p:spPr>
            <a:xfrm>
              <a:off x="1371103" y="494453"/>
              <a:ext cx="451811" cy="566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49" name="Group 385"/>
            <p:cNvGrpSpPr/>
            <p:nvPr/>
          </p:nvGrpSpPr>
          <p:grpSpPr>
            <a:xfrm>
              <a:off x="975381" y="0"/>
              <a:ext cx="551228" cy="546100"/>
              <a:chOff x="0" y="0"/>
              <a:chExt cx="551226" cy="546100"/>
            </a:xfrm>
          </p:grpSpPr>
          <p:sp>
            <p:nvSpPr>
              <p:cNvPr id="547" name="Shape 383"/>
              <p:cNvSpPr/>
              <p:nvPr/>
            </p:nvSpPr>
            <p:spPr>
              <a:xfrm>
                <a:off x="5125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8" name="Shape 384"/>
              <p:cNvSpPr txBox="1"/>
              <p:nvPr/>
            </p:nvSpPr>
            <p:spPr>
              <a:xfrm>
                <a:off x="0" y="1241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552" name="Group 388"/>
            <p:cNvGrpSpPr/>
            <p:nvPr/>
          </p:nvGrpSpPr>
          <p:grpSpPr>
            <a:xfrm>
              <a:off x="1646789" y="999913"/>
              <a:ext cx="563928" cy="546385"/>
              <a:chOff x="0" y="0"/>
              <a:chExt cx="563927" cy="546383"/>
            </a:xfrm>
          </p:grpSpPr>
          <p:sp>
            <p:nvSpPr>
              <p:cNvPr id="550" name="Shape 386"/>
              <p:cNvSpPr/>
              <p:nvPr/>
            </p:nvSpPr>
            <p:spPr>
              <a:xfrm>
                <a:off x="17825" y="282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1" name="Shape 387"/>
              <p:cNvSpPr txBox="1"/>
              <p:nvPr/>
            </p:nvSpPr>
            <p:spPr>
              <a:xfrm>
                <a:off x="-1" y="-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grpSp>
          <p:nvGrpSpPr>
            <p:cNvPr id="555" name="Group 391"/>
            <p:cNvGrpSpPr/>
            <p:nvPr/>
          </p:nvGrpSpPr>
          <p:grpSpPr>
            <a:xfrm>
              <a:off x="488548" y="996526"/>
              <a:ext cx="563928" cy="546103"/>
              <a:chOff x="0" y="0"/>
              <a:chExt cx="563927" cy="546101"/>
            </a:xfrm>
          </p:grpSpPr>
          <p:sp>
            <p:nvSpPr>
              <p:cNvPr id="553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4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556" name="Shape 393"/>
            <p:cNvSpPr/>
            <p:nvPr/>
          </p:nvSpPr>
          <p:spPr>
            <a:xfrm>
              <a:off x="911121" y="1505131"/>
              <a:ext cx="392759" cy="5369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59" name="Group 396"/>
            <p:cNvGrpSpPr/>
            <p:nvPr/>
          </p:nvGrpSpPr>
          <p:grpSpPr>
            <a:xfrm>
              <a:off x="1119666" y="1980841"/>
              <a:ext cx="551227" cy="546103"/>
              <a:chOff x="0" y="0"/>
              <a:chExt cx="551225" cy="546101"/>
            </a:xfrm>
          </p:grpSpPr>
          <p:sp>
            <p:nvSpPr>
              <p:cNvPr id="557" name="Shape 394"/>
              <p:cNvSpPr/>
              <p:nvPr/>
            </p:nvSpPr>
            <p:spPr>
              <a:xfrm>
                <a:off x="5124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8" name="Shape 395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45</a:t>
                </a:r>
              </a:p>
            </p:txBody>
          </p:sp>
        </p:grpSp>
        <p:sp>
          <p:nvSpPr>
            <p:cNvPr id="560" name="Shape 381"/>
            <p:cNvSpPr/>
            <p:nvPr/>
          </p:nvSpPr>
          <p:spPr>
            <a:xfrm flipH="1">
              <a:off x="216509" y="1499088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63" name="Group 391"/>
            <p:cNvGrpSpPr/>
            <p:nvPr/>
          </p:nvGrpSpPr>
          <p:grpSpPr>
            <a:xfrm>
              <a:off x="-1" y="1980841"/>
              <a:ext cx="563929" cy="546103"/>
              <a:chOff x="0" y="0"/>
              <a:chExt cx="563927" cy="546101"/>
            </a:xfrm>
          </p:grpSpPr>
          <p:sp>
            <p:nvSpPr>
              <p:cNvPr id="561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2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30</a:t>
                </a:r>
              </a:p>
            </p:txBody>
          </p:sp>
        </p:grpSp>
        <p:sp>
          <p:nvSpPr>
            <p:cNvPr id="564" name="Shape 408"/>
            <p:cNvSpPr txBox="1"/>
            <p:nvPr/>
          </p:nvSpPr>
          <p:spPr>
            <a:xfrm>
              <a:off x="1169300" y="2530406"/>
              <a:ext cx="4572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595" name="成组"/>
          <p:cNvGrpSpPr/>
          <p:nvPr/>
        </p:nvGrpSpPr>
        <p:grpSpPr>
          <a:xfrm>
            <a:off x="4876520" y="2305472"/>
            <a:ext cx="2212286" cy="3965259"/>
            <a:chOff x="0" y="0"/>
            <a:chExt cx="2212285" cy="3965258"/>
          </a:xfrm>
        </p:grpSpPr>
        <p:sp>
          <p:nvSpPr>
            <p:cNvPr id="566" name="Shape 382"/>
            <p:cNvSpPr/>
            <p:nvPr/>
          </p:nvSpPr>
          <p:spPr>
            <a:xfrm>
              <a:off x="441082" y="2466055"/>
              <a:ext cx="451811" cy="566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69" name="Group 388"/>
            <p:cNvGrpSpPr/>
            <p:nvPr/>
          </p:nvGrpSpPr>
          <p:grpSpPr>
            <a:xfrm>
              <a:off x="577068" y="2971515"/>
              <a:ext cx="563928" cy="546385"/>
              <a:chOff x="0" y="0"/>
              <a:chExt cx="563927" cy="546383"/>
            </a:xfrm>
          </p:grpSpPr>
          <p:sp>
            <p:nvSpPr>
              <p:cNvPr id="567" name="Shape 386"/>
              <p:cNvSpPr/>
              <p:nvPr/>
            </p:nvSpPr>
            <p:spPr>
              <a:xfrm>
                <a:off x="17825" y="282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8" name="Shape 387"/>
              <p:cNvSpPr txBox="1"/>
              <p:nvPr/>
            </p:nvSpPr>
            <p:spPr>
              <a:xfrm>
                <a:off x="-1" y="-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35</a:t>
                </a:r>
              </a:p>
            </p:txBody>
          </p:sp>
        </p:grpSp>
        <p:sp>
          <p:nvSpPr>
            <p:cNvPr id="570" name="Shape 406"/>
            <p:cNvSpPr txBox="1"/>
            <p:nvPr/>
          </p:nvSpPr>
          <p:spPr>
            <a:xfrm>
              <a:off x="1055703" y="584200"/>
              <a:ext cx="551228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571" name="Shape 408"/>
            <p:cNvSpPr txBox="1"/>
            <p:nvPr/>
          </p:nvSpPr>
          <p:spPr>
            <a:xfrm>
              <a:off x="1737835" y="1609232"/>
              <a:ext cx="4572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72" name="Shape 409"/>
            <p:cNvSpPr txBox="1"/>
            <p:nvPr/>
          </p:nvSpPr>
          <p:spPr>
            <a:xfrm>
              <a:off x="550243" y="1609232"/>
              <a:ext cx="4572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73" name="Shape 409"/>
            <p:cNvSpPr txBox="1"/>
            <p:nvPr/>
          </p:nvSpPr>
          <p:spPr>
            <a:xfrm>
              <a:off x="0" y="2530406"/>
              <a:ext cx="567066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574" name="Shape 381"/>
            <p:cNvSpPr/>
            <p:nvPr/>
          </p:nvSpPr>
          <p:spPr>
            <a:xfrm flipH="1">
              <a:off x="706627" y="514773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575" name="Shape 382"/>
            <p:cNvSpPr/>
            <p:nvPr/>
          </p:nvSpPr>
          <p:spPr>
            <a:xfrm>
              <a:off x="1372672" y="494453"/>
              <a:ext cx="451811" cy="5663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78" name="Group 385"/>
            <p:cNvGrpSpPr/>
            <p:nvPr/>
          </p:nvGrpSpPr>
          <p:grpSpPr>
            <a:xfrm>
              <a:off x="976951" y="0"/>
              <a:ext cx="551228" cy="546100"/>
              <a:chOff x="0" y="0"/>
              <a:chExt cx="551226" cy="546100"/>
            </a:xfrm>
          </p:grpSpPr>
          <p:sp>
            <p:nvSpPr>
              <p:cNvPr id="576" name="Shape 383"/>
              <p:cNvSpPr/>
              <p:nvPr/>
            </p:nvSpPr>
            <p:spPr>
              <a:xfrm>
                <a:off x="5125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7" name="Shape 384"/>
              <p:cNvSpPr txBox="1"/>
              <p:nvPr/>
            </p:nvSpPr>
            <p:spPr>
              <a:xfrm>
                <a:off x="0" y="1241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581" name="Group 388"/>
            <p:cNvGrpSpPr/>
            <p:nvPr/>
          </p:nvGrpSpPr>
          <p:grpSpPr>
            <a:xfrm>
              <a:off x="1648358" y="999913"/>
              <a:ext cx="563928" cy="546385"/>
              <a:chOff x="0" y="0"/>
              <a:chExt cx="563927" cy="546383"/>
            </a:xfrm>
          </p:grpSpPr>
          <p:sp>
            <p:nvSpPr>
              <p:cNvPr id="579" name="Shape 386"/>
              <p:cNvSpPr/>
              <p:nvPr/>
            </p:nvSpPr>
            <p:spPr>
              <a:xfrm>
                <a:off x="17825" y="282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0" name="Shape 387"/>
              <p:cNvSpPr txBox="1"/>
              <p:nvPr/>
            </p:nvSpPr>
            <p:spPr>
              <a:xfrm>
                <a:off x="-1" y="-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grpSp>
          <p:nvGrpSpPr>
            <p:cNvPr id="584" name="Group 391"/>
            <p:cNvGrpSpPr/>
            <p:nvPr/>
          </p:nvGrpSpPr>
          <p:grpSpPr>
            <a:xfrm>
              <a:off x="490117" y="996526"/>
              <a:ext cx="563928" cy="546103"/>
              <a:chOff x="0" y="0"/>
              <a:chExt cx="563927" cy="546101"/>
            </a:xfrm>
          </p:grpSpPr>
          <p:sp>
            <p:nvSpPr>
              <p:cNvPr id="582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3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585" name="Shape 393"/>
            <p:cNvSpPr/>
            <p:nvPr/>
          </p:nvSpPr>
          <p:spPr>
            <a:xfrm>
              <a:off x="912691" y="1505131"/>
              <a:ext cx="392759" cy="53692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88" name="Group 396"/>
            <p:cNvGrpSpPr/>
            <p:nvPr/>
          </p:nvGrpSpPr>
          <p:grpSpPr>
            <a:xfrm>
              <a:off x="1121235" y="1980841"/>
              <a:ext cx="551227" cy="546103"/>
              <a:chOff x="0" y="0"/>
              <a:chExt cx="551225" cy="546101"/>
            </a:xfrm>
          </p:grpSpPr>
          <p:sp>
            <p:nvSpPr>
              <p:cNvPr id="586" name="Shape 394"/>
              <p:cNvSpPr/>
              <p:nvPr/>
            </p:nvSpPr>
            <p:spPr>
              <a:xfrm>
                <a:off x="5124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7" name="Shape 395"/>
              <p:cNvSpPr txBox="1"/>
              <p:nvPr/>
            </p:nvSpPr>
            <p:spPr>
              <a:xfrm>
                <a:off x="0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45</a:t>
                </a:r>
              </a:p>
            </p:txBody>
          </p:sp>
        </p:grpSp>
        <p:sp>
          <p:nvSpPr>
            <p:cNvPr id="589" name="Shape 381"/>
            <p:cNvSpPr/>
            <p:nvPr/>
          </p:nvSpPr>
          <p:spPr>
            <a:xfrm flipH="1">
              <a:off x="218078" y="1499088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592" name="Group 391"/>
            <p:cNvGrpSpPr/>
            <p:nvPr/>
          </p:nvGrpSpPr>
          <p:grpSpPr>
            <a:xfrm>
              <a:off x="1569" y="1980841"/>
              <a:ext cx="563928" cy="546103"/>
              <a:chOff x="0" y="0"/>
              <a:chExt cx="563927" cy="546101"/>
            </a:xfrm>
          </p:grpSpPr>
          <p:sp>
            <p:nvSpPr>
              <p:cNvPr id="590" name="Shape 389"/>
              <p:cNvSpPr/>
              <p:nvPr/>
            </p:nvSpPr>
            <p:spPr>
              <a:xfrm>
                <a:off x="17825" y="0"/>
                <a:ext cx="546103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1" name="Shape 390"/>
              <p:cNvSpPr txBox="1"/>
              <p:nvPr/>
            </p:nvSpPr>
            <p:spPr>
              <a:xfrm>
                <a:off x="-1" y="12417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30</a:t>
                </a:r>
              </a:p>
            </p:txBody>
          </p:sp>
        </p:grpSp>
        <p:sp>
          <p:nvSpPr>
            <p:cNvPr id="593" name="Shape 408"/>
            <p:cNvSpPr txBox="1"/>
            <p:nvPr/>
          </p:nvSpPr>
          <p:spPr>
            <a:xfrm>
              <a:off x="1170869" y="2530406"/>
              <a:ext cx="4572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594" name="Shape 408"/>
            <p:cNvSpPr txBox="1"/>
            <p:nvPr/>
          </p:nvSpPr>
          <p:spPr>
            <a:xfrm>
              <a:off x="637469" y="3533706"/>
              <a:ext cx="4572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</p:grpSp>
      <p:grpSp>
        <p:nvGrpSpPr>
          <p:cNvPr id="628" name="成组"/>
          <p:cNvGrpSpPr/>
          <p:nvPr/>
        </p:nvGrpSpPr>
        <p:grpSpPr>
          <a:xfrm>
            <a:off x="8312863" y="2305472"/>
            <a:ext cx="2712944" cy="3908260"/>
            <a:chOff x="0" y="0"/>
            <a:chExt cx="2712943" cy="3908259"/>
          </a:xfrm>
        </p:grpSpPr>
        <p:sp>
          <p:nvSpPr>
            <p:cNvPr id="596" name="Shape 381"/>
            <p:cNvSpPr/>
            <p:nvPr/>
          </p:nvSpPr>
          <p:spPr>
            <a:xfrm flipH="1">
              <a:off x="280009" y="2431582"/>
              <a:ext cx="4318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627" name="成组"/>
            <p:cNvGrpSpPr/>
            <p:nvPr/>
          </p:nvGrpSpPr>
          <p:grpSpPr>
            <a:xfrm>
              <a:off x="0" y="0"/>
              <a:ext cx="2712944" cy="3908260"/>
              <a:chOff x="0" y="0"/>
              <a:chExt cx="2712943" cy="3908259"/>
            </a:xfrm>
          </p:grpSpPr>
          <p:sp>
            <p:nvSpPr>
              <p:cNvPr id="597" name="Shape 410"/>
              <p:cNvSpPr txBox="1"/>
              <p:nvPr/>
            </p:nvSpPr>
            <p:spPr>
              <a:xfrm>
                <a:off x="129129" y="3476707"/>
                <a:ext cx="457202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0</a:t>
                </a:r>
              </a:p>
            </p:txBody>
          </p:sp>
          <p:grpSp>
            <p:nvGrpSpPr>
              <p:cNvPr id="626" name="成组"/>
              <p:cNvGrpSpPr/>
              <p:nvPr/>
            </p:nvGrpSpPr>
            <p:grpSpPr>
              <a:xfrm>
                <a:off x="0" y="0"/>
                <a:ext cx="2712944" cy="3522938"/>
                <a:chOff x="0" y="0"/>
                <a:chExt cx="2712943" cy="3522937"/>
              </a:xfrm>
            </p:grpSpPr>
            <p:grpSp>
              <p:nvGrpSpPr>
                <p:cNvPr id="600" name="Group 391"/>
                <p:cNvGrpSpPr/>
                <p:nvPr/>
              </p:nvGrpSpPr>
              <p:grpSpPr>
                <a:xfrm>
                  <a:off x="-1" y="2976835"/>
                  <a:ext cx="563929" cy="546103"/>
                  <a:chOff x="0" y="0"/>
                  <a:chExt cx="563927" cy="546101"/>
                </a:xfrm>
              </p:grpSpPr>
              <p:sp>
                <p:nvSpPr>
                  <p:cNvPr id="598" name="Shape 389"/>
                  <p:cNvSpPr/>
                  <p:nvPr/>
                </p:nvSpPr>
                <p:spPr>
                  <a:xfrm>
                    <a:off x="17825" y="0"/>
                    <a:ext cx="546103" cy="54610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b="1" sz="2400">
                        <a:uFill>
                          <a:solidFill>
                            <a:srgbClr val="000000"/>
                          </a:solidFill>
                        </a:uFill>
                      </a:defRPr>
                    </a:pPr>
                  </a:p>
                </p:txBody>
              </p:sp>
              <p:sp>
                <p:nvSpPr>
                  <p:cNvPr id="599" name="Shape 390"/>
                  <p:cNvSpPr txBox="1"/>
                  <p:nvPr/>
                </p:nvSpPr>
                <p:spPr>
                  <a:xfrm>
                    <a:off x="-1" y="12417"/>
                    <a:ext cx="527700" cy="492894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25</a:t>
                    </a:r>
                  </a:p>
                </p:txBody>
              </p:sp>
            </p:grpSp>
            <p:grpSp>
              <p:nvGrpSpPr>
                <p:cNvPr id="625" name="成组"/>
                <p:cNvGrpSpPr/>
                <p:nvPr/>
              </p:nvGrpSpPr>
              <p:grpSpPr>
                <a:xfrm>
                  <a:off x="502226" y="0"/>
                  <a:ext cx="2210718" cy="2961959"/>
                  <a:chOff x="0" y="0"/>
                  <a:chExt cx="2210716" cy="2961958"/>
                </a:xfrm>
              </p:grpSpPr>
              <p:sp>
                <p:nvSpPr>
                  <p:cNvPr id="601" name="Shape 406"/>
                  <p:cNvSpPr txBox="1"/>
                  <p:nvPr/>
                </p:nvSpPr>
                <p:spPr>
                  <a:xfrm>
                    <a:off x="1054134" y="584200"/>
                    <a:ext cx="551228" cy="43155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2</a:t>
                    </a:r>
                  </a:p>
                </p:txBody>
              </p:sp>
              <p:sp>
                <p:nvSpPr>
                  <p:cNvPr id="602" name="Shape 408"/>
                  <p:cNvSpPr txBox="1"/>
                  <p:nvPr/>
                </p:nvSpPr>
                <p:spPr>
                  <a:xfrm>
                    <a:off x="1736266" y="1609232"/>
                    <a:ext cx="457202" cy="43155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0</a:t>
                    </a:r>
                  </a:p>
                </p:txBody>
              </p:sp>
              <p:sp>
                <p:nvSpPr>
                  <p:cNvPr id="603" name="Shape 409"/>
                  <p:cNvSpPr txBox="1"/>
                  <p:nvPr/>
                </p:nvSpPr>
                <p:spPr>
                  <a:xfrm>
                    <a:off x="548674" y="1609232"/>
                    <a:ext cx="457201" cy="43155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</a:t>
                    </a:r>
                  </a:p>
                </p:txBody>
              </p:sp>
              <p:sp>
                <p:nvSpPr>
                  <p:cNvPr id="604" name="Shape 409"/>
                  <p:cNvSpPr txBox="1"/>
                  <p:nvPr/>
                </p:nvSpPr>
                <p:spPr>
                  <a:xfrm>
                    <a:off x="108296" y="2530406"/>
                    <a:ext cx="457201" cy="43155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1</a:t>
                    </a:r>
                  </a:p>
                </p:txBody>
              </p:sp>
              <p:sp>
                <p:nvSpPr>
                  <p:cNvPr id="605" name="Shape 381"/>
                  <p:cNvSpPr/>
                  <p:nvPr/>
                </p:nvSpPr>
                <p:spPr>
                  <a:xfrm flipH="1">
                    <a:off x="705057" y="514773"/>
                    <a:ext cx="431803" cy="546102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sp>
                <p:nvSpPr>
                  <p:cNvPr id="606" name="Shape 382"/>
                  <p:cNvSpPr/>
                  <p:nvPr/>
                </p:nvSpPr>
                <p:spPr>
                  <a:xfrm>
                    <a:off x="1371103" y="494453"/>
                    <a:ext cx="451811" cy="566379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grpSp>
                <p:nvGrpSpPr>
                  <p:cNvPr id="609" name="Group 385"/>
                  <p:cNvGrpSpPr/>
                  <p:nvPr/>
                </p:nvGrpSpPr>
                <p:grpSpPr>
                  <a:xfrm>
                    <a:off x="975381" y="0"/>
                    <a:ext cx="551228" cy="546100"/>
                    <a:chOff x="0" y="0"/>
                    <a:chExt cx="551226" cy="546100"/>
                  </a:xfrm>
                </p:grpSpPr>
                <p:sp>
                  <p:nvSpPr>
                    <p:cNvPr id="607" name="Shape 383"/>
                    <p:cNvSpPr/>
                    <p:nvPr/>
                  </p:nvSpPr>
                  <p:spPr>
                    <a:xfrm>
                      <a:off x="5125" y="-1"/>
                      <a:ext cx="546102" cy="54610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2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08" name="Shape 384"/>
                    <p:cNvSpPr txBox="1"/>
                    <p:nvPr/>
                  </p:nvSpPr>
                  <p:spPr>
                    <a:xfrm>
                      <a:off x="0" y="12416"/>
                      <a:ext cx="527700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defTabSz="1295400">
                        <a:spcBef>
                          <a:spcPts val="1900"/>
                        </a:spcBef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50</a:t>
                      </a:r>
                    </a:p>
                  </p:txBody>
                </p:sp>
              </p:grpSp>
              <p:grpSp>
                <p:nvGrpSpPr>
                  <p:cNvPr id="612" name="Group 388"/>
                  <p:cNvGrpSpPr/>
                  <p:nvPr/>
                </p:nvGrpSpPr>
                <p:grpSpPr>
                  <a:xfrm>
                    <a:off x="1646789" y="999913"/>
                    <a:ext cx="563928" cy="546385"/>
                    <a:chOff x="0" y="0"/>
                    <a:chExt cx="563927" cy="546383"/>
                  </a:xfrm>
                </p:grpSpPr>
                <p:sp>
                  <p:nvSpPr>
                    <p:cNvPr id="610" name="Shape 386"/>
                    <p:cNvSpPr/>
                    <p:nvPr/>
                  </p:nvSpPr>
                  <p:spPr>
                    <a:xfrm>
                      <a:off x="17825" y="282"/>
                      <a:ext cx="546103" cy="54610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2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11" name="Shape 387"/>
                    <p:cNvSpPr txBox="1"/>
                    <p:nvPr/>
                  </p:nvSpPr>
                  <p:spPr>
                    <a:xfrm>
                      <a:off x="-1" y="-1"/>
                      <a:ext cx="527700" cy="49289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defTabSz="1295400">
                        <a:spcBef>
                          <a:spcPts val="1900"/>
                        </a:spcBef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60</a:t>
                      </a:r>
                    </a:p>
                  </p:txBody>
                </p:sp>
              </p:grpSp>
              <p:grpSp>
                <p:nvGrpSpPr>
                  <p:cNvPr id="615" name="Group 391"/>
                  <p:cNvGrpSpPr/>
                  <p:nvPr/>
                </p:nvGrpSpPr>
                <p:grpSpPr>
                  <a:xfrm>
                    <a:off x="488548" y="996526"/>
                    <a:ext cx="563928" cy="546103"/>
                    <a:chOff x="0" y="0"/>
                    <a:chExt cx="563927" cy="546101"/>
                  </a:xfrm>
                </p:grpSpPr>
                <p:sp>
                  <p:nvSpPr>
                    <p:cNvPr id="613" name="Shape 389"/>
                    <p:cNvSpPr/>
                    <p:nvPr/>
                  </p:nvSpPr>
                  <p:spPr>
                    <a:xfrm>
                      <a:off x="17825" y="0"/>
                      <a:ext cx="546103" cy="54610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2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14" name="Shape 390"/>
                    <p:cNvSpPr txBox="1"/>
                    <p:nvPr/>
                  </p:nvSpPr>
                  <p:spPr>
                    <a:xfrm>
                      <a:off x="-1" y="12417"/>
                      <a:ext cx="527700" cy="49289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defTabSz="1295400">
                        <a:spcBef>
                          <a:spcPts val="1900"/>
                        </a:spcBef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40</a:t>
                      </a:r>
                    </a:p>
                  </p:txBody>
                </p:sp>
              </p:grpSp>
              <p:sp>
                <p:nvSpPr>
                  <p:cNvPr id="616" name="Shape 393"/>
                  <p:cNvSpPr/>
                  <p:nvPr/>
                </p:nvSpPr>
                <p:spPr>
                  <a:xfrm>
                    <a:off x="911121" y="1505131"/>
                    <a:ext cx="392759" cy="536925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grpSp>
                <p:nvGrpSpPr>
                  <p:cNvPr id="619" name="Group 396"/>
                  <p:cNvGrpSpPr/>
                  <p:nvPr/>
                </p:nvGrpSpPr>
                <p:grpSpPr>
                  <a:xfrm>
                    <a:off x="1119666" y="1980841"/>
                    <a:ext cx="551227" cy="546103"/>
                    <a:chOff x="0" y="0"/>
                    <a:chExt cx="551225" cy="546101"/>
                  </a:xfrm>
                </p:grpSpPr>
                <p:sp>
                  <p:nvSpPr>
                    <p:cNvPr id="617" name="Shape 394"/>
                    <p:cNvSpPr/>
                    <p:nvPr/>
                  </p:nvSpPr>
                  <p:spPr>
                    <a:xfrm>
                      <a:off x="5124" y="0"/>
                      <a:ext cx="546102" cy="54610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2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18" name="Shape 395"/>
                    <p:cNvSpPr txBox="1"/>
                    <p:nvPr/>
                  </p:nvSpPr>
                  <p:spPr>
                    <a:xfrm>
                      <a:off x="0" y="12417"/>
                      <a:ext cx="527700" cy="49289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defTabSz="1295400">
                        <a:spcBef>
                          <a:spcPts val="1900"/>
                        </a:spcBef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45</a:t>
                      </a:r>
                    </a:p>
                  </p:txBody>
                </p:sp>
              </p:grpSp>
              <p:sp>
                <p:nvSpPr>
                  <p:cNvPr id="620" name="Shape 381"/>
                  <p:cNvSpPr/>
                  <p:nvPr/>
                </p:nvSpPr>
                <p:spPr>
                  <a:xfrm flipH="1">
                    <a:off x="216509" y="1499088"/>
                    <a:ext cx="431802" cy="546102"/>
                  </a:xfrm>
                  <a:prstGeom prst="line">
                    <a:avLst/>
                  </a:prstGeom>
                  <a:noFill/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45718" tIns="45718" rIns="45718" bIns="45718" numCol="1" anchor="t">
                    <a:noAutofit/>
                  </a:bodyPr>
                  <a:lstStyle/>
                  <a:p>
                    <a:pPr marR="57798" defTabSz="1295400">
                      <a:spcBef>
                        <a:spcPts val="1900"/>
                      </a:spcBef>
                      <a:defRPr sz="2800">
                        <a:uFill>
                          <a:solidFill>
                            <a:srgbClr val="000000"/>
                          </a:solidFill>
                        </a:uFill>
                        <a:latin typeface="Arial Black"/>
                        <a:ea typeface="Arial Black"/>
                        <a:cs typeface="Arial Black"/>
                        <a:sym typeface="Arial Black"/>
                      </a:defRPr>
                    </a:pPr>
                  </a:p>
                </p:txBody>
              </p:sp>
              <p:grpSp>
                <p:nvGrpSpPr>
                  <p:cNvPr id="623" name="Group 391"/>
                  <p:cNvGrpSpPr/>
                  <p:nvPr/>
                </p:nvGrpSpPr>
                <p:grpSpPr>
                  <a:xfrm>
                    <a:off x="-1" y="1980841"/>
                    <a:ext cx="563929" cy="546103"/>
                    <a:chOff x="0" y="0"/>
                    <a:chExt cx="563927" cy="546101"/>
                  </a:xfrm>
                </p:grpSpPr>
                <p:sp>
                  <p:nvSpPr>
                    <p:cNvPr id="621" name="Shape 389"/>
                    <p:cNvSpPr/>
                    <p:nvPr/>
                  </p:nvSpPr>
                  <p:spPr>
                    <a:xfrm>
                      <a:off x="17825" y="0"/>
                      <a:ext cx="546103" cy="54610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R="57798" defTabSz="1295400">
                        <a:spcBef>
                          <a:spcPts val="1900"/>
                        </a:spcBef>
                        <a:defRPr b="1" sz="24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pPr>
                    </a:p>
                  </p:txBody>
                </p:sp>
                <p:sp>
                  <p:nvSpPr>
                    <p:cNvPr id="622" name="Shape 390"/>
                    <p:cNvSpPr txBox="1"/>
                    <p:nvPr/>
                  </p:nvSpPr>
                  <p:spPr>
                    <a:xfrm>
                      <a:off x="-1" y="12417"/>
                      <a:ext cx="527700" cy="49289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val="1"/>
                      </a:ext>
                    </a:extLst>
                  </p:spPr>
                  <p:txBody>
                    <a:bodyPr wrap="none" lIns="50800" tIns="50800" rIns="50800" bIns="50800" numCol="1" anchor="t">
                      <a:spAutoFit/>
                    </a:bodyPr>
                    <a:lstStyle>
                      <a:lvl1pPr marR="57798" defTabSz="1295400">
                        <a:spcBef>
                          <a:spcPts val="1900"/>
                        </a:spcBef>
                        <a:defRPr sz="2800">
                          <a:uFill>
                            <a:solidFill>
                              <a:srgbClr val="000000"/>
                            </a:solidFill>
                          </a:uFill>
                        </a:defRPr>
                      </a:lvl1pPr>
                    </a:lstStyle>
                    <a:p>
                      <a:pPr/>
                      <a:r>
                        <a:t>30</a:t>
                      </a:r>
                    </a:p>
                  </p:txBody>
                </p:sp>
              </p:grpSp>
              <p:sp>
                <p:nvSpPr>
                  <p:cNvPr id="624" name="Shape 408"/>
                  <p:cNvSpPr txBox="1"/>
                  <p:nvPr/>
                </p:nvSpPr>
                <p:spPr>
                  <a:xfrm>
                    <a:off x="1169300" y="2530406"/>
                    <a:ext cx="457202" cy="43155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50800" tIns="50800" rIns="50800" bIns="50800" numCol="1" anchor="t">
                    <a:spAutoFit/>
                  </a:bodyPr>
                  <a:lstStyle>
                    <a:lvl1pPr marR="57798" defTabSz="1295400">
                      <a:spcBef>
                        <a:spcPts val="1900"/>
                      </a:spcBef>
                      <a:defRPr sz="2400">
                        <a:uFill>
                          <a:solidFill>
                            <a:srgbClr val="000000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0</a:t>
                    </a:r>
                  </a:p>
                </p:txBody>
              </p:sp>
            </p:grpSp>
          </p:grpSp>
        </p:grpSp>
      </p:grpSp>
      <p:sp>
        <p:nvSpPr>
          <p:cNvPr id="629" name="再插入29？"/>
          <p:cNvSpPr txBox="1"/>
          <p:nvPr/>
        </p:nvSpPr>
        <p:spPr>
          <a:xfrm>
            <a:off x="4828850" y="6426200"/>
            <a:ext cx="20771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再插入29？</a:t>
            </a:r>
          </a:p>
        </p:txBody>
      </p:sp>
      <p:sp>
        <p:nvSpPr>
          <p:cNvPr id="630" name="再插入24？"/>
          <p:cNvSpPr txBox="1"/>
          <p:nvPr/>
        </p:nvSpPr>
        <p:spPr>
          <a:xfrm>
            <a:off x="9083350" y="6286500"/>
            <a:ext cx="20771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再插入24？</a:t>
            </a:r>
          </a:p>
        </p:txBody>
      </p:sp>
      <p:sp>
        <p:nvSpPr>
          <p:cNvPr id="631" name="Shape 38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插入结点后平衡二叉树的再平衡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29" grpId="1"/>
      <p:bldP build="whole" bldLvl="1" animBg="1" rev="0" advAuto="0" spid="630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42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插入操作：LL型平衡</a:t>
            </a:r>
          </a:p>
        </p:txBody>
      </p:sp>
      <p:grpSp>
        <p:nvGrpSpPr>
          <p:cNvPr id="700" name="成组"/>
          <p:cNvGrpSpPr/>
          <p:nvPr/>
        </p:nvGrpSpPr>
        <p:grpSpPr>
          <a:xfrm>
            <a:off x="2255716" y="2065671"/>
            <a:ext cx="7195498" cy="2071015"/>
            <a:chOff x="0" y="0"/>
            <a:chExt cx="7195497" cy="2071013"/>
          </a:xfrm>
        </p:grpSpPr>
        <p:grpSp>
          <p:nvGrpSpPr>
            <p:cNvPr id="636" name="成组"/>
            <p:cNvGrpSpPr/>
            <p:nvPr/>
          </p:nvGrpSpPr>
          <p:grpSpPr>
            <a:xfrm>
              <a:off x="761069" y="560817"/>
              <a:ext cx="1080611" cy="374266"/>
              <a:chOff x="0" y="0"/>
              <a:chExt cx="1080610" cy="374264"/>
            </a:xfrm>
          </p:grpSpPr>
          <p:sp>
            <p:nvSpPr>
              <p:cNvPr id="63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639" name="成组"/>
            <p:cNvGrpSpPr/>
            <p:nvPr/>
          </p:nvGrpSpPr>
          <p:grpSpPr>
            <a:xfrm>
              <a:off x="1105334" y="270892"/>
              <a:ext cx="381001" cy="381001"/>
              <a:chOff x="0" y="0"/>
              <a:chExt cx="381000" cy="381000"/>
            </a:xfrm>
          </p:grpSpPr>
          <p:sp>
            <p:nvSpPr>
              <p:cNvPr id="63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8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42" name="成组"/>
            <p:cNvGrpSpPr/>
            <p:nvPr/>
          </p:nvGrpSpPr>
          <p:grpSpPr>
            <a:xfrm>
              <a:off x="505493" y="922115"/>
              <a:ext cx="381001" cy="381001"/>
              <a:chOff x="0" y="0"/>
              <a:chExt cx="381000" cy="381000"/>
            </a:xfrm>
          </p:grpSpPr>
          <p:sp>
            <p:nvSpPr>
              <p:cNvPr id="64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41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45" name="成组"/>
            <p:cNvGrpSpPr/>
            <p:nvPr/>
          </p:nvGrpSpPr>
          <p:grpSpPr>
            <a:xfrm>
              <a:off x="164341" y="1207466"/>
              <a:ext cx="1080612" cy="374265"/>
              <a:chOff x="0" y="0"/>
              <a:chExt cx="1080610" cy="374264"/>
            </a:xfrm>
          </p:grpSpPr>
          <p:sp>
            <p:nvSpPr>
              <p:cNvPr id="64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4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46" name="BL"/>
            <p:cNvSpPr txBox="1"/>
            <p:nvPr/>
          </p:nvSpPr>
          <p:spPr>
            <a:xfrm>
              <a:off x="0" y="150814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647" name="1"/>
            <p:cNvSpPr txBox="1"/>
            <p:nvPr/>
          </p:nvSpPr>
          <p:spPr>
            <a:xfrm>
              <a:off x="1154864" y="599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48" name="0"/>
            <p:cNvSpPr txBox="1"/>
            <p:nvPr/>
          </p:nvSpPr>
          <p:spPr>
            <a:xfrm>
              <a:off x="567723" y="12602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49" name="BR"/>
            <p:cNvSpPr txBox="1"/>
            <p:nvPr/>
          </p:nvSpPr>
          <p:spPr>
            <a:xfrm>
              <a:off x="1077125" y="150814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650" name="AR"/>
            <p:cNvSpPr txBox="1"/>
            <p:nvPr/>
          </p:nvSpPr>
          <p:spPr>
            <a:xfrm>
              <a:off x="1681858" y="858138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651" name="h"/>
            <p:cNvSpPr txBox="1"/>
            <p:nvPr/>
          </p:nvSpPr>
          <p:spPr>
            <a:xfrm>
              <a:off x="32940" y="17494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652" name="h"/>
            <p:cNvSpPr txBox="1"/>
            <p:nvPr/>
          </p:nvSpPr>
          <p:spPr>
            <a:xfrm>
              <a:off x="1139269" y="17494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653" name="h"/>
            <p:cNvSpPr txBox="1"/>
            <p:nvPr/>
          </p:nvSpPr>
          <p:spPr>
            <a:xfrm>
              <a:off x="1711508" y="1068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656" name="成组"/>
            <p:cNvGrpSpPr/>
            <p:nvPr/>
          </p:nvGrpSpPr>
          <p:grpSpPr>
            <a:xfrm>
              <a:off x="3327446" y="560817"/>
              <a:ext cx="1080612" cy="374266"/>
              <a:chOff x="0" y="0"/>
              <a:chExt cx="1080610" cy="374264"/>
            </a:xfrm>
          </p:grpSpPr>
          <p:sp>
            <p:nvSpPr>
              <p:cNvPr id="65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659" name="成组"/>
            <p:cNvGrpSpPr/>
            <p:nvPr/>
          </p:nvGrpSpPr>
          <p:grpSpPr>
            <a:xfrm>
              <a:off x="3671712" y="270892"/>
              <a:ext cx="381001" cy="381001"/>
              <a:chOff x="0" y="0"/>
              <a:chExt cx="381000" cy="381000"/>
            </a:xfrm>
          </p:grpSpPr>
          <p:sp>
            <p:nvSpPr>
              <p:cNvPr id="65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8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62" name="成组"/>
            <p:cNvGrpSpPr/>
            <p:nvPr/>
          </p:nvGrpSpPr>
          <p:grpSpPr>
            <a:xfrm>
              <a:off x="3071871" y="922115"/>
              <a:ext cx="381001" cy="381001"/>
              <a:chOff x="0" y="0"/>
              <a:chExt cx="381000" cy="381000"/>
            </a:xfrm>
          </p:grpSpPr>
          <p:sp>
            <p:nvSpPr>
              <p:cNvPr id="66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1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65" name="成组"/>
            <p:cNvGrpSpPr/>
            <p:nvPr/>
          </p:nvGrpSpPr>
          <p:grpSpPr>
            <a:xfrm>
              <a:off x="2730719" y="1207466"/>
              <a:ext cx="1080612" cy="374265"/>
              <a:chOff x="0" y="0"/>
              <a:chExt cx="1080610" cy="374264"/>
            </a:xfrm>
          </p:grpSpPr>
          <p:sp>
            <p:nvSpPr>
              <p:cNvPr id="66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66" name="B'L"/>
            <p:cNvSpPr txBox="1"/>
            <p:nvPr/>
          </p:nvSpPr>
          <p:spPr>
            <a:xfrm>
              <a:off x="2566377" y="1508145"/>
              <a:ext cx="409834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B'</a:t>
              </a:r>
              <a:r>
                <a:rPr baseline="-5999"/>
                <a:t>L</a:t>
              </a:r>
            </a:p>
          </p:txBody>
        </p:sp>
        <p:sp>
          <p:nvSpPr>
            <p:cNvPr id="667" name="2"/>
            <p:cNvSpPr txBox="1"/>
            <p:nvPr/>
          </p:nvSpPr>
          <p:spPr>
            <a:xfrm>
              <a:off x="3721242" y="599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68" name="1"/>
            <p:cNvSpPr txBox="1"/>
            <p:nvPr/>
          </p:nvSpPr>
          <p:spPr>
            <a:xfrm>
              <a:off x="3134101" y="12602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69" name="BR"/>
            <p:cNvSpPr txBox="1"/>
            <p:nvPr/>
          </p:nvSpPr>
          <p:spPr>
            <a:xfrm>
              <a:off x="3643502" y="150814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670" name="AR"/>
            <p:cNvSpPr txBox="1"/>
            <p:nvPr/>
          </p:nvSpPr>
          <p:spPr>
            <a:xfrm>
              <a:off x="4248235" y="858138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671" name="h+1"/>
            <p:cNvSpPr txBox="1"/>
            <p:nvPr/>
          </p:nvSpPr>
          <p:spPr>
            <a:xfrm>
              <a:off x="2535818" y="1749445"/>
              <a:ext cx="47273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+1</a:t>
              </a:r>
            </a:p>
          </p:txBody>
        </p:sp>
        <p:sp>
          <p:nvSpPr>
            <p:cNvPr id="672" name="h"/>
            <p:cNvSpPr txBox="1"/>
            <p:nvPr/>
          </p:nvSpPr>
          <p:spPr>
            <a:xfrm>
              <a:off x="3705646" y="17494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673" name="h"/>
            <p:cNvSpPr txBox="1"/>
            <p:nvPr/>
          </p:nvSpPr>
          <p:spPr>
            <a:xfrm>
              <a:off x="4277885" y="1068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676" name="成组"/>
            <p:cNvGrpSpPr/>
            <p:nvPr/>
          </p:nvGrpSpPr>
          <p:grpSpPr>
            <a:xfrm>
              <a:off x="5284223" y="560817"/>
              <a:ext cx="1080612" cy="374266"/>
              <a:chOff x="0" y="0"/>
              <a:chExt cx="1080610" cy="374264"/>
            </a:xfrm>
          </p:grpSpPr>
          <p:sp>
            <p:nvSpPr>
              <p:cNvPr id="67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679" name="成组"/>
            <p:cNvGrpSpPr/>
            <p:nvPr/>
          </p:nvGrpSpPr>
          <p:grpSpPr>
            <a:xfrm>
              <a:off x="5628489" y="270892"/>
              <a:ext cx="381001" cy="381001"/>
              <a:chOff x="0" y="0"/>
              <a:chExt cx="381000" cy="381000"/>
            </a:xfrm>
          </p:grpSpPr>
          <p:sp>
            <p:nvSpPr>
              <p:cNvPr id="67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8" name="B"/>
              <p:cNvSpPr txBox="1"/>
              <p:nvPr/>
            </p:nvSpPr>
            <p:spPr>
              <a:xfrm>
                <a:off x="44767" y="17016"/>
                <a:ext cx="290473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82" name="成组"/>
            <p:cNvGrpSpPr/>
            <p:nvPr/>
          </p:nvGrpSpPr>
          <p:grpSpPr>
            <a:xfrm>
              <a:off x="6235148" y="922115"/>
              <a:ext cx="381001" cy="381001"/>
              <a:chOff x="0" y="0"/>
              <a:chExt cx="381000" cy="381000"/>
            </a:xfrm>
          </p:grpSpPr>
          <p:sp>
            <p:nvSpPr>
              <p:cNvPr id="68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1" name="A"/>
              <p:cNvSpPr txBox="1"/>
              <p:nvPr/>
            </p:nvSpPr>
            <p:spPr>
              <a:xfrm>
                <a:off x="36829" y="29716"/>
                <a:ext cx="301686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85" name="成组"/>
            <p:cNvGrpSpPr/>
            <p:nvPr/>
          </p:nvGrpSpPr>
          <p:grpSpPr>
            <a:xfrm>
              <a:off x="5893996" y="1207466"/>
              <a:ext cx="1080612" cy="374265"/>
              <a:chOff x="0" y="0"/>
              <a:chExt cx="1080610" cy="374264"/>
            </a:xfrm>
          </p:grpSpPr>
          <p:sp>
            <p:nvSpPr>
              <p:cNvPr id="68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686" name="0"/>
            <p:cNvSpPr txBox="1"/>
            <p:nvPr/>
          </p:nvSpPr>
          <p:spPr>
            <a:xfrm>
              <a:off x="5678019" y="599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87" name="0"/>
            <p:cNvSpPr txBox="1"/>
            <p:nvPr/>
          </p:nvSpPr>
          <p:spPr>
            <a:xfrm>
              <a:off x="6310078" y="12602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88" name="线条"/>
            <p:cNvSpPr/>
            <p:nvPr/>
          </p:nvSpPr>
          <p:spPr>
            <a:xfrm flipV="1">
              <a:off x="581507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91" name="成组"/>
            <p:cNvGrpSpPr/>
            <p:nvPr/>
          </p:nvGrpSpPr>
          <p:grpSpPr>
            <a:xfrm>
              <a:off x="5092758" y="868176"/>
              <a:ext cx="472738" cy="562869"/>
              <a:chOff x="0" y="0"/>
              <a:chExt cx="472737" cy="562867"/>
            </a:xfrm>
          </p:grpSpPr>
          <p:sp>
            <p:nvSpPr>
              <p:cNvPr id="689" name="B'L"/>
              <p:cNvSpPr txBox="1"/>
              <p:nvPr/>
            </p:nvSpPr>
            <p:spPr>
              <a:xfrm>
                <a:off x="30559" y="0"/>
                <a:ext cx="409834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B'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690" name="h+1"/>
              <p:cNvSpPr txBox="1"/>
              <p:nvPr/>
            </p:nvSpPr>
            <p:spPr>
              <a:xfrm>
                <a:off x="0" y="241299"/>
                <a:ext cx="472738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+1</a:t>
                </a:r>
              </a:p>
            </p:txBody>
          </p:sp>
        </p:grpSp>
        <p:grpSp>
          <p:nvGrpSpPr>
            <p:cNvPr id="694" name="成组"/>
            <p:cNvGrpSpPr/>
            <p:nvPr/>
          </p:nvGrpSpPr>
          <p:grpSpPr>
            <a:xfrm>
              <a:off x="5750544" y="1498123"/>
              <a:ext cx="380829" cy="562868"/>
              <a:chOff x="0" y="0"/>
              <a:chExt cx="380828" cy="562867"/>
            </a:xfrm>
          </p:grpSpPr>
          <p:sp>
            <p:nvSpPr>
              <p:cNvPr id="692" name="BR"/>
              <p:cNvSpPr txBox="1"/>
              <p:nvPr/>
            </p:nvSpPr>
            <p:spPr>
              <a:xfrm>
                <a:off x="0" y="0"/>
                <a:ext cx="380829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693" name="h"/>
              <p:cNvSpPr txBox="1"/>
              <p:nvPr/>
            </p:nvSpPr>
            <p:spPr>
              <a:xfrm>
                <a:off x="62143" y="241299"/>
                <a:ext cx="2565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97" name="成组"/>
            <p:cNvGrpSpPr/>
            <p:nvPr/>
          </p:nvGrpSpPr>
          <p:grpSpPr>
            <a:xfrm>
              <a:off x="6803457" y="1498123"/>
              <a:ext cx="392041" cy="532144"/>
              <a:chOff x="0" y="0"/>
              <a:chExt cx="392039" cy="532143"/>
            </a:xfrm>
          </p:grpSpPr>
          <p:sp>
            <p:nvSpPr>
              <p:cNvPr id="695" name="AR"/>
              <p:cNvSpPr txBox="1"/>
              <p:nvPr/>
            </p:nvSpPr>
            <p:spPr>
              <a:xfrm>
                <a:off x="0" y="0"/>
                <a:ext cx="392040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696" name="h"/>
              <p:cNvSpPr txBox="1"/>
              <p:nvPr/>
            </p:nvSpPr>
            <p:spPr>
              <a:xfrm>
                <a:off x="29650" y="210575"/>
                <a:ext cx="2565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sp>
          <p:nvSpPr>
            <p:cNvPr id="698" name="线条"/>
            <p:cNvSpPr/>
            <p:nvPr/>
          </p:nvSpPr>
          <p:spPr>
            <a:xfrm flipV="1">
              <a:off x="3855051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9" name="线条"/>
            <p:cNvSpPr/>
            <p:nvPr/>
          </p:nvSpPr>
          <p:spPr>
            <a:xfrm flipV="1">
              <a:off x="130853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01" name="Shape 487"/>
          <p:cNvSpPr txBox="1"/>
          <p:nvPr/>
        </p:nvSpPr>
        <p:spPr>
          <a:xfrm>
            <a:off x="343367" y="4357426"/>
            <a:ext cx="12546666" cy="327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1、插入结点后，使其父结点为根的子树长高</a:t>
            </a:r>
          </a:p>
          <a:p>
            <a:pPr marR="57798" defTabSz="1295400"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2、向上传播到B（B也长高，但是仍然平衡)。</a:t>
            </a:r>
          </a:p>
          <a:p>
            <a:pPr marR="57798" defTabSz="1295400"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3、传播到A（A也长高，但是不再平衡）。</a:t>
            </a:r>
          </a:p>
          <a:p>
            <a:pPr marR="57798" defTabSz="1295400"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      即：A是从新插入结点到根结点路径上</a:t>
            </a:r>
            <a:r>
              <a:rPr>
                <a:solidFill>
                  <a:schemeClr val="accent5"/>
                </a:solidFill>
              </a:rPr>
              <a:t>最靠近新插入结点</a:t>
            </a:r>
            <a:r>
              <a:t>的原平衡因子为1的结点。</a:t>
            </a:r>
          </a:p>
          <a:p>
            <a:pPr marR="57798" defTabSz="1295400">
              <a:spcBef>
                <a:spcPts val="1900"/>
              </a:spcBef>
              <a:defRPr sz="2500">
                <a:uFill>
                  <a:solidFill>
                    <a:srgbClr val="000000"/>
                  </a:solidFill>
                </a:uFill>
              </a:defRPr>
            </a:pPr>
            <a:r>
              <a:t>4、结点B旋转一次。</a:t>
            </a:r>
          </a:p>
        </p:txBody>
      </p:sp>
      <p:sp>
        <p:nvSpPr>
          <p:cNvPr id="702" name="插入结点在不平衡结点的左子树的左子树"/>
          <p:cNvSpPr txBox="1"/>
          <p:nvPr/>
        </p:nvSpPr>
        <p:spPr>
          <a:xfrm>
            <a:off x="53650" y="1209930"/>
            <a:ext cx="7030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插入结点在</a:t>
            </a:r>
            <a:r>
              <a:rPr>
                <a:solidFill>
                  <a:schemeClr val="accent5"/>
                </a:solidFill>
              </a:rPr>
              <a:t>不平衡结点</a:t>
            </a:r>
            <a:r>
              <a:t>的</a:t>
            </a:r>
            <a:r>
              <a:rPr>
                <a:solidFill>
                  <a:schemeClr val="accent1"/>
                </a:solidFill>
              </a:rPr>
              <a:t>左</a:t>
            </a:r>
            <a:r>
              <a:t>子树的</a:t>
            </a:r>
            <a:r>
              <a:rPr>
                <a:solidFill>
                  <a:schemeClr val="accent1"/>
                </a:solidFill>
              </a:rPr>
              <a:t>左</a:t>
            </a:r>
            <a:r>
              <a:t>子树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517"/>
          <p:cNvSpPr txBox="1"/>
          <p:nvPr/>
        </p:nvSpPr>
        <p:spPr>
          <a:xfrm>
            <a:off x="285848" y="3606427"/>
            <a:ext cx="12433104" cy="254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1、插入前，以A为根的树的高度为h+2，插入后，经过调整，以B为根的树的高度也是h+2，</a:t>
            </a:r>
          </a:p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      意味着。。。？</a:t>
            </a:r>
          </a:p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2、调整前，中序遍历的结果为：B</a:t>
            </a:r>
            <a:r>
              <a:rPr baseline="-5999"/>
              <a:t>L</a:t>
            </a:r>
            <a:r>
              <a:t>、B、B</a:t>
            </a:r>
            <a:r>
              <a:rPr baseline="-5999"/>
              <a:t>R</a:t>
            </a:r>
            <a:r>
              <a:t>、A、A</a:t>
            </a:r>
            <a:r>
              <a:rPr baseline="-5999"/>
              <a:t>R</a:t>
            </a:r>
          </a:p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  <a:r>
              <a:t>      调整后？？？</a:t>
            </a:r>
          </a:p>
        </p:txBody>
      </p:sp>
      <p:sp>
        <p:nvSpPr>
          <p:cNvPr id="705" name="Shape 59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插入操作：LL型的平衡</a:t>
            </a:r>
          </a:p>
        </p:txBody>
      </p:sp>
      <p:grpSp>
        <p:nvGrpSpPr>
          <p:cNvPr id="772" name="成组"/>
          <p:cNvGrpSpPr/>
          <p:nvPr/>
        </p:nvGrpSpPr>
        <p:grpSpPr>
          <a:xfrm>
            <a:off x="2243016" y="1163971"/>
            <a:ext cx="7195498" cy="2071015"/>
            <a:chOff x="0" y="0"/>
            <a:chExt cx="7195497" cy="2071013"/>
          </a:xfrm>
        </p:grpSpPr>
        <p:grpSp>
          <p:nvGrpSpPr>
            <p:cNvPr id="708" name="成组"/>
            <p:cNvGrpSpPr/>
            <p:nvPr/>
          </p:nvGrpSpPr>
          <p:grpSpPr>
            <a:xfrm>
              <a:off x="761069" y="560817"/>
              <a:ext cx="1080611" cy="374266"/>
              <a:chOff x="0" y="0"/>
              <a:chExt cx="1080610" cy="374264"/>
            </a:xfrm>
          </p:grpSpPr>
          <p:sp>
            <p:nvSpPr>
              <p:cNvPr id="70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711" name="成组"/>
            <p:cNvGrpSpPr/>
            <p:nvPr/>
          </p:nvGrpSpPr>
          <p:grpSpPr>
            <a:xfrm>
              <a:off x="1105334" y="270892"/>
              <a:ext cx="381001" cy="381001"/>
              <a:chOff x="0" y="0"/>
              <a:chExt cx="381000" cy="381000"/>
            </a:xfrm>
          </p:grpSpPr>
          <p:sp>
            <p:nvSpPr>
              <p:cNvPr id="70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0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14" name="成组"/>
            <p:cNvGrpSpPr/>
            <p:nvPr/>
          </p:nvGrpSpPr>
          <p:grpSpPr>
            <a:xfrm>
              <a:off x="505493" y="922115"/>
              <a:ext cx="381001" cy="381001"/>
              <a:chOff x="0" y="0"/>
              <a:chExt cx="381000" cy="381000"/>
            </a:xfrm>
          </p:grpSpPr>
          <p:sp>
            <p:nvSpPr>
              <p:cNvPr id="71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3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17" name="成组"/>
            <p:cNvGrpSpPr/>
            <p:nvPr/>
          </p:nvGrpSpPr>
          <p:grpSpPr>
            <a:xfrm>
              <a:off x="164341" y="1207466"/>
              <a:ext cx="1080612" cy="374265"/>
              <a:chOff x="0" y="0"/>
              <a:chExt cx="1080610" cy="374264"/>
            </a:xfrm>
          </p:grpSpPr>
          <p:sp>
            <p:nvSpPr>
              <p:cNvPr id="71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18" name="BL"/>
            <p:cNvSpPr txBox="1"/>
            <p:nvPr/>
          </p:nvSpPr>
          <p:spPr>
            <a:xfrm>
              <a:off x="0" y="150814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719" name="1"/>
            <p:cNvSpPr txBox="1"/>
            <p:nvPr/>
          </p:nvSpPr>
          <p:spPr>
            <a:xfrm>
              <a:off x="1154864" y="599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20" name="0"/>
            <p:cNvSpPr txBox="1"/>
            <p:nvPr/>
          </p:nvSpPr>
          <p:spPr>
            <a:xfrm>
              <a:off x="567723" y="12602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21" name="BR"/>
            <p:cNvSpPr txBox="1"/>
            <p:nvPr/>
          </p:nvSpPr>
          <p:spPr>
            <a:xfrm>
              <a:off x="1077125" y="150814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722" name="AR"/>
            <p:cNvSpPr txBox="1"/>
            <p:nvPr/>
          </p:nvSpPr>
          <p:spPr>
            <a:xfrm>
              <a:off x="1681858" y="858138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723" name="h"/>
            <p:cNvSpPr txBox="1"/>
            <p:nvPr/>
          </p:nvSpPr>
          <p:spPr>
            <a:xfrm>
              <a:off x="32940" y="17494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724" name="h"/>
            <p:cNvSpPr txBox="1"/>
            <p:nvPr/>
          </p:nvSpPr>
          <p:spPr>
            <a:xfrm>
              <a:off x="1139269" y="17494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725" name="h"/>
            <p:cNvSpPr txBox="1"/>
            <p:nvPr/>
          </p:nvSpPr>
          <p:spPr>
            <a:xfrm>
              <a:off x="1711508" y="1068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728" name="成组"/>
            <p:cNvGrpSpPr/>
            <p:nvPr/>
          </p:nvGrpSpPr>
          <p:grpSpPr>
            <a:xfrm>
              <a:off x="3327446" y="560817"/>
              <a:ext cx="1080612" cy="374266"/>
              <a:chOff x="0" y="0"/>
              <a:chExt cx="1080610" cy="374264"/>
            </a:xfrm>
          </p:grpSpPr>
          <p:sp>
            <p:nvSpPr>
              <p:cNvPr id="72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731" name="成组"/>
            <p:cNvGrpSpPr/>
            <p:nvPr/>
          </p:nvGrpSpPr>
          <p:grpSpPr>
            <a:xfrm>
              <a:off x="3671712" y="270892"/>
              <a:ext cx="381001" cy="381001"/>
              <a:chOff x="0" y="0"/>
              <a:chExt cx="381000" cy="381000"/>
            </a:xfrm>
          </p:grpSpPr>
          <p:sp>
            <p:nvSpPr>
              <p:cNvPr id="72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0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34" name="成组"/>
            <p:cNvGrpSpPr/>
            <p:nvPr/>
          </p:nvGrpSpPr>
          <p:grpSpPr>
            <a:xfrm>
              <a:off x="3071871" y="922115"/>
              <a:ext cx="381001" cy="381001"/>
              <a:chOff x="0" y="0"/>
              <a:chExt cx="381000" cy="381000"/>
            </a:xfrm>
          </p:grpSpPr>
          <p:sp>
            <p:nvSpPr>
              <p:cNvPr id="73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3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37" name="成组"/>
            <p:cNvGrpSpPr/>
            <p:nvPr/>
          </p:nvGrpSpPr>
          <p:grpSpPr>
            <a:xfrm>
              <a:off x="2730719" y="1207466"/>
              <a:ext cx="1080612" cy="374265"/>
              <a:chOff x="0" y="0"/>
              <a:chExt cx="1080610" cy="374264"/>
            </a:xfrm>
          </p:grpSpPr>
          <p:sp>
            <p:nvSpPr>
              <p:cNvPr id="73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38" name="B'L"/>
            <p:cNvSpPr txBox="1"/>
            <p:nvPr/>
          </p:nvSpPr>
          <p:spPr>
            <a:xfrm>
              <a:off x="2566377" y="1508145"/>
              <a:ext cx="409834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B'</a:t>
              </a:r>
              <a:r>
                <a:rPr baseline="-5999"/>
                <a:t>L</a:t>
              </a:r>
            </a:p>
          </p:txBody>
        </p:sp>
        <p:sp>
          <p:nvSpPr>
            <p:cNvPr id="739" name="2"/>
            <p:cNvSpPr txBox="1"/>
            <p:nvPr/>
          </p:nvSpPr>
          <p:spPr>
            <a:xfrm>
              <a:off x="3721242" y="599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40" name="1"/>
            <p:cNvSpPr txBox="1"/>
            <p:nvPr/>
          </p:nvSpPr>
          <p:spPr>
            <a:xfrm>
              <a:off x="3134101" y="12602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41" name="BR"/>
            <p:cNvSpPr txBox="1"/>
            <p:nvPr/>
          </p:nvSpPr>
          <p:spPr>
            <a:xfrm>
              <a:off x="3643502" y="150814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742" name="AR"/>
            <p:cNvSpPr txBox="1"/>
            <p:nvPr/>
          </p:nvSpPr>
          <p:spPr>
            <a:xfrm>
              <a:off x="4248235" y="858138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743" name="h+1"/>
            <p:cNvSpPr txBox="1"/>
            <p:nvPr/>
          </p:nvSpPr>
          <p:spPr>
            <a:xfrm>
              <a:off x="2535818" y="1749445"/>
              <a:ext cx="47273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+1</a:t>
              </a:r>
            </a:p>
          </p:txBody>
        </p:sp>
        <p:sp>
          <p:nvSpPr>
            <p:cNvPr id="744" name="h"/>
            <p:cNvSpPr txBox="1"/>
            <p:nvPr/>
          </p:nvSpPr>
          <p:spPr>
            <a:xfrm>
              <a:off x="3705646" y="17494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745" name="h"/>
            <p:cNvSpPr txBox="1"/>
            <p:nvPr/>
          </p:nvSpPr>
          <p:spPr>
            <a:xfrm>
              <a:off x="4277885" y="1068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748" name="成组"/>
            <p:cNvGrpSpPr/>
            <p:nvPr/>
          </p:nvGrpSpPr>
          <p:grpSpPr>
            <a:xfrm>
              <a:off x="5284223" y="560817"/>
              <a:ext cx="1080612" cy="374266"/>
              <a:chOff x="0" y="0"/>
              <a:chExt cx="1080610" cy="374264"/>
            </a:xfrm>
          </p:grpSpPr>
          <p:sp>
            <p:nvSpPr>
              <p:cNvPr id="74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751" name="成组"/>
            <p:cNvGrpSpPr/>
            <p:nvPr/>
          </p:nvGrpSpPr>
          <p:grpSpPr>
            <a:xfrm>
              <a:off x="5628489" y="270892"/>
              <a:ext cx="381001" cy="381001"/>
              <a:chOff x="0" y="0"/>
              <a:chExt cx="381000" cy="381000"/>
            </a:xfrm>
          </p:grpSpPr>
          <p:sp>
            <p:nvSpPr>
              <p:cNvPr id="74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0" name="B"/>
              <p:cNvSpPr txBox="1"/>
              <p:nvPr/>
            </p:nvSpPr>
            <p:spPr>
              <a:xfrm>
                <a:off x="44767" y="17016"/>
                <a:ext cx="290473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54" name="成组"/>
            <p:cNvGrpSpPr/>
            <p:nvPr/>
          </p:nvGrpSpPr>
          <p:grpSpPr>
            <a:xfrm>
              <a:off x="6235148" y="922115"/>
              <a:ext cx="381001" cy="381001"/>
              <a:chOff x="0" y="0"/>
              <a:chExt cx="381000" cy="381000"/>
            </a:xfrm>
          </p:grpSpPr>
          <p:sp>
            <p:nvSpPr>
              <p:cNvPr id="75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3" name="A"/>
              <p:cNvSpPr txBox="1"/>
              <p:nvPr/>
            </p:nvSpPr>
            <p:spPr>
              <a:xfrm>
                <a:off x="36829" y="29716"/>
                <a:ext cx="301686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57" name="成组"/>
            <p:cNvGrpSpPr/>
            <p:nvPr/>
          </p:nvGrpSpPr>
          <p:grpSpPr>
            <a:xfrm>
              <a:off x="5893996" y="1207466"/>
              <a:ext cx="1080612" cy="374265"/>
              <a:chOff x="0" y="0"/>
              <a:chExt cx="1080610" cy="374264"/>
            </a:xfrm>
          </p:grpSpPr>
          <p:sp>
            <p:nvSpPr>
              <p:cNvPr id="75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58" name="0"/>
            <p:cNvSpPr txBox="1"/>
            <p:nvPr/>
          </p:nvSpPr>
          <p:spPr>
            <a:xfrm>
              <a:off x="5678019" y="5997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59" name="0"/>
            <p:cNvSpPr txBox="1"/>
            <p:nvPr/>
          </p:nvSpPr>
          <p:spPr>
            <a:xfrm>
              <a:off x="6310078" y="12602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60" name="线条"/>
            <p:cNvSpPr/>
            <p:nvPr/>
          </p:nvSpPr>
          <p:spPr>
            <a:xfrm flipV="1">
              <a:off x="581507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63" name="成组"/>
            <p:cNvGrpSpPr/>
            <p:nvPr/>
          </p:nvGrpSpPr>
          <p:grpSpPr>
            <a:xfrm>
              <a:off x="5092758" y="868176"/>
              <a:ext cx="472738" cy="562869"/>
              <a:chOff x="0" y="0"/>
              <a:chExt cx="472737" cy="562867"/>
            </a:xfrm>
          </p:grpSpPr>
          <p:sp>
            <p:nvSpPr>
              <p:cNvPr id="761" name="B'L"/>
              <p:cNvSpPr txBox="1"/>
              <p:nvPr/>
            </p:nvSpPr>
            <p:spPr>
              <a:xfrm>
                <a:off x="30559" y="0"/>
                <a:ext cx="409834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B'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762" name="h+1"/>
              <p:cNvSpPr txBox="1"/>
              <p:nvPr/>
            </p:nvSpPr>
            <p:spPr>
              <a:xfrm>
                <a:off x="0" y="241299"/>
                <a:ext cx="472738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+1</a:t>
                </a:r>
              </a:p>
            </p:txBody>
          </p:sp>
        </p:grpSp>
        <p:grpSp>
          <p:nvGrpSpPr>
            <p:cNvPr id="766" name="成组"/>
            <p:cNvGrpSpPr/>
            <p:nvPr/>
          </p:nvGrpSpPr>
          <p:grpSpPr>
            <a:xfrm>
              <a:off x="5750544" y="1498123"/>
              <a:ext cx="380829" cy="562868"/>
              <a:chOff x="0" y="0"/>
              <a:chExt cx="380828" cy="562867"/>
            </a:xfrm>
          </p:grpSpPr>
          <p:sp>
            <p:nvSpPr>
              <p:cNvPr id="764" name="BR"/>
              <p:cNvSpPr txBox="1"/>
              <p:nvPr/>
            </p:nvSpPr>
            <p:spPr>
              <a:xfrm>
                <a:off x="0" y="0"/>
                <a:ext cx="380829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765" name="h"/>
              <p:cNvSpPr txBox="1"/>
              <p:nvPr/>
            </p:nvSpPr>
            <p:spPr>
              <a:xfrm>
                <a:off x="62143" y="241299"/>
                <a:ext cx="2565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769" name="成组"/>
            <p:cNvGrpSpPr/>
            <p:nvPr/>
          </p:nvGrpSpPr>
          <p:grpSpPr>
            <a:xfrm>
              <a:off x="6803457" y="1498123"/>
              <a:ext cx="392041" cy="532144"/>
              <a:chOff x="0" y="0"/>
              <a:chExt cx="392039" cy="532143"/>
            </a:xfrm>
          </p:grpSpPr>
          <p:sp>
            <p:nvSpPr>
              <p:cNvPr id="767" name="AR"/>
              <p:cNvSpPr txBox="1"/>
              <p:nvPr/>
            </p:nvSpPr>
            <p:spPr>
              <a:xfrm>
                <a:off x="0" y="0"/>
                <a:ext cx="392040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768" name="h"/>
              <p:cNvSpPr txBox="1"/>
              <p:nvPr/>
            </p:nvSpPr>
            <p:spPr>
              <a:xfrm>
                <a:off x="29650" y="210575"/>
                <a:ext cx="2565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sp>
          <p:nvSpPr>
            <p:cNvPr id="770" name="线条"/>
            <p:cNvSpPr/>
            <p:nvPr/>
          </p:nvSpPr>
          <p:spPr>
            <a:xfrm flipV="1">
              <a:off x="3855051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1" name="线条"/>
            <p:cNvSpPr/>
            <p:nvPr/>
          </p:nvSpPr>
          <p:spPr>
            <a:xfrm flipV="1">
              <a:off x="130853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Shape 69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插入操作：LR型的平衡</a:t>
            </a:r>
          </a:p>
        </p:txBody>
      </p:sp>
      <p:grpSp>
        <p:nvGrpSpPr>
          <p:cNvPr id="903" name="成组"/>
          <p:cNvGrpSpPr/>
          <p:nvPr/>
        </p:nvGrpSpPr>
        <p:grpSpPr>
          <a:xfrm>
            <a:off x="1163102" y="2359256"/>
            <a:ext cx="11272977" cy="3825920"/>
            <a:chOff x="0" y="0"/>
            <a:chExt cx="11272976" cy="3825918"/>
          </a:xfrm>
        </p:grpSpPr>
        <p:sp>
          <p:nvSpPr>
            <p:cNvPr id="775" name="圆形"/>
            <p:cNvSpPr/>
            <p:nvPr/>
          </p:nvSpPr>
          <p:spPr>
            <a:xfrm>
              <a:off x="1159394" y="272377"/>
              <a:ext cx="381001" cy="3810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78" name="成组"/>
            <p:cNvGrpSpPr/>
            <p:nvPr/>
          </p:nvGrpSpPr>
          <p:grpSpPr>
            <a:xfrm>
              <a:off x="815129" y="562302"/>
              <a:ext cx="1080611" cy="374266"/>
              <a:chOff x="0" y="0"/>
              <a:chExt cx="1080610" cy="374264"/>
            </a:xfrm>
          </p:grpSpPr>
          <p:sp>
            <p:nvSpPr>
              <p:cNvPr id="77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79" name="A"/>
            <p:cNvSpPr txBox="1"/>
            <p:nvPr/>
          </p:nvSpPr>
          <p:spPr>
            <a:xfrm>
              <a:off x="1191462" y="276693"/>
              <a:ext cx="301685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grpSp>
          <p:nvGrpSpPr>
            <p:cNvPr id="782" name="成组"/>
            <p:cNvGrpSpPr/>
            <p:nvPr/>
          </p:nvGrpSpPr>
          <p:grpSpPr>
            <a:xfrm>
              <a:off x="546854" y="923600"/>
              <a:ext cx="381001" cy="381001"/>
              <a:chOff x="0" y="0"/>
              <a:chExt cx="381000" cy="381000"/>
            </a:xfrm>
          </p:grpSpPr>
          <p:sp>
            <p:nvSpPr>
              <p:cNvPr id="78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1" name="B"/>
              <p:cNvSpPr txBox="1"/>
              <p:nvPr/>
            </p:nvSpPr>
            <p:spPr>
              <a:xfrm>
                <a:off x="368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85" name="成组"/>
            <p:cNvGrpSpPr/>
            <p:nvPr/>
          </p:nvGrpSpPr>
          <p:grpSpPr>
            <a:xfrm>
              <a:off x="793948" y="1864606"/>
              <a:ext cx="1080612" cy="374266"/>
              <a:chOff x="0" y="0"/>
              <a:chExt cx="1080610" cy="374264"/>
            </a:xfrm>
          </p:grpSpPr>
          <p:sp>
            <p:nvSpPr>
              <p:cNvPr id="78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86" name="1"/>
            <p:cNvSpPr txBox="1"/>
            <p:nvPr/>
          </p:nvSpPr>
          <p:spPr>
            <a:xfrm>
              <a:off x="1208924" y="613898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87" name="0"/>
            <p:cNvSpPr txBox="1"/>
            <p:nvPr/>
          </p:nvSpPr>
          <p:spPr>
            <a:xfrm>
              <a:off x="596384" y="125724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790" name="成组"/>
            <p:cNvGrpSpPr/>
            <p:nvPr/>
          </p:nvGrpSpPr>
          <p:grpSpPr>
            <a:xfrm>
              <a:off x="1143754" y="1578575"/>
              <a:ext cx="381001" cy="381001"/>
              <a:chOff x="0" y="0"/>
              <a:chExt cx="381000" cy="381000"/>
            </a:xfrm>
          </p:grpSpPr>
          <p:sp>
            <p:nvSpPr>
              <p:cNvPr id="78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9" name="C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793" name="成组"/>
            <p:cNvGrpSpPr/>
            <p:nvPr/>
          </p:nvGrpSpPr>
          <p:grpSpPr>
            <a:xfrm>
              <a:off x="193002" y="1208950"/>
              <a:ext cx="1080611" cy="374266"/>
              <a:chOff x="0" y="0"/>
              <a:chExt cx="1080610" cy="374264"/>
            </a:xfrm>
          </p:grpSpPr>
          <p:sp>
            <p:nvSpPr>
              <p:cNvPr id="791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2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794" name="0"/>
            <p:cNvSpPr txBox="1"/>
            <p:nvPr/>
          </p:nvSpPr>
          <p:spPr>
            <a:xfrm>
              <a:off x="1200491" y="19246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95" name="AR"/>
            <p:cNvSpPr txBox="1"/>
            <p:nvPr/>
          </p:nvSpPr>
          <p:spPr>
            <a:xfrm>
              <a:off x="1729003" y="877116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796" name="CR"/>
            <p:cNvSpPr txBox="1"/>
            <p:nvPr/>
          </p:nvSpPr>
          <p:spPr>
            <a:xfrm>
              <a:off x="1690903" y="2169756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797" name="CL"/>
            <p:cNvSpPr txBox="1"/>
            <p:nvPr/>
          </p:nvSpPr>
          <p:spPr>
            <a:xfrm>
              <a:off x="620913" y="2184826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sp>
          <p:nvSpPr>
            <p:cNvPr id="798" name="BL"/>
            <p:cNvSpPr txBox="1"/>
            <p:nvPr/>
          </p:nvSpPr>
          <p:spPr>
            <a:xfrm>
              <a:off x="0" y="1519391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799" name="h-1"/>
            <p:cNvSpPr txBox="1"/>
            <p:nvPr/>
          </p:nvSpPr>
          <p:spPr>
            <a:xfrm>
              <a:off x="1702247" y="2367533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800" name="h-1"/>
            <p:cNvSpPr txBox="1"/>
            <p:nvPr/>
          </p:nvSpPr>
          <p:spPr>
            <a:xfrm>
              <a:off x="603053" y="2367533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801" name="h"/>
            <p:cNvSpPr txBox="1"/>
            <p:nvPr/>
          </p:nvSpPr>
          <p:spPr>
            <a:xfrm>
              <a:off x="32940" y="175509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02" name="h"/>
            <p:cNvSpPr txBox="1"/>
            <p:nvPr/>
          </p:nvSpPr>
          <p:spPr>
            <a:xfrm>
              <a:off x="1765747" y="1094650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03" name="圆形"/>
            <p:cNvSpPr/>
            <p:nvPr/>
          </p:nvSpPr>
          <p:spPr>
            <a:xfrm>
              <a:off x="3572600" y="272377"/>
              <a:ext cx="381001" cy="3810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06" name="成组"/>
            <p:cNvGrpSpPr/>
            <p:nvPr/>
          </p:nvGrpSpPr>
          <p:grpSpPr>
            <a:xfrm>
              <a:off x="3228334" y="562302"/>
              <a:ext cx="1080612" cy="374266"/>
              <a:chOff x="0" y="0"/>
              <a:chExt cx="1080610" cy="374264"/>
            </a:xfrm>
          </p:grpSpPr>
          <p:sp>
            <p:nvSpPr>
              <p:cNvPr id="80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07" name="A"/>
            <p:cNvSpPr txBox="1"/>
            <p:nvPr/>
          </p:nvSpPr>
          <p:spPr>
            <a:xfrm>
              <a:off x="3604667" y="276693"/>
              <a:ext cx="30168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grpSp>
          <p:nvGrpSpPr>
            <p:cNvPr id="810" name="成组"/>
            <p:cNvGrpSpPr/>
            <p:nvPr/>
          </p:nvGrpSpPr>
          <p:grpSpPr>
            <a:xfrm>
              <a:off x="2960059" y="923600"/>
              <a:ext cx="381001" cy="381001"/>
              <a:chOff x="0" y="0"/>
              <a:chExt cx="381000" cy="381000"/>
            </a:xfrm>
          </p:grpSpPr>
          <p:sp>
            <p:nvSpPr>
              <p:cNvPr id="80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9" name="B"/>
              <p:cNvSpPr txBox="1"/>
              <p:nvPr/>
            </p:nvSpPr>
            <p:spPr>
              <a:xfrm>
                <a:off x="368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13" name="成组"/>
            <p:cNvGrpSpPr/>
            <p:nvPr/>
          </p:nvGrpSpPr>
          <p:grpSpPr>
            <a:xfrm>
              <a:off x="3207154" y="1864606"/>
              <a:ext cx="1080612" cy="374266"/>
              <a:chOff x="0" y="0"/>
              <a:chExt cx="1080610" cy="374264"/>
            </a:xfrm>
          </p:grpSpPr>
          <p:sp>
            <p:nvSpPr>
              <p:cNvPr id="811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2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14" name="2"/>
            <p:cNvSpPr txBox="1"/>
            <p:nvPr/>
          </p:nvSpPr>
          <p:spPr>
            <a:xfrm>
              <a:off x="3622130" y="613898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15" name="-1"/>
            <p:cNvSpPr txBox="1"/>
            <p:nvPr/>
          </p:nvSpPr>
          <p:spPr>
            <a:xfrm>
              <a:off x="2984189" y="1257242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818" name="成组"/>
            <p:cNvGrpSpPr/>
            <p:nvPr/>
          </p:nvGrpSpPr>
          <p:grpSpPr>
            <a:xfrm>
              <a:off x="3556959" y="1578575"/>
              <a:ext cx="381001" cy="381001"/>
              <a:chOff x="0" y="0"/>
              <a:chExt cx="381000" cy="381000"/>
            </a:xfrm>
          </p:grpSpPr>
          <p:sp>
            <p:nvSpPr>
              <p:cNvPr id="81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7" name="C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21" name="成组"/>
            <p:cNvGrpSpPr/>
            <p:nvPr/>
          </p:nvGrpSpPr>
          <p:grpSpPr>
            <a:xfrm>
              <a:off x="2606207" y="1208950"/>
              <a:ext cx="1080612" cy="374266"/>
              <a:chOff x="0" y="0"/>
              <a:chExt cx="1080610" cy="374264"/>
            </a:xfrm>
          </p:grpSpPr>
          <p:sp>
            <p:nvSpPr>
              <p:cNvPr id="81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22" name="1"/>
            <p:cNvSpPr txBox="1"/>
            <p:nvPr/>
          </p:nvSpPr>
          <p:spPr>
            <a:xfrm>
              <a:off x="3613696" y="1924667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23" name="AR"/>
            <p:cNvSpPr txBox="1"/>
            <p:nvPr/>
          </p:nvSpPr>
          <p:spPr>
            <a:xfrm>
              <a:off x="4142209" y="877116"/>
              <a:ext cx="392040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824" name="CR"/>
            <p:cNvSpPr txBox="1"/>
            <p:nvPr/>
          </p:nvSpPr>
          <p:spPr>
            <a:xfrm>
              <a:off x="4104109" y="2169756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825" name="C'L"/>
            <p:cNvSpPr txBox="1"/>
            <p:nvPr/>
          </p:nvSpPr>
          <p:spPr>
            <a:xfrm>
              <a:off x="3034118" y="2184826"/>
              <a:ext cx="409834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C'</a:t>
              </a:r>
              <a:r>
                <a:rPr baseline="-5999"/>
                <a:t>L</a:t>
              </a:r>
            </a:p>
          </p:txBody>
        </p:sp>
        <p:sp>
          <p:nvSpPr>
            <p:cNvPr id="826" name="BL"/>
            <p:cNvSpPr txBox="1"/>
            <p:nvPr/>
          </p:nvSpPr>
          <p:spPr>
            <a:xfrm>
              <a:off x="2413205" y="1519391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827" name="h-1"/>
            <p:cNvSpPr txBox="1"/>
            <p:nvPr/>
          </p:nvSpPr>
          <p:spPr>
            <a:xfrm>
              <a:off x="4115453" y="2367533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828" name="h"/>
            <p:cNvSpPr txBox="1"/>
            <p:nvPr/>
          </p:nvSpPr>
          <p:spPr>
            <a:xfrm>
              <a:off x="3067059" y="2367533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29" name="h"/>
            <p:cNvSpPr txBox="1"/>
            <p:nvPr/>
          </p:nvSpPr>
          <p:spPr>
            <a:xfrm>
              <a:off x="2433446" y="175509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830" name="h"/>
            <p:cNvSpPr txBox="1"/>
            <p:nvPr/>
          </p:nvSpPr>
          <p:spPr>
            <a:xfrm>
              <a:off x="4178953" y="1094650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833" name="成组"/>
            <p:cNvGrpSpPr/>
            <p:nvPr/>
          </p:nvGrpSpPr>
          <p:grpSpPr>
            <a:xfrm>
              <a:off x="6131499" y="562302"/>
              <a:ext cx="1080612" cy="374266"/>
              <a:chOff x="0" y="0"/>
              <a:chExt cx="1080610" cy="374264"/>
            </a:xfrm>
          </p:grpSpPr>
          <p:sp>
            <p:nvSpPr>
              <p:cNvPr id="831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2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836" name="成组"/>
            <p:cNvGrpSpPr/>
            <p:nvPr/>
          </p:nvGrpSpPr>
          <p:grpSpPr>
            <a:xfrm>
              <a:off x="5863223" y="923600"/>
              <a:ext cx="381001" cy="381001"/>
              <a:chOff x="0" y="0"/>
              <a:chExt cx="381000" cy="381000"/>
            </a:xfrm>
          </p:grpSpPr>
          <p:sp>
            <p:nvSpPr>
              <p:cNvPr id="834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5" name="C"/>
              <p:cNvSpPr txBox="1"/>
              <p:nvPr/>
            </p:nvSpPr>
            <p:spPr>
              <a:xfrm>
                <a:off x="368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39" name="成组"/>
            <p:cNvGrpSpPr/>
            <p:nvPr/>
          </p:nvGrpSpPr>
          <p:grpSpPr>
            <a:xfrm>
              <a:off x="4903818" y="1864606"/>
              <a:ext cx="1080612" cy="374266"/>
              <a:chOff x="0" y="0"/>
              <a:chExt cx="1080610" cy="374264"/>
            </a:xfrm>
          </p:grpSpPr>
          <p:sp>
            <p:nvSpPr>
              <p:cNvPr id="83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40" name="2"/>
            <p:cNvSpPr txBox="1"/>
            <p:nvPr/>
          </p:nvSpPr>
          <p:spPr>
            <a:xfrm>
              <a:off x="6525295" y="613898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41" name="1"/>
            <p:cNvSpPr txBox="1"/>
            <p:nvPr/>
          </p:nvSpPr>
          <p:spPr>
            <a:xfrm>
              <a:off x="5925454" y="125724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grpSp>
          <p:nvGrpSpPr>
            <p:cNvPr id="844" name="成组"/>
            <p:cNvGrpSpPr/>
            <p:nvPr/>
          </p:nvGrpSpPr>
          <p:grpSpPr>
            <a:xfrm>
              <a:off x="5253624" y="1578575"/>
              <a:ext cx="381001" cy="381001"/>
              <a:chOff x="0" y="0"/>
              <a:chExt cx="381000" cy="381000"/>
            </a:xfrm>
          </p:grpSpPr>
          <p:sp>
            <p:nvSpPr>
              <p:cNvPr id="84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3" name="B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47" name="成组"/>
            <p:cNvGrpSpPr/>
            <p:nvPr/>
          </p:nvGrpSpPr>
          <p:grpSpPr>
            <a:xfrm>
              <a:off x="5509372" y="1208950"/>
              <a:ext cx="1080612" cy="374266"/>
              <a:chOff x="0" y="0"/>
              <a:chExt cx="1080610" cy="374264"/>
            </a:xfrm>
          </p:grpSpPr>
          <p:sp>
            <p:nvSpPr>
              <p:cNvPr id="84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48" name="-1"/>
            <p:cNvSpPr txBox="1"/>
            <p:nvPr/>
          </p:nvSpPr>
          <p:spPr>
            <a:xfrm>
              <a:off x="5284961" y="1924667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851" name="成组"/>
            <p:cNvGrpSpPr/>
            <p:nvPr/>
          </p:nvGrpSpPr>
          <p:grpSpPr>
            <a:xfrm>
              <a:off x="6415172" y="1670681"/>
              <a:ext cx="1319445" cy="1467778"/>
              <a:chOff x="0" y="160783"/>
              <a:chExt cx="1319444" cy="1467777"/>
            </a:xfrm>
          </p:grpSpPr>
          <p:sp>
            <p:nvSpPr>
              <p:cNvPr id="849" name="C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C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850" name="h-1"/>
              <p:cNvSpPr/>
              <p:nvPr/>
            </p:nvSpPr>
            <p:spPr>
              <a:xfrm>
                <a:off x="49444" y="35856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-1</a:t>
                </a:r>
              </a:p>
            </p:txBody>
          </p:sp>
        </p:grpSp>
        <p:grpSp>
          <p:nvGrpSpPr>
            <p:cNvPr id="854" name="成组"/>
            <p:cNvGrpSpPr/>
            <p:nvPr/>
          </p:nvGrpSpPr>
          <p:grpSpPr>
            <a:xfrm>
              <a:off x="5810282" y="2320210"/>
              <a:ext cx="1315642" cy="1452707"/>
              <a:chOff x="0" y="160783"/>
              <a:chExt cx="1315640" cy="1452706"/>
            </a:xfrm>
          </p:grpSpPr>
          <p:sp>
            <p:nvSpPr>
              <p:cNvPr id="852" name="C'L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C'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853" name="h"/>
              <p:cNvSpPr/>
              <p:nvPr/>
            </p:nvSpPr>
            <p:spPr>
              <a:xfrm>
                <a:off x="45640" y="34349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57" name="成组"/>
            <p:cNvGrpSpPr/>
            <p:nvPr/>
          </p:nvGrpSpPr>
          <p:grpSpPr>
            <a:xfrm>
              <a:off x="4747274" y="2320210"/>
              <a:ext cx="1302941" cy="1505709"/>
              <a:chOff x="0" y="160783"/>
              <a:chExt cx="1302940" cy="1505707"/>
            </a:xfrm>
          </p:grpSpPr>
          <p:sp>
            <p:nvSpPr>
              <p:cNvPr id="855" name="BL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856" name="h"/>
              <p:cNvSpPr/>
              <p:nvPr/>
            </p:nvSpPr>
            <p:spPr>
              <a:xfrm>
                <a:off x="32940" y="39649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60" name="成组"/>
            <p:cNvGrpSpPr/>
            <p:nvPr/>
          </p:nvGrpSpPr>
          <p:grpSpPr>
            <a:xfrm>
              <a:off x="7058073" y="1025200"/>
              <a:ext cx="1319446" cy="1487535"/>
              <a:chOff x="0" y="160783"/>
              <a:chExt cx="1319444" cy="1487534"/>
            </a:xfrm>
          </p:grpSpPr>
          <p:sp>
            <p:nvSpPr>
              <p:cNvPr id="858" name="A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859" name="h"/>
              <p:cNvSpPr/>
              <p:nvPr/>
            </p:nvSpPr>
            <p:spPr>
              <a:xfrm>
                <a:off x="49444" y="37831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64" name="成组"/>
            <p:cNvGrpSpPr/>
            <p:nvPr/>
          </p:nvGrpSpPr>
          <p:grpSpPr>
            <a:xfrm>
              <a:off x="6475765" y="272377"/>
              <a:ext cx="381001" cy="381001"/>
              <a:chOff x="0" y="0"/>
              <a:chExt cx="381000" cy="381000"/>
            </a:xfrm>
          </p:grpSpPr>
          <p:sp>
            <p:nvSpPr>
              <p:cNvPr id="861" name="A"/>
              <p:cNvSpPr txBox="1"/>
              <p:nvPr/>
            </p:nvSpPr>
            <p:spPr>
              <a:xfrm>
                <a:off x="32067" y="43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86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3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67" name="成组"/>
            <p:cNvGrpSpPr/>
            <p:nvPr/>
          </p:nvGrpSpPr>
          <p:grpSpPr>
            <a:xfrm>
              <a:off x="9038266" y="1191741"/>
              <a:ext cx="1080612" cy="374266"/>
              <a:chOff x="0" y="0"/>
              <a:chExt cx="1080610" cy="374264"/>
            </a:xfrm>
          </p:grpSpPr>
          <p:sp>
            <p:nvSpPr>
              <p:cNvPr id="86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870" name="成组"/>
            <p:cNvGrpSpPr/>
            <p:nvPr/>
          </p:nvGrpSpPr>
          <p:grpSpPr>
            <a:xfrm>
              <a:off x="8740356" y="270873"/>
              <a:ext cx="381001" cy="381001"/>
              <a:chOff x="0" y="0"/>
              <a:chExt cx="381000" cy="381000"/>
            </a:xfrm>
          </p:grpSpPr>
          <p:sp>
            <p:nvSpPr>
              <p:cNvPr id="86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9" name="C"/>
              <p:cNvSpPr txBox="1"/>
              <p:nvPr/>
            </p:nvSpPr>
            <p:spPr>
              <a:xfrm>
                <a:off x="368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73" name="成组"/>
            <p:cNvGrpSpPr/>
            <p:nvPr/>
          </p:nvGrpSpPr>
          <p:grpSpPr>
            <a:xfrm>
              <a:off x="7768251" y="1204441"/>
              <a:ext cx="1080612" cy="374266"/>
              <a:chOff x="0" y="0"/>
              <a:chExt cx="1080610" cy="374264"/>
            </a:xfrm>
          </p:grpSpPr>
          <p:sp>
            <p:nvSpPr>
              <p:cNvPr id="871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2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74" name="-1"/>
            <p:cNvSpPr txBox="1"/>
            <p:nvPr/>
          </p:nvSpPr>
          <p:spPr>
            <a:xfrm>
              <a:off x="9432062" y="1256038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875" name="0"/>
            <p:cNvSpPr txBox="1"/>
            <p:nvPr/>
          </p:nvSpPr>
          <p:spPr>
            <a:xfrm>
              <a:off x="8789886" y="604514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878" name="成组"/>
            <p:cNvGrpSpPr/>
            <p:nvPr/>
          </p:nvGrpSpPr>
          <p:grpSpPr>
            <a:xfrm>
              <a:off x="8118056" y="914516"/>
              <a:ext cx="381001" cy="381001"/>
              <a:chOff x="0" y="0"/>
              <a:chExt cx="381000" cy="381000"/>
            </a:xfrm>
          </p:grpSpPr>
          <p:sp>
            <p:nvSpPr>
              <p:cNvPr id="87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7" name="B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81" name="成组"/>
            <p:cNvGrpSpPr/>
            <p:nvPr/>
          </p:nvGrpSpPr>
          <p:grpSpPr>
            <a:xfrm>
              <a:off x="8386504" y="556223"/>
              <a:ext cx="1080612" cy="374266"/>
              <a:chOff x="0" y="0"/>
              <a:chExt cx="1080610" cy="374264"/>
            </a:xfrm>
          </p:grpSpPr>
          <p:sp>
            <p:nvSpPr>
              <p:cNvPr id="87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82" name="0"/>
            <p:cNvSpPr txBox="1"/>
            <p:nvPr/>
          </p:nvSpPr>
          <p:spPr>
            <a:xfrm>
              <a:off x="8187494" y="127193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885" name="成组"/>
            <p:cNvGrpSpPr/>
            <p:nvPr/>
          </p:nvGrpSpPr>
          <p:grpSpPr>
            <a:xfrm>
              <a:off x="8897359" y="1650116"/>
              <a:ext cx="1294045" cy="1467778"/>
              <a:chOff x="0" y="160783"/>
              <a:chExt cx="1294044" cy="1467777"/>
            </a:xfrm>
          </p:grpSpPr>
          <p:sp>
            <p:nvSpPr>
              <p:cNvPr id="883" name="C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C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884" name="h-1"/>
              <p:cNvSpPr/>
              <p:nvPr/>
            </p:nvSpPr>
            <p:spPr>
              <a:xfrm>
                <a:off x="24044" y="35856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-1</a:t>
                </a:r>
              </a:p>
            </p:txBody>
          </p:sp>
        </p:grpSp>
        <p:grpSp>
          <p:nvGrpSpPr>
            <p:cNvPr id="888" name="成组"/>
            <p:cNvGrpSpPr/>
            <p:nvPr/>
          </p:nvGrpSpPr>
          <p:grpSpPr>
            <a:xfrm>
              <a:off x="8623915" y="1650116"/>
              <a:ext cx="1328342" cy="1452708"/>
              <a:chOff x="0" y="160783"/>
              <a:chExt cx="1328340" cy="1452706"/>
            </a:xfrm>
          </p:grpSpPr>
          <p:sp>
            <p:nvSpPr>
              <p:cNvPr id="886" name="C'L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C'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887" name="h"/>
              <p:cNvSpPr/>
              <p:nvPr/>
            </p:nvSpPr>
            <p:spPr>
              <a:xfrm>
                <a:off x="58340" y="34349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91" name="成组"/>
            <p:cNvGrpSpPr/>
            <p:nvPr/>
          </p:nvGrpSpPr>
          <p:grpSpPr>
            <a:xfrm>
              <a:off x="7624406" y="1662816"/>
              <a:ext cx="1302942" cy="1505709"/>
              <a:chOff x="0" y="160783"/>
              <a:chExt cx="1302940" cy="1505707"/>
            </a:xfrm>
          </p:grpSpPr>
          <p:sp>
            <p:nvSpPr>
              <p:cNvPr id="889" name="BL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890" name="h"/>
              <p:cNvSpPr/>
              <p:nvPr/>
            </p:nvSpPr>
            <p:spPr>
              <a:xfrm>
                <a:off x="32940" y="396491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94" name="成组"/>
            <p:cNvGrpSpPr/>
            <p:nvPr/>
          </p:nvGrpSpPr>
          <p:grpSpPr>
            <a:xfrm>
              <a:off x="9953531" y="1650116"/>
              <a:ext cx="1319446" cy="1474836"/>
              <a:chOff x="0" y="160783"/>
              <a:chExt cx="1319444" cy="1474834"/>
            </a:xfrm>
          </p:grpSpPr>
          <p:sp>
            <p:nvSpPr>
              <p:cNvPr id="892" name="A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893" name="h"/>
              <p:cNvSpPr/>
              <p:nvPr/>
            </p:nvSpPr>
            <p:spPr>
              <a:xfrm>
                <a:off x="49444" y="36561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98" name="成组"/>
            <p:cNvGrpSpPr/>
            <p:nvPr/>
          </p:nvGrpSpPr>
          <p:grpSpPr>
            <a:xfrm>
              <a:off x="9382532" y="901816"/>
              <a:ext cx="381001" cy="381001"/>
              <a:chOff x="0" y="0"/>
              <a:chExt cx="381000" cy="381000"/>
            </a:xfrm>
          </p:grpSpPr>
          <p:sp>
            <p:nvSpPr>
              <p:cNvPr id="895" name="A"/>
              <p:cNvSpPr txBox="1"/>
              <p:nvPr/>
            </p:nvSpPr>
            <p:spPr>
              <a:xfrm>
                <a:off x="32067" y="43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  <p:sp>
            <p:nvSpPr>
              <p:cNvPr id="89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7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899" name="线条"/>
            <p:cNvSpPr/>
            <p:nvPr/>
          </p:nvSpPr>
          <p:spPr>
            <a:xfrm flipV="1">
              <a:off x="135543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0" name="线条"/>
            <p:cNvSpPr/>
            <p:nvPr/>
          </p:nvSpPr>
          <p:spPr>
            <a:xfrm flipV="1">
              <a:off x="3768640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1" name="线条"/>
            <p:cNvSpPr/>
            <p:nvPr/>
          </p:nvSpPr>
          <p:spPr>
            <a:xfrm flipV="1">
              <a:off x="6666265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2" name="线条"/>
            <p:cNvSpPr/>
            <p:nvPr/>
          </p:nvSpPr>
          <p:spPr>
            <a:xfrm flipV="1">
              <a:off x="8931324" y="-1"/>
              <a:ext cx="1" cy="25806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904" name="插入结点在不平衡结点的左子树的右子树"/>
          <p:cNvSpPr txBox="1"/>
          <p:nvPr/>
        </p:nvSpPr>
        <p:spPr>
          <a:xfrm>
            <a:off x="269550" y="1264071"/>
            <a:ext cx="7030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插入结点在</a:t>
            </a:r>
            <a:r>
              <a:rPr>
                <a:solidFill>
                  <a:schemeClr val="accent5"/>
                </a:solidFill>
              </a:rPr>
              <a:t>不平衡结点</a:t>
            </a:r>
            <a:r>
              <a:t>的</a:t>
            </a:r>
            <a:r>
              <a:rPr>
                <a:solidFill>
                  <a:schemeClr val="accent1"/>
                </a:solidFill>
              </a:rPr>
              <a:t>左</a:t>
            </a:r>
            <a:r>
              <a:t>子树的</a:t>
            </a:r>
            <a:r>
              <a:rPr>
                <a:solidFill>
                  <a:schemeClr val="accent1"/>
                </a:solidFill>
              </a:rPr>
              <a:t>右</a:t>
            </a:r>
            <a:r>
              <a:t>子树</a:t>
            </a:r>
          </a:p>
        </p:txBody>
      </p:sp>
      <p:sp>
        <p:nvSpPr>
          <p:cNvPr id="905" name="结点C旋转2次"/>
          <p:cNvSpPr txBox="1"/>
          <p:nvPr/>
        </p:nvSpPr>
        <p:spPr>
          <a:xfrm>
            <a:off x="345750" y="5943600"/>
            <a:ext cx="2521724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结点C旋转2次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Shape 102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插入操作：RR和RL型的平衡</a:t>
            </a:r>
          </a:p>
        </p:txBody>
      </p:sp>
      <p:sp>
        <p:nvSpPr>
          <p:cNvPr id="908" name="RR和LL对称，RL和LR对称。"/>
          <p:cNvSpPr txBox="1"/>
          <p:nvPr/>
        </p:nvSpPr>
        <p:spPr>
          <a:xfrm>
            <a:off x="764850" y="1397000"/>
            <a:ext cx="5167516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RR和LL对称，RL和LR对称。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Shape 1573"/>
          <p:cNvSpPr/>
          <p:nvPr/>
        </p:nvSpPr>
        <p:spPr>
          <a:xfrm>
            <a:off x="6312746" y="3860800"/>
            <a:ext cx="1955802" cy="3035300"/>
          </a:xfrm>
          <a:prstGeom prst="rect">
            <a:avLst/>
          </a:prstGeom>
          <a:solidFill>
            <a:srgbClr val="FF766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11" name="Shape 1574"/>
          <p:cNvSpPr/>
          <p:nvPr/>
        </p:nvSpPr>
        <p:spPr>
          <a:xfrm>
            <a:off x="568959" y="2560320"/>
            <a:ext cx="3035302" cy="3251202"/>
          </a:xfrm>
          <a:prstGeom prst="rect">
            <a:avLst/>
          </a:prstGeom>
          <a:solidFill>
            <a:srgbClr val="FF766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12" name="Shape 1575"/>
          <p:cNvSpPr txBox="1"/>
          <p:nvPr/>
        </p:nvSpPr>
        <p:spPr>
          <a:xfrm>
            <a:off x="677332" y="1248551"/>
            <a:ext cx="5427098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例如:依次插入关键字5, 4, 2, 8, 6, 9</a:t>
            </a:r>
          </a:p>
        </p:txBody>
      </p:sp>
      <p:grpSp>
        <p:nvGrpSpPr>
          <p:cNvPr id="915" name="Group 1578"/>
          <p:cNvGrpSpPr/>
          <p:nvPr/>
        </p:nvGrpSpPr>
        <p:grpSpPr>
          <a:xfrm>
            <a:off x="2844800" y="2885439"/>
            <a:ext cx="647700" cy="647703"/>
            <a:chOff x="0" y="0"/>
            <a:chExt cx="647700" cy="647701"/>
          </a:xfrm>
        </p:grpSpPr>
        <p:sp>
          <p:nvSpPr>
            <p:cNvPr id="913" name="Shape 1576"/>
            <p:cNvSpPr/>
            <p:nvPr/>
          </p:nvSpPr>
          <p:spPr>
            <a:xfrm>
              <a:off x="0" y="0"/>
              <a:ext cx="647700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4" name="Shape 1577"/>
            <p:cNvSpPr txBox="1"/>
            <p:nvPr/>
          </p:nvSpPr>
          <p:spPr>
            <a:xfrm>
              <a:off x="112560" y="791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918" name="Group 1581"/>
          <p:cNvGrpSpPr/>
          <p:nvPr/>
        </p:nvGrpSpPr>
        <p:grpSpPr>
          <a:xfrm>
            <a:off x="1761065" y="3969172"/>
            <a:ext cx="647703" cy="647703"/>
            <a:chOff x="0" y="0"/>
            <a:chExt cx="647701" cy="647701"/>
          </a:xfrm>
        </p:grpSpPr>
        <p:sp>
          <p:nvSpPr>
            <p:cNvPr id="916" name="Shape 1579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7" name="Shape 1580"/>
            <p:cNvSpPr txBox="1"/>
            <p:nvPr/>
          </p:nvSpPr>
          <p:spPr>
            <a:xfrm>
              <a:off x="112561" y="537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921" name="Group 1584"/>
          <p:cNvGrpSpPr/>
          <p:nvPr/>
        </p:nvGrpSpPr>
        <p:grpSpPr>
          <a:xfrm>
            <a:off x="677332" y="5052905"/>
            <a:ext cx="647703" cy="647703"/>
            <a:chOff x="0" y="0"/>
            <a:chExt cx="647701" cy="647701"/>
          </a:xfrm>
        </p:grpSpPr>
        <p:sp>
          <p:nvSpPr>
            <p:cNvPr id="919" name="Shape 158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0" name="Shape 1583"/>
            <p:cNvSpPr txBox="1"/>
            <p:nvPr/>
          </p:nvSpPr>
          <p:spPr>
            <a:xfrm>
              <a:off x="112561" y="537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22" name="Shape 1585"/>
          <p:cNvSpPr/>
          <p:nvPr/>
        </p:nvSpPr>
        <p:spPr>
          <a:xfrm flipH="1">
            <a:off x="2302933" y="3427305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23" name="Shape 1586"/>
          <p:cNvSpPr/>
          <p:nvPr/>
        </p:nvSpPr>
        <p:spPr>
          <a:xfrm flipH="1">
            <a:off x="1219199" y="4511040"/>
            <a:ext cx="647701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24" name="Shape 1587"/>
          <p:cNvSpPr/>
          <p:nvPr/>
        </p:nvSpPr>
        <p:spPr>
          <a:xfrm>
            <a:off x="3603412" y="4294292"/>
            <a:ext cx="558803" cy="647702"/>
          </a:xfrm>
          <a:prstGeom prst="rightArrow">
            <a:avLst>
              <a:gd name="adj1" fmla="val 44949"/>
              <a:gd name="adj2" fmla="val 38164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927" name="Group 1590"/>
          <p:cNvGrpSpPr/>
          <p:nvPr/>
        </p:nvGrpSpPr>
        <p:grpSpPr>
          <a:xfrm>
            <a:off x="5445759" y="2885439"/>
            <a:ext cx="647703" cy="647703"/>
            <a:chOff x="0" y="0"/>
            <a:chExt cx="647701" cy="647701"/>
          </a:xfrm>
        </p:grpSpPr>
        <p:sp>
          <p:nvSpPr>
            <p:cNvPr id="925" name="Shape 158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6" name="Shape 1589"/>
            <p:cNvSpPr txBox="1"/>
            <p:nvPr/>
          </p:nvSpPr>
          <p:spPr>
            <a:xfrm>
              <a:off x="125261" y="664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930" name="Group 1593"/>
          <p:cNvGrpSpPr/>
          <p:nvPr/>
        </p:nvGrpSpPr>
        <p:grpSpPr>
          <a:xfrm>
            <a:off x="4362026" y="3969172"/>
            <a:ext cx="647702" cy="647703"/>
            <a:chOff x="0" y="0"/>
            <a:chExt cx="647701" cy="647701"/>
          </a:xfrm>
        </p:grpSpPr>
        <p:sp>
          <p:nvSpPr>
            <p:cNvPr id="928" name="Shape 1591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9" name="Shape 1592"/>
            <p:cNvSpPr txBox="1"/>
            <p:nvPr/>
          </p:nvSpPr>
          <p:spPr>
            <a:xfrm>
              <a:off x="1379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31" name="Shape 1594"/>
          <p:cNvSpPr/>
          <p:nvPr/>
        </p:nvSpPr>
        <p:spPr>
          <a:xfrm flipH="1">
            <a:off x="4903892" y="3427305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934" name="Group 1597"/>
          <p:cNvGrpSpPr/>
          <p:nvPr/>
        </p:nvGrpSpPr>
        <p:grpSpPr>
          <a:xfrm>
            <a:off x="6529492" y="3969172"/>
            <a:ext cx="647703" cy="647703"/>
            <a:chOff x="0" y="0"/>
            <a:chExt cx="647701" cy="647701"/>
          </a:xfrm>
        </p:grpSpPr>
        <p:sp>
          <p:nvSpPr>
            <p:cNvPr id="932" name="Shape 159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3" name="Shape 1596"/>
            <p:cNvSpPr txBox="1"/>
            <p:nvPr/>
          </p:nvSpPr>
          <p:spPr>
            <a:xfrm>
              <a:off x="112561" y="791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935" name="Shape 1598"/>
          <p:cNvSpPr/>
          <p:nvPr/>
        </p:nvSpPr>
        <p:spPr>
          <a:xfrm>
            <a:off x="5987625" y="3427305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36" name="Shape 1599"/>
          <p:cNvSpPr/>
          <p:nvPr/>
        </p:nvSpPr>
        <p:spPr>
          <a:xfrm>
            <a:off x="2194559" y="2235200"/>
            <a:ext cx="762508" cy="73159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37" name="Shape 1600"/>
          <p:cNvSpPr/>
          <p:nvPr/>
        </p:nvSpPr>
        <p:spPr>
          <a:xfrm>
            <a:off x="4903892" y="2343573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38" name="Shape 1601"/>
          <p:cNvSpPr/>
          <p:nvPr/>
        </p:nvSpPr>
        <p:spPr>
          <a:xfrm>
            <a:off x="8263466" y="4294292"/>
            <a:ext cx="749302" cy="647702"/>
          </a:xfrm>
          <a:prstGeom prst="rightArrow">
            <a:avLst>
              <a:gd name="adj1" fmla="val 46554"/>
              <a:gd name="adj2" fmla="val 34562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941" name="Group 1604"/>
          <p:cNvGrpSpPr/>
          <p:nvPr/>
        </p:nvGrpSpPr>
        <p:grpSpPr>
          <a:xfrm>
            <a:off x="7504852" y="5052905"/>
            <a:ext cx="647703" cy="647703"/>
            <a:chOff x="0" y="0"/>
            <a:chExt cx="647701" cy="647701"/>
          </a:xfrm>
        </p:grpSpPr>
        <p:sp>
          <p:nvSpPr>
            <p:cNvPr id="939" name="Shape 160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0" name="Shape 1603"/>
            <p:cNvSpPr txBox="1"/>
            <p:nvPr/>
          </p:nvSpPr>
          <p:spPr>
            <a:xfrm>
              <a:off x="112561" y="664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942" name="Shape 1605"/>
          <p:cNvSpPr/>
          <p:nvPr/>
        </p:nvSpPr>
        <p:spPr>
          <a:xfrm>
            <a:off x="7071359" y="4511040"/>
            <a:ext cx="614542" cy="59622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945" name="Group 1608"/>
          <p:cNvGrpSpPr/>
          <p:nvPr/>
        </p:nvGrpSpPr>
        <p:grpSpPr>
          <a:xfrm>
            <a:off x="6529492" y="6136640"/>
            <a:ext cx="647703" cy="647703"/>
            <a:chOff x="0" y="0"/>
            <a:chExt cx="647701" cy="647701"/>
          </a:xfrm>
        </p:grpSpPr>
        <p:sp>
          <p:nvSpPr>
            <p:cNvPr id="943" name="Shape 1606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4" name="Shape 1607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946" name="Shape 1609"/>
          <p:cNvSpPr/>
          <p:nvPr/>
        </p:nvSpPr>
        <p:spPr>
          <a:xfrm flipH="1">
            <a:off x="7068432" y="5594772"/>
            <a:ext cx="542256" cy="64289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47" name="Shape 1610"/>
          <p:cNvSpPr/>
          <p:nvPr/>
        </p:nvSpPr>
        <p:spPr>
          <a:xfrm>
            <a:off x="10647680" y="3427305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48" name="Shape 1611"/>
          <p:cNvSpPr/>
          <p:nvPr/>
        </p:nvSpPr>
        <p:spPr>
          <a:xfrm>
            <a:off x="9455573" y="2235199"/>
            <a:ext cx="762002" cy="7620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951" name="Group 1614"/>
          <p:cNvGrpSpPr/>
          <p:nvPr/>
        </p:nvGrpSpPr>
        <p:grpSpPr>
          <a:xfrm>
            <a:off x="11189547" y="3969172"/>
            <a:ext cx="647703" cy="647703"/>
            <a:chOff x="0" y="0"/>
            <a:chExt cx="647701" cy="647701"/>
          </a:xfrm>
        </p:grpSpPr>
        <p:sp>
          <p:nvSpPr>
            <p:cNvPr id="949" name="Shape 161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0" name="Shape 1613"/>
            <p:cNvSpPr txBox="1"/>
            <p:nvPr/>
          </p:nvSpPr>
          <p:spPr>
            <a:xfrm>
              <a:off x="112560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954" name="Group 1617"/>
          <p:cNvGrpSpPr/>
          <p:nvPr/>
        </p:nvGrpSpPr>
        <p:grpSpPr>
          <a:xfrm>
            <a:off x="10105813" y="5052905"/>
            <a:ext cx="647703" cy="647703"/>
            <a:chOff x="0" y="0"/>
            <a:chExt cx="647701" cy="647701"/>
          </a:xfrm>
        </p:grpSpPr>
        <p:sp>
          <p:nvSpPr>
            <p:cNvPr id="952" name="Shape 161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3" name="Shape 1616"/>
            <p:cNvSpPr txBox="1"/>
            <p:nvPr/>
          </p:nvSpPr>
          <p:spPr>
            <a:xfrm>
              <a:off x="112561" y="791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955" name="Shape 1618"/>
          <p:cNvSpPr/>
          <p:nvPr/>
        </p:nvSpPr>
        <p:spPr>
          <a:xfrm flipH="1">
            <a:off x="10647680" y="4511040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56" name="Shape 1619"/>
          <p:cNvSpPr/>
          <p:nvPr/>
        </p:nvSpPr>
        <p:spPr>
          <a:xfrm>
            <a:off x="11731413" y="4511040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959" name="Group 1622"/>
          <p:cNvGrpSpPr/>
          <p:nvPr/>
        </p:nvGrpSpPr>
        <p:grpSpPr>
          <a:xfrm>
            <a:off x="12273280" y="5052905"/>
            <a:ext cx="647703" cy="647703"/>
            <a:chOff x="0" y="0"/>
            <a:chExt cx="647701" cy="647701"/>
          </a:xfrm>
        </p:grpSpPr>
        <p:sp>
          <p:nvSpPr>
            <p:cNvPr id="957" name="Shape 162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8" name="Shape 1621"/>
            <p:cNvSpPr txBox="1"/>
            <p:nvPr/>
          </p:nvSpPr>
          <p:spPr>
            <a:xfrm>
              <a:off x="112561" y="664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962" name="Group 1625"/>
          <p:cNvGrpSpPr/>
          <p:nvPr/>
        </p:nvGrpSpPr>
        <p:grpSpPr>
          <a:xfrm>
            <a:off x="10105813" y="2885439"/>
            <a:ext cx="647703" cy="647703"/>
            <a:chOff x="0" y="0"/>
            <a:chExt cx="647701" cy="647701"/>
          </a:xfrm>
        </p:grpSpPr>
        <p:sp>
          <p:nvSpPr>
            <p:cNvPr id="960" name="Shape 1623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1" name="Shape 1624"/>
            <p:cNvSpPr txBox="1"/>
            <p:nvPr/>
          </p:nvSpPr>
          <p:spPr>
            <a:xfrm>
              <a:off x="112561" y="664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965" name="Group 1628"/>
          <p:cNvGrpSpPr/>
          <p:nvPr/>
        </p:nvGrpSpPr>
        <p:grpSpPr>
          <a:xfrm>
            <a:off x="9022080" y="3969172"/>
            <a:ext cx="647703" cy="647703"/>
            <a:chOff x="0" y="0"/>
            <a:chExt cx="647701" cy="647701"/>
          </a:xfrm>
        </p:grpSpPr>
        <p:sp>
          <p:nvSpPr>
            <p:cNvPr id="963" name="Shape 1626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4" name="Shape 1627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66" name="Shape 1629"/>
          <p:cNvSpPr/>
          <p:nvPr/>
        </p:nvSpPr>
        <p:spPr>
          <a:xfrm flipH="1">
            <a:off x="9563947" y="3427305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967" name="Shape 163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Class="entr" nodeType="after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0"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Class="entr" nodeType="after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4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9"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10" presetID="1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0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Class="entr" nodeType="after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5"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Class="entr" nodeType="after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9"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4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Class="entr" nodeType="after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8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3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Class="entr" nodeType="after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7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2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Class="entr" nodeType="clickEffect" presetSubtype="10" presetID="19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3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Class="entr" nodeType="after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7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Class="entr" nodeType="after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clickEffect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8"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Class="entr" nodeType="clickEffect" presetSubtype="8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3"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Class="entr" nodeType="afterEffect" presetSubtype="8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7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Class="entr" nodeType="clickEffect" presetSubtype="8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2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Class="entr" nodeType="afterEffect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6"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Class="entr" nodeType="clickEffect" presetSubtype="8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1"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37" grpId="10"/>
      <p:bldP build="whole" bldLvl="1" animBg="1" rev="0" advAuto="0" spid="947" grpId="31"/>
      <p:bldP build="whole" bldLvl="1" animBg="1" rev="0" advAuto="0" spid="941" grpId="17"/>
      <p:bldP build="whole" bldLvl="1" animBg="1" rev="0" advAuto="0" spid="935" grpId="14"/>
      <p:bldP build="whole" bldLvl="1" animBg="1" rev="0" advAuto="0" spid="938" grpId="21"/>
      <p:bldP build="whole" bldLvl="1" animBg="1" rev="0" advAuto="0" spid="962" grpId="23"/>
      <p:bldP build="whole" bldLvl="1" animBg="1" rev="0" advAuto="0" spid="966" grpId="24"/>
      <p:bldP build="whole" bldLvl="1" animBg="1" rev="0" advAuto="0" spid="965" grpId="25"/>
      <p:bldP build="whole" bldLvl="1" animBg="1" rev="0" advAuto="0" spid="945" grpId="19"/>
      <p:bldP build="whole" bldLvl="1" animBg="1" rev="0" advAuto="0" spid="927" grpId="11"/>
      <p:bldP build="whole" bldLvl="1" animBg="1" rev="0" advAuto="0" spid="911" grpId="8"/>
      <p:bldP build="whole" bldLvl="1" animBg="1" rev="0" advAuto="0" spid="923" grpId="6"/>
      <p:bldP build="whole" bldLvl="1" animBg="1" rev="0" advAuto="0" spid="924" grpId="9"/>
      <p:bldP build="whole" bldLvl="1" animBg="1" rev="0" advAuto="0" spid="922" grpId="4"/>
      <p:bldP build="whole" bldLvl="1" animBg="1" rev="0" advAuto="0" spid="930" grpId="13"/>
      <p:bldP build="whole" bldLvl="1" animBg="1" rev="0" advAuto="0" spid="959" grpId="28"/>
      <p:bldP build="whole" bldLvl="1" animBg="1" rev="0" advAuto="0" spid="915" grpId="3"/>
      <p:bldP build="whole" bldLvl="1" animBg="1" rev="0" advAuto="0" spid="931" grpId="12"/>
      <p:bldP build="whole" bldLvl="1" animBg="1" rev="0" advAuto="0" spid="934" grpId="15"/>
      <p:bldP build="whole" bldLvl="1" animBg="1" rev="0" advAuto="0" spid="918" grpId="5"/>
      <p:bldP build="whole" bldLvl="1" animBg="1" rev="0" advAuto="0" spid="951" grpId="26"/>
      <p:bldP build="whole" bldLvl="1" animBg="1" rev="0" advAuto="0" spid="956" grpId="27"/>
      <p:bldP build="whole" bldLvl="1" animBg="1" rev="0" advAuto="0" spid="921" grpId="7"/>
      <p:bldP build="whole" bldLvl="1" animBg="1" rev="0" advAuto="0" spid="955" grpId="29"/>
      <p:bldP build="whole" bldLvl="1" animBg="1" rev="0" advAuto="0" spid="954" grpId="30"/>
      <p:bldP build="whole" bldLvl="1" animBg="1" rev="0" advAuto="0" spid="912" grpId="1"/>
      <p:bldP build="whole" bldLvl="1" animBg="1" rev="0" advAuto="0" spid="936" grpId="2"/>
      <p:bldP build="whole" bldLvl="1" animBg="1" rev="0" advAuto="0" spid="910" grpId="20"/>
      <p:bldP build="whole" bldLvl="1" animBg="1" rev="0" advAuto="0" spid="946" grpId="18"/>
      <p:bldP build="whole" bldLvl="1" animBg="1" rev="0" advAuto="0" spid="948" grpId="22"/>
      <p:bldP build="whole" bldLvl="1" animBg="1" rev="0" advAuto="0" spid="942" grpId="16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Shape 1638"/>
          <p:cNvSpPr/>
          <p:nvPr/>
        </p:nvSpPr>
        <p:spPr>
          <a:xfrm>
            <a:off x="460585" y="1496905"/>
            <a:ext cx="5638803" cy="4762503"/>
          </a:xfrm>
          <a:prstGeom prst="rect">
            <a:avLst/>
          </a:prstGeom>
          <a:solidFill>
            <a:srgbClr val="FF766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990" name="Group 1659"/>
          <p:cNvGrpSpPr/>
          <p:nvPr/>
        </p:nvGrpSpPr>
        <p:grpSpPr>
          <a:xfrm>
            <a:off x="1095022" y="1747518"/>
            <a:ext cx="3898901" cy="3357038"/>
            <a:chOff x="0" y="0"/>
            <a:chExt cx="3898900" cy="3357036"/>
          </a:xfrm>
        </p:grpSpPr>
        <p:grpSp>
          <p:nvGrpSpPr>
            <p:cNvPr id="972" name="Group 1641"/>
            <p:cNvGrpSpPr/>
            <p:nvPr/>
          </p:nvGrpSpPr>
          <p:grpSpPr>
            <a:xfrm>
              <a:off x="1083733" y="541866"/>
              <a:ext cx="647703" cy="647703"/>
              <a:chOff x="0" y="0"/>
              <a:chExt cx="647701" cy="647701"/>
            </a:xfrm>
          </p:grpSpPr>
          <p:sp>
            <p:nvSpPr>
              <p:cNvPr id="970" name="Shape 1639"/>
              <p:cNvSpPr/>
              <p:nvPr/>
            </p:nvSpPr>
            <p:spPr>
              <a:xfrm>
                <a:off x="0" y="-1"/>
                <a:ext cx="647702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1" name="Shape 1640"/>
              <p:cNvSpPr txBox="1"/>
              <p:nvPr/>
            </p:nvSpPr>
            <p:spPr>
              <a:xfrm>
                <a:off x="112561" y="664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975" name="Group 1644"/>
            <p:cNvGrpSpPr/>
            <p:nvPr/>
          </p:nvGrpSpPr>
          <p:grpSpPr>
            <a:xfrm>
              <a:off x="0" y="1625600"/>
              <a:ext cx="647701" cy="647701"/>
              <a:chOff x="0" y="0"/>
              <a:chExt cx="647700" cy="647700"/>
            </a:xfrm>
          </p:grpSpPr>
          <p:sp>
            <p:nvSpPr>
              <p:cNvPr id="973" name="Shape 1642"/>
              <p:cNvSpPr/>
              <p:nvPr/>
            </p:nvSpPr>
            <p:spPr>
              <a:xfrm>
                <a:off x="-1" y="-1"/>
                <a:ext cx="647701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4" name="Shape 1643"/>
              <p:cNvSpPr txBox="1"/>
              <p:nvPr/>
            </p:nvSpPr>
            <p:spPr>
              <a:xfrm>
                <a:off x="112561" y="537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976" name="Shape 1645"/>
            <p:cNvSpPr/>
            <p:nvPr/>
          </p:nvSpPr>
          <p:spPr>
            <a:xfrm flipH="1">
              <a:off x="541866" y="1083733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77" name="Shape 1646"/>
            <p:cNvSpPr/>
            <p:nvPr/>
          </p:nvSpPr>
          <p:spPr>
            <a:xfrm>
              <a:off x="1625600" y="1083733"/>
              <a:ext cx="647701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78" name="Shape 1647"/>
            <p:cNvSpPr/>
            <p:nvPr/>
          </p:nvSpPr>
          <p:spPr>
            <a:xfrm>
              <a:off x="541866" y="-1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981" name="Group 1650"/>
            <p:cNvGrpSpPr/>
            <p:nvPr/>
          </p:nvGrpSpPr>
          <p:grpSpPr>
            <a:xfrm>
              <a:off x="2167466" y="1625600"/>
              <a:ext cx="647703" cy="647701"/>
              <a:chOff x="0" y="0"/>
              <a:chExt cx="647701" cy="647700"/>
            </a:xfrm>
          </p:grpSpPr>
          <p:sp>
            <p:nvSpPr>
              <p:cNvPr id="979" name="Shape 1648"/>
              <p:cNvSpPr/>
              <p:nvPr/>
            </p:nvSpPr>
            <p:spPr>
              <a:xfrm>
                <a:off x="0" y="-1"/>
                <a:ext cx="647702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0" name="Shape 1649"/>
              <p:cNvSpPr txBox="1"/>
              <p:nvPr/>
            </p:nvSpPr>
            <p:spPr>
              <a:xfrm>
                <a:off x="112561" y="791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984" name="Group 1653"/>
            <p:cNvGrpSpPr/>
            <p:nvPr/>
          </p:nvGrpSpPr>
          <p:grpSpPr>
            <a:xfrm>
              <a:off x="1083733" y="2709334"/>
              <a:ext cx="647703" cy="647703"/>
              <a:chOff x="0" y="0"/>
              <a:chExt cx="647701" cy="647701"/>
            </a:xfrm>
          </p:grpSpPr>
          <p:sp>
            <p:nvSpPr>
              <p:cNvPr id="982" name="Shape 1651"/>
              <p:cNvSpPr/>
              <p:nvPr/>
            </p:nvSpPr>
            <p:spPr>
              <a:xfrm>
                <a:off x="0" y="-1"/>
                <a:ext cx="647702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3" name="Shape 1652"/>
              <p:cNvSpPr txBox="1"/>
              <p:nvPr/>
            </p:nvSpPr>
            <p:spPr>
              <a:xfrm>
                <a:off x="112561" y="537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sp>
          <p:nvSpPr>
            <p:cNvPr id="985" name="Shape 1654"/>
            <p:cNvSpPr/>
            <p:nvPr/>
          </p:nvSpPr>
          <p:spPr>
            <a:xfrm flipH="1">
              <a:off x="1625600" y="2167467"/>
              <a:ext cx="647701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986" name="Shape 1655"/>
            <p:cNvSpPr/>
            <p:nvPr/>
          </p:nvSpPr>
          <p:spPr>
            <a:xfrm>
              <a:off x="2709333" y="2167467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989" name="Group 1658"/>
            <p:cNvGrpSpPr/>
            <p:nvPr/>
          </p:nvGrpSpPr>
          <p:grpSpPr>
            <a:xfrm>
              <a:off x="3251200" y="2709334"/>
              <a:ext cx="647701" cy="647703"/>
              <a:chOff x="0" y="0"/>
              <a:chExt cx="647700" cy="647701"/>
            </a:xfrm>
          </p:grpSpPr>
          <p:sp>
            <p:nvSpPr>
              <p:cNvPr id="987" name="Shape 1656"/>
              <p:cNvSpPr/>
              <p:nvPr/>
            </p:nvSpPr>
            <p:spPr>
              <a:xfrm>
                <a:off x="-1" y="-1"/>
                <a:ext cx="647701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8" name="Shape 1657"/>
              <p:cNvSpPr txBox="1"/>
              <p:nvPr/>
            </p:nvSpPr>
            <p:spPr>
              <a:xfrm>
                <a:off x="112561" y="664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</p:grpSp>
      <p:grpSp>
        <p:nvGrpSpPr>
          <p:cNvPr id="993" name="Group 1662"/>
          <p:cNvGrpSpPr/>
          <p:nvPr/>
        </p:nvGrpSpPr>
        <p:grpSpPr>
          <a:xfrm>
            <a:off x="5429955" y="5540585"/>
            <a:ext cx="647702" cy="647703"/>
            <a:chOff x="0" y="0"/>
            <a:chExt cx="647701" cy="647701"/>
          </a:xfrm>
        </p:grpSpPr>
        <p:sp>
          <p:nvSpPr>
            <p:cNvPr id="991" name="Shape 166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2" name="Shape 1661"/>
            <p:cNvSpPr txBox="1"/>
            <p:nvPr/>
          </p:nvSpPr>
          <p:spPr>
            <a:xfrm>
              <a:off x="112561" y="791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994" name="Shape 1663"/>
          <p:cNvSpPr/>
          <p:nvPr/>
        </p:nvSpPr>
        <p:spPr>
          <a:xfrm>
            <a:off x="4888087" y="4998719"/>
            <a:ext cx="647703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002" name="Group 1671"/>
          <p:cNvGrpSpPr/>
          <p:nvPr/>
        </p:nvGrpSpPr>
        <p:grpSpPr>
          <a:xfrm>
            <a:off x="6296940" y="4723271"/>
            <a:ext cx="1731438" cy="1731436"/>
            <a:chOff x="0" y="0"/>
            <a:chExt cx="1731436" cy="1731435"/>
          </a:xfrm>
        </p:grpSpPr>
        <p:grpSp>
          <p:nvGrpSpPr>
            <p:cNvPr id="997" name="Group 1666"/>
            <p:cNvGrpSpPr/>
            <p:nvPr/>
          </p:nvGrpSpPr>
          <p:grpSpPr>
            <a:xfrm>
              <a:off x="1083734" y="0"/>
              <a:ext cx="647703" cy="647701"/>
              <a:chOff x="0" y="0"/>
              <a:chExt cx="647701" cy="647700"/>
            </a:xfrm>
          </p:grpSpPr>
          <p:sp>
            <p:nvSpPr>
              <p:cNvPr id="995" name="Shape 1664"/>
              <p:cNvSpPr/>
              <p:nvPr/>
            </p:nvSpPr>
            <p:spPr>
              <a:xfrm>
                <a:off x="0" y="-1"/>
                <a:ext cx="647702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6" name="Shape 1665"/>
              <p:cNvSpPr txBox="1"/>
              <p:nvPr/>
            </p:nvSpPr>
            <p:spPr>
              <a:xfrm>
                <a:off x="112561" y="66462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000" name="Group 1669"/>
            <p:cNvGrpSpPr/>
            <p:nvPr/>
          </p:nvGrpSpPr>
          <p:grpSpPr>
            <a:xfrm>
              <a:off x="0" y="1083733"/>
              <a:ext cx="647701" cy="647703"/>
              <a:chOff x="0" y="0"/>
              <a:chExt cx="647699" cy="647701"/>
            </a:xfrm>
          </p:grpSpPr>
          <p:sp>
            <p:nvSpPr>
              <p:cNvPr id="998" name="Shape 1667"/>
              <p:cNvSpPr/>
              <p:nvPr/>
            </p:nvSpPr>
            <p:spPr>
              <a:xfrm>
                <a:off x="0" y="-1"/>
                <a:ext cx="647700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9" name="Shape 1668"/>
              <p:cNvSpPr txBox="1"/>
              <p:nvPr/>
            </p:nvSpPr>
            <p:spPr>
              <a:xfrm>
                <a:off x="112561" y="410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001" name="Shape 1670"/>
            <p:cNvSpPr/>
            <p:nvPr/>
          </p:nvSpPr>
          <p:spPr>
            <a:xfrm flipH="1">
              <a:off x="541867" y="541866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1003" name="Shape 1672"/>
          <p:cNvSpPr/>
          <p:nvPr/>
        </p:nvSpPr>
        <p:spPr>
          <a:xfrm flipH="1">
            <a:off x="7922542" y="4181403"/>
            <a:ext cx="647702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015" name="Group 1684"/>
          <p:cNvGrpSpPr/>
          <p:nvPr/>
        </p:nvGrpSpPr>
        <p:grpSpPr>
          <a:xfrm>
            <a:off x="8482471" y="3675662"/>
            <a:ext cx="2815171" cy="2815170"/>
            <a:chOff x="0" y="0"/>
            <a:chExt cx="2815169" cy="2815169"/>
          </a:xfrm>
        </p:grpSpPr>
        <p:grpSp>
          <p:nvGrpSpPr>
            <p:cNvPr id="1006" name="Group 1675"/>
            <p:cNvGrpSpPr/>
            <p:nvPr/>
          </p:nvGrpSpPr>
          <p:grpSpPr>
            <a:xfrm>
              <a:off x="-1" y="-1"/>
              <a:ext cx="647701" cy="647701"/>
              <a:chOff x="0" y="0"/>
              <a:chExt cx="647700" cy="647700"/>
            </a:xfrm>
          </p:grpSpPr>
          <p:sp>
            <p:nvSpPr>
              <p:cNvPr id="1004" name="Shape 1673"/>
              <p:cNvSpPr/>
              <p:nvPr/>
            </p:nvSpPr>
            <p:spPr>
              <a:xfrm>
                <a:off x="-1" y="-1"/>
                <a:ext cx="647701" cy="6477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5" name="Shape 1674"/>
              <p:cNvSpPr txBox="1"/>
              <p:nvPr/>
            </p:nvSpPr>
            <p:spPr>
              <a:xfrm>
                <a:off x="112561" y="791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sp>
          <p:nvSpPr>
            <p:cNvPr id="1007" name="Shape 1676"/>
            <p:cNvSpPr/>
            <p:nvPr/>
          </p:nvSpPr>
          <p:spPr>
            <a:xfrm>
              <a:off x="541866" y="541866"/>
              <a:ext cx="6477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010" name="Group 1679"/>
            <p:cNvGrpSpPr/>
            <p:nvPr/>
          </p:nvGrpSpPr>
          <p:grpSpPr>
            <a:xfrm>
              <a:off x="1083733" y="1083733"/>
              <a:ext cx="647703" cy="647703"/>
              <a:chOff x="0" y="0"/>
              <a:chExt cx="647701" cy="647701"/>
            </a:xfrm>
          </p:grpSpPr>
          <p:sp>
            <p:nvSpPr>
              <p:cNvPr id="1008" name="Shape 1677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9" name="Shape 1678"/>
              <p:cNvSpPr txBox="1"/>
              <p:nvPr/>
            </p:nvSpPr>
            <p:spPr>
              <a:xfrm>
                <a:off x="112561" y="537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grpSp>
          <p:nvGrpSpPr>
            <p:cNvPr id="1013" name="Group 1682"/>
            <p:cNvGrpSpPr/>
            <p:nvPr/>
          </p:nvGrpSpPr>
          <p:grpSpPr>
            <a:xfrm>
              <a:off x="2167467" y="2167467"/>
              <a:ext cx="647703" cy="647703"/>
              <a:chOff x="0" y="0"/>
              <a:chExt cx="647701" cy="647701"/>
            </a:xfrm>
          </p:grpSpPr>
          <p:sp>
            <p:nvSpPr>
              <p:cNvPr id="1011" name="Shape 1680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2" name="Shape 1681"/>
              <p:cNvSpPr txBox="1"/>
              <p:nvPr/>
            </p:nvSpPr>
            <p:spPr>
              <a:xfrm>
                <a:off x="112560" y="537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sp>
          <p:nvSpPr>
            <p:cNvPr id="1014" name="Shape 1683"/>
            <p:cNvSpPr/>
            <p:nvPr/>
          </p:nvSpPr>
          <p:spPr>
            <a:xfrm>
              <a:off x="1625601" y="1625601"/>
              <a:ext cx="647701" cy="6477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1016" name="Shape 1685"/>
          <p:cNvSpPr/>
          <p:nvPr/>
        </p:nvSpPr>
        <p:spPr>
          <a:xfrm>
            <a:off x="7940603" y="3133795"/>
            <a:ext cx="647703" cy="6477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17" name="Shape 1686"/>
          <p:cNvSpPr/>
          <p:nvPr/>
        </p:nvSpPr>
        <p:spPr>
          <a:xfrm>
            <a:off x="7922541" y="5265137"/>
            <a:ext cx="762002" cy="7620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18" name="Shape 1687"/>
          <p:cNvSpPr/>
          <p:nvPr/>
        </p:nvSpPr>
        <p:spPr>
          <a:xfrm rot="5460000">
            <a:off x="6577524" y="1716438"/>
            <a:ext cx="1081477" cy="2057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79"/>
                </a:moveTo>
                <a:lnTo>
                  <a:pt x="15150" y="0"/>
                </a:lnTo>
                <a:lnTo>
                  <a:pt x="15150" y="2900"/>
                </a:lnTo>
                <a:lnTo>
                  <a:pt x="12427" y="2900"/>
                </a:lnTo>
                <a:cubicBezTo>
                  <a:pt x="5564" y="2900"/>
                  <a:pt x="0" y="7045"/>
                  <a:pt x="0" y="12158"/>
                </a:cubicBezTo>
                <a:lnTo>
                  <a:pt x="0" y="21600"/>
                </a:lnTo>
                <a:lnTo>
                  <a:pt x="6499" y="21600"/>
                </a:lnTo>
                <a:lnTo>
                  <a:pt x="6499" y="12158"/>
                </a:lnTo>
                <a:cubicBezTo>
                  <a:pt x="6499" y="10556"/>
                  <a:pt x="9153" y="9258"/>
                  <a:pt x="12427" y="9258"/>
                </a:cubicBezTo>
                <a:lnTo>
                  <a:pt x="15150" y="9258"/>
                </a:lnTo>
                <a:lnTo>
                  <a:pt x="15150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19" name="Shape 1691"/>
          <p:cNvSpPr txBox="1"/>
          <p:nvPr/>
        </p:nvSpPr>
        <p:spPr>
          <a:xfrm>
            <a:off x="1176301" y="6718300"/>
            <a:ext cx="5727703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继续插入关键字 9</a:t>
            </a:r>
          </a:p>
        </p:txBody>
      </p:sp>
      <p:grpSp>
        <p:nvGrpSpPr>
          <p:cNvPr id="1022" name="Group 1694"/>
          <p:cNvGrpSpPr/>
          <p:nvPr/>
        </p:nvGrpSpPr>
        <p:grpSpPr>
          <a:xfrm>
            <a:off x="8464408" y="5915378"/>
            <a:ext cx="647703" cy="647703"/>
            <a:chOff x="0" y="0"/>
            <a:chExt cx="647701" cy="647701"/>
          </a:xfrm>
        </p:grpSpPr>
        <p:sp>
          <p:nvSpPr>
            <p:cNvPr id="1020" name="Shape 169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1" name="Shape 1693"/>
            <p:cNvSpPr txBox="1"/>
            <p:nvPr/>
          </p:nvSpPr>
          <p:spPr>
            <a:xfrm>
              <a:off x="112562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1023" name="Shape 169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Class="entr" nodeType="after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5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Class="entr" nodeType="after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5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Class="entr" nodeType="after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9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Class="entr" nodeType="after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93" grpId="4"/>
      <p:bldP build="whole" bldLvl="1" animBg="1" rev="0" advAuto="0" spid="1022" grpId="12"/>
      <p:bldP build="whole" bldLvl="1" animBg="1" rev="0" advAuto="0" spid="1017" grpId="11"/>
      <p:bldP build="whole" bldLvl="1" animBg="1" rev="0" advAuto="0" spid="1018" grpId="6"/>
      <p:bldP build="whole" bldLvl="1" animBg="1" rev="0" advAuto="0" spid="1002" grpId="10"/>
      <p:bldP build="whole" bldLvl="1" animBg="1" rev="0" advAuto="0" spid="990" grpId="1"/>
      <p:bldP build="whole" bldLvl="1" animBg="1" rev="0" advAuto="0" spid="1016" grpId="7"/>
      <p:bldP build="whole" bldLvl="1" animBg="1" rev="0" advAuto="0" spid="994" grpId="3"/>
      <p:bldP build="whole" bldLvl="1" animBg="1" rev="0" advAuto="0" spid="1019" grpId="2"/>
      <p:bldP build="whole" bldLvl="1" animBg="1" rev="0" advAuto="0" spid="969" grpId="5"/>
      <p:bldP build="whole" bldLvl="1" animBg="1" rev="0" advAuto="0" spid="1015" grpId="8"/>
      <p:bldP build="whole" bldLvl="1" animBg="1" rev="0" advAuto="0" spid="1003" grpId="9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Shape 1698"/>
          <p:cNvSpPr txBox="1"/>
          <p:nvPr/>
        </p:nvSpPr>
        <p:spPr>
          <a:xfrm>
            <a:off x="653343" y="1545441"/>
            <a:ext cx="12026903" cy="1285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3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按次序输入关键字：1, 2, 3, 4,  5,  6, 7，8，9，10，11，12，13，14，15，试画出平衡二叉树的构造和调整过程。</a:t>
            </a:r>
          </a:p>
        </p:txBody>
      </p:sp>
      <p:sp>
        <p:nvSpPr>
          <p:cNvPr id="1026" name="Shape 169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hape 1700"/>
          <p:cNvSpPr/>
          <p:nvPr/>
        </p:nvSpPr>
        <p:spPr>
          <a:xfrm>
            <a:off x="10232062" y="5778058"/>
            <a:ext cx="354778" cy="35477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29" name="Shape 1701"/>
          <p:cNvSpPr/>
          <p:nvPr/>
        </p:nvSpPr>
        <p:spPr>
          <a:xfrm flipH="1">
            <a:off x="3549705" y="5871247"/>
            <a:ext cx="330329" cy="33032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30" name="Shape 1702"/>
          <p:cNvSpPr/>
          <p:nvPr/>
        </p:nvSpPr>
        <p:spPr>
          <a:xfrm>
            <a:off x="11456629" y="390181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31" name="Shape 1703"/>
          <p:cNvSpPr/>
          <p:nvPr/>
        </p:nvSpPr>
        <p:spPr>
          <a:xfrm>
            <a:off x="10863744" y="3180040"/>
            <a:ext cx="354777" cy="35477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034" name="Group 1707"/>
          <p:cNvGrpSpPr/>
          <p:nvPr/>
        </p:nvGrpSpPr>
        <p:grpSpPr>
          <a:xfrm>
            <a:off x="10986093" y="3299545"/>
            <a:ext cx="647703" cy="647703"/>
            <a:chOff x="0" y="0"/>
            <a:chExt cx="647701" cy="647701"/>
          </a:xfrm>
        </p:grpSpPr>
        <p:sp>
          <p:nvSpPr>
            <p:cNvPr id="1032" name="Shape 170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3" name="Shape 1706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037" name="Group 1710"/>
          <p:cNvGrpSpPr/>
          <p:nvPr/>
        </p:nvGrpSpPr>
        <p:grpSpPr>
          <a:xfrm>
            <a:off x="1145298" y="1225973"/>
            <a:ext cx="647703" cy="647703"/>
            <a:chOff x="0" y="0"/>
            <a:chExt cx="647701" cy="647701"/>
          </a:xfrm>
        </p:grpSpPr>
        <p:sp>
          <p:nvSpPr>
            <p:cNvPr id="1035" name="Shape 170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6" name="Shape 1709"/>
            <p:cNvSpPr txBox="1"/>
            <p:nvPr/>
          </p:nvSpPr>
          <p:spPr>
            <a:xfrm>
              <a:off x="112561" y="791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038" name="Shape 1711"/>
          <p:cNvSpPr/>
          <p:nvPr/>
        </p:nvSpPr>
        <p:spPr>
          <a:xfrm>
            <a:off x="1687165" y="1767839"/>
            <a:ext cx="343166" cy="34316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041" name="Group 1714"/>
          <p:cNvGrpSpPr/>
          <p:nvPr/>
        </p:nvGrpSpPr>
        <p:grpSpPr>
          <a:xfrm>
            <a:off x="1855255" y="2094451"/>
            <a:ext cx="647703" cy="647703"/>
            <a:chOff x="0" y="0"/>
            <a:chExt cx="647701" cy="647701"/>
          </a:xfrm>
        </p:grpSpPr>
        <p:sp>
          <p:nvSpPr>
            <p:cNvPr id="1039" name="Shape 171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0" name="Shape 1713"/>
            <p:cNvSpPr txBox="1"/>
            <p:nvPr/>
          </p:nvSpPr>
          <p:spPr>
            <a:xfrm>
              <a:off x="112561" y="537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44" name="Group 1717"/>
          <p:cNvGrpSpPr/>
          <p:nvPr/>
        </p:nvGrpSpPr>
        <p:grpSpPr>
          <a:xfrm>
            <a:off x="2668324" y="2915353"/>
            <a:ext cx="647703" cy="647703"/>
            <a:chOff x="0" y="0"/>
            <a:chExt cx="647701" cy="647701"/>
          </a:xfrm>
        </p:grpSpPr>
        <p:sp>
          <p:nvSpPr>
            <p:cNvPr id="1042" name="Shape 171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3" name="Shape 1716"/>
            <p:cNvSpPr txBox="1"/>
            <p:nvPr/>
          </p:nvSpPr>
          <p:spPr>
            <a:xfrm>
              <a:off x="112560" y="5376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045" name="Shape 1718"/>
          <p:cNvSpPr/>
          <p:nvPr/>
        </p:nvSpPr>
        <p:spPr>
          <a:xfrm>
            <a:off x="2430994" y="2678023"/>
            <a:ext cx="343166" cy="34316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46" name="Shape 1719"/>
          <p:cNvSpPr/>
          <p:nvPr/>
        </p:nvSpPr>
        <p:spPr>
          <a:xfrm>
            <a:off x="11515608" y="4031439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47" name="Shape 1720"/>
          <p:cNvSpPr txBox="1"/>
          <p:nvPr/>
        </p:nvSpPr>
        <p:spPr>
          <a:xfrm>
            <a:off x="11664508" y="4108842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48" name="Shape 1721"/>
          <p:cNvSpPr/>
          <p:nvPr/>
        </p:nvSpPr>
        <p:spPr>
          <a:xfrm>
            <a:off x="3470285" y="2085531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51" name="Group 1724"/>
          <p:cNvGrpSpPr/>
          <p:nvPr/>
        </p:nvGrpSpPr>
        <p:grpSpPr>
          <a:xfrm>
            <a:off x="6272674" y="1711270"/>
            <a:ext cx="647703" cy="647703"/>
            <a:chOff x="0" y="0"/>
            <a:chExt cx="647701" cy="647701"/>
          </a:xfrm>
        </p:grpSpPr>
        <p:sp>
          <p:nvSpPr>
            <p:cNvPr id="1049" name="Shape 172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0" name="Shape 1723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54" name="Group 1727"/>
          <p:cNvGrpSpPr/>
          <p:nvPr/>
        </p:nvGrpSpPr>
        <p:grpSpPr>
          <a:xfrm>
            <a:off x="5678254" y="2545676"/>
            <a:ext cx="647703" cy="647703"/>
            <a:chOff x="0" y="0"/>
            <a:chExt cx="647701" cy="647701"/>
          </a:xfrm>
        </p:grpSpPr>
        <p:sp>
          <p:nvSpPr>
            <p:cNvPr id="1052" name="Shape 172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3" name="Shape 1726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055" name="Shape 1728"/>
          <p:cNvSpPr/>
          <p:nvPr/>
        </p:nvSpPr>
        <p:spPr>
          <a:xfrm flipH="1">
            <a:off x="6048180" y="2253138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56" name="Shape 1729"/>
          <p:cNvSpPr/>
          <p:nvPr/>
        </p:nvSpPr>
        <p:spPr>
          <a:xfrm>
            <a:off x="6814540" y="2253138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57" name="Shape 1730"/>
          <p:cNvSpPr/>
          <p:nvPr/>
        </p:nvSpPr>
        <p:spPr>
          <a:xfrm>
            <a:off x="6815935" y="255195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58" name="Shape 1731"/>
          <p:cNvSpPr txBox="1"/>
          <p:nvPr/>
        </p:nvSpPr>
        <p:spPr>
          <a:xfrm>
            <a:off x="6928498" y="2618414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59" name="Shape 1732"/>
          <p:cNvSpPr/>
          <p:nvPr/>
        </p:nvSpPr>
        <p:spPr>
          <a:xfrm>
            <a:off x="4501901" y="4579944"/>
            <a:ext cx="1717988" cy="665542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62" name="Group 1735"/>
          <p:cNvGrpSpPr/>
          <p:nvPr/>
        </p:nvGrpSpPr>
        <p:grpSpPr>
          <a:xfrm>
            <a:off x="9821102" y="1763623"/>
            <a:ext cx="647703" cy="647703"/>
            <a:chOff x="0" y="0"/>
            <a:chExt cx="647701" cy="647701"/>
          </a:xfrm>
        </p:grpSpPr>
        <p:sp>
          <p:nvSpPr>
            <p:cNvPr id="1060" name="Shape 1733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1" name="Shape 1734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65" name="Group 1738"/>
          <p:cNvGrpSpPr/>
          <p:nvPr/>
        </p:nvGrpSpPr>
        <p:grpSpPr>
          <a:xfrm>
            <a:off x="9226681" y="2598029"/>
            <a:ext cx="647703" cy="647703"/>
            <a:chOff x="0" y="0"/>
            <a:chExt cx="647701" cy="647701"/>
          </a:xfrm>
        </p:grpSpPr>
        <p:sp>
          <p:nvSpPr>
            <p:cNvPr id="1063" name="Shape 1736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4" name="Shape 1737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066" name="Shape 1739"/>
          <p:cNvSpPr/>
          <p:nvPr/>
        </p:nvSpPr>
        <p:spPr>
          <a:xfrm flipH="1">
            <a:off x="9596608" y="2305491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67" name="Shape 1740"/>
          <p:cNvSpPr/>
          <p:nvPr/>
        </p:nvSpPr>
        <p:spPr>
          <a:xfrm>
            <a:off x="10362968" y="2305491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68" name="Shape 1741"/>
          <p:cNvSpPr/>
          <p:nvPr/>
        </p:nvSpPr>
        <p:spPr>
          <a:xfrm>
            <a:off x="10364364" y="260430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69" name="Shape 1742"/>
          <p:cNvSpPr txBox="1"/>
          <p:nvPr/>
        </p:nvSpPr>
        <p:spPr>
          <a:xfrm>
            <a:off x="10476925" y="2670767"/>
            <a:ext cx="3499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70" name="Shape 1743"/>
          <p:cNvSpPr/>
          <p:nvPr/>
        </p:nvSpPr>
        <p:spPr>
          <a:xfrm>
            <a:off x="4211234" y="585902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073" name="Group 1746"/>
          <p:cNvGrpSpPr/>
          <p:nvPr/>
        </p:nvGrpSpPr>
        <p:grpSpPr>
          <a:xfrm>
            <a:off x="3168593" y="6123968"/>
            <a:ext cx="647703" cy="647703"/>
            <a:chOff x="0" y="0"/>
            <a:chExt cx="647701" cy="647701"/>
          </a:xfrm>
        </p:grpSpPr>
        <p:sp>
          <p:nvSpPr>
            <p:cNvPr id="1071" name="Shape 1744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2" name="Shape 1745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074" name="Shape 1747"/>
          <p:cNvSpPr/>
          <p:nvPr/>
        </p:nvSpPr>
        <p:spPr>
          <a:xfrm>
            <a:off x="4231549" y="612396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5" name="Shape 1748"/>
          <p:cNvSpPr txBox="1"/>
          <p:nvPr/>
        </p:nvSpPr>
        <p:spPr>
          <a:xfrm>
            <a:off x="4380448" y="6201371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078" name="Group 1751"/>
          <p:cNvGrpSpPr/>
          <p:nvPr/>
        </p:nvGrpSpPr>
        <p:grpSpPr>
          <a:xfrm>
            <a:off x="3168593" y="4442607"/>
            <a:ext cx="647703" cy="647703"/>
            <a:chOff x="0" y="0"/>
            <a:chExt cx="647701" cy="647701"/>
          </a:xfrm>
        </p:grpSpPr>
        <p:sp>
          <p:nvSpPr>
            <p:cNvPr id="1076" name="Shape 1749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7" name="Shape 1750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81" name="Group 1754"/>
          <p:cNvGrpSpPr/>
          <p:nvPr/>
        </p:nvGrpSpPr>
        <p:grpSpPr>
          <a:xfrm>
            <a:off x="2574171" y="5277012"/>
            <a:ext cx="647703" cy="647702"/>
            <a:chOff x="0" y="0"/>
            <a:chExt cx="647701" cy="647701"/>
          </a:xfrm>
        </p:grpSpPr>
        <p:sp>
          <p:nvSpPr>
            <p:cNvPr id="1079" name="Shape 175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0" name="Shape 1753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082" name="Shape 1755"/>
          <p:cNvSpPr/>
          <p:nvPr/>
        </p:nvSpPr>
        <p:spPr>
          <a:xfrm flipH="1">
            <a:off x="2944098" y="4984474"/>
            <a:ext cx="330329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83" name="Shape 1756"/>
          <p:cNvSpPr/>
          <p:nvPr/>
        </p:nvSpPr>
        <p:spPr>
          <a:xfrm>
            <a:off x="3710459" y="4984473"/>
            <a:ext cx="354779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84" name="Shape 1757"/>
          <p:cNvSpPr/>
          <p:nvPr/>
        </p:nvSpPr>
        <p:spPr>
          <a:xfrm>
            <a:off x="3711854" y="528328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5" name="Shape 1758"/>
          <p:cNvSpPr txBox="1"/>
          <p:nvPr/>
        </p:nvSpPr>
        <p:spPr>
          <a:xfrm>
            <a:off x="3824416" y="5349749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86" name="Shape 1759"/>
          <p:cNvSpPr/>
          <p:nvPr/>
        </p:nvSpPr>
        <p:spPr>
          <a:xfrm>
            <a:off x="780206" y="5147397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87" name="Shape 1760"/>
          <p:cNvSpPr/>
          <p:nvPr/>
        </p:nvSpPr>
        <p:spPr>
          <a:xfrm flipH="1">
            <a:off x="6924061" y="5741899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088" name="Shape 1761"/>
          <p:cNvSpPr/>
          <p:nvPr/>
        </p:nvSpPr>
        <p:spPr>
          <a:xfrm>
            <a:off x="7585589" y="5729673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091" name="Group 1764"/>
          <p:cNvGrpSpPr/>
          <p:nvPr/>
        </p:nvGrpSpPr>
        <p:grpSpPr>
          <a:xfrm>
            <a:off x="6542947" y="5994617"/>
            <a:ext cx="647703" cy="647703"/>
            <a:chOff x="0" y="0"/>
            <a:chExt cx="647701" cy="647701"/>
          </a:xfrm>
        </p:grpSpPr>
        <p:sp>
          <p:nvSpPr>
            <p:cNvPr id="1089" name="Shape 176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0" name="Shape 1763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092" name="Shape 1765"/>
          <p:cNvSpPr/>
          <p:nvPr/>
        </p:nvSpPr>
        <p:spPr>
          <a:xfrm>
            <a:off x="7605903" y="599461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93" name="Shape 1766"/>
          <p:cNvSpPr txBox="1"/>
          <p:nvPr/>
        </p:nvSpPr>
        <p:spPr>
          <a:xfrm>
            <a:off x="7754804" y="6072020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096" name="Group 1769"/>
          <p:cNvGrpSpPr/>
          <p:nvPr/>
        </p:nvGrpSpPr>
        <p:grpSpPr>
          <a:xfrm>
            <a:off x="6542947" y="4313256"/>
            <a:ext cx="647703" cy="647703"/>
            <a:chOff x="0" y="0"/>
            <a:chExt cx="647701" cy="647701"/>
          </a:xfrm>
        </p:grpSpPr>
        <p:sp>
          <p:nvSpPr>
            <p:cNvPr id="1094" name="Shape 176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5" name="Shape 1768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99" name="Group 1772"/>
          <p:cNvGrpSpPr/>
          <p:nvPr/>
        </p:nvGrpSpPr>
        <p:grpSpPr>
          <a:xfrm>
            <a:off x="5948528" y="5147662"/>
            <a:ext cx="647702" cy="647703"/>
            <a:chOff x="0" y="0"/>
            <a:chExt cx="647701" cy="647701"/>
          </a:xfrm>
        </p:grpSpPr>
        <p:sp>
          <p:nvSpPr>
            <p:cNvPr id="1097" name="Shape 177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8" name="Shape 1771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100" name="Shape 1773"/>
          <p:cNvSpPr/>
          <p:nvPr/>
        </p:nvSpPr>
        <p:spPr>
          <a:xfrm flipH="1">
            <a:off x="6318455" y="4855122"/>
            <a:ext cx="330328" cy="33033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01" name="Shape 1774"/>
          <p:cNvSpPr/>
          <p:nvPr/>
        </p:nvSpPr>
        <p:spPr>
          <a:xfrm>
            <a:off x="7084814" y="485512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02" name="Shape 1775"/>
          <p:cNvSpPr/>
          <p:nvPr/>
        </p:nvSpPr>
        <p:spPr>
          <a:xfrm>
            <a:off x="7086210" y="515393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3" name="Shape 1776"/>
          <p:cNvSpPr txBox="1"/>
          <p:nvPr/>
        </p:nvSpPr>
        <p:spPr>
          <a:xfrm>
            <a:off x="7198772" y="5220399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04" name="Shape 1777"/>
          <p:cNvSpPr/>
          <p:nvPr/>
        </p:nvSpPr>
        <p:spPr>
          <a:xfrm>
            <a:off x="7841122" y="2064739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5" name="Shape 1778"/>
          <p:cNvSpPr/>
          <p:nvPr/>
        </p:nvSpPr>
        <p:spPr>
          <a:xfrm>
            <a:off x="8176586" y="6539779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06" name="Shape 1779"/>
          <p:cNvSpPr/>
          <p:nvPr/>
        </p:nvSpPr>
        <p:spPr>
          <a:xfrm>
            <a:off x="8196901" y="680472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7" name="Shape 1780"/>
          <p:cNvSpPr txBox="1"/>
          <p:nvPr/>
        </p:nvSpPr>
        <p:spPr>
          <a:xfrm>
            <a:off x="8345802" y="688212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08" name="Shape 1781"/>
          <p:cNvSpPr/>
          <p:nvPr/>
        </p:nvSpPr>
        <p:spPr>
          <a:xfrm>
            <a:off x="8155978" y="4926400"/>
            <a:ext cx="1717988" cy="665542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9" name="Shape 1782"/>
          <p:cNvSpPr/>
          <p:nvPr/>
        </p:nvSpPr>
        <p:spPr>
          <a:xfrm>
            <a:off x="11511421" y="5880863"/>
            <a:ext cx="354779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112" name="Group 1785"/>
          <p:cNvGrpSpPr/>
          <p:nvPr/>
        </p:nvGrpSpPr>
        <p:grpSpPr>
          <a:xfrm>
            <a:off x="10295049" y="6049317"/>
            <a:ext cx="647703" cy="647703"/>
            <a:chOff x="0" y="0"/>
            <a:chExt cx="647701" cy="647701"/>
          </a:xfrm>
        </p:grpSpPr>
        <p:sp>
          <p:nvSpPr>
            <p:cNvPr id="1110" name="Shape 1783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1" name="Shape 1784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113" name="Shape 1786"/>
          <p:cNvSpPr/>
          <p:nvPr/>
        </p:nvSpPr>
        <p:spPr>
          <a:xfrm>
            <a:off x="11531737" y="614580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4" name="Shape 1787"/>
          <p:cNvSpPr txBox="1"/>
          <p:nvPr/>
        </p:nvSpPr>
        <p:spPr>
          <a:xfrm>
            <a:off x="11680636" y="6223210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1117" name="Group 1790"/>
          <p:cNvGrpSpPr/>
          <p:nvPr/>
        </p:nvGrpSpPr>
        <p:grpSpPr>
          <a:xfrm>
            <a:off x="10468780" y="4464446"/>
            <a:ext cx="647703" cy="647703"/>
            <a:chOff x="0" y="0"/>
            <a:chExt cx="647701" cy="647701"/>
          </a:xfrm>
        </p:grpSpPr>
        <p:sp>
          <p:nvSpPr>
            <p:cNvPr id="1115" name="Shape 178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6" name="Shape 1789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20" name="Group 1793"/>
          <p:cNvGrpSpPr/>
          <p:nvPr/>
        </p:nvGrpSpPr>
        <p:grpSpPr>
          <a:xfrm>
            <a:off x="9874360" y="5298852"/>
            <a:ext cx="647703" cy="647703"/>
            <a:chOff x="0" y="0"/>
            <a:chExt cx="647701" cy="647701"/>
          </a:xfrm>
        </p:grpSpPr>
        <p:sp>
          <p:nvSpPr>
            <p:cNvPr id="1118" name="Shape 1791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9" name="Shape 1792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121" name="Shape 1794"/>
          <p:cNvSpPr/>
          <p:nvPr/>
        </p:nvSpPr>
        <p:spPr>
          <a:xfrm flipH="1">
            <a:off x="10244287" y="5006314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22" name="Shape 1795"/>
          <p:cNvSpPr/>
          <p:nvPr/>
        </p:nvSpPr>
        <p:spPr>
          <a:xfrm>
            <a:off x="11010647" y="500631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23" name="Shape 1796"/>
          <p:cNvSpPr/>
          <p:nvPr/>
        </p:nvSpPr>
        <p:spPr>
          <a:xfrm>
            <a:off x="11012041" y="530512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4" name="Shape 1797"/>
          <p:cNvSpPr txBox="1"/>
          <p:nvPr/>
        </p:nvSpPr>
        <p:spPr>
          <a:xfrm>
            <a:off x="11124603" y="5371589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25" name="Shape 1798"/>
          <p:cNvSpPr/>
          <p:nvPr/>
        </p:nvSpPr>
        <p:spPr>
          <a:xfrm flipH="1">
            <a:off x="9636118" y="5774537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26" name="Shape 1799"/>
          <p:cNvSpPr/>
          <p:nvPr/>
        </p:nvSpPr>
        <p:spPr>
          <a:xfrm>
            <a:off x="9301657" y="6015032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7" name="Shape 1800"/>
          <p:cNvSpPr txBox="1"/>
          <p:nvPr/>
        </p:nvSpPr>
        <p:spPr>
          <a:xfrm>
            <a:off x="9450558" y="609243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28" name="Shape 170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Shape 1802"/>
          <p:cNvSpPr/>
          <p:nvPr/>
        </p:nvSpPr>
        <p:spPr>
          <a:xfrm flipH="1">
            <a:off x="9116849" y="7008100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31" name="Shape 1803"/>
          <p:cNvSpPr/>
          <p:nvPr/>
        </p:nvSpPr>
        <p:spPr>
          <a:xfrm>
            <a:off x="3222789" y="6542579"/>
            <a:ext cx="460627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32" name="Shape 1804"/>
          <p:cNvSpPr/>
          <p:nvPr/>
        </p:nvSpPr>
        <p:spPr>
          <a:xfrm flipH="1">
            <a:off x="9539781" y="2015320"/>
            <a:ext cx="460628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33" name="Shape 1805"/>
          <p:cNvSpPr/>
          <p:nvPr/>
        </p:nvSpPr>
        <p:spPr>
          <a:xfrm>
            <a:off x="10553213" y="2052697"/>
            <a:ext cx="460626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34" name="Shape 1806"/>
          <p:cNvSpPr/>
          <p:nvPr/>
        </p:nvSpPr>
        <p:spPr>
          <a:xfrm>
            <a:off x="1274344" y="2787857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35" name="Shape 1808"/>
          <p:cNvSpPr/>
          <p:nvPr/>
        </p:nvSpPr>
        <p:spPr>
          <a:xfrm>
            <a:off x="2553705" y="289066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138" name="Group 1811"/>
          <p:cNvGrpSpPr/>
          <p:nvPr/>
        </p:nvGrpSpPr>
        <p:grpSpPr>
          <a:xfrm>
            <a:off x="1337333" y="3059115"/>
            <a:ext cx="647702" cy="647703"/>
            <a:chOff x="0" y="0"/>
            <a:chExt cx="647701" cy="647701"/>
          </a:xfrm>
        </p:grpSpPr>
        <p:sp>
          <p:nvSpPr>
            <p:cNvPr id="1136" name="Shape 1809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7" name="Shape 1810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139" name="Shape 1812"/>
          <p:cNvSpPr/>
          <p:nvPr/>
        </p:nvSpPr>
        <p:spPr>
          <a:xfrm>
            <a:off x="2574020" y="315560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40" name="Shape 1813"/>
          <p:cNvSpPr txBox="1"/>
          <p:nvPr/>
        </p:nvSpPr>
        <p:spPr>
          <a:xfrm>
            <a:off x="2722920" y="3233009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1143" name="Group 1816"/>
          <p:cNvGrpSpPr/>
          <p:nvPr/>
        </p:nvGrpSpPr>
        <p:grpSpPr>
          <a:xfrm>
            <a:off x="1511063" y="1474245"/>
            <a:ext cx="647702" cy="647702"/>
            <a:chOff x="0" y="0"/>
            <a:chExt cx="647701" cy="647701"/>
          </a:xfrm>
        </p:grpSpPr>
        <p:sp>
          <p:nvSpPr>
            <p:cNvPr id="1141" name="Shape 1814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2" name="Shape 1815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46" name="Group 1819"/>
          <p:cNvGrpSpPr/>
          <p:nvPr/>
        </p:nvGrpSpPr>
        <p:grpSpPr>
          <a:xfrm>
            <a:off x="916642" y="2308650"/>
            <a:ext cx="647703" cy="647703"/>
            <a:chOff x="0" y="0"/>
            <a:chExt cx="647701" cy="647701"/>
          </a:xfrm>
        </p:grpSpPr>
        <p:sp>
          <p:nvSpPr>
            <p:cNvPr id="1144" name="Shape 181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5" name="Shape 1818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147" name="Shape 1820"/>
          <p:cNvSpPr/>
          <p:nvPr/>
        </p:nvSpPr>
        <p:spPr>
          <a:xfrm flipH="1">
            <a:off x="1286570" y="2016112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48" name="Shape 1821"/>
          <p:cNvSpPr/>
          <p:nvPr/>
        </p:nvSpPr>
        <p:spPr>
          <a:xfrm>
            <a:off x="2052931" y="201611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49" name="Shape 1822"/>
          <p:cNvSpPr/>
          <p:nvPr/>
        </p:nvSpPr>
        <p:spPr>
          <a:xfrm>
            <a:off x="2054324" y="231492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0" name="Shape 1823"/>
          <p:cNvSpPr txBox="1"/>
          <p:nvPr/>
        </p:nvSpPr>
        <p:spPr>
          <a:xfrm>
            <a:off x="2166888" y="238138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51" name="Shape 1824"/>
          <p:cNvSpPr/>
          <p:nvPr/>
        </p:nvSpPr>
        <p:spPr>
          <a:xfrm flipH="1">
            <a:off x="678403" y="2784335"/>
            <a:ext cx="330328" cy="33033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52" name="Shape 1825"/>
          <p:cNvSpPr/>
          <p:nvPr/>
        </p:nvSpPr>
        <p:spPr>
          <a:xfrm>
            <a:off x="343940" y="302483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3" name="Shape 1826"/>
          <p:cNvSpPr txBox="1"/>
          <p:nvPr/>
        </p:nvSpPr>
        <p:spPr>
          <a:xfrm>
            <a:off x="492840" y="3102232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54" name="Shape 1827"/>
          <p:cNvSpPr/>
          <p:nvPr/>
        </p:nvSpPr>
        <p:spPr>
          <a:xfrm>
            <a:off x="3196769" y="2015116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5" name="Shape 1828"/>
          <p:cNvSpPr/>
          <p:nvPr/>
        </p:nvSpPr>
        <p:spPr>
          <a:xfrm>
            <a:off x="5400952" y="2914857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56" name="Shape 1829"/>
          <p:cNvSpPr/>
          <p:nvPr/>
        </p:nvSpPr>
        <p:spPr>
          <a:xfrm>
            <a:off x="6680311" y="301766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159" name="Group 1832"/>
          <p:cNvGrpSpPr/>
          <p:nvPr/>
        </p:nvGrpSpPr>
        <p:grpSpPr>
          <a:xfrm>
            <a:off x="5463938" y="3186115"/>
            <a:ext cx="647703" cy="647703"/>
            <a:chOff x="0" y="0"/>
            <a:chExt cx="647701" cy="647701"/>
          </a:xfrm>
        </p:grpSpPr>
        <p:sp>
          <p:nvSpPr>
            <p:cNvPr id="1157" name="Shape 183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8" name="Shape 1831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160" name="Shape 1833"/>
          <p:cNvSpPr/>
          <p:nvPr/>
        </p:nvSpPr>
        <p:spPr>
          <a:xfrm>
            <a:off x="6700625" y="328260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61" name="Shape 1834"/>
          <p:cNvSpPr txBox="1"/>
          <p:nvPr/>
        </p:nvSpPr>
        <p:spPr>
          <a:xfrm>
            <a:off x="6849526" y="336000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1164" name="Group 1837"/>
          <p:cNvGrpSpPr/>
          <p:nvPr/>
        </p:nvGrpSpPr>
        <p:grpSpPr>
          <a:xfrm>
            <a:off x="5637669" y="1601245"/>
            <a:ext cx="647703" cy="647702"/>
            <a:chOff x="0" y="0"/>
            <a:chExt cx="647701" cy="647701"/>
          </a:xfrm>
        </p:grpSpPr>
        <p:sp>
          <p:nvSpPr>
            <p:cNvPr id="1162" name="Shape 183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3" name="Shape 1836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67" name="Group 1840"/>
          <p:cNvGrpSpPr/>
          <p:nvPr/>
        </p:nvGrpSpPr>
        <p:grpSpPr>
          <a:xfrm>
            <a:off x="5043249" y="2435650"/>
            <a:ext cx="647703" cy="647703"/>
            <a:chOff x="0" y="0"/>
            <a:chExt cx="647701" cy="647701"/>
          </a:xfrm>
        </p:grpSpPr>
        <p:sp>
          <p:nvSpPr>
            <p:cNvPr id="1165" name="Shape 183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6" name="Shape 1839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168" name="Shape 1841"/>
          <p:cNvSpPr/>
          <p:nvPr/>
        </p:nvSpPr>
        <p:spPr>
          <a:xfrm flipH="1">
            <a:off x="5413176" y="2143112"/>
            <a:ext cx="330329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69" name="Shape 1842"/>
          <p:cNvSpPr/>
          <p:nvPr/>
        </p:nvSpPr>
        <p:spPr>
          <a:xfrm>
            <a:off x="6179537" y="2143112"/>
            <a:ext cx="354779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70" name="Shape 1843"/>
          <p:cNvSpPr/>
          <p:nvPr/>
        </p:nvSpPr>
        <p:spPr>
          <a:xfrm>
            <a:off x="6180932" y="244192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71" name="Shape 1844"/>
          <p:cNvSpPr txBox="1"/>
          <p:nvPr/>
        </p:nvSpPr>
        <p:spPr>
          <a:xfrm>
            <a:off x="6293494" y="250838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72" name="Shape 1845"/>
          <p:cNvSpPr/>
          <p:nvPr/>
        </p:nvSpPr>
        <p:spPr>
          <a:xfrm flipH="1">
            <a:off x="4805009" y="2911335"/>
            <a:ext cx="330328" cy="33033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73" name="Shape 1846"/>
          <p:cNvSpPr/>
          <p:nvPr/>
        </p:nvSpPr>
        <p:spPr>
          <a:xfrm>
            <a:off x="4470546" y="315183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74" name="Shape 1847"/>
          <p:cNvSpPr txBox="1"/>
          <p:nvPr/>
        </p:nvSpPr>
        <p:spPr>
          <a:xfrm>
            <a:off x="4619447" y="3229232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75" name="Shape 1848"/>
          <p:cNvSpPr/>
          <p:nvPr/>
        </p:nvSpPr>
        <p:spPr>
          <a:xfrm>
            <a:off x="7193975" y="386643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76" name="Shape 1849"/>
          <p:cNvSpPr/>
          <p:nvPr/>
        </p:nvSpPr>
        <p:spPr>
          <a:xfrm>
            <a:off x="7214289" y="413137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77" name="Shape 1850"/>
          <p:cNvSpPr txBox="1"/>
          <p:nvPr/>
        </p:nvSpPr>
        <p:spPr>
          <a:xfrm>
            <a:off x="7363190" y="4208781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78" name="Shape 1851"/>
          <p:cNvSpPr/>
          <p:nvPr/>
        </p:nvSpPr>
        <p:spPr>
          <a:xfrm>
            <a:off x="7063355" y="2027214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79" name="Shape 1852"/>
          <p:cNvSpPr/>
          <p:nvPr/>
        </p:nvSpPr>
        <p:spPr>
          <a:xfrm>
            <a:off x="9527556" y="2917364"/>
            <a:ext cx="354779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80" name="Shape 1853"/>
          <p:cNvSpPr/>
          <p:nvPr/>
        </p:nvSpPr>
        <p:spPr>
          <a:xfrm flipH="1">
            <a:off x="10567813" y="2917364"/>
            <a:ext cx="164090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183" name="Group 1856"/>
          <p:cNvGrpSpPr/>
          <p:nvPr/>
        </p:nvGrpSpPr>
        <p:grpSpPr>
          <a:xfrm>
            <a:off x="9590544" y="3188623"/>
            <a:ext cx="647703" cy="647702"/>
            <a:chOff x="0" y="0"/>
            <a:chExt cx="647701" cy="647701"/>
          </a:xfrm>
        </p:grpSpPr>
        <p:sp>
          <p:nvSpPr>
            <p:cNvPr id="1181" name="Shape 1854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2" name="Shape 1855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184" name="Shape 1857"/>
          <p:cNvSpPr/>
          <p:nvPr/>
        </p:nvSpPr>
        <p:spPr>
          <a:xfrm>
            <a:off x="10307538" y="3233996"/>
            <a:ext cx="647703" cy="647702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85" name="Shape 1858"/>
          <p:cNvSpPr txBox="1"/>
          <p:nvPr/>
        </p:nvSpPr>
        <p:spPr>
          <a:xfrm>
            <a:off x="10456439" y="3308891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188" name="Group 1861"/>
          <p:cNvGrpSpPr/>
          <p:nvPr/>
        </p:nvGrpSpPr>
        <p:grpSpPr>
          <a:xfrm>
            <a:off x="9954776" y="1603752"/>
            <a:ext cx="647703" cy="647703"/>
            <a:chOff x="0" y="0"/>
            <a:chExt cx="647701" cy="647701"/>
          </a:xfrm>
        </p:grpSpPr>
        <p:sp>
          <p:nvSpPr>
            <p:cNvPr id="1186" name="Shape 1859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7" name="Shape 1860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91" name="Group 1864"/>
          <p:cNvGrpSpPr/>
          <p:nvPr/>
        </p:nvGrpSpPr>
        <p:grpSpPr>
          <a:xfrm>
            <a:off x="9169855" y="2438157"/>
            <a:ext cx="647703" cy="647703"/>
            <a:chOff x="0" y="0"/>
            <a:chExt cx="647701" cy="647701"/>
          </a:xfrm>
        </p:grpSpPr>
        <p:sp>
          <p:nvSpPr>
            <p:cNvPr id="1189" name="Shape 186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0" name="Shape 1863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192" name="Shape 1865"/>
          <p:cNvSpPr/>
          <p:nvPr/>
        </p:nvSpPr>
        <p:spPr>
          <a:xfrm>
            <a:off x="10660456" y="245736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93" name="Shape 1866"/>
          <p:cNvSpPr txBox="1"/>
          <p:nvPr/>
        </p:nvSpPr>
        <p:spPr>
          <a:xfrm>
            <a:off x="10773017" y="252382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94" name="Shape 1867"/>
          <p:cNvSpPr/>
          <p:nvPr/>
        </p:nvSpPr>
        <p:spPr>
          <a:xfrm flipH="1">
            <a:off x="8931615" y="2913844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95" name="Shape 1868"/>
          <p:cNvSpPr/>
          <p:nvPr/>
        </p:nvSpPr>
        <p:spPr>
          <a:xfrm>
            <a:off x="8597152" y="315433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96" name="Shape 1869"/>
          <p:cNvSpPr/>
          <p:nvPr/>
        </p:nvSpPr>
        <p:spPr>
          <a:xfrm>
            <a:off x="11201269" y="2925947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197" name="Shape 1870"/>
          <p:cNvSpPr/>
          <p:nvPr/>
        </p:nvSpPr>
        <p:spPr>
          <a:xfrm>
            <a:off x="11221584" y="319089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98" name="Shape 1871"/>
          <p:cNvSpPr txBox="1"/>
          <p:nvPr/>
        </p:nvSpPr>
        <p:spPr>
          <a:xfrm>
            <a:off x="11370485" y="326829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99" name="Shape 1872"/>
          <p:cNvSpPr txBox="1"/>
          <p:nvPr/>
        </p:nvSpPr>
        <p:spPr>
          <a:xfrm>
            <a:off x="8755512" y="3233009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00" name="Shape 1873"/>
          <p:cNvSpPr/>
          <p:nvPr/>
        </p:nvSpPr>
        <p:spPr>
          <a:xfrm flipH="1">
            <a:off x="1141477" y="4960434"/>
            <a:ext cx="460627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01" name="Shape 1874"/>
          <p:cNvSpPr/>
          <p:nvPr/>
        </p:nvSpPr>
        <p:spPr>
          <a:xfrm>
            <a:off x="2154906" y="4997812"/>
            <a:ext cx="460627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02" name="Shape 1875"/>
          <p:cNvSpPr/>
          <p:nvPr/>
        </p:nvSpPr>
        <p:spPr>
          <a:xfrm>
            <a:off x="1129252" y="5862477"/>
            <a:ext cx="354777" cy="3547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03" name="Shape 1876"/>
          <p:cNvSpPr/>
          <p:nvPr/>
        </p:nvSpPr>
        <p:spPr>
          <a:xfrm flipH="1">
            <a:off x="2169509" y="5862477"/>
            <a:ext cx="164090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206" name="Group 1879"/>
          <p:cNvGrpSpPr/>
          <p:nvPr/>
        </p:nvGrpSpPr>
        <p:grpSpPr>
          <a:xfrm>
            <a:off x="1192240" y="6133738"/>
            <a:ext cx="647703" cy="647702"/>
            <a:chOff x="0" y="0"/>
            <a:chExt cx="647701" cy="647701"/>
          </a:xfrm>
        </p:grpSpPr>
        <p:sp>
          <p:nvSpPr>
            <p:cNvPr id="1204" name="Shape 187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5" name="Shape 1878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207" name="Shape 1880"/>
          <p:cNvSpPr/>
          <p:nvPr/>
        </p:nvSpPr>
        <p:spPr>
          <a:xfrm>
            <a:off x="1909231" y="617911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8" name="Shape 1881"/>
          <p:cNvSpPr txBox="1"/>
          <p:nvPr/>
        </p:nvSpPr>
        <p:spPr>
          <a:xfrm>
            <a:off x="2058133" y="625400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211" name="Group 1884"/>
          <p:cNvGrpSpPr/>
          <p:nvPr/>
        </p:nvGrpSpPr>
        <p:grpSpPr>
          <a:xfrm>
            <a:off x="1556470" y="4548866"/>
            <a:ext cx="647703" cy="647703"/>
            <a:chOff x="0" y="0"/>
            <a:chExt cx="647701" cy="647701"/>
          </a:xfrm>
        </p:grpSpPr>
        <p:sp>
          <p:nvSpPr>
            <p:cNvPr id="1209" name="Shape 188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0" name="Shape 1883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214" name="Group 1887"/>
          <p:cNvGrpSpPr/>
          <p:nvPr/>
        </p:nvGrpSpPr>
        <p:grpSpPr>
          <a:xfrm>
            <a:off x="771550" y="5383272"/>
            <a:ext cx="647702" cy="647703"/>
            <a:chOff x="0" y="0"/>
            <a:chExt cx="647701" cy="647701"/>
          </a:xfrm>
        </p:grpSpPr>
        <p:sp>
          <p:nvSpPr>
            <p:cNvPr id="1212" name="Shape 188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3" name="Shape 1886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215" name="Shape 1888"/>
          <p:cNvSpPr/>
          <p:nvPr/>
        </p:nvSpPr>
        <p:spPr>
          <a:xfrm>
            <a:off x="2262149" y="540247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16" name="Shape 1889"/>
          <p:cNvSpPr txBox="1"/>
          <p:nvPr/>
        </p:nvSpPr>
        <p:spPr>
          <a:xfrm>
            <a:off x="2374712" y="546893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17" name="Shape 1890"/>
          <p:cNvSpPr/>
          <p:nvPr/>
        </p:nvSpPr>
        <p:spPr>
          <a:xfrm flipH="1">
            <a:off x="533308" y="5858957"/>
            <a:ext cx="330330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18" name="Shape 1891"/>
          <p:cNvSpPr/>
          <p:nvPr/>
        </p:nvSpPr>
        <p:spPr>
          <a:xfrm>
            <a:off x="198848" y="6099452"/>
            <a:ext cx="647702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19" name="Shape 1892"/>
          <p:cNvSpPr/>
          <p:nvPr/>
        </p:nvSpPr>
        <p:spPr>
          <a:xfrm>
            <a:off x="2802964" y="5871060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20" name="Shape 1893"/>
          <p:cNvSpPr/>
          <p:nvPr/>
        </p:nvSpPr>
        <p:spPr>
          <a:xfrm>
            <a:off x="2823279" y="613600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21" name="Shape 1894"/>
          <p:cNvSpPr txBox="1"/>
          <p:nvPr/>
        </p:nvSpPr>
        <p:spPr>
          <a:xfrm>
            <a:off x="2972179" y="621340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22" name="Shape 1895"/>
          <p:cNvSpPr txBox="1"/>
          <p:nvPr/>
        </p:nvSpPr>
        <p:spPr>
          <a:xfrm>
            <a:off x="347748" y="617685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23" name="Shape 1896"/>
          <p:cNvSpPr/>
          <p:nvPr/>
        </p:nvSpPr>
        <p:spPr>
          <a:xfrm>
            <a:off x="3330033" y="6947242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24" name="Shape 1897"/>
          <p:cNvSpPr txBox="1"/>
          <p:nvPr/>
        </p:nvSpPr>
        <p:spPr>
          <a:xfrm>
            <a:off x="3442594" y="701370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25" name="Shape 1898"/>
          <p:cNvSpPr/>
          <p:nvPr/>
        </p:nvSpPr>
        <p:spPr>
          <a:xfrm>
            <a:off x="3870847" y="7415828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26" name="Shape 1899"/>
          <p:cNvSpPr/>
          <p:nvPr/>
        </p:nvSpPr>
        <p:spPr>
          <a:xfrm>
            <a:off x="3891160" y="768077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27" name="Shape 1900"/>
          <p:cNvSpPr txBox="1"/>
          <p:nvPr/>
        </p:nvSpPr>
        <p:spPr>
          <a:xfrm>
            <a:off x="4040061" y="7758176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28" name="Shape 1901"/>
          <p:cNvSpPr/>
          <p:nvPr/>
        </p:nvSpPr>
        <p:spPr>
          <a:xfrm>
            <a:off x="4719346" y="5374352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29" name="Shape 1902"/>
          <p:cNvSpPr/>
          <p:nvPr/>
        </p:nvSpPr>
        <p:spPr>
          <a:xfrm>
            <a:off x="9575080" y="6857952"/>
            <a:ext cx="460627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30" name="Shape 1903"/>
          <p:cNvSpPr/>
          <p:nvPr/>
        </p:nvSpPr>
        <p:spPr>
          <a:xfrm flipH="1">
            <a:off x="7493768" y="5275807"/>
            <a:ext cx="460626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31" name="Shape 1904"/>
          <p:cNvSpPr/>
          <p:nvPr/>
        </p:nvSpPr>
        <p:spPr>
          <a:xfrm>
            <a:off x="8507197" y="5313185"/>
            <a:ext cx="460627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32" name="Shape 1905"/>
          <p:cNvSpPr/>
          <p:nvPr/>
        </p:nvSpPr>
        <p:spPr>
          <a:xfrm>
            <a:off x="7481543" y="6177850"/>
            <a:ext cx="354778" cy="3547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33" name="Shape 1906"/>
          <p:cNvSpPr/>
          <p:nvPr/>
        </p:nvSpPr>
        <p:spPr>
          <a:xfrm flipH="1">
            <a:off x="8521798" y="6177850"/>
            <a:ext cx="164091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236" name="Group 1909"/>
          <p:cNvGrpSpPr/>
          <p:nvPr/>
        </p:nvGrpSpPr>
        <p:grpSpPr>
          <a:xfrm>
            <a:off x="7544530" y="6449111"/>
            <a:ext cx="647703" cy="647702"/>
            <a:chOff x="0" y="0"/>
            <a:chExt cx="647701" cy="647701"/>
          </a:xfrm>
        </p:grpSpPr>
        <p:sp>
          <p:nvSpPr>
            <p:cNvPr id="1234" name="Shape 190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5" name="Shape 1908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237" name="Shape 1910"/>
          <p:cNvSpPr/>
          <p:nvPr/>
        </p:nvSpPr>
        <p:spPr>
          <a:xfrm>
            <a:off x="8261522" y="649448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38" name="Shape 1911"/>
          <p:cNvSpPr txBox="1"/>
          <p:nvPr/>
        </p:nvSpPr>
        <p:spPr>
          <a:xfrm>
            <a:off x="8410423" y="656937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241" name="Group 1914"/>
          <p:cNvGrpSpPr/>
          <p:nvPr/>
        </p:nvGrpSpPr>
        <p:grpSpPr>
          <a:xfrm>
            <a:off x="7908760" y="4864239"/>
            <a:ext cx="647703" cy="647703"/>
            <a:chOff x="0" y="0"/>
            <a:chExt cx="647701" cy="647701"/>
          </a:xfrm>
        </p:grpSpPr>
        <p:sp>
          <p:nvSpPr>
            <p:cNvPr id="1239" name="Shape 191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0" name="Shape 1913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244" name="Group 1917"/>
          <p:cNvGrpSpPr/>
          <p:nvPr/>
        </p:nvGrpSpPr>
        <p:grpSpPr>
          <a:xfrm>
            <a:off x="7123841" y="5698645"/>
            <a:ext cx="647703" cy="647703"/>
            <a:chOff x="0" y="0"/>
            <a:chExt cx="647701" cy="647701"/>
          </a:xfrm>
        </p:grpSpPr>
        <p:sp>
          <p:nvSpPr>
            <p:cNvPr id="1242" name="Shape 191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3" name="Shape 1916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245" name="Shape 1918"/>
          <p:cNvSpPr/>
          <p:nvPr/>
        </p:nvSpPr>
        <p:spPr>
          <a:xfrm>
            <a:off x="8614440" y="571784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6" name="Shape 1919"/>
          <p:cNvSpPr txBox="1"/>
          <p:nvPr/>
        </p:nvSpPr>
        <p:spPr>
          <a:xfrm>
            <a:off x="8727002" y="5784310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47" name="Shape 1920"/>
          <p:cNvSpPr/>
          <p:nvPr/>
        </p:nvSpPr>
        <p:spPr>
          <a:xfrm flipH="1">
            <a:off x="6885599" y="6174330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48" name="Shape 1921"/>
          <p:cNvSpPr/>
          <p:nvPr/>
        </p:nvSpPr>
        <p:spPr>
          <a:xfrm>
            <a:off x="6551138" y="641482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9" name="Shape 1922"/>
          <p:cNvSpPr/>
          <p:nvPr/>
        </p:nvSpPr>
        <p:spPr>
          <a:xfrm>
            <a:off x="9155254" y="6186433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50" name="Shape 1923"/>
          <p:cNvSpPr/>
          <p:nvPr/>
        </p:nvSpPr>
        <p:spPr>
          <a:xfrm>
            <a:off x="9175570" y="645137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51" name="Shape 1924"/>
          <p:cNvSpPr txBox="1"/>
          <p:nvPr/>
        </p:nvSpPr>
        <p:spPr>
          <a:xfrm>
            <a:off x="9324470" y="6528781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52" name="Shape 1925"/>
          <p:cNvSpPr txBox="1"/>
          <p:nvPr/>
        </p:nvSpPr>
        <p:spPr>
          <a:xfrm>
            <a:off x="6700039" y="649222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53" name="Shape 1926"/>
          <p:cNvSpPr/>
          <p:nvPr/>
        </p:nvSpPr>
        <p:spPr>
          <a:xfrm>
            <a:off x="9682322" y="726261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54" name="Shape 1927"/>
          <p:cNvSpPr txBox="1"/>
          <p:nvPr/>
        </p:nvSpPr>
        <p:spPr>
          <a:xfrm>
            <a:off x="9794885" y="732907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55" name="Shape 1928"/>
          <p:cNvSpPr/>
          <p:nvPr/>
        </p:nvSpPr>
        <p:spPr>
          <a:xfrm>
            <a:off x="8782387" y="724859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56" name="Shape 1929"/>
          <p:cNvSpPr txBox="1"/>
          <p:nvPr/>
        </p:nvSpPr>
        <p:spPr>
          <a:xfrm>
            <a:off x="8931288" y="732599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57" name="Shape 180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Shape 1931"/>
          <p:cNvSpPr/>
          <p:nvPr/>
        </p:nvSpPr>
        <p:spPr>
          <a:xfrm>
            <a:off x="4423177" y="8006825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0" name="Shape 1932"/>
          <p:cNvSpPr/>
          <p:nvPr/>
        </p:nvSpPr>
        <p:spPr>
          <a:xfrm flipH="1">
            <a:off x="2909352" y="3459576"/>
            <a:ext cx="330328" cy="33032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1" name="Shape 1934"/>
          <p:cNvSpPr/>
          <p:nvPr/>
        </p:nvSpPr>
        <p:spPr>
          <a:xfrm>
            <a:off x="3986846" y="4219405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2" name="Shape 1935"/>
          <p:cNvSpPr/>
          <p:nvPr/>
        </p:nvSpPr>
        <p:spPr>
          <a:xfrm>
            <a:off x="4007160" y="448435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63" name="Shape 1936"/>
          <p:cNvSpPr txBox="1"/>
          <p:nvPr/>
        </p:nvSpPr>
        <p:spPr>
          <a:xfrm>
            <a:off x="4156061" y="4561752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264" name="Shape 1937"/>
          <p:cNvSpPr/>
          <p:nvPr/>
        </p:nvSpPr>
        <p:spPr>
          <a:xfrm>
            <a:off x="4691010" y="2482527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65" name="Shape 1938"/>
          <p:cNvSpPr/>
          <p:nvPr/>
        </p:nvSpPr>
        <p:spPr>
          <a:xfrm>
            <a:off x="3367582" y="3309429"/>
            <a:ext cx="460626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6" name="Shape 1939"/>
          <p:cNvSpPr/>
          <p:nvPr/>
        </p:nvSpPr>
        <p:spPr>
          <a:xfrm flipH="1">
            <a:off x="1286269" y="1727283"/>
            <a:ext cx="460627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7" name="Shape 1940"/>
          <p:cNvSpPr/>
          <p:nvPr/>
        </p:nvSpPr>
        <p:spPr>
          <a:xfrm>
            <a:off x="2299700" y="1764661"/>
            <a:ext cx="460625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8" name="Shape 1941"/>
          <p:cNvSpPr/>
          <p:nvPr/>
        </p:nvSpPr>
        <p:spPr>
          <a:xfrm>
            <a:off x="1274044" y="2629328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69" name="Shape 1942"/>
          <p:cNvSpPr/>
          <p:nvPr/>
        </p:nvSpPr>
        <p:spPr>
          <a:xfrm flipH="1">
            <a:off x="2314300" y="2629328"/>
            <a:ext cx="164091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272" name="Group 1945"/>
          <p:cNvGrpSpPr/>
          <p:nvPr/>
        </p:nvGrpSpPr>
        <p:grpSpPr>
          <a:xfrm>
            <a:off x="1337031" y="2900586"/>
            <a:ext cx="647703" cy="647703"/>
            <a:chOff x="0" y="0"/>
            <a:chExt cx="647701" cy="647701"/>
          </a:xfrm>
        </p:grpSpPr>
        <p:sp>
          <p:nvSpPr>
            <p:cNvPr id="1270" name="Shape 1943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1" name="Shape 1944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273" name="Shape 1946"/>
          <p:cNvSpPr/>
          <p:nvPr/>
        </p:nvSpPr>
        <p:spPr>
          <a:xfrm>
            <a:off x="2054025" y="2945959"/>
            <a:ext cx="647702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74" name="Shape 1947"/>
          <p:cNvSpPr txBox="1"/>
          <p:nvPr/>
        </p:nvSpPr>
        <p:spPr>
          <a:xfrm>
            <a:off x="2202926" y="3020854"/>
            <a:ext cx="349899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1277" name="Group 1950"/>
          <p:cNvGrpSpPr/>
          <p:nvPr/>
        </p:nvGrpSpPr>
        <p:grpSpPr>
          <a:xfrm>
            <a:off x="1701263" y="1315716"/>
            <a:ext cx="647703" cy="647703"/>
            <a:chOff x="0" y="0"/>
            <a:chExt cx="647701" cy="647701"/>
          </a:xfrm>
        </p:grpSpPr>
        <p:sp>
          <p:nvSpPr>
            <p:cNvPr id="1275" name="Shape 194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6" name="Shape 1949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280" name="Group 1953"/>
          <p:cNvGrpSpPr/>
          <p:nvPr/>
        </p:nvGrpSpPr>
        <p:grpSpPr>
          <a:xfrm>
            <a:off x="916342" y="2150122"/>
            <a:ext cx="647703" cy="647703"/>
            <a:chOff x="0" y="0"/>
            <a:chExt cx="647701" cy="647701"/>
          </a:xfrm>
        </p:grpSpPr>
        <p:sp>
          <p:nvSpPr>
            <p:cNvPr id="1278" name="Shape 1951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9" name="Shape 1952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281" name="Shape 1954"/>
          <p:cNvSpPr/>
          <p:nvPr/>
        </p:nvSpPr>
        <p:spPr>
          <a:xfrm>
            <a:off x="2406943" y="2169323"/>
            <a:ext cx="647702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82" name="Shape 1955"/>
          <p:cNvSpPr txBox="1"/>
          <p:nvPr/>
        </p:nvSpPr>
        <p:spPr>
          <a:xfrm>
            <a:off x="2519504" y="2235786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83" name="Shape 1956"/>
          <p:cNvSpPr/>
          <p:nvPr/>
        </p:nvSpPr>
        <p:spPr>
          <a:xfrm flipH="1">
            <a:off x="678102" y="2625806"/>
            <a:ext cx="330328" cy="33032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84" name="Shape 1957"/>
          <p:cNvSpPr/>
          <p:nvPr/>
        </p:nvSpPr>
        <p:spPr>
          <a:xfrm>
            <a:off x="343639" y="2866301"/>
            <a:ext cx="647703" cy="647702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85" name="Shape 1958"/>
          <p:cNvSpPr/>
          <p:nvPr/>
        </p:nvSpPr>
        <p:spPr>
          <a:xfrm>
            <a:off x="2947757" y="2637911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86" name="Shape 1959"/>
          <p:cNvSpPr/>
          <p:nvPr/>
        </p:nvSpPr>
        <p:spPr>
          <a:xfrm>
            <a:off x="2968070" y="290285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87" name="Shape 1960"/>
          <p:cNvSpPr txBox="1"/>
          <p:nvPr/>
        </p:nvSpPr>
        <p:spPr>
          <a:xfrm>
            <a:off x="3116970" y="2980257"/>
            <a:ext cx="3499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88" name="Shape 1961"/>
          <p:cNvSpPr txBox="1"/>
          <p:nvPr/>
        </p:nvSpPr>
        <p:spPr>
          <a:xfrm>
            <a:off x="492539" y="2943704"/>
            <a:ext cx="3499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89" name="Shape 1962"/>
          <p:cNvSpPr/>
          <p:nvPr/>
        </p:nvSpPr>
        <p:spPr>
          <a:xfrm>
            <a:off x="3474825" y="371409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90" name="Shape 1963"/>
          <p:cNvSpPr txBox="1"/>
          <p:nvPr/>
        </p:nvSpPr>
        <p:spPr>
          <a:xfrm>
            <a:off x="3587386" y="3780554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91" name="Shape 1964"/>
          <p:cNvSpPr/>
          <p:nvPr/>
        </p:nvSpPr>
        <p:spPr>
          <a:xfrm>
            <a:off x="2574888" y="370007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92" name="Shape 1965"/>
          <p:cNvSpPr txBox="1"/>
          <p:nvPr/>
        </p:nvSpPr>
        <p:spPr>
          <a:xfrm>
            <a:off x="2723788" y="3777474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93" name="Shape 1966"/>
          <p:cNvSpPr/>
          <p:nvPr/>
        </p:nvSpPr>
        <p:spPr>
          <a:xfrm>
            <a:off x="8944216" y="367130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94" name="Shape 1967"/>
          <p:cNvSpPr/>
          <p:nvPr/>
        </p:nvSpPr>
        <p:spPr>
          <a:xfrm>
            <a:off x="9935616" y="3526651"/>
            <a:ext cx="460626" cy="46062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95" name="Shape 1968"/>
          <p:cNvSpPr/>
          <p:nvPr/>
        </p:nvSpPr>
        <p:spPr>
          <a:xfrm flipH="1">
            <a:off x="7300742" y="1846082"/>
            <a:ext cx="559051" cy="5590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96" name="Shape 1969"/>
          <p:cNvSpPr/>
          <p:nvPr/>
        </p:nvSpPr>
        <p:spPr>
          <a:xfrm>
            <a:off x="8513823" y="1892126"/>
            <a:ext cx="581305" cy="58130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97" name="Shape 1970"/>
          <p:cNvSpPr/>
          <p:nvPr/>
        </p:nvSpPr>
        <p:spPr>
          <a:xfrm>
            <a:off x="7288516" y="2846549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298" name="Shape 1971"/>
          <p:cNvSpPr/>
          <p:nvPr/>
        </p:nvSpPr>
        <p:spPr>
          <a:xfrm flipH="1">
            <a:off x="8882333" y="2846549"/>
            <a:ext cx="164090" cy="35477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301" name="Group 1974"/>
          <p:cNvGrpSpPr/>
          <p:nvPr/>
        </p:nvGrpSpPr>
        <p:grpSpPr>
          <a:xfrm>
            <a:off x="7351504" y="3117808"/>
            <a:ext cx="647703" cy="647703"/>
            <a:chOff x="0" y="0"/>
            <a:chExt cx="647701" cy="647701"/>
          </a:xfrm>
        </p:grpSpPr>
        <p:sp>
          <p:nvSpPr>
            <p:cNvPr id="1299" name="Shape 197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0" name="Shape 1973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304" name="Group 1977"/>
          <p:cNvGrpSpPr/>
          <p:nvPr/>
        </p:nvGrpSpPr>
        <p:grpSpPr>
          <a:xfrm>
            <a:off x="7882015" y="1481381"/>
            <a:ext cx="647703" cy="647703"/>
            <a:chOff x="0" y="0"/>
            <a:chExt cx="647701" cy="647701"/>
          </a:xfrm>
        </p:grpSpPr>
        <p:sp>
          <p:nvSpPr>
            <p:cNvPr id="1302" name="Shape 197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3" name="Shape 1976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307" name="Group 1980"/>
          <p:cNvGrpSpPr/>
          <p:nvPr/>
        </p:nvGrpSpPr>
        <p:grpSpPr>
          <a:xfrm>
            <a:off x="6930814" y="2367342"/>
            <a:ext cx="647703" cy="647703"/>
            <a:chOff x="0" y="0"/>
            <a:chExt cx="647701" cy="647701"/>
          </a:xfrm>
        </p:grpSpPr>
        <p:sp>
          <p:nvSpPr>
            <p:cNvPr id="1305" name="Shape 197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6" name="Shape 1979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308" name="Shape 1981"/>
          <p:cNvSpPr/>
          <p:nvPr/>
        </p:nvSpPr>
        <p:spPr>
          <a:xfrm>
            <a:off x="8974976" y="238654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09" name="Shape 1982"/>
          <p:cNvSpPr txBox="1"/>
          <p:nvPr/>
        </p:nvSpPr>
        <p:spPr>
          <a:xfrm>
            <a:off x="9087538" y="2453008"/>
            <a:ext cx="3499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10" name="Shape 1983"/>
          <p:cNvSpPr/>
          <p:nvPr/>
        </p:nvSpPr>
        <p:spPr>
          <a:xfrm flipH="1">
            <a:off x="6692575" y="2843029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11" name="Shape 1984"/>
          <p:cNvSpPr/>
          <p:nvPr/>
        </p:nvSpPr>
        <p:spPr>
          <a:xfrm>
            <a:off x="6358113" y="308352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12" name="Shape 1985"/>
          <p:cNvSpPr/>
          <p:nvPr/>
        </p:nvSpPr>
        <p:spPr>
          <a:xfrm>
            <a:off x="9515789" y="285513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13" name="Shape 1986"/>
          <p:cNvSpPr/>
          <p:nvPr/>
        </p:nvSpPr>
        <p:spPr>
          <a:xfrm>
            <a:off x="9536103" y="312007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14" name="Shape 1987"/>
          <p:cNvSpPr txBox="1"/>
          <p:nvPr/>
        </p:nvSpPr>
        <p:spPr>
          <a:xfrm>
            <a:off x="9685004" y="3197479"/>
            <a:ext cx="3499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315" name="Shape 1988"/>
          <p:cNvSpPr txBox="1"/>
          <p:nvPr/>
        </p:nvSpPr>
        <p:spPr>
          <a:xfrm>
            <a:off x="6507012" y="3160926"/>
            <a:ext cx="3499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16" name="Shape 1989"/>
          <p:cNvSpPr/>
          <p:nvPr/>
        </p:nvSpPr>
        <p:spPr>
          <a:xfrm>
            <a:off x="10042858" y="393131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17" name="Shape 1990"/>
          <p:cNvSpPr txBox="1"/>
          <p:nvPr/>
        </p:nvSpPr>
        <p:spPr>
          <a:xfrm>
            <a:off x="10155419" y="3997776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18" name="Shape 1991"/>
          <p:cNvSpPr/>
          <p:nvPr/>
        </p:nvSpPr>
        <p:spPr>
          <a:xfrm>
            <a:off x="8974976" y="392037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19" name="Shape 1992"/>
          <p:cNvSpPr txBox="1"/>
          <p:nvPr/>
        </p:nvSpPr>
        <p:spPr>
          <a:xfrm>
            <a:off x="9066149" y="4000856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20" name="Shape 1993"/>
          <p:cNvSpPr/>
          <p:nvPr/>
        </p:nvSpPr>
        <p:spPr>
          <a:xfrm flipH="1">
            <a:off x="8387983" y="3625691"/>
            <a:ext cx="164091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21" name="Shape 1994"/>
          <p:cNvSpPr/>
          <p:nvPr/>
        </p:nvSpPr>
        <p:spPr>
          <a:xfrm>
            <a:off x="8127706" y="394232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22" name="Shape 1995"/>
          <p:cNvSpPr txBox="1"/>
          <p:nvPr/>
        </p:nvSpPr>
        <p:spPr>
          <a:xfrm>
            <a:off x="8276607" y="4017219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23" name="Shape 1996"/>
          <p:cNvSpPr/>
          <p:nvPr/>
        </p:nvSpPr>
        <p:spPr>
          <a:xfrm>
            <a:off x="8480624" y="316568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24" name="Shape 1997"/>
          <p:cNvSpPr txBox="1"/>
          <p:nvPr/>
        </p:nvSpPr>
        <p:spPr>
          <a:xfrm>
            <a:off x="8593187" y="3232150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25" name="Shape 1998"/>
          <p:cNvSpPr/>
          <p:nvPr/>
        </p:nvSpPr>
        <p:spPr>
          <a:xfrm>
            <a:off x="2816226" y="7208219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26" name="Shape 1999"/>
          <p:cNvSpPr/>
          <p:nvPr/>
        </p:nvSpPr>
        <p:spPr>
          <a:xfrm>
            <a:off x="3807624" y="7063567"/>
            <a:ext cx="460627" cy="46062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27" name="Shape 2000"/>
          <p:cNvSpPr/>
          <p:nvPr/>
        </p:nvSpPr>
        <p:spPr>
          <a:xfrm flipH="1">
            <a:off x="1172751" y="5382998"/>
            <a:ext cx="559051" cy="55905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28" name="Shape 2001"/>
          <p:cNvSpPr/>
          <p:nvPr/>
        </p:nvSpPr>
        <p:spPr>
          <a:xfrm>
            <a:off x="2385832" y="5429041"/>
            <a:ext cx="581305" cy="581305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29" name="Shape 2002"/>
          <p:cNvSpPr/>
          <p:nvPr/>
        </p:nvSpPr>
        <p:spPr>
          <a:xfrm>
            <a:off x="1160527" y="6383466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30" name="Shape 2003"/>
          <p:cNvSpPr/>
          <p:nvPr/>
        </p:nvSpPr>
        <p:spPr>
          <a:xfrm flipH="1">
            <a:off x="2754344" y="6383464"/>
            <a:ext cx="164090" cy="35477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333" name="Group 2006"/>
          <p:cNvGrpSpPr/>
          <p:nvPr/>
        </p:nvGrpSpPr>
        <p:grpSpPr>
          <a:xfrm>
            <a:off x="1223515" y="6654724"/>
            <a:ext cx="647703" cy="647703"/>
            <a:chOff x="0" y="0"/>
            <a:chExt cx="647701" cy="647701"/>
          </a:xfrm>
        </p:grpSpPr>
        <p:sp>
          <p:nvSpPr>
            <p:cNvPr id="1331" name="Shape 2004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2" name="Shape 2005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336" name="Group 2009"/>
          <p:cNvGrpSpPr/>
          <p:nvPr/>
        </p:nvGrpSpPr>
        <p:grpSpPr>
          <a:xfrm>
            <a:off x="1754023" y="5018299"/>
            <a:ext cx="647703" cy="647703"/>
            <a:chOff x="0" y="0"/>
            <a:chExt cx="647701" cy="647701"/>
          </a:xfrm>
        </p:grpSpPr>
        <p:sp>
          <p:nvSpPr>
            <p:cNvPr id="1334" name="Shape 200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5" name="Shape 2008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339" name="Group 2012"/>
          <p:cNvGrpSpPr/>
          <p:nvPr/>
        </p:nvGrpSpPr>
        <p:grpSpPr>
          <a:xfrm>
            <a:off x="802824" y="5904260"/>
            <a:ext cx="647703" cy="647703"/>
            <a:chOff x="0" y="0"/>
            <a:chExt cx="647701" cy="647701"/>
          </a:xfrm>
        </p:grpSpPr>
        <p:sp>
          <p:nvSpPr>
            <p:cNvPr id="1337" name="Shape 201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8" name="Shape 2011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340" name="Shape 2013"/>
          <p:cNvSpPr/>
          <p:nvPr/>
        </p:nvSpPr>
        <p:spPr>
          <a:xfrm>
            <a:off x="2846984" y="5923462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41" name="Shape 2014"/>
          <p:cNvSpPr txBox="1"/>
          <p:nvPr/>
        </p:nvSpPr>
        <p:spPr>
          <a:xfrm>
            <a:off x="2959548" y="598992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42" name="Shape 2015"/>
          <p:cNvSpPr/>
          <p:nvPr/>
        </p:nvSpPr>
        <p:spPr>
          <a:xfrm flipH="1">
            <a:off x="564583" y="6379945"/>
            <a:ext cx="330329" cy="33032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43" name="Shape 2016"/>
          <p:cNvSpPr/>
          <p:nvPr/>
        </p:nvSpPr>
        <p:spPr>
          <a:xfrm>
            <a:off x="230122" y="662044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44" name="Shape 2017"/>
          <p:cNvSpPr/>
          <p:nvPr/>
        </p:nvSpPr>
        <p:spPr>
          <a:xfrm>
            <a:off x="3387800" y="6392047"/>
            <a:ext cx="354778" cy="3547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45" name="Shape 2018"/>
          <p:cNvSpPr/>
          <p:nvPr/>
        </p:nvSpPr>
        <p:spPr>
          <a:xfrm>
            <a:off x="3408114" y="6656992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46" name="Shape 2019"/>
          <p:cNvSpPr txBox="1"/>
          <p:nvPr/>
        </p:nvSpPr>
        <p:spPr>
          <a:xfrm>
            <a:off x="3557013" y="673439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347" name="Shape 2020"/>
          <p:cNvSpPr/>
          <p:nvPr/>
        </p:nvSpPr>
        <p:spPr>
          <a:xfrm>
            <a:off x="3914868" y="746823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48" name="Shape 2021"/>
          <p:cNvSpPr txBox="1"/>
          <p:nvPr/>
        </p:nvSpPr>
        <p:spPr>
          <a:xfrm>
            <a:off x="4027430" y="7534692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49" name="Shape 2022"/>
          <p:cNvSpPr/>
          <p:nvPr/>
        </p:nvSpPr>
        <p:spPr>
          <a:xfrm>
            <a:off x="2846984" y="7457289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0" name="Shape 2023"/>
          <p:cNvSpPr txBox="1"/>
          <p:nvPr/>
        </p:nvSpPr>
        <p:spPr>
          <a:xfrm>
            <a:off x="2938159" y="753777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51" name="Shape 2024"/>
          <p:cNvSpPr/>
          <p:nvPr/>
        </p:nvSpPr>
        <p:spPr>
          <a:xfrm flipH="1">
            <a:off x="2259992" y="7162609"/>
            <a:ext cx="164091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52" name="Shape 2025"/>
          <p:cNvSpPr/>
          <p:nvPr/>
        </p:nvSpPr>
        <p:spPr>
          <a:xfrm>
            <a:off x="1999717" y="747924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3" name="Shape 2026"/>
          <p:cNvSpPr txBox="1"/>
          <p:nvPr/>
        </p:nvSpPr>
        <p:spPr>
          <a:xfrm>
            <a:off x="2148618" y="755413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54" name="Shape 2027"/>
          <p:cNvSpPr/>
          <p:nvPr/>
        </p:nvSpPr>
        <p:spPr>
          <a:xfrm>
            <a:off x="2352635" y="670260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5" name="Shape 2028"/>
          <p:cNvSpPr txBox="1"/>
          <p:nvPr/>
        </p:nvSpPr>
        <p:spPr>
          <a:xfrm>
            <a:off x="2465197" y="676906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56" name="Shape 2029"/>
          <p:cNvSpPr/>
          <p:nvPr/>
        </p:nvSpPr>
        <p:spPr>
          <a:xfrm>
            <a:off x="4443491" y="827177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7" name="Shape 2030"/>
          <p:cNvSpPr txBox="1"/>
          <p:nvPr/>
        </p:nvSpPr>
        <p:spPr>
          <a:xfrm>
            <a:off x="4510089" y="8267007"/>
            <a:ext cx="514504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358" name="Shape 2031"/>
          <p:cNvSpPr/>
          <p:nvPr/>
        </p:nvSpPr>
        <p:spPr>
          <a:xfrm>
            <a:off x="5140230" y="5914542"/>
            <a:ext cx="1717989" cy="665542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59" name="Shape 2032"/>
          <p:cNvSpPr txBox="1"/>
          <p:nvPr/>
        </p:nvSpPr>
        <p:spPr>
          <a:xfrm>
            <a:off x="379022" y="669784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60" name="Shape 2033"/>
          <p:cNvSpPr/>
          <p:nvPr/>
        </p:nvSpPr>
        <p:spPr>
          <a:xfrm>
            <a:off x="11201269" y="7540128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61" name="Shape 2034"/>
          <p:cNvSpPr/>
          <p:nvPr/>
        </p:nvSpPr>
        <p:spPr>
          <a:xfrm>
            <a:off x="9464382" y="7477491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62" name="Shape 2035"/>
          <p:cNvSpPr/>
          <p:nvPr/>
        </p:nvSpPr>
        <p:spPr>
          <a:xfrm flipH="1">
            <a:off x="10748460" y="7330500"/>
            <a:ext cx="282652" cy="4629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63" name="Shape 2036"/>
          <p:cNvSpPr/>
          <p:nvPr/>
        </p:nvSpPr>
        <p:spPr>
          <a:xfrm flipH="1">
            <a:off x="7962227" y="5741608"/>
            <a:ext cx="749228" cy="48464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64" name="Shape 2037"/>
          <p:cNvSpPr/>
          <p:nvPr/>
        </p:nvSpPr>
        <p:spPr>
          <a:xfrm>
            <a:off x="9175373" y="5549912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65" name="Shape 2038"/>
          <p:cNvSpPr/>
          <p:nvPr/>
        </p:nvSpPr>
        <p:spPr>
          <a:xfrm>
            <a:off x="7950003" y="6667668"/>
            <a:ext cx="354778" cy="35477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66" name="Shape 2039"/>
          <p:cNvSpPr/>
          <p:nvPr/>
        </p:nvSpPr>
        <p:spPr>
          <a:xfrm flipH="1">
            <a:off x="9402499" y="6640914"/>
            <a:ext cx="583014" cy="36660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369" name="Group 2042"/>
          <p:cNvGrpSpPr/>
          <p:nvPr/>
        </p:nvGrpSpPr>
        <p:grpSpPr>
          <a:xfrm>
            <a:off x="8012989" y="6938927"/>
            <a:ext cx="647703" cy="647703"/>
            <a:chOff x="0" y="0"/>
            <a:chExt cx="647701" cy="647701"/>
          </a:xfrm>
        </p:grpSpPr>
        <p:sp>
          <p:nvSpPr>
            <p:cNvPr id="1367" name="Shape 204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8" name="Shape 2041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372" name="Group 2045"/>
          <p:cNvGrpSpPr/>
          <p:nvPr/>
        </p:nvGrpSpPr>
        <p:grpSpPr>
          <a:xfrm>
            <a:off x="8689000" y="5285121"/>
            <a:ext cx="647703" cy="647703"/>
            <a:chOff x="0" y="0"/>
            <a:chExt cx="647701" cy="647701"/>
          </a:xfrm>
        </p:grpSpPr>
        <p:sp>
          <p:nvSpPr>
            <p:cNvPr id="1370" name="Shape 2043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1" name="Shape 2044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375" name="Group 2048"/>
          <p:cNvGrpSpPr/>
          <p:nvPr/>
        </p:nvGrpSpPr>
        <p:grpSpPr>
          <a:xfrm>
            <a:off x="7592300" y="6188462"/>
            <a:ext cx="647703" cy="647703"/>
            <a:chOff x="0" y="0"/>
            <a:chExt cx="647701" cy="647701"/>
          </a:xfrm>
        </p:grpSpPr>
        <p:sp>
          <p:nvSpPr>
            <p:cNvPr id="1373" name="Shape 2046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4" name="Shape 2047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376" name="Shape 2049"/>
          <p:cNvSpPr/>
          <p:nvPr/>
        </p:nvSpPr>
        <p:spPr>
          <a:xfrm>
            <a:off x="9842078" y="617354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77" name="Shape 2050"/>
          <p:cNvSpPr txBox="1"/>
          <p:nvPr/>
        </p:nvSpPr>
        <p:spPr>
          <a:xfrm>
            <a:off x="9954639" y="6240007"/>
            <a:ext cx="422578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78" name="Shape 2051"/>
          <p:cNvSpPr/>
          <p:nvPr/>
        </p:nvSpPr>
        <p:spPr>
          <a:xfrm flipH="1">
            <a:off x="7354059" y="6664148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79" name="Shape 2052"/>
          <p:cNvSpPr/>
          <p:nvPr/>
        </p:nvSpPr>
        <p:spPr>
          <a:xfrm>
            <a:off x="7019597" y="6904642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80" name="Shape 2053"/>
          <p:cNvSpPr/>
          <p:nvPr/>
        </p:nvSpPr>
        <p:spPr>
          <a:xfrm>
            <a:off x="10370076" y="666419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81" name="Shape 2054"/>
          <p:cNvSpPr/>
          <p:nvPr/>
        </p:nvSpPr>
        <p:spPr>
          <a:xfrm>
            <a:off x="10678734" y="692627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82" name="Shape 2055"/>
          <p:cNvSpPr txBox="1"/>
          <p:nvPr/>
        </p:nvSpPr>
        <p:spPr>
          <a:xfrm>
            <a:off x="10827633" y="7003681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83" name="Shape 2056"/>
          <p:cNvSpPr/>
          <p:nvPr/>
        </p:nvSpPr>
        <p:spPr>
          <a:xfrm>
            <a:off x="10395077" y="773751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84" name="Shape 2057"/>
          <p:cNvSpPr txBox="1"/>
          <p:nvPr/>
        </p:nvSpPr>
        <p:spPr>
          <a:xfrm>
            <a:off x="10507640" y="780397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385" name="Shape 2058"/>
          <p:cNvSpPr/>
          <p:nvPr/>
        </p:nvSpPr>
        <p:spPr>
          <a:xfrm>
            <a:off x="9495142" y="772656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86" name="Shape 2059"/>
          <p:cNvSpPr txBox="1"/>
          <p:nvPr/>
        </p:nvSpPr>
        <p:spPr>
          <a:xfrm>
            <a:off x="9586315" y="780704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87" name="Shape 2060"/>
          <p:cNvSpPr/>
          <p:nvPr/>
        </p:nvSpPr>
        <p:spPr>
          <a:xfrm flipH="1">
            <a:off x="8908149" y="7431881"/>
            <a:ext cx="164090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88" name="Shape 2061"/>
          <p:cNvSpPr/>
          <p:nvPr/>
        </p:nvSpPr>
        <p:spPr>
          <a:xfrm>
            <a:off x="8647872" y="774851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89" name="Shape 2062"/>
          <p:cNvSpPr txBox="1"/>
          <p:nvPr/>
        </p:nvSpPr>
        <p:spPr>
          <a:xfrm>
            <a:off x="8796773" y="782340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90" name="Shape 2063"/>
          <p:cNvSpPr/>
          <p:nvPr/>
        </p:nvSpPr>
        <p:spPr>
          <a:xfrm>
            <a:off x="9000790" y="697187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91" name="Shape 2064"/>
          <p:cNvSpPr txBox="1"/>
          <p:nvPr/>
        </p:nvSpPr>
        <p:spPr>
          <a:xfrm>
            <a:off x="9113353" y="7038340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92" name="Shape 2065"/>
          <p:cNvSpPr/>
          <p:nvPr/>
        </p:nvSpPr>
        <p:spPr>
          <a:xfrm>
            <a:off x="11221584" y="780507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93" name="Shape 2066"/>
          <p:cNvSpPr txBox="1"/>
          <p:nvPr/>
        </p:nvSpPr>
        <p:spPr>
          <a:xfrm>
            <a:off x="11288183" y="7800309"/>
            <a:ext cx="5145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394" name="Shape 2067"/>
          <p:cNvSpPr txBox="1"/>
          <p:nvPr/>
        </p:nvSpPr>
        <p:spPr>
          <a:xfrm>
            <a:off x="7168498" y="698204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95" name="Shape 193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Shape 2069"/>
          <p:cNvSpPr/>
          <p:nvPr/>
        </p:nvSpPr>
        <p:spPr>
          <a:xfrm flipH="1">
            <a:off x="10333953" y="7717826"/>
            <a:ext cx="282652" cy="4629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98" name="Shape 2070"/>
          <p:cNvSpPr/>
          <p:nvPr/>
        </p:nvSpPr>
        <p:spPr>
          <a:xfrm>
            <a:off x="5413993" y="8252793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399" name="Shape 2071"/>
          <p:cNvSpPr/>
          <p:nvPr/>
        </p:nvSpPr>
        <p:spPr>
          <a:xfrm flipH="1">
            <a:off x="7672906" y="3060582"/>
            <a:ext cx="522376" cy="40558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0" name="Shape 2073"/>
          <p:cNvSpPr/>
          <p:nvPr/>
        </p:nvSpPr>
        <p:spPr>
          <a:xfrm>
            <a:off x="4795797" y="2485052"/>
            <a:ext cx="1717988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01" name="Shape 2074"/>
          <p:cNvSpPr/>
          <p:nvPr/>
        </p:nvSpPr>
        <p:spPr>
          <a:xfrm>
            <a:off x="4318650" y="3686376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2" name="Shape 2075"/>
          <p:cNvSpPr/>
          <p:nvPr/>
        </p:nvSpPr>
        <p:spPr>
          <a:xfrm>
            <a:off x="2581762" y="3623739"/>
            <a:ext cx="354780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3" name="Shape 2076"/>
          <p:cNvSpPr/>
          <p:nvPr/>
        </p:nvSpPr>
        <p:spPr>
          <a:xfrm flipH="1">
            <a:off x="3865840" y="3476747"/>
            <a:ext cx="282652" cy="4629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4" name="Shape 2077"/>
          <p:cNvSpPr/>
          <p:nvPr/>
        </p:nvSpPr>
        <p:spPr>
          <a:xfrm flipH="1">
            <a:off x="1079608" y="1887857"/>
            <a:ext cx="749227" cy="48464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5" name="Shape 2078"/>
          <p:cNvSpPr/>
          <p:nvPr/>
        </p:nvSpPr>
        <p:spPr>
          <a:xfrm>
            <a:off x="2292755" y="1696160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6" name="Shape 2079"/>
          <p:cNvSpPr/>
          <p:nvPr/>
        </p:nvSpPr>
        <p:spPr>
          <a:xfrm>
            <a:off x="1067383" y="2813917"/>
            <a:ext cx="354777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07" name="Shape 2080"/>
          <p:cNvSpPr/>
          <p:nvPr/>
        </p:nvSpPr>
        <p:spPr>
          <a:xfrm flipH="1">
            <a:off x="2519881" y="2787163"/>
            <a:ext cx="583013" cy="36660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410" name="Group 2083"/>
          <p:cNvGrpSpPr/>
          <p:nvPr/>
        </p:nvGrpSpPr>
        <p:grpSpPr>
          <a:xfrm>
            <a:off x="1130371" y="3085176"/>
            <a:ext cx="647703" cy="647703"/>
            <a:chOff x="0" y="0"/>
            <a:chExt cx="647701" cy="647701"/>
          </a:xfrm>
        </p:grpSpPr>
        <p:sp>
          <p:nvSpPr>
            <p:cNvPr id="1408" name="Shape 2081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9" name="Shape 2082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413" name="Group 2086"/>
          <p:cNvGrpSpPr/>
          <p:nvPr/>
        </p:nvGrpSpPr>
        <p:grpSpPr>
          <a:xfrm>
            <a:off x="1806381" y="1431370"/>
            <a:ext cx="647703" cy="647703"/>
            <a:chOff x="0" y="0"/>
            <a:chExt cx="647701" cy="647701"/>
          </a:xfrm>
        </p:grpSpPr>
        <p:sp>
          <p:nvSpPr>
            <p:cNvPr id="1411" name="Shape 2084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2" name="Shape 2085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416" name="Group 2089"/>
          <p:cNvGrpSpPr/>
          <p:nvPr/>
        </p:nvGrpSpPr>
        <p:grpSpPr>
          <a:xfrm>
            <a:off x="709681" y="2334710"/>
            <a:ext cx="647702" cy="647703"/>
            <a:chOff x="0" y="0"/>
            <a:chExt cx="647701" cy="647701"/>
          </a:xfrm>
        </p:grpSpPr>
        <p:sp>
          <p:nvSpPr>
            <p:cNvPr id="1414" name="Shape 208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5" name="Shape 2088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417" name="Shape 2090"/>
          <p:cNvSpPr/>
          <p:nvPr/>
        </p:nvSpPr>
        <p:spPr>
          <a:xfrm>
            <a:off x="2959457" y="231979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18" name="Shape 2091"/>
          <p:cNvSpPr txBox="1"/>
          <p:nvPr/>
        </p:nvSpPr>
        <p:spPr>
          <a:xfrm>
            <a:off x="3072020" y="2386257"/>
            <a:ext cx="422578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19" name="Shape 2092"/>
          <p:cNvSpPr/>
          <p:nvPr/>
        </p:nvSpPr>
        <p:spPr>
          <a:xfrm flipH="1">
            <a:off x="471440" y="2810396"/>
            <a:ext cx="330329" cy="33032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20" name="Shape 2093"/>
          <p:cNvSpPr/>
          <p:nvPr/>
        </p:nvSpPr>
        <p:spPr>
          <a:xfrm>
            <a:off x="136979" y="305089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21" name="Shape 2094"/>
          <p:cNvSpPr/>
          <p:nvPr/>
        </p:nvSpPr>
        <p:spPr>
          <a:xfrm>
            <a:off x="3487456" y="281044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22" name="Shape 2095"/>
          <p:cNvSpPr/>
          <p:nvPr/>
        </p:nvSpPr>
        <p:spPr>
          <a:xfrm>
            <a:off x="3796114" y="307252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23" name="Shape 2096"/>
          <p:cNvSpPr txBox="1"/>
          <p:nvPr/>
        </p:nvSpPr>
        <p:spPr>
          <a:xfrm>
            <a:off x="3945013" y="3149930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424" name="Shape 2097"/>
          <p:cNvSpPr/>
          <p:nvPr/>
        </p:nvSpPr>
        <p:spPr>
          <a:xfrm>
            <a:off x="3512458" y="388376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25" name="Shape 2098"/>
          <p:cNvSpPr txBox="1"/>
          <p:nvPr/>
        </p:nvSpPr>
        <p:spPr>
          <a:xfrm>
            <a:off x="3625019" y="395022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426" name="Shape 2099"/>
          <p:cNvSpPr/>
          <p:nvPr/>
        </p:nvSpPr>
        <p:spPr>
          <a:xfrm>
            <a:off x="2612521" y="387281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27" name="Shape 2100"/>
          <p:cNvSpPr txBox="1"/>
          <p:nvPr/>
        </p:nvSpPr>
        <p:spPr>
          <a:xfrm>
            <a:off x="2703696" y="395329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428" name="Shape 2101"/>
          <p:cNvSpPr/>
          <p:nvPr/>
        </p:nvSpPr>
        <p:spPr>
          <a:xfrm flipH="1">
            <a:off x="2025530" y="3578128"/>
            <a:ext cx="164090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29" name="Shape 2102"/>
          <p:cNvSpPr/>
          <p:nvPr/>
        </p:nvSpPr>
        <p:spPr>
          <a:xfrm>
            <a:off x="1765254" y="389476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30" name="Shape 2103"/>
          <p:cNvSpPr txBox="1"/>
          <p:nvPr/>
        </p:nvSpPr>
        <p:spPr>
          <a:xfrm>
            <a:off x="1914155" y="3969656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31" name="Shape 2104"/>
          <p:cNvSpPr/>
          <p:nvPr/>
        </p:nvSpPr>
        <p:spPr>
          <a:xfrm>
            <a:off x="2118172" y="311812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32" name="Shape 2105"/>
          <p:cNvSpPr txBox="1"/>
          <p:nvPr/>
        </p:nvSpPr>
        <p:spPr>
          <a:xfrm>
            <a:off x="2230733" y="3184587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433" name="Shape 2106"/>
          <p:cNvSpPr/>
          <p:nvPr/>
        </p:nvSpPr>
        <p:spPr>
          <a:xfrm>
            <a:off x="4338963" y="395132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34" name="Shape 2107"/>
          <p:cNvSpPr txBox="1"/>
          <p:nvPr/>
        </p:nvSpPr>
        <p:spPr>
          <a:xfrm>
            <a:off x="4405562" y="3946557"/>
            <a:ext cx="514504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435" name="Shape 2108"/>
          <p:cNvSpPr txBox="1"/>
          <p:nvPr/>
        </p:nvSpPr>
        <p:spPr>
          <a:xfrm>
            <a:off x="285878" y="312829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36" name="Shape 2109"/>
          <p:cNvSpPr/>
          <p:nvPr/>
        </p:nvSpPr>
        <p:spPr>
          <a:xfrm>
            <a:off x="4832314" y="4560926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37" name="Shape 2110"/>
          <p:cNvSpPr/>
          <p:nvPr/>
        </p:nvSpPr>
        <p:spPr>
          <a:xfrm>
            <a:off x="4852627" y="482587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38" name="Shape 2111"/>
          <p:cNvSpPr txBox="1"/>
          <p:nvPr/>
        </p:nvSpPr>
        <p:spPr>
          <a:xfrm>
            <a:off x="4919226" y="4821108"/>
            <a:ext cx="5277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439" name="Shape 2112"/>
          <p:cNvSpPr/>
          <p:nvPr/>
        </p:nvSpPr>
        <p:spPr>
          <a:xfrm>
            <a:off x="10786763" y="3228092"/>
            <a:ext cx="354778" cy="35477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40" name="Shape 2113"/>
          <p:cNvSpPr/>
          <p:nvPr/>
        </p:nvSpPr>
        <p:spPr>
          <a:xfrm>
            <a:off x="9511123" y="3877126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41" name="Shape 2114"/>
          <p:cNvSpPr/>
          <p:nvPr/>
        </p:nvSpPr>
        <p:spPr>
          <a:xfrm flipH="1">
            <a:off x="10333953" y="3018464"/>
            <a:ext cx="282652" cy="4629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42" name="Shape 2115"/>
          <p:cNvSpPr/>
          <p:nvPr/>
        </p:nvSpPr>
        <p:spPr>
          <a:xfrm>
            <a:off x="8621780" y="3060000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43" name="Shape 2116"/>
          <p:cNvSpPr/>
          <p:nvPr/>
        </p:nvSpPr>
        <p:spPr>
          <a:xfrm>
            <a:off x="7660681" y="3897272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446" name="Group 2119"/>
          <p:cNvGrpSpPr/>
          <p:nvPr/>
        </p:nvGrpSpPr>
        <p:grpSpPr>
          <a:xfrm>
            <a:off x="7723668" y="4168531"/>
            <a:ext cx="647703" cy="647703"/>
            <a:chOff x="0" y="0"/>
            <a:chExt cx="647701" cy="647701"/>
          </a:xfrm>
        </p:grpSpPr>
        <p:sp>
          <p:nvSpPr>
            <p:cNvPr id="1444" name="Shape 2117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5" name="Shape 2118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449" name="Group 2122"/>
          <p:cNvGrpSpPr/>
          <p:nvPr/>
        </p:nvGrpSpPr>
        <p:grpSpPr>
          <a:xfrm>
            <a:off x="8115589" y="2667455"/>
            <a:ext cx="647703" cy="647703"/>
            <a:chOff x="0" y="0"/>
            <a:chExt cx="647701" cy="647701"/>
          </a:xfrm>
        </p:grpSpPr>
        <p:sp>
          <p:nvSpPr>
            <p:cNvPr id="1447" name="Shape 2120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8" name="Shape 2121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452" name="Group 2125"/>
          <p:cNvGrpSpPr/>
          <p:nvPr/>
        </p:nvGrpSpPr>
        <p:grpSpPr>
          <a:xfrm>
            <a:off x="7302979" y="3418066"/>
            <a:ext cx="647703" cy="647703"/>
            <a:chOff x="0" y="0"/>
            <a:chExt cx="647701" cy="647701"/>
          </a:xfrm>
        </p:grpSpPr>
        <p:sp>
          <p:nvSpPr>
            <p:cNvPr id="1450" name="Shape 2123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1" name="Shape 2124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453" name="Shape 2126"/>
          <p:cNvSpPr/>
          <p:nvPr/>
        </p:nvSpPr>
        <p:spPr>
          <a:xfrm>
            <a:off x="9167045" y="189974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54" name="Shape 2127"/>
          <p:cNvSpPr txBox="1"/>
          <p:nvPr/>
        </p:nvSpPr>
        <p:spPr>
          <a:xfrm>
            <a:off x="9279608" y="1966203"/>
            <a:ext cx="422577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55" name="Shape 2128"/>
          <p:cNvSpPr/>
          <p:nvPr/>
        </p:nvSpPr>
        <p:spPr>
          <a:xfrm flipH="1">
            <a:off x="7064737" y="3893751"/>
            <a:ext cx="330328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56" name="Shape 2129"/>
          <p:cNvSpPr/>
          <p:nvPr/>
        </p:nvSpPr>
        <p:spPr>
          <a:xfrm>
            <a:off x="6730276" y="4134246"/>
            <a:ext cx="647702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57" name="Shape 2130"/>
          <p:cNvSpPr/>
          <p:nvPr/>
        </p:nvSpPr>
        <p:spPr>
          <a:xfrm>
            <a:off x="9786891" y="2378399"/>
            <a:ext cx="523455" cy="3285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58" name="Shape 2131"/>
          <p:cNvSpPr/>
          <p:nvPr/>
        </p:nvSpPr>
        <p:spPr>
          <a:xfrm>
            <a:off x="10264226" y="261424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59" name="Shape 2132"/>
          <p:cNvSpPr txBox="1"/>
          <p:nvPr/>
        </p:nvSpPr>
        <p:spPr>
          <a:xfrm>
            <a:off x="10413127" y="2691646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460" name="Shape 2133"/>
          <p:cNvSpPr/>
          <p:nvPr/>
        </p:nvSpPr>
        <p:spPr>
          <a:xfrm>
            <a:off x="9980569" y="342548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1" name="Shape 2134"/>
          <p:cNvSpPr txBox="1"/>
          <p:nvPr/>
        </p:nvSpPr>
        <p:spPr>
          <a:xfrm>
            <a:off x="10093131" y="349194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462" name="Shape 2135"/>
          <p:cNvSpPr/>
          <p:nvPr/>
        </p:nvSpPr>
        <p:spPr>
          <a:xfrm>
            <a:off x="9541881" y="412619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3" name="Shape 2136"/>
          <p:cNvSpPr txBox="1"/>
          <p:nvPr/>
        </p:nvSpPr>
        <p:spPr>
          <a:xfrm>
            <a:off x="9633056" y="420667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464" name="Shape 2137"/>
          <p:cNvSpPr/>
          <p:nvPr/>
        </p:nvSpPr>
        <p:spPr>
          <a:xfrm flipH="1">
            <a:off x="8954888" y="3831514"/>
            <a:ext cx="164091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65" name="Shape 2138"/>
          <p:cNvSpPr/>
          <p:nvPr/>
        </p:nvSpPr>
        <p:spPr>
          <a:xfrm>
            <a:off x="8694612" y="414814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6" name="Shape 2139"/>
          <p:cNvSpPr txBox="1"/>
          <p:nvPr/>
        </p:nvSpPr>
        <p:spPr>
          <a:xfrm>
            <a:off x="8843513" y="4223041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67" name="Shape 2140"/>
          <p:cNvSpPr/>
          <p:nvPr/>
        </p:nvSpPr>
        <p:spPr>
          <a:xfrm>
            <a:off x="9047530" y="337151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8" name="Shape 2141"/>
          <p:cNvSpPr txBox="1"/>
          <p:nvPr/>
        </p:nvSpPr>
        <p:spPr>
          <a:xfrm>
            <a:off x="9160092" y="343797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469" name="Shape 2142"/>
          <p:cNvSpPr/>
          <p:nvPr/>
        </p:nvSpPr>
        <p:spPr>
          <a:xfrm>
            <a:off x="10807076" y="349303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70" name="Shape 2143"/>
          <p:cNvSpPr txBox="1"/>
          <p:nvPr/>
        </p:nvSpPr>
        <p:spPr>
          <a:xfrm>
            <a:off x="10873675" y="3488273"/>
            <a:ext cx="5145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471" name="Shape 2144"/>
          <p:cNvSpPr txBox="1"/>
          <p:nvPr/>
        </p:nvSpPr>
        <p:spPr>
          <a:xfrm>
            <a:off x="6879177" y="4211649"/>
            <a:ext cx="349899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72" name="Shape 2145"/>
          <p:cNvSpPr/>
          <p:nvPr/>
        </p:nvSpPr>
        <p:spPr>
          <a:xfrm>
            <a:off x="11300427" y="4102641"/>
            <a:ext cx="354778" cy="3547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73" name="Shape 2146"/>
          <p:cNvSpPr/>
          <p:nvPr/>
        </p:nvSpPr>
        <p:spPr>
          <a:xfrm>
            <a:off x="11320740" y="436758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74" name="Shape 2147"/>
          <p:cNvSpPr txBox="1"/>
          <p:nvPr/>
        </p:nvSpPr>
        <p:spPr>
          <a:xfrm>
            <a:off x="11387339" y="4362824"/>
            <a:ext cx="5277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475" name="Shape 2148"/>
          <p:cNvSpPr/>
          <p:nvPr/>
        </p:nvSpPr>
        <p:spPr>
          <a:xfrm flipH="1">
            <a:off x="8668118" y="2357045"/>
            <a:ext cx="522377" cy="40559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76" name="Shape 2149"/>
          <p:cNvSpPr/>
          <p:nvPr/>
        </p:nvSpPr>
        <p:spPr>
          <a:xfrm flipH="1">
            <a:off x="1259919" y="6400626"/>
            <a:ext cx="522377" cy="40558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77" name="Shape 2150"/>
          <p:cNvSpPr/>
          <p:nvPr/>
        </p:nvSpPr>
        <p:spPr>
          <a:xfrm>
            <a:off x="4373776" y="6568136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78" name="Shape 2151"/>
          <p:cNvSpPr/>
          <p:nvPr/>
        </p:nvSpPr>
        <p:spPr>
          <a:xfrm>
            <a:off x="3098136" y="7217170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79" name="Shape 2152"/>
          <p:cNvSpPr/>
          <p:nvPr/>
        </p:nvSpPr>
        <p:spPr>
          <a:xfrm flipH="1">
            <a:off x="3920966" y="6358508"/>
            <a:ext cx="282652" cy="4629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80" name="Shape 2153"/>
          <p:cNvSpPr/>
          <p:nvPr/>
        </p:nvSpPr>
        <p:spPr>
          <a:xfrm>
            <a:off x="2208794" y="6400044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81" name="Shape 2154"/>
          <p:cNvSpPr/>
          <p:nvPr/>
        </p:nvSpPr>
        <p:spPr>
          <a:xfrm>
            <a:off x="1247693" y="7237317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484" name="Group 2157"/>
          <p:cNvGrpSpPr/>
          <p:nvPr/>
        </p:nvGrpSpPr>
        <p:grpSpPr>
          <a:xfrm>
            <a:off x="1310682" y="7508575"/>
            <a:ext cx="647703" cy="647703"/>
            <a:chOff x="0" y="0"/>
            <a:chExt cx="647701" cy="647701"/>
          </a:xfrm>
        </p:grpSpPr>
        <p:sp>
          <p:nvSpPr>
            <p:cNvPr id="1482" name="Shape 2155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3" name="Shape 2156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487" name="Group 2160"/>
          <p:cNvGrpSpPr/>
          <p:nvPr/>
        </p:nvGrpSpPr>
        <p:grpSpPr>
          <a:xfrm>
            <a:off x="1702604" y="6007498"/>
            <a:ext cx="647703" cy="647703"/>
            <a:chOff x="0" y="0"/>
            <a:chExt cx="647701" cy="647701"/>
          </a:xfrm>
        </p:grpSpPr>
        <p:sp>
          <p:nvSpPr>
            <p:cNvPr id="1485" name="Shape 2158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6" name="Shape 2159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490" name="Group 2163"/>
          <p:cNvGrpSpPr/>
          <p:nvPr/>
        </p:nvGrpSpPr>
        <p:grpSpPr>
          <a:xfrm>
            <a:off x="889992" y="6758109"/>
            <a:ext cx="647702" cy="647703"/>
            <a:chOff x="0" y="0"/>
            <a:chExt cx="647701" cy="647701"/>
          </a:xfrm>
        </p:grpSpPr>
        <p:sp>
          <p:nvSpPr>
            <p:cNvPr id="1488" name="Shape 2161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9" name="Shape 2162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491" name="Shape 2164"/>
          <p:cNvSpPr/>
          <p:nvPr/>
        </p:nvSpPr>
        <p:spPr>
          <a:xfrm>
            <a:off x="2754059" y="523978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92" name="Shape 2165"/>
          <p:cNvSpPr txBox="1"/>
          <p:nvPr/>
        </p:nvSpPr>
        <p:spPr>
          <a:xfrm>
            <a:off x="2866620" y="5306247"/>
            <a:ext cx="422578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93" name="Shape 2166"/>
          <p:cNvSpPr/>
          <p:nvPr/>
        </p:nvSpPr>
        <p:spPr>
          <a:xfrm flipH="1">
            <a:off x="651750" y="7233795"/>
            <a:ext cx="330330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94" name="Shape 2167"/>
          <p:cNvSpPr/>
          <p:nvPr/>
        </p:nvSpPr>
        <p:spPr>
          <a:xfrm>
            <a:off x="317290" y="7474291"/>
            <a:ext cx="647702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95" name="Shape 2168"/>
          <p:cNvSpPr/>
          <p:nvPr/>
        </p:nvSpPr>
        <p:spPr>
          <a:xfrm>
            <a:off x="3373904" y="5718444"/>
            <a:ext cx="523455" cy="3285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496" name="Shape 2169"/>
          <p:cNvSpPr/>
          <p:nvPr/>
        </p:nvSpPr>
        <p:spPr>
          <a:xfrm>
            <a:off x="3851240" y="595428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97" name="Shape 2170"/>
          <p:cNvSpPr txBox="1"/>
          <p:nvPr/>
        </p:nvSpPr>
        <p:spPr>
          <a:xfrm>
            <a:off x="4000139" y="6031691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498" name="Shape 2171"/>
          <p:cNvSpPr/>
          <p:nvPr/>
        </p:nvSpPr>
        <p:spPr>
          <a:xfrm>
            <a:off x="3567583" y="676552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99" name="Shape 2172"/>
          <p:cNvSpPr txBox="1"/>
          <p:nvPr/>
        </p:nvSpPr>
        <p:spPr>
          <a:xfrm>
            <a:off x="3680145" y="6831986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500" name="Shape 2173"/>
          <p:cNvSpPr/>
          <p:nvPr/>
        </p:nvSpPr>
        <p:spPr>
          <a:xfrm>
            <a:off x="3128895" y="7466239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01" name="Shape 2174"/>
          <p:cNvSpPr txBox="1"/>
          <p:nvPr/>
        </p:nvSpPr>
        <p:spPr>
          <a:xfrm>
            <a:off x="3220068" y="7546723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02" name="Shape 2175"/>
          <p:cNvSpPr/>
          <p:nvPr/>
        </p:nvSpPr>
        <p:spPr>
          <a:xfrm flipH="1">
            <a:off x="2541902" y="7171558"/>
            <a:ext cx="164091" cy="35477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03" name="Shape 2176"/>
          <p:cNvSpPr/>
          <p:nvPr/>
        </p:nvSpPr>
        <p:spPr>
          <a:xfrm>
            <a:off x="2281626" y="7488190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04" name="Shape 2177"/>
          <p:cNvSpPr txBox="1"/>
          <p:nvPr/>
        </p:nvSpPr>
        <p:spPr>
          <a:xfrm>
            <a:off x="2430527" y="756308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05" name="Shape 2178"/>
          <p:cNvSpPr/>
          <p:nvPr/>
        </p:nvSpPr>
        <p:spPr>
          <a:xfrm>
            <a:off x="2634544" y="6711554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06" name="Shape 2179"/>
          <p:cNvSpPr txBox="1"/>
          <p:nvPr/>
        </p:nvSpPr>
        <p:spPr>
          <a:xfrm>
            <a:off x="2747105" y="6778018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07" name="Shape 2180"/>
          <p:cNvSpPr/>
          <p:nvPr/>
        </p:nvSpPr>
        <p:spPr>
          <a:xfrm>
            <a:off x="4394089" y="6833079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08" name="Shape 2181"/>
          <p:cNvSpPr txBox="1"/>
          <p:nvPr/>
        </p:nvSpPr>
        <p:spPr>
          <a:xfrm>
            <a:off x="4460688" y="6828318"/>
            <a:ext cx="514504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509" name="Shape 2182"/>
          <p:cNvSpPr/>
          <p:nvPr/>
        </p:nvSpPr>
        <p:spPr>
          <a:xfrm>
            <a:off x="4887440" y="7442685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10" name="Shape 2183"/>
          <p:cNvSpPr/>
          <p:nvPr/>
        </p:nvSpPr>
        <p:spPr>
          <a:xfrm>
            <a:off x="4907753" y="770763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11" name="Shape 2184"/>
          <p:cNvSpPr txBox="1"/>
          <p:nvPr/>
        </p:nvSpPr>
        <p:spPr>
          <a:xfrm>
            <a:off x="4974352" y="7702867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12" name="Shape 2185"/>
          <p:cNvSpPr/>
          <p:nvPr/>
        </p:nvSpPr>
        <p:spPr>
          <a:xfrm flipH="1">
            <a:off x="2255131" y="5697089"/>
            <a:ext cx="522376" cy="40559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13" name="Shape 2186"/>
          <p:cNvSpPr txBox="1"/>
          <p:nvPr/>
        </p:nvSpPr>
        <p:spPr>
          <a:xfrm>
            <a:off x="461653" y="7543642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14" name="Shape 2187"/>
          <p:cNvSpPr/>
          <p:nvPr/>
        </p:nvSpPr>
        <p:spPr>
          <a:xfrm>
            <a:off x="5434307" y="851773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15" name="Shape 2188"/>
          <p:cNvSpPr txBox="1"/>
          <p:nvPr/>
        </p:nvSpPr>
        <p:spPr>
          <a:xfrm>
            <a:off x="5500904" y="8512974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516" name="Shape 2189"/>
          <p:cNvSpPr/>
          <p:nvPr/>
        </p:nvSpPr>
        <p:spPr>
          <a:xfrm>
            <a:off x="5476895" y="6175664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17" name="Shape 2190"/>
          <p:cNvSpPr/>
          <p:nvPr/>
        </p:nvSpPr>
        <p:spPr>
          <a:xfrm flipH="1">
            <a:off x="7225613" y="6816924"/>
            <a:ext cx="522376" cy="40558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18" name="Shape 2191"/>
          <p:cNvSpPr/>
          <p:nvPr/>
        </p:nvSpPr>
        <p:spPr>
          <a:xfrm>
            <a:off x="10339468" y="698443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19" name="Shape 2192"/>
          <p:cNvSpPr/>
          <p:nvPr/>
        </p:nvSpPr>
        <p:spPr>
          <a:xfrm>
            <a:off x="9063828" y="7633468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20" name="Shape 2193"/>
          <p:cNvSpPr/>
          <p:nvPr/>
        </p:nvSpPr>
        <p:spPr>
          <a:xfrm flipH="1">
            <a:off x="9886659" y="6774806"/>
            <a:ext cx="282652" cy="46298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21" name="Shape 2194"/>
          <p:cNvSpPr/>
          <p:nvPr/>
        </p:nvSpPr>
        <p:spPr>
          <a:xfrm>
            <a:off x="8174486" y="6816341"/>
            <a:ext cx="793367" cy="793367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22" name="Shape 2195"/>
          <p:cNvSpPr/>
          <p:nvPr/>
        </p:nvSpPr>
        <p:spPr>
          <a:xfrm>
            <a:off x="7213386" y="7653614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grpSp>
        <p:nvGrpSpPr>
          <p:cNvPr id="1525" name="Group 2198"/>
          <p:cNvGrpSpPr/>
          <p:nvPr/>
        </p:nvGrpSpPr>
        <p:grpSpPr>
          <a:xfrm>
            <a:off x="7276375" y="7924873"/>
            <a:ext cx="647703" cy="647703"/>
            <a:chOff x="0" y="0"/>
            <a:chExt cx="647701" cy="647701"/>
          </a:xfrm>
        </p:grpSpPr>
        <p:sp>
          <p:nvSpPr>
            <p:cNvPr id="1523" name="Shape 2196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4" name="Shape 2197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528" name="Group 2201"/>
          <p:cNvGrpSpPr/>
          <p:nvPr/>
        </p:nvGrpSpPr>
        <p:grpSpPr>
          <a:xfrm>
            <a:off x="7668297" y="6423797"/>
            <a:ext cx="647703" cy="647703"/>
            <a:chOff x="0" y="0"/>
            <a:chExt cx="647701" cy="647701"/>
          </a:xfrm>
        </p:grpSpPr>
        <p:sp>
          <p:nvSpPr>
            <p:cNvPr id="1526" name="Shape 2199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7" name="Shape 2200"/>
            <p:cNvSpPr txBox="1"/>
            <p:nvPr/>
          </p:nvSpPr>
          <p:spPr>
            <a:xfrm>
              <a:off x="112561" y="6646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531" name="Group 2204"/>
          <p:cNvGrpSpPr/>
          <p:nvPr/>
        </p:nvGrpSpPr>
        <p:grpSpPr>
          <a:xfrm>
            <a:off x="6855684" y="7174407"/>
            <a:ext cx="647703" cy="647703"/>
            <a:chOff x="0" y="0"/>
            <a:chExt cx="647701" cy="647701"/>
          </a:xfrm>
        </p:grpSpPr>
        <p:sp>
          <p:nvSpPr>
            <p:cNvPr id="1529" name="Shape 2202"/>
            <p:cNvSpPr/>
            <p:nvPr/>
          </p:nvSpPr>
          <p:spPr>
            <a:xfrm>
              <a:off x="0" y="0"/>
              <a:ext cx="647702" cy="64770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0" name="Shape 2203"/>
            <p:cNvSpPr txBox="1"/>
            <p:nvPr/>
          </p:nvSpPr>
          <p:spPr>
            <a:xfrm>
              <a:off x="112561" y="41063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532" name="Shape 2205"/>
          <p:cNvSpPr/>
          <p:nvPr/>
        </p:nvSpPr>
        <p:spPr>
          <a:xfrm>
            <a:off x="8719752" y="5656081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33" name="Shape 2206"/>
          <p:cNvSpPr txBox="1"/>
          <p:nvPr/>
        </p:nvSpPr>
        <p:spPr>
          <a:xfrm>
            <a:off x="8832314" y="5722544"/>
            <a:ext cx="422578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34" name="Shape 2207"/>
          <p:cNvSpPr/>
          <p:nvPr/>
        </p:nvSpPr>
        <p:spPr>
          <a:xfrm flipH="1">
            <a:off x="6617444" y="7650094"/>
            <a:ext cx="330329" cy="33032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35" name="Shape 2208"/>
          <p:cNvSpPr/>
          <p:nvPr/>
        </p:nvSpPr>
        <p:spPr>
          <a:xfrm>
            <a:off x="6282983" y="789058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36" name="Shape 2209"/>
          <p:cNvSpPr/>
          <p:nvPr/>
        </p:nvSpPr>
        <p:spPr>
          <a:xfrm>
            <a:off x="9339597" y="6134741"/>
            <a:ext cx="523455" cy="32853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37" name="Shape 2210"/>
          <p:cNvSpPr/>
          <p:nvPr/>
        </p:nvSpPr>
        <p:spPr>
          <a:xfrm>
            <a:off x="9816933" y="6370585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38" name="Shape 2211"/>
          <p:cNvSpPr txBox="1"/>
          <p:nvPr/>
        </p:nvSpPr>
        <p:spPr>
          <a:xfrm>
            <a:off x="9965832" y="6447987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539" name="Shape 2212"/>
          <p:cNvSpPr/>
          <p:nvPr/>
        </p:nvSpPr>
        <p:spPr>
          <a:xfrm>
            <a:off x="9533277" y="7181822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0" name="Shape 2213"/>
          <p:cNvSpPr txBox="1"/>
          <p:nvPr/>
        </p:nvSpPr>
        <p:spPr>
          <a:xfrm>
            <a:off x="9645839" y="7248284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541" name="Shape 2214"/>
          <p:cNvSpPr/>
          <p:nvPr/>
        </p:nvSpPr>
        <p:spPr>
          <a:xfrm>
            <a:off x="9094588" y="788253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2" name="Shape 2215"/>
          <p:cNvSpPr txBox="1"/>
          <p:nvPr/>
        </p:nvSpPr>
        <p:spPr>
          <a:xfrm>
            <a:off x="9185761" y="7963020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43" name="Shape 2216"/>
          <p:cNvSpPr/>
          <p:nvPr/>
        </p:nvSpPr>
        <p:spPr>
          <a:xfrm flipH="1">
            <a:off x="8507596" y="7587856"/>
            <a:ext cx="164090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44" name="Shape 2217"/>
          <p:cNvSpPr/>
          <p:nvPr/>
        </p:nvSpPr>
        <p:spPr>
          <a:xfrm>
            <a:off x="8247319" y="7904488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5" name="Shape 2218"/>
          <p:cNvSpPr txBox="1"/>
          <p:nvPr/>
        </p:nvSpPr>
        <p:spPr>
          <a:xfrm>
            <a:off x="8396220" y="7979384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46" name="Shape 2219"/>
          <p:cNvSpPr/>
          <p:nvPr/>
        </p:nvSpPr>
        <p:spPr>
          <a:xfrm>
            <a:off x="8600237" y="712785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7" name="Shape 2220"/>
          <p:cNvSpPr txBox="1"/>
          <p:nvPr/>
        </p:nvSpPr>
        <p:spPr>
          <a:xfrm>
            <a:off x="8712799" y="7194315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48" name="Shape 2221"/>
          <p:cNvSpPr/>
          <p:nvPr/>
        </p:nvSpPr>
        <p:spPr>
          <a:xfrm>
            <a:off x="10359783" y="7249377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49" name="Shape 2222"/>
          <p:cNvSpPr txBox="1"/>
          <p:nvPr/>
        </p:nvSpPr>
        <p:spPr>
          <a:xfrm>
            <a:off x="10426382" y="7244615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50" name="Shape 2223"/>
          <p:cNvSpPr/>
          <p:nvPr/>
        </p:nvSpPr>
        <p:spPr>
          <a:xfrm>
            <a:off x="10853132" y="7858983"/>
            <a:ext cx="354778" cy="35477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51" name="Shape 2224"/>
          <p:cNvSpPr/>
          <p:nvPr/>
        </p:nvSpPr>
        <p:spPr>
          <a:xfrm>
            <a:off x="9973571" y="7924873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52" name="Shape 2225"/>
          <p:cNvSpPr txBox="1"/>
          <p:nvPr/>
        </p:nvSpPr>
        <p:spPr>
          <a:xfrm>
            <a:off x="10033571" y="7984680"/>
            <a:ext cx="514504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553" name="Shape 2226"/>
          <p:cNvSpPr/>
          <p:nvPr/>
        </p:nvSpPr>
        <p:spPr>
          <a:xfrm flipH="1">
            <a:off x="8220825" y="6113386"/>
            <a:ext cx="522376" cy="405589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1554" name="Shape 2227"/>
          <p:cNvSpPr txBox="1"/>
          <p:nvPr/>
        </p:nvSpPr>
        <p:spPr>
          <a:xfrm>
            <a:off x="6427346" y="7959941"/>
            <a:ext cx="3499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55" name="Shape 2228"/>
          <p:cNvSpPr/>
          <p:nvPr/>
        </p:nvSpPr>
        <p:spPr>
          <a:xfrm>
            <a:off x="10917563" y="7929636"/>
            <a:ext cx="647703" cy="647703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556" name="Shape 2229"/>
          <p:cNvSpPr txBox="1"/>
          <p:nvPr/>
        </p:nvSpPr>
        <p:spPr>
          <a:xfrm>
            <a:off x="10984162" y="7924873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557" name="Shape 207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3" name="Group 2276"/>
          <p:cNvGrpSpPr/>
          <p:nvPr/>
        </p:nvGrpSpPr>
        <p:grpSpPr>
          <a:xfrm>
            <a:off x="217707" y="1226645"/>
            <a:ext cx="5783060" cy="3603152"/>
            <a:chOff x="0" y="0"/>
            <a:chExt cx="5783059" cy="3603151"/>
          </a:xfrm>
        </p:grpSpPr>
        <p:sp>
          <p:nvSpPr>
            <p:cNvPr id="1559" name="Shape 2232"/>
            <p:cNvSpPr/>
            <p:nvPr/>
          </p:nvSpPr>
          <p:spPr>
            <a:xfrm>
              <a:off x="5096703" y="2788086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0" name="Shape 2233"/>
            <p:cNvSpPr/>
            <p:nvPr/>
          </p:nvSpPr>
          <p:spPr>
            <a:xfrm flipH="1">
              <a:off x="4050970" y="2061744"/>
              <a:ext cx="282652" cy="4629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1" name="Shape 2234"/>
            <p:cNvSpPr/>
            <p:nvPr/>
          </p:nvSpPr>
          <p:spPr>
            <a:xfrm flipH="1">
              <a:off x="942629" y="1160841"/>
              <a:ext cx="522376" cy="405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2" name="Shape 2235"/>
            <p:cNvSpPr/>
            <p:nvPr/>
          </p:nvSpPr>
          <p:spPr>
            <a:xfrm>
              <a:off x="4056487" y="1328351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3" name="Shape 2236"/>
            <p:cNvSpPr/>
            <p:nvPr/>
          </p:nvSpPr>
          <p:spPr>
            <a:xfrm>
              <a:off x="2780846" y="1977385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4" name="Shape 2237"/>
            <p:cNvSpPr/>
            <p:nvPr/>
          </p:nvSpPr>
          <p:spPr>
            <a:xfrm flipH="1">
              <a:off x="3603677" y="1118723"/>
              <a:ext cx="282652" cy="46298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5" name="Shape 2238"/>
            <p:cNvSpPr/>
            <p:nvPr/>
          </p:nvSpPr>
          <p:spPr>
            <a:xfrm>
              <a:off x="1891504" y="1160260"/>
              <a:ext cx="793367" cy="79336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66" name="Shape 2239"/>
            <p:cNvSpPr/>
            <p:nvPr/>
          </p:nvSpPr>
          <p:spPr>
            <a:xfrm>
              <a:off x="930404" y="1997532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569" name="Group 2242"/>
            <p:cNvGrpSpPr/>
            <p:nvPr/>
          </p:nvGrpSpPr>
          <p:grpSpPr>
            <a:xfrm>
              <a:off x="993391" y="2268791"/>
              <a:ext cx="647703" cy="647703"/>
              <a:chOff x="0" y="0"/>
              <a:chExt cx="647701" cy="647701"/>
            </a:xfrm>
          </p:grpSpPr>
          <p:sp>
            <p:nvSpPr>
              <p:cNvPr id="1567" name="Shape 2240"/>
              <p:cNvSpPr/>
              <p:nvPr/>
            </p:nvSpPr>
            <p:spPr>
              <a:xfrm>
                <a:off x="0" y="0"/>
                <a:ext cx="647702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8" name="Shape 2241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572" name="Group 2245"/>
            <p:cNvGrpSpPr/>
            <p:nvPr/>
          </p:nvGrpSpPr>
          <p:grpSpPr>
            <a:xfrm>
              <a:off x="1385313" y="767714"/>
              <a:ext cx="647703" cy="647703"/>
              <a:chOff x="0" y="0"/>
              <a:chExt cx="647701" cy="647701"/>
            </a:xfrm>
          </p:grpSpPr>
          <p:sp>
            <p:nvSpPr>
              <p:cNvPr id="1570" name="Shape 2243"/>
              <p:cNvSpPr/>
              <p:nvPr/>
            </p:nvSpPr>
            <p:spPr>
              <a:xfrm>
                <a:off x="0" y="0"/>
                <a:ext cx="647702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1" name="Shape 2244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575" name="Group 2248"/>
            <p:cNvGrpSpPr/>
            <p:nvPr/>
          </p:nvGrpSpPr>
          <p:grpSpPr>
            <a:xfrm>
              <a:off x="572701" y="1518325"/>
              <a:ext cx="647703" cy="647703"/>
              <a:chOff x="0" y="0"/>
              <a:chExt cx="647701" cy="647701"/>
            </a:xfrm>
          </p:grpSpPr>
          <p:sp>
            <p:nvSpPr>
              <p:cNvPr id="1573" name="Shape 2246"/>
              <p:cNvSpPr/>
              <p:nvPr/>
            </p:nvSpPr>
            <p:spPr>
              <a:xfrm>
                <a:off x="0" y="0"/>
                <a:ext cx="647702" cy="647703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74" name="Shape 2247"/>
              <p:cNvSpPr txBox="1"/>
              <p:nvPr/>
            </p:nvSpPr>
            <p:spPr>
              <a:xfrm>
                <a:off x="112561" y="410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576" name="Shape 2249"/>
            <p:cNvSpPr/>
            <p:nvPr/>
          </p:nvSpPr>
          <p:spPr>
            <a:xfrm>
              <a:off x="2436768" y="0"/>
              <a:ext cx="647703" cy="6477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7" name="Shape 2250"/>
            <p:cNvSpPr txBox="1"/>
            <p:nvPr/>
          </p:nvSpPr>
          <p:spPr>
            <a:xfrm>
              <a:off x="2549330" y="66462"/>
              <a:ext cx="422578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578" name="Shape 2251"/>
            <p:cNvSpPr/>
            <p:nvPr/>
          </p:nvSpPr>
          <p:spPr>
            <a:xfrm flipH="1">
              <a:off x="334461" y="1994011"/>
              <a:ext cx="330328" cy="33032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79" name="Shape 2252"/>
            <p:cNvSpPr/>
            <p:nvPr/>
          </p:nvSpPr>
          <p:spPr>
            <a:xfrm>
              <a:off x="-1" y="2234506"/>
              <a:ext cx="647701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0" name="Shape 2253"/>
            <p:cNvSpPr/>
            <p:nvPr/>
          </p:nvSpPr>
          <p:spPr>
            <a:xfrm>
              <a:off x="3056615" y="478660"/>
              <a:ext cx="523456" cy="32853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81" name="Shape 2254"/>
            <p:cNvSpPr/>
            <p:nvPr/>
          </p:nvSpPr>
          <p:spPr>
            <a:xfrm>
              <a:off x="3533950" y="71450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2" name="Shape 2255"/>
            <p:cNvSpPr txBox="1"/>
            <p:nvPr/>
          </p:nvSpPr>
          <p:spPr>
            <a:xfrm>
              <a:off x="3682851" y="79190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583" name="Shape 2256"/>
            <p:cNvSpPr/>
            <p:nvPr/>
          </p:nvSpPr>
          <p:spPr>
            <a:xfrm>
              <a:off x="3250294" y="1525740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4" name="Shape 2257"/>
            <p:cNvSpPr txBox="1"/>
            <p:nvPr/>
          </p:nvSpPr>
          <p:spPr>
            <a:xfrm>
              <a:off x="3362856" y="159220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585" name="Shape 2258"/>
            <p:cNvSpPr/>
            <p:nvPr/>
          </p:nvSpPr>
          <p:spPr>
            <a:xfrm>
              <a:off x="2811604" y="2226455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6" name="Shape 2259"/>
            <p:cNvSpPr txBox="1"/>
            <p:nvPr/>
          </p:nvSpPr>
          <p:spPr>
            <a:xfrm>
              <a:off x="2902779" y="230693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587" name="Shape 2260"/>
            <p:cNvSpPr/>
            <p:nvPr/>
          </p:nvSpPr>
          <p:spPr>
            <a:xfrm flipH="1">
              <a:off x="2224612" y="1931774"/>
              <a:ext cx="164090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88" name="Shape 2261"/>
            <p:cNvSpPr/>
            <p:nvPr/>
          </p:nvSpPr>
          <p:spPr>
            <a:xfrm>
              <a:off x="1964336" y="2248406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9" name="Shape 2262"/>
            <p:cNvSpPr txBox="1"/>
            <p:nvPr/>
          </p:nvSpPr>
          <p:spPr>
            <a:xfrm>
              <a:off x="2113237" y="232330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590" name="Shape 2263"/>
            <p:cNvSpPr/>
            <p:nvPr/>
          </p:nvSpPr>
          <p:spPr>
            <a:xfrm>
              <a:off x="2317254" y="1471770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1" name="Shape 2264"/>
            <p:cNvSpPr txBox="1"/>
            <p:nvPr/>
          </p:nvSpPr>
          <p:spPr>
            <a:xfrm>
              <a:off x="2429816" y="153823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592" name="Shape 2265"/>
            <p:cNvSpPr/>
            <p:nvPr/>
          </p:nvSpPr>
          <p:spPr>
            <a:xfrm>
              <a:off x="4076801" y="1593295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3" name="Shape 2266"/>
            <p:cNvSpPr txBox="1"/>
            <p:nvPr/>
          </p:nvSpPr>
          <p:spPr>
            <a:xfrm>
              <a:off x="4143399" y="158853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594" name="Shape 2267"/>
            <p:cNvSpPr/>
            <p:nvPr/>
          </p:nvSpPr>
          <p:spPr>
            <a:xfrm>
              <a:off x="4570151" y="2202901"/>
              <a:ext cx="354778" cy="3547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95" name="Shape 2268"/>
            <p:cNvSpPr/>
            <p:nvPr/>
          </p:nvSpPr>
          <p:spPr>
            <a:xfrm>
              <a:off x="3690588" y="2268791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6" name="Shape 2269"/>
            <p:cNvSpPr txBox="1"/>
            <p:nvPr/>
          </p:nvSpPr>
          <p:spPr>
            <a:xfrm>
              <a:off x="3750588" y="2328597"/>
              <a:ext cx="514504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597" name="Shape 2270"/>
            <p:cNvSpPr/>
            <p:nvPr/>
          </p:nvSpPr>
          <p:spPr>
            <a:xfrm flipH="1">
              <a:off x="1937841" y="457304"/>
              <a:ext cx="522376" cy="40559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598" name="Shape 2271"/>
            <p:cNvSpPr txBox="1"/>
            <p:nvPr/>
          </p:nvSpPr>
          <p:spPr>
            <a:xfrm>
              <a:off x="144363" y="230385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99" name="Shape 2272"/>
            <p:cNvSpPr/>
            <p:nvPr/>
          </p:nvSpPr>
          <p:spPr>
            <a:xfrm>
              <a:off x="4634581" y="2273554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0" name="Shape 2273"/>
            <p:cNvSpPr txBox="1"/>
            <p:nvPr/>
          </p:nvSpPr>
          <p:spPr>
            <a:xfrm>
              <a:off x="4701179" y="226879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  <p:sp>
          <p:nvSpPr>
            <p:cNvPr id="1601" name="Shape 2274"/>
            <p:cNvSpPr/>
            <p:nvPr/>
          </p:nvSpPr>
          <p:spPr>
            <a:xfrm>
              <a:off x="5135357" y="2955449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2" name="Shape 2275"/>
            <p:cNvSpPr txBox="1"/>
            <p:nvPr/>
          </p:nvSpPr>
          <p:spPr>
            <a:xfrm>
              <a:off x="5201954" y="295068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</p:grpSp>
      <p:sp>
        <p:nvSpPr>
          <p:cNvPr id="1604" name="Shape 2277"/>
          <p:cNvSpPr/>
          <p:nvPr/>
        </p:nvSpPr>
        <p:spPr>
          <a:xfrm>
            <a:off x="5102452" y="2428116"/>
            <a:ext cx="1717989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649" name="Group 2322"/>
          <p:cNvGrpSpPr/>
          <p:nvPr/>
        </p:nvGrpSpPr>
        <p:grpSpPr>
          <a:xfrm>
            <a:off x="6275101" y="1301555"/>
            <a:ext cx="6252398" cy="3083317"/>
            <a:chOff x="0" y="0"/>
            <a:chExt cx="6252397" cy="3083315"/>
          </a:xfrm>
        </p:grpSpPr>
        <p:sp>
          <p:nvSpPr>
            <p:cNvPr id="1605" name="Shape 2278"/>
            <p:cNvSpPr/>
            <p:nvPr/>
          </p:nvSpPr>
          <p:spPr>
            <a:xfrm flipH="1">
              <a:off x="4469949" y="1398825"/>
              <a:ext cx="164091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06" name="Shape 2279"/>
            <p:cNvSpPr/>
            <p:nvPr/>
          </p:nvSpPr>
          <p:spPr>
            <a:xfrm flipH="1">
              <a:off x="4071538" y="2183606"/>
              <a:ext cx="164090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07" name="Shape 2280"/>
            <p:cNvSpPr/>
            <p:nvPr/>
          </p:nvSpPr>
          <p:spPr>
            <a:xfrm>
              <a:off x="5566042" y="2183606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08" name="Shape 2281"/>
            <p:cNvSpPr/>
            <p:nvPr/>
          </p:nvSpPr>
          <p:spPr>
            <a:xfrm>
              <a:off x="4517793" y="2176075"/>
              <a:ext cx="195866" cy="51547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09" name="Shape 2282"/>
            <p:cNvSpPr/>
            <p:nvPr/>
          </p:nvSpPr>
          <p:spPr>
            <a:xfrm flipH="1">
              <a:off x="942629" y="1311568"/>
              <a:ext cx="522377" cy="405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10" name="Shape 2283"/>
            <p:cNvSpPr/>
            <p:nvPr/>
          </p:nvSpPr>
          <p:spPr>
            <a:xfrm>
              <a:off x="2780846" y="2128113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11" name="Shape 2284"/>
            <p:cNvSpPr/>
            <p:nvPr/>
          </p:nvSpPr>
          <p:spPr>
            <a:xfrm>
              <a:off x="1891504" y="1310986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12" name="Shape 2285"/>
            <p:cNvSpPr/>
            <p:nvPr/>
          </p:nvSpPr>
          <p:spPr>
            <a:xfrm>
              <a:off x="930404" y="2148260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615" name="Group 2288"/>
            <p:cNvGrpSpPr/>
            <p:nvPr/>
          </p:nvGrpSpPr>
          <p:grpSpPr>
            <a:xfrm>
              <a:off x="993392" y="2419519"/>
              <a:ext cx="647703" cy="647703"/>
              <a:chOff x="0" y="0"/>
              <a:chExt cx="647701" cy="647701"/>
            </a:xfrm>
          </p:grpSpPr>
          <p:sp>
            <p:nvSpPr>
              <p:cNvPr id="1613" name="Shape 2286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4" name="Shape 2287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618" name="Group 2291"/>
            <p:cNvGrpSpPr/>
            <p:nvPr/>
          </p:nvGrpSpPr>
          <p:grpSpPr>
            <a:xfrm>
              <a:off x="1385313" y="918441"/>
              <a:ext cx="647703" cy="647703"/>
              <a:chOff x="0" y="0"/>
              <a:chExt cx="647701" cy="647701"/>
            </a:xfrm>
          </p:grpSpPr>
          <p:sp>
            <p:nvSpPr>
              <p:cNvPr id="1616" name="Shape 2289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7" name="Shape 2290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621" name="Group 2294"/>
            <p:cNvGrpSpPr/>
            <p:nvPr/>
          </p:nvGrpSpPr>
          <p:grpSpPr>
            <a:xfrm>
              <a:off x="572702" y="1669052"/>
              <a:ext cx="647703" cy="647703"/>
              <a:chOff x="0" y="0"/>
              <a:chExt cx="647701" cy="647701"/>
            </a:xfrm>
          </p:grpSpPr>
          <p:sp>
            <p:nvSpPr>
              <p:cNvPr id="1619" name="Shape 2292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0" name="Shape 2293"/>
              <p:cNvSpPr txBox="1"/>
              <p:nvPr/>
            </p:nvSpPr>
            <p:spPr>
              <a:xfrm>
                <a:off x="112561" y="410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622" name="Shape 2295"/>
            <p:cNvSpPr/>
            <p:nvPr/>
          </p:nvSpPr>
          <p:spPr>
            <a:xfrm>
              <a:off x="3068775" y="-1"/>
              <a:ext cx="647703" cy="6477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3" name="Shape 2296"/>
            <p:cNvSpPr txBox="1"/>
            <p:nvPr/>
          </p:nvSpPr>
          <p:spPr>
            <a:xfrm>
              <a:off x="3181337" y="66461"/>
              <a:ext cx="422579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624" name="Shape 2297"/>
            <p:cNvSpPr/>
            <p:nvPr/>
          </p:nvSpPr>
          <p:spPr>
            <a:xfrm flipH="1">
              <a:off x="334461" y="2144739"/>
              <a:ext cx="330329" cy="33032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25" name="Shape 2298"/>
            <p:cNvSpPr/>
            <p:nvPr/>
          </p:nvSpPr>
          <p:spPr>
            <a:xfrm>
              <a:off x="0" y="2385234"/>
              <a:ext cx="647701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6" name="Shape 2299"/>
            <p:cNvSpPr/>
            <p:nvPr/>
          </p:nvSpPr>
          <p:spPr>
            <a:xfrm>
              <a:off x="3688623" y="478660"/>
              <a:ext cx="929920" cy="577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27" name="Shape 2300"/>
            <p:cNvSpPr/>
            <p:nvPr/>
          </p:nvSpPr>
          <p:spPr>
            <a:xfrm>
              <a:off x="3985898" y="166905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8" name="Shape 2301"/>
            <p:cNvSpPr txBox="1"/>
            <p:nvPr/>
          </p:nvSpPr>
          <p:spPr>
            <a:xfrm>
              <a:off x="4134798" y="1746455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629" name="Shape 2302"/>
            <p:cNvSpPr/>
            <p:nvPr/>
          </p:nvSpPr>
          <p:spPr>
            <a:xfrm>
              <a:off x="3582440" y="2419519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0" name="Shape 2303"/>
            <p:cNvSpPr txBox="1"/>
            <p:nvPr/>
          </p:nvSpPr>
          <p:spPr>
            <a:xfrm>
              <a:off x="3695001" y="2485982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631" name="Shape 2304"/>
            <p:cNvSpPr/>
            <p:nvPr/>
          </p:nvSpPr>
          <p:spPr>
            <a:xfrm>
              <a:off x="2811605" y="237718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2" name="Shape 2305"/>
            <p:cNvSpPr txBox="1"/>
            <p:nvPr/>
          </p:nvSpPr>
          <p:spPr>
            <a:xfrm>
              <a:off x="2902779" y="2457666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633" name="Shape 2306"/>
            <p:cNvSpPr/>
            <p:nvPr/>
          </p:nvSpPr>
          <p:spPr>
            <a:xfrm flipH="1">
              <a:off x="2224612" y="2082501"/>
              <a:ext cx="164091" cy="3547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34" name="Shape 2307"/>
            <p:cNvSpPr/>
            <p:nvPr/>
          </p:nvSpPr>
          <p:spPr>
            <a:xfrm>
              <a:off x="1964336" y="2399134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5" name="Shape 2308"/>
            <p:cNvSpPr txBox="1"/>
            <p:nvPr/>
          </p:nvSpPr>
          <p:spPr>
            <a:xfrm>
              <a:off x="2113237" y="2474029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636" name="Shape 2309"/>
            <p:cNvSpPr/>
            <p:nvPr/>
          </p:nvSpPr>
          <p:spPr>
            <a:xfrm>
              <a:off x="2317254" y="1622498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7" name="Shape 2310"/>
            <p:cNvSpPr txBox="1"/>
            <p:nvPr/>
          </p:nvSpPr>
          <p:spPr>
            <a:xfrm>
              <a:off x="2429816" y="168896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638" name="Shape 2311"/>
            <p:cNvSpPr/>
            <p:nvPr/>
          </p:nvSpPr>
          <p:spPr>
            <a:xfrm>
              <a:off x="4546140" y="988814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9" name="Shape 2312"/>
            <p:cNvSpPr txBox="1"/>
            <p:nvPr/>
          </p:nvSpPr>
          <p:spPr>
            <a:xfrm>
              <a:off x="4606140" y="108045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640" name="Shape 2313"/>
            <p:cNvSpPr/>
            <p:nvPr/>
          </p:nvSpPr>
          <p:spPr>
            <a:xfrm>
              <a:off x="5039490" y="1598420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41" name="Shape 2314"/>
            <p:cNvSpPr/>
            <p:nvPr/>
          </p:nvSpPr>
          <p:spPr>
            <a:xfrm>
              <a:off x="4353274" y="243561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2" name="Shape 2315"/>
            <p:cNvSpPr txBox="1"/>
            <p:nvPr/>
          </p:nvSpPr>
          <p:spPr>
            <a:xfrm>
              <a:off x="4413275" y="2495419"/>
              <a:ext cx="514504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643" name="Shape 2316"/>
            <p:cNvSpPr/>
            <p:nvPr/>
          </p:nvSpPr>
          <p:spPr>
            <a:xfrm flipH="1">
              <a:off x="1906197" y="457305"/>
              <a:ext cx="1186028" cy="58665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44" name="Shape 2317"/>
            <p:cNvSpPr txBox="1"/>
            <p:nvPr/>
          </p:nvSpPr>
          <p:spPr>
            <a:xfrm>
              <a:off x="144364" y="2454586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45" name="Shape 2318"/>
            <p:cNvSpPr/>
            <p:nvPr/>
          </p:nvSpPr>
          <p:spPr>
            <a:xfrm>
              <a:off x="5103920" y="166907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6" name="Shape 2319"/>
            <p:cNvSpPr txBox="1"/>
            <p:nvPr/>
          </p:nvSpPr>
          <p:spPr>
            <a:xfrm>
              <a:off x="5170518" y="1664311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  <p:sp>
          <p:nvSpPr>
            <p:cNvPr id="1647" name="Shape 2320"/>
            <p:cNvSpPr/>
            <p:nvPr/>
          </p:nvSpPr>
          <p:spPr>
            <a:xfrm>
              <a:off x="5604695" y="2350968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8" name="Shape 2321"/>
            <p:cNvSpPr txBox="1"/>
            <p:nvPr/>
          </p:nvSpPr>
          <p:spPr>
            <a:xfrm>
              <a:off x="5671293" y="2346205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</p:grpSp>
      <p:sp>
        <p:nvSpPr>
          <p:cNvPr id="1650" name="Shape 2323"/>
          <p:cNvSpPr/>
          <p:nvPr/>
        </p:nvSpPr>
        <p:spPr>
          <a:xfrm>
            <a:off x="6038176" y="5286974"/>
            <a:ext cx="1717988" cy="665543"/>
          </a:xfrm>
          <a:prstGeom prst="rightArrow">
            <a:avLst>
              <a:gd name="adj1" fmla="val 32000"/>
              <a:gd name="adj2" fmla="val 122126"/>
            </a:avLst>
          </a:prstGeom>
          <a:solidFill>
            <a:srgbClr val="FF26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698" name="Group 2371"/>
          <p:cNvGrpSpPr/>
          <p:nvPr/>
        </p:nvGrpSpPr>
        <p:grpSpPr>
          <a:xfrm>
            <a:off x="21357" y="4615834"/>
            <a:ext cx="6675252" cy="3844896"/>
            <a:chOff x="0" y="0"/>
            <a:chExt cx="6675251" cy="3844895"/>
          </a:xfrm>
        </p:grpSpPr>
        <p:sp>
          <p:nvSpPr>
            <p:cNvPr id="1651" name="Shape 2324"/>
            <p:cNvSpPr/>
            <p:nvPr/>
          </p:nvSpPr>
          <p:spPr>
            <a:xfrm>
              <a:off x="6007499" y="2865499"/>
              <a:ext cx="354779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2" name="Shape 2325"/>
            <p:cNvSpPr/>
            <p:nvPr/>
          </p:nvSpPr>
          <p:spPr>
            <a:xfrm flipH="1">
              <a:off x="4469948" y="1398825"/>
              <a:ext cx="164091" cy="3547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3" name="Shape 2326"/>
            <p:cNvSpPr/>
            <p:nvPr/>
          </p:nvSpPr>
          <p:spPr>
            <a:xfrm flipH="1">
              <a:off x="4071537" y="2183605"/>
              <a:ext cx="164090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4" name="Shape 2327"/>
            <p:cNvSpPr/>
            <p:nvPr/>
          </p:nvSpPr>
          <p:spPr>
            <a:xfrm>
              <a:off x="5566041" y="2183605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5" name="Shape 2328"/>
            <p:cNvSpPr/>
            <p:nvPr/>
          </p:nvSpPr>
          <p:spPr>
            <a:xfrm>
              <a:off x="4517792" y="2176075"/>
              <a:ext cx="195866" cy="51547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6" name="Shape 2329"/>
            <p:cNvSpPr/>
            <p:nvPr/>
          </p:nvSpPr>
          <p:spPr>
            <a:xfrm flipH="1">
              <a:off x="942629" y="1311568"/>
              <a:ext cx="522377" cy="405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7" name="Shape 2330"/>
            <p:cNvSpPr/>
            <p:nvPr/>
          </p:nvSpPr>
          <p:spPr>
            <a:xfrm>
              <a:off x="2780846" y="2128112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8" name="Shape 2331"/>
            <p:cNvSpPr/>
            <p:nvPr/>
          </p:nvSpPr>
          <p:spPr>
            <a:xfrm>
              <a:off x="1891504" y="1310986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59" name="Shape 2332"/>
            <p:cNvSpPr/>
            <p:nvPr/>
          </p:nvSpPr>
          <p:spPr>
            <a:xfrm>
              <a:off x="930404" y="2148259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662" name="Group 2335"/>
            <p:cNvGrpSpPr/>
            <p:nvPr/>
          </p:nvGrpSpPr>
          <p:grpSpPr>
            <a:xfrm>
              <a:off x="993392" y="2419518"/>
              <a:ext cx="647703" cy="647703"/>
              <a:chOff x="0" y="0"/>
              <a:chExt cx="647701" cy="647701"/>
            </a:xfrm>
          </p:grpSpPr>
          <p:sp>
            <p:nvSpPr>
              <p:cNvPr id="1660" name="Shape 2333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1" name="Shape 2334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665" name="Group 2338"/>
            <p:cNvGrpSpPr/>
            <p:nvPr/>
          </p:nvGrpSpPr>
          <p:grpSpPr>
            <a:xfrm>
              <a:off x="1385313" y="918441"/>
              <a:ext cx="647703" cy="647703"/>
              <a:chOff x="0" y="0"/>
              <a:chExt cx="647701" cy="647701"/>
            </a:xfrm>
          </p:grpSpPr>
          <p:sp>
            <p:nvSpPr>
              <p:cNvPr id="1663" name="Shape 2336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4" name="Shape 2337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668" name="Group 2341"/>
            <p:cNvGrpSpPr/>
            <p:nvPr/>
          </p:nvGrpSpPr>
          <p:grpSpPr>
            <a:xfrm>
              <a:off x="572702" y="1669053"/>
              <a:ext cx="647703" cy="647703"/>
              <a:chOff x="0" y="0"/>
              <a:chExt cx="647701" cy="647701"/>
            </a:xfrm>
          </p:grpSpPr>
          <p:sp>
            <p:nvSpPr>
              <p:cNvPr id="1666" name="Shape 2339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7" name="Shape 2340"/>
              <p:cNvSpPr txBox="1"/>
              <p:nvPr/>
            </p:nvSpPr>
            <p:spPr>
              <a:xfrm>
                <a:off x="112561" y="410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669" name="Shape 2342"/>
            <p:cNvSpPr/>
            <p:nvPr/>
          </p:nvSpPr>
          <p:spPr>
            <a:xfrm>
              <a:off x="3068775" y="-1"/>
              <a:ext cx="647703" cy="6477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0" name="Shape 2343"/>
            <p:cNvSpPr txBox="1"/>
            <p:nvPr/>
          </p:nvSpPr>
          <p:spPr>
            <a:xfrm>
              <a:off x="3181337" y="66461"/>
              <a:ext cx="422578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671" name="Shape 2344"/>
            <p:cNvSpPr/>
            <p:nvPr/>
          </p:nvSpPr>
          <p:spPr>
            <a:xfrm flipH="1">
              <a:off x="334461" y="2144738"/>
              <a:ext cx="330329" cy="33032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72" name="Shape 2345"/>
            <p:cNvSpPr/>
            <p:nvPr/>
          </p:nvSpPr>
          <p:spPr>
            <a:xfrm>
              <a:off x="0" y="2385233"/>
              <a:ext cx="647701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3" name="Shape 2346"/>
            <p:cNvSpPr/>
            <p:nvPr/>
          </p:nvSpPr>
          <p:spPr>
            <a:xfrm>
              <a:off x="3688622" y="478660"/>
              <a:ext cx="929920" cy="577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74" name="Shape 2347"/>
            <p:cNvSpPr/>
            <p:nvPr/>
          </p:nvSpPr>
          <p:spPr>
            <a:xfrm>
              <a:off x="3985897" y="166905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5" name="Shape 2348"/>
            <p:cNvSpPr txBox="1"/>
            <p:nvPr/>
          </p:nvSpPr>
          <p:spPr>
            <a:xfrm>
              <a:off x="4134797" y="174645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676" name="Shape 2349"/>
            <p:cNvSpPr/>
            <p:nvPr/>
          </p:nvSpPr>
          <p:spPr>
            <a:xfrm>
              <a:off x="3582439" y="2419518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7" name="Shape 2350"/>
            <p:cNvSpPr txBox="1"/>
            <p:nvPr/>
          </p:nvSpPr>
          <p:spPr>
            <a:xfrm>
              <a:off x="3695001" y="248598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678" name="Shape 2351"/>
            <p:cNvSpPr/>
            <p:nvPr/>
          </p:nvSpPr>
          <p:spPr>
            <a:xfrm>
              <a:off x="2811605" y="2377182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9" name="Shape 2352"/>
            <p:cNvSpPr txBox="1"/>
            <p:nvPr/>
          </p:nvSpPr>
          <p:spPr>
            <a:xfrm>
              <a:off x="2902779" y="2457665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680" name="Shape 2353"/>
            <p:cNvSpPr/>
            <p:nvPr/>
          </p:nvSpPr>
          <p:spPr>
            <a:xfrm flipH="1">
              <a:off x="2224612" y="2082501"/>
              <a:ext cx="164091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81" name="Shape 2354"/>
            <p:cNvSpPr/>
            <p:nvPr/>
          </p:nvSpPr>
          <p:spPr>
            <a:xfrm>
              <a:off x="1964336" y="239913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2" name="Shape 2355"/>
            <p:cNvSpPr txBox="1"/>
            <p:nvPr/>
          </p:nvSpPr>
          <p:spPr>
            <a:xfrm>
              <a:off x="2113237" y="247402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683" name="Shape 2356"/>
            <p:cNvSpPr/>
            <p:nvPr/>
          </p:nvSpPr>
          <p:spPr>
            <a:xfrm>
              <a:off x="2317254" y="1622497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4" name="Shape 2357"/>
            <p:cNvSpPr txBox="1"/>
            <p:nvPr/>
          </p:nvSpPr>
          <p:spPr>
            <a:xfrm>
              <a:off x="2429816" y="168896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685" name="Shape 2358"/>
            <p:cNvSpPr/>
            <p:nvPr/>
          </p:nvSpPr>
          <p:spPr>
            <a:xfrm>
              <a:off x="4546139" y="988814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6" name="Shape 2359"/>
            <p:cNvSpPr txBox="1"/>
            <p:nvPr/>
          </p:nvSpPr>
          <p:spPr>
            <a:xfrm>
              <a:off x="4606139" y="108045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687" name="Shape 2360"/>
            <p:cNvSpPr/>
            <p:nvPr/>
          </p:nvSpPr>
          <p:spPr>
            <a:xfrm>
              <a:off x="5039489" y="1598420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88" name="Shape 2361"/>
            <p:cNvSpPr/>
            <p:nvPr/>
          </p:nvSpPr>
          <p:spPr>
            <a:xfrm>
              <a:off x="4353273" y="2435612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9" name="Shape 2362"/>
            <p:cNvSpPr txBox="1"/>
            <p:nvPr/>
          </p:nvSpPr>
          <p:spPr>
            <a:xfrm>
              <a:off x="4413274" y="2495418"/>
              <a:ext cx="514504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690" name="Shape 2363"/>
            <p:cNvSpPr/>
            <p:nvPr/>
          </p:nvSpPr>
          <p:spPr>
            <a:xfrm flipH="1">
              <a:off x="1906197" y="457305"/>
              <a:ext cx="1186028" cy="5866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691" name="Shape 2364"/>
            <p:cNvSpPr txBox="1"/>
            <p:nvPr/>
          </p:nvSpPr>
          <p:spPr>
            <a:xfrm>
              <a:off x="144364" y="2454585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92" name="Shape 2365"/>
            <p:cNvSpPr/>
            <p:nvPr/>
          </p:nvSpPr>
          <p:spPr>
            <a:xfrm>
              <a:off x="5103919" y="1669072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3" name="Shape 2366"/>
            <p:cNvSpPr txBox="1"/>
            <p:nvPr/>
          </p:nvSpPr>
          <p:spPr>
            <a:xfrm>
              <a:off x="5170517" y="166431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  <p:sp>
          <p:nvSpPr>
            <p:cNvPr id="1694" name="Shape 2367"/>
            <p:cNvSpPr/>
            <p:nvPr/>
          </p:nvSpPr>
          <p:spPr>
            <a:xfrm>
              <a:off x="5604694" y="2350967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5" name="Shape 2368"/>
            <p:cNvSpPr txBox="1"/>
            <p:nvPr/>
          </p:nvSpPr>
          <p:spPr>
            <a:xfrm>
              <a:off x="5671292" y="2346204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696" name="Shape 2369"/>
            <p:cNvSpPr/>
            <p:nvPr/>
          </p:nvSpPr>
          <p:spPr>
            <a:xfrm>
              <a:off x="6027549" y="319719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7" name="Shape 2370"/>
            <p:cNvSpPr txBox="1"/>
            <p:nvPr/>
          </p:nvSpPr>
          <p:spPr>
            <a:xfrm>
              <a:off x="6094147" y="319243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15</a:t>
              </a:r>
            </a:p>
          </p:txBody>
        </p:sp>
      </p:grpSp>
      <p:grpSp>
        <p:nvGrpSpPr>
          <p:cNvPr id="1746" name="Group 2419"/>
          <p:cNvGrpSpPr/>
          <p:nvPr/>
        </p:nvGrpSpPr>
        <p:grpSpPr>
          <a:xfrm>
            <a:off x="6444140" y="4615834"/>
            <a:ext cx="6392474" cy="3087382"/>
            <a:chOff x="0" y="0"/>
            <a:chExt cx="6392473" cy="3087381"/>
          </a:xfrm>
        </p:grpSpPr>
        <p:sp>
          <p:nvSpPr>
            <p:cNvPr id="1699" name="Shape 2372"/>
            <p:cNvSpPr/>
            <p:nvPr/>
          </p:nvSpPr>
          <p:spPr>
            <a:xfrm flipH="1">
              <a:off x="5345123" y="2201060"/>
              <a:ext cx="164090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0" name="Shape 2373"/>
            <p:cNvSpPr/>
            <p:nvPr/>
          </p:nvSpPr>
          <p:spPr>
            <a:xfrm flipH="1">
              <a:off x="4469949" y="1398825"/>
              <a:ext cx="164091" cy="35477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1" name="Shape 2374"/>
            <p:cNvSpPr/>
            <p:nvPr/>
          </p:nvSpPr>
          <p:spPr>
            <a:xfrm flipH="1">
              <a:off x="4071538" y="2183605"/>
              <a:ext cx="164090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2" name="Shape 2375"/>
            <p:cNvSpPr/>
            <p:nvPr/>
          </p:nvSpPr>
          <p:spPr>
            <a:xfrm>
              <a:off x="5566042" y="2183605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3" name="Shape 2376"/>
            <p:cNvSpPr/>
            <p:nvPr/>
          </p:nvSpPr>
          <p:spPr>
            <a:xfrm>
              <a:off x="4517793" y="2176075"/>
              <a:ext cx="195866" cy="51547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4" name="Shape 2377"/>
            <p:cNvSpPr/>
            <p:nvPr/>
          </p:nvSpPr>
          <p:spPr>
            <a:xfrm flipH="1">
              <a:off x="942629" y="1311568"/>
              <a:ext cx="522377" cy="4055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5" name="Shape 2378"/>
            <p:cNvSpPr/>
            <p:nvPr/>
          </p:nvSpPr>
          <p:spPr>
            <a:xfrm>
              <a:off x="2780846" y="2128112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6" name="Shape 2379"/>
            <p:cNvSpPr/>
            <p:nvPr/>
          </p:nvSpPr>
          <p:spPr>
            <a:xfrm>
              <a:off x="1891504" y="1310986"/>
              <a:ext cx="793367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07" name="Shape 2380"/>
            <p:cNvSpPr/>
            <p:nvPr/>
          </p:nvSpPr>
          <p:spPr>
            <a:xfrm>
              <a:off x="930404" y="2148259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710" name="Group 2383"/>
            <p:cNvGrpSpPr/>
            <p:nvPr/>
          </p:nvGrpSpPr>
          <p:grpSpPr>
            <a:xfrm>
              <a:off x="993392" y="2419518"/>
              <a:ext cx="647703" cy="647703"/>
              <a:chOff x="0" y="0"/>
              <a:chExt cx="647701" cy="647701"/>
            </a:xfrm>
          </p:grpSpPr>
          <p:sp>
            <p:nvSpPr>
              <p:cNvPr id="1708" name="Shape 2381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09" name="Shape 2382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713" name="Group 2386"/>
            <p:cNvGrpSpPr/>
            <p:nvPr/>
          </p:nvGrpSpPr>
          <p:grpSpPr>
            <a:xfrm>
              <a:off x="1385313" y="918441"/>
              <a:ext cx="647703" cy="647703"/>
              <a:chOff x="0" y="0"/>
              <a:chExt cx="647701" cy="647701"/>
            </a:xfrm>
          </p:grpSpPr>
          <p:sp>
            <p:nvSpPr>
              <p:cNvPr id="1711" name="Shape 2384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12" name="Shape 2385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716" name="Group 2389"/>
            <p:cNvGrpSpPr/>
            <p:nvPr/>
          </p:nvGrpSpPr>
          <p:grpSpPr>
            <a:xfrm>
              <a:off x="572702" y="1669053"/>
              <a:ext cx="647703" cy="647703"/>
              <a:chOff x="0" y="0"/>
              <a:chExt cx="647701" cy="647701"/>
            </a:xfrm>
          </p:grpSpPr>
          <p:sp>
            <p:nvSpPr>
              <p:cNvPr id="1714" name="Shape 2387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15" name="Shape 2388"/>
              <p:cNvSpPr txBox="1"/>
              <p:nvPr/>
            </p:nvSpPr>
            <p:spPr>
              <a:xfrm>
                <a:off x="112561" y="41063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sp>
          <p:nvSpPr>
            <p:cNvPr id="1717" name="Shape 2390"/>
            <p:cNvSpPr/>
            <p:nvPr/>
          </p:nvSpPr>
          <p:spPr>
            <a:xfrm>
              <a:off x="3068775" y="0"/>
              <a:ext cx="647703" cy="64770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18" name="Shape 2391"/>
            <p:cNvSpPr txBox="1"/>
            <p:nvPr/>
          </p:nvSpPr>
          <p:spPr>
            <a:xfrm>
              <a:off x="3181337" y="66462"/>
              <a:ext cx="422579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719" name="Shape 2392"/>
            <p:cNvSpPr/>
            <p:nvPr/>
          </p:nvSpPr>
          <p:spPr>
            <a:xfrm flipH="1">
              <a:off x="334461" y="2144738"/>
              <a:ext cx="330329" cy="33032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20" name="Shape 2393"/>
            <p:cNvSpPr/>
            <p:nvPr/>
          </p:nvSpPr>
          <p:spPr>
            <a:xfrm>
              <a:off x="-1" y="2385233"/>
              <a:ext cx="647701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1" name="Shape 2394"/>
            <p:cNvSpPr/>
            <p:nvPr/>
          </p:nvSpPr>
          <p:spPr>
            <a:xfrm>
              <a:off x="3688623" y="478660"/>
              <a:ext cx="929920" cy="577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22" name="Shape 2395"/>
            <p:cNvSpPr/>
            <p:nvPr/>
          </p:nvSpPr>
          <p:spPr>
            <a:xfrm>
              <a:off x="3985898" y="166905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3" name="Shape 2396"/>
            <p:cNvSpPr txBox="1"/>
            <p:nvPr/>
          </p:nvSpPr>
          <p:spPr>
            <a:xfrm>
              <a:off x="4134798" y="174645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724" name="Shape 2397"/>
            <p:cNvSpPr/>
            <p:nvPr/>
          </p:nvSpPr>
          <p:spPr>
            <a:xfrm>
              <a:off x="3582439" y="2419518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5" name="Shape 2398"/>
            <p:cNvSpPr txBox="1"/>
            <p:nvPr/>
          </p:nvSpPr>
          <p:spPr>
            <a:xfrm>
              <a:off x="3695001" y="248598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726" name="Shape 2399"/>
            <p:cNvSpPr/>
            <p:nvPr/>
          </p:nvSpPr>
          <p:spPr>
            <a:xfrm>
              <a:off x="2811605" y="2377182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27" name="Shape 2400"/>
            <p:cNvSpPr txBox="1"/>
            <p:nvPr/>
          </p:nvSpPr>
          <p:spPr>
            <a:xfrm>
              <a:off x="2902779" y="2457665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728" name="Shape 2401"/>
            <p:cNvSpPr/>
            <p:nvPr/>
          </p:nvSpPr>
          <p:spPr>
            <a:xfrm flipH="1">
              <a:off x="2224612" y="2082501"/>
              <a:ext cx="164091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29" name="Shape 2402"/>
            <p:cNvSpPr/>
            <p:nvPr/>
          </p:nvSpPr>
          <p:spPr>
            <a:xfrm>
              <a:off x="1964336" y="2399133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0" name="Shape 2403"/>
            <p:cNvSpPr txBox="1"/>
            <p:nvPr/>
          </p:nvSpPr>
          <p:spPr>
            <a:xfrm>
              <a:off x="2113237" y="2474028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731" name="Shape 2404"/>
            <p:cNvSpPr/>
            <p:nvPr/>
          </p:nvSpPr>
          <p:spPr>
            <a:xfrm>
              <a:off x="2317254" y="1622497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2" name="Shape 2405"/>
            <p:cNvSpPr txBox="1"/>
            <p:nvPr/>
          </p:nvSpPr>
          <p:spPr>
            <a:xfrm>
              <a:off x="2429816" y="1688960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733" name="Shape 2406"/>
            <p:cNvSpPr/>
            <p:nvPr/>
          </p:nvSpPr>
          <p:spPr>
            <a:xfrm>
              <a:off x="4546140" y="988814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4" name="Shape 2407"/>
            <p:cNvSpPr txBox="1"/>
            <p:nvPr/>
          </p:nvSpPr>
          <p:spPr>
            <a:xfrm>
              <a:off x="4606140" y="108045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735" name="Shape 2408"/>
            <p:cNvSpPr/>
            <p:nvPr/>
          </p:nvSpPr>
          <p:spPr>
            <a:xfrm>
              <a:off x="5084024" y="1516274"/>
              <a:ext cx="459317" cy="459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36" name="Shape 2409"/>
            <p:cNvSpPr/>
            <p:nvPr/>
          </p:nvSpPr>
          <p:spPr>
            <a:xfrm>
              <a:off x="4353274" y="2435612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7" name="Shape 2410"/>
            <p:cNvSpPr txBox="1"/>
            <p:nvPr/>
          </p:nvSpPr>
          <p:spPr>
            <a:xfrm>
              <a:off x="4413275" y="2495418"/>
              <a:ext cx="514504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738" name="Shape 2411"/>
            <p:cNvSpPr/>
            <p:nvPr/>
          </p:nvSpPr>
          <p:spPr>
            <a:xfrm flipH="1">
              <a:off x="1906197" y="457305"/>
              <a:ext cx="1186028" cy="5866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39" name="Shape 2412"/>
            <p:cNvSpPr txBox="1"/>
            <p:nvPr/>
          </p:nvSpPr>
          <p:spPr>
            <a:xfrm>
              <a:off x="112375" y="2519733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40" name="Shape 2413"/>
            <p:cNvSpPr/>
            <p:nvPr/>
          </p:nvSpPr>
          <p:spPr>
            <a:xfrm>
              <a:off x="5252993" y="1691466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1" name="Shape 2414"/>
            <p:cNvSpPr txBox="1"/>
            <p:nvPr/>
          </p:nvSpPr>
          <p:spPr>
            <a:xfrm>
              <a:off x="5319591" y="1686704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742" name="Shape 2415"/>
            <p:cNvSpPr/>
            <p:nvPr/>
          </p:nvSpPr>
          <p:spPr>
            <a:xfrm>
              <a:off x="5045639" y="2423927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3" name="Shape 2416"/>
            <p:cNvSpPr txBox="1"/>
            <p:nvPr/>
          </p:nvSpPr>
          <p:spPr>
            <a:xfrm>
              <a:off x="5112237" y="2419164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  <p:sp>
          <p:nvSpPr>
            <p:cNvPr id="1744" name="Shape 2417"/>
            <p:cNvSpPr/>
            <p:nvPr/>
          </p:nvSpPr>
          <p:spPr>
            <a:xfrm>
              <a:off x="5744771" y="2439679"/>
              <a:ext cx="647703" cy="6477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5" name="Shape 2418"/>
            <p:cNvSpPr txBox="1"/>
            <p:nvPr/>
          </p:nvSpPr>
          <p:spPr>
            <a:xfrm>
              <a:off x="5811369" y="24349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15</a:t>
              </a:r>
            </a:p>
          </p:txBody>
        </p:sp>
      </p:grpSp>
      <p:sp>
        <p:nvSpPr>
          <p:cNvPr id="1747" name="Shape 223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插入操作的平衡操作示例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Shape 2424"/>
          <p:cNvSpPr txBox="1"/>
          <p:nvPr/>
        </p:nvSpPr>
        <p:spPr>
          <a:xfrm>
            <a:off x="653343" y="1700105"/>
            <a:ext cx="12026903" cy="1285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3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按次序输入关键字：20，10，5，30，40，3，4，25，23，27，50，试画出平衡二叉树的构造和调整过程。</a:t>
            </a:r>
          </a:p>
        </p:txBody>
      </p:sp>
      <p:sp>
        <p:nvSpPr>
          <p:cNvPr id="1750" name="Shape 242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课堂练习</a:t>
            </a:r>
          </a:p>
        </p:txBody>
      </p:sp>
      <p:grpSp>
        <p:nvGrpSpPr>
          <p:cNvPr id="1794" name="成组"/>
          <p:cNvGrpSpPr/>
          <p:nvPr/>
        </p:nvGrpSpPr>
        <p:grpSpPr>
          <a:xfrm>
            <a:off x="2774564" y="3323313"/>
            <a:ext cx="6392473" cy="3032938"/>
            <a:chOff x="0" y="0"/>
            <a:chExt cx="6392472" cy="3032936"/>
          </a:xfrm>
        </p:grpSpPr>
        <p:sp>
          <p:nvSpPr>
            <p:cNvPr id="1751" name="Shape 2421"/>
            <p:cNvSpPr/>
            <p:nvPr/>
          </p:nvSpPr>
          <p:spPr>
            <a:xfrm>
              <a:off x="5084022" y="1516275"/>
              <a:ext cx="459318" cy="45931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2" name="Shape 2422"/>
            <p:cNvSpPr/>
            <p:nvPr/>
          </p:nvSpPr>
          <p:spPr>
            <a:xfrm flipH="1">
              <a:off x="334460" y="2144739"/>
              <a:ext cx="330329" cy="33032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3" name="Shape 2423"/>
            <p:cNvSpPr/>
            <p:nvPr/>
          </p:nvSpPr>
          <p:spPr>
            <a:xfrm flipH="1">
              <a:off x="1906198" y="457306"/>
              <a:ext cx="1186026" cy="58665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4" name="Shape 2426"/>
            <p:cNvSpPr/>
            <p:nvPr/>
          </p:nvSpPr>
          <p:spPr>
            <a:xfrm flipH="1">
              <a:off x="4305390" y="1398826"/>
              <a:ext cx="328647" cy="46159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5" name="Shape 2427"/>
            <p:cNvSpPr/>
            <p:nvPr/>
          </p:nvSpPr>
          <p:spPr>
            <a:xfrm>
              <a:off x="5566040" y="2183606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6" name="Shape 2428"/>
            <p:cNvSpPr/>
            <p:nvPr/>
          </p:nvSpPr>
          <p:spPr>
            <a:xfrm flipH="1">
              <a:off x="942630" y="1311569"/>
              <a:ext cx="522376" cy="40558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7" name="Shape 2429"/>
            <p:cNvSpPr/>
            <p:nvPr/>
          </p:nvSpPr>
          <p:spPr>
            <a:xfrm>
              <a:off x="1891505" y="1310987"/>
              <a:ext cx="793366" cy="79336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1758" name="Shape 2430"/>
            <p:cNvSpPr/>
            <p:nvPr/>
          </p:nvSpPr>
          <p:spPr>
            <a:xfrm>
              <a:off x="930404" y="2148260"/>
              <a:ext cx="354778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761" name="Group 2433"/>
            <p:cNvGrpSpPr/>
            <p:nvPr/>
          </p:nvGrpSpPr>
          <p:grpSpPr>
            <a:xfrm>
              <a:off x="993392" y="2385234"/>
              <a:ext cx="647703" cy="647703"/>
              <a:chOff x="0" y="0"/>
              <a:chExt cx="647701" cy="647701"/>
            </a:xfrm>
          </p:grpSpPr>
          <p:sp>
            <p:nvSpPr>
              <p:cNvPr id="1759" name="Shape 2431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60" name="Shape 2432"/>
              <p:cNvSpPr txBox="1"/>
              <p:nvPr/>
            </p:nvSpPr>
            <p:spPr>
              <a:xfrm>
                <a:off x="112561" y="66462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1764" name="Group 2436"/>
            <p:cNvGrpSpPr/>
            <p:nvPr/>
          </p:nvGrpSpPr>
          <p:grpSpPr>
            <a:xfrm>
              <a:off x="1385313" y="918442"/>
              <a:ext cx="647703" cy="647702"/>
              <a:chOff x="0" y="0"/>
              <a:chExt cx="647701" cy="647701"/>
            </a:xfrm>
          </p:grpSpPr>
          <p:sp>
            <p:nvSpPr>
              <p:cNvPr id="1762" name="Shape 2434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63" name="Shape 2435"/>
              <p:cNvSpPr txBox="1"/>
              <p:nvPr/>
            </p:nvSpPr>
            <p:spPr>
              <a:xfrm>
                <a:off x="34600" y="7740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1767" name="Group 2439"/>
            <p:cNvGrpSpPr/>
            <p:nvPr/>
          </p:nvGrpSpPr>
          <p:grpSpPr>
            <a:xfrm>
              <a:off x="572701" y="1622498"/>
              <a:ext cx="647703" cy="647703"/>
              <a:chOff x="0" y="0"/>
              <a:chExt cx="647701" cy="647701"/>
            </a:xfrm>
          </p:grpSpPr>
          <p:sp>
            <p:nvSpPr>
              <p:cNvPr id="1765" name="Shape 2437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66" name="Shape 2438"/>
              <p:cNvSpPr txBox="1"/>
              <p:nvPr/>
            </p:nvSpPr>
            <p:spPr>
              <a:xfrm>
                <a:off x="112561" y="41063"/>
                <a:ext cx="3499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770" name="Group 2442"/>
            <p:cNvGrpSpPr/>
            <p:nvPr/>
          </p:nvGrpSpPr>
          <p:grpSpPr>
            <a:xfrm>
              <a:off x="3064012" y="0"/>
              <a:ext cx="657228" cy="647702"/>
              <a:chOff x="0" y="0"/>
              <a:chExt cx="657226" cy="647701"/>
            </a:xfrm>
          </p:grpSpPr>
          <p:sp>
            <p:nvSpPr>
              <p:cNvPr id="1768" name="Shape 2440"/>
              <p:cNvSpPr/>
              <p:nvPr/>
            </p:nvSpPr>
            <p:spPr>
              <a:xfrm>
                <a:off x="4762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69" name="Shape 2441"/>
              <p:cNvSpPr txBox="1"/>
              <p:nvPr/>
            </p:nvSpPr>
            <p:spPr>
              <a:xfrm>
                <a:off x="0" y="77403"/>
                <a:ext cx="657227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25</a:t>
                </a:r>
              </a:p>
            </p:txBody>
          </p:sp>
        </p:grpSp>
        <p:sp>
          <p:nvSpPr>
            <p:cNvPr id="1771" name="Shape 2443"/>
            <p:cNvSpPr/>
            <p:nvPr/>
          </p:nvSpPr>
          <p:spPr>
            <a:xfrm>
              <a:off x="3688622" y="478661"/>
              <a:ext cx="929920" cy="57780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774" name="Group 2446"/>
            <p:cNvGrpSpPr/>
            <p:nvPr/>
          </p:nvGrpSpPr>
          <p:grpSpPr>
            <a:xfrm>
              <a:off x="3985896" y="1622498"/>
              <a:ext cx="647703" cy="647703"/>
              <a:chOff x="0" y="0"/>
              <a:chExt cx="647701" cy="647701"/>
            </a:xfrm>
          </p:grpSpPr>
          <p:sp>
            <p:nvSpPr>
              <p:cNvPr id="1772" name="Shape 2444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3" name="Shape 2445"/>
              <p:cNvSpPr txBox="1"/>
              <p:nvPr/>
            </p:nvSpPr>
            <p:spPr>
              <a:xfrm>
                <a:off x="75910" y="7687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sp>
          <p:nvSpPr>
            <p:cNvPr id="1775" name="Shape 2447"/>
            <p:cNvSpPr/>
            <p:nvPr/>
          </p:nvSpPr>
          <p:spPr>
            <a:xfrm flipH="1">
              <a:off x="2224613" y="2082502"/>
              <a:ext cx="164090" cy="35477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1778" name="Group 2450"/>
            <p:cNvGrpSpPr/>
            <p:nvPr/>
          </p:nvGrpSpPr>
          <p:grpSpPr>
            <a:xfrm>
              <a:off x="1964337" y="2385234"/>
              <a:ext cx="647703" cy="647703"/>
              <a:chOff x="0" y="0"/>
              <a:chExt cx="647701" cy="647701"/>
            </a:xfrm>
          </p:grpSpPr>
          <p:sp>
            <p:nvSpPr>
              <p:cNvPr id="1776" name="Shape 2448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77" name="Shape 2449"/>
              <p:cNvSpPr txBox="1"/>
              <p:nvPr/>
            </p:nvSpPr>
            <p:spPr>
              <a:xfrm>
                <a:off x="78470" y="7740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grpSp>
          <p:nvGrpSpPr>
            <p:cNvPr id="1781" name="Group 2453"/>
            <p:cNvGrpSpPr/>
            <p:nvPr/>
          </p:nvGrpSpPr>
          <p:grpSpPr>
            <a:xfrm>
              <a:off x="2317255" y="1622498"/>
              <a:ext cx="647703" cy="647703"/>
              <a:chOff x="0" y="0"/>
              <a:chExt cx="647701" cy="647701"/>
            </a:xfrm>
          </p:grpSpPr>
          <p:sp>
            <p:nvSpPr>
              <p:cNvPr id="1779" name="Shape 2451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80" name="Shape 2452"/>
              <p:cNvSpPr txBox="1"/>
              <p:nvPr/>
            </p:nvSpPr>
            <p:spPr>
              <a:xfrm>
                <a:off x="60000" y="7740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23</a:t>
                </a:r>
              </a:p>
            </p:txBody>
          </p:sp>
        </p:grpSp>
        <p:grpSp>
          <p:nvGrpSpPr>
            <p:cNvPr id="1784" name="Group 2456"/>
            <p:cNvGrpSpPr/>
            <p:nvPr/>
          </p:nvGrpSpPr>
          <p:grpSpPr>
            <a:xfrm>
              <a:off x="4546138" y="918442"/>
              <a:ext cx="647703" cy="647702"/>
              <a:chOff x="0" y="0"/>
              <a:chExt cx="647701" cy="647701"/>
            </a:xfrm>
          </p:grpSpPr>
          <p:sp>
            <p:nvSpPr>
              <p:cNvPr id="1782" name="Shape 2454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83" name="Shape 2455"/>
              <p:cNvSpPr txBox="1"/>
              <p:nvPr/>
            </p:nvSpPr>
            <p:spPr>
              <a:xfrm>
                <a:off x="60000" y="9164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30</a:t>
                </a:r>
              </a:p>
            </p:txBody>
          </p:sp>
        </p:grpSp>
        <p:grpSp>
          <p:nvGrpSpPr>
            <p:cNvPr id="1787" name="Group 2459"/>
            <p:cNvGrpSpPr/>
            <p:nvPr/>
          </p:nvGrpSpPr>
          <p:grpSpPr>
            <a:xfrm>
              <a:off x="0" y="2385234"/>
              <a:ext cx="647702" cy="647703"/>
              <a:chOff x="0" y="0"/>
              <a:chExt cx="647701" cy="647701"/>
            </a:xfrm>
          </p:grpSpPr>
          <p:sp>
            <p:nvSpPr>
              <p:cNvPr id="1785" name="Shape 2457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86" name="Shape 2458"/>
              <p:cNvSpPr txBox="1"/>
              <p:nvPr/>
            </p:nvSpPr>
            <p:spPr>
              <a:xfrm>
                <a:off x="112375" y="83700"/>
                <a:ext cx="3499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790" name="Group 2462"/>
            <p:cNvGrpSpPr/>
            <p:nvPr/>
          </p:nvGrpSpPr>
          <p:grpSpPr>
            <a:xfrm>
              <a:off x="5252991" y="1622498"/>
              <a:ext cx="647703" cy="647703"/>
              <a:chOff x="0" y="0"/>
              <a:chExt cx="647701" cy="647701"/>
            </a:xfrm>
          </p:grpSpPr>
          <p:sp>
            <p:nvSpPr>
              <p:cNvPr id="1788" name="Shape 2460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89" name="Shape 2461"/>
              <p:cNvSpPr txBox="1"/>
              <p:nvPr/>
            </p:nvSpPr>
            <p:spPr>
              <a:xfrm>
                <a:off x="60000" y="5498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grpSp>
          <p:nvGrpSpPr>
            <p:cNvPr id="1793" name="Group 2465"/>
            <p:cNvGrpSpPr/>
            <p:nvPr/>
          </p:nvGrpSpPr>
          <p:grpSpPr>
            <a:xfrm>
              <a:off x="5744770" y="2385234"/>
              <a:ext cx="647703" cy="647703"/>
              <a:chOff x="0" y="0"/>
              <a:chExt cx="647701" cy="647701"/>
            </a:xfrm>
          </p:grpSpPr>
          <p:sp>
            <p:nvSpPr>
              <p:cNvPr id="1791" name="Shape 2463"/>
              <p:cNvSpPr/>
              <p:nvPr/>
            </p:nvSpPr>
            <p:spPr>
              <a:xfrm>
                <a:off x="0" y="0"/>
                <a:ext cx="647702" cy="6477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92" name="Shape 2464"/>
              <p:cNvSpPr txBox="1"/>
              <p:nvPr/>
            </p:nvSpPr>
            <p:spPr>
              <a:xfrm>
                <a:off x="60000" y="8005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9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Shape 242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删除操作的平衡操作</a:t>
            </a:r>
          </a:p>
        </p:txBody>
      </p:sp>
      <p:grpSp>
        <p:nvGrpSpPr>
          <p:cNvPr id="1863" name="成组"/>
          <p:cNvGrpSpPr/>
          <p:nvPr/>
        </p:nvGrpSpPr>
        <p:grpSpPr>
          <a:xfrm>
            <a:off x="1392115" y="2208672"/>
            <a:ext cx="8446009" cy="3131381"/>
            <a:chOff x="0" y="0"/>
            <a:chExt cx="8446007" cy="3131379"/>
          </a:xfrm>
        </p:grpSpPr>
        <p:grpSp>
          <p:nvGrpSpPr>
            <p:cNvPr id="1799" name="成组"/>
            <p:cNvGrpSpPr/>
            <p:nvPr/>
          </p:nvGrpSpPr>
          <p:grpSpPr>
            <a:xfrm>
              <a:off x="761069" y="552714"/>
              <a:ext cx="1080611" cy="374266"/>
              <a:chOff x="0" y="0"/>
              <a:chExt cx="1080610" cy="374264"/>
            </a:xfrm>
          </p:grpSpPr>
          <p:sp>
            <p:nvSpPr>
              <p:cNvPr id="179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9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802" name="成组"/>
            <p:cNvGrpSpPr/>
            <p:nvPr/>
          </p:nvGrpSpPr>
          <p:grpSpPr>
            <a:xfrm>
              <a:off x="1105334" y="262789"/>
              <a:ext cx="381001" cy="381001"/>
              <a:chOff x="0" y="0"/>
              <a:chExt cx="381000" cy="381000"/>
            </a:xfrm>
          </p:grpSpPr>
          <p:sp>
            <p:nvSpPr>
              <p:cNvPr id="180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01" name="A"/>
              <p:cNvSpPr txBox="1"/>
              <p:nvPr/>
            </p:nvSpPr>
            <p:spPr>
              <a:xfrm>
                <a:off x="32067" y="43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05" name="成组"/>
            <p:cNvGrpSpPr/>
            <p:nvPr/>
          </p:nvGrpSpPr>
          <p:grpSpPr>
            <a:xfrm>
              <a:off x="505493" y="914013"/>
              <a:ext cx="381001" cy="381001"/>
              <a:chOff x="0" y="0"/>
              <a:chExt cx="381000" cy="381000"/>
            </a:xfrm>
          </p:grpSpPr>
          <p:sp>
            <p:nvSpPr>
              <p:cNvPr id="180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04" name="B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08" name="成组"/>
            <p:cNvGrpSpPr/>
            <p:nvPr/>
          </p:nvGrpSpPr>
          <p:grpSpPr>
            <a:xfrm>
              <a:off x="164341" y="1199363"/>
              <a:ext cx="1080612" cy="374266"/>
              <a:chOff x="0" y="0"/>
              <a:chExt cx="1080610" cy="374264"/>
            </a:xfrm>
          </p:grpSpPr>
          <p:sp>
            <p:nvSpPr>
              <p:cNvPr id="180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0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809" name="BL"/>
            <p:cNvSpPr txBox="1"/>
            <p:nvPr/>
          </p:nvSpPr>
          <p:spPr>
            <a:xfrm>
              <a:off x="0" y="1500042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1810" name="1"/>
            <p:cNvSpPr txBox="1"/>
            <p:nvPr/>
          </p:nvSpPr>
          <p:spPr>
            <a:xfrm>
              <a:off x="1154864" y="591611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11" name="0"/>
            <p:cNvSpPr txBox="1"/>
            <p:nvPr/>
          </p:nvSpPr>
          <p:spPr>
            <a:xfrm>
              <a:off x="567723" y="125216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812" name="BR"/>
            <p:cNvSpPr txBox="1"/>
            <p:nvPr/>
          </p:nvSpPr>
          <p:spPr>
            <a:xfrm>
              <a:off x="1077125" y="1500042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1813" name="AR"/>
            <p:cNvSpPr txBox="1"/>
            <p:nvPr/>
          </p:nvSpPr>
          <p:spPr>
            <a:xfrm>
              <a:off x="1681858" y="850035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1814" name="h"/>
            <p:cNvSpPr txBox="1"/>
            <p:nvPr/>
          </p:nvSpPr>
          <p:spPr>
            <a:xfrm>
              <a:off x="32940" y="174134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815" name="h"/>
            <p:cNvSpPr txBox="1"/>
            <p:nvPr/>
          </p:nvSpPr>
          <p:spPr>
            <a:xfrm>
              <a:off x="1139269" y="174134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816" name="h"/>
            <p:cNvSpPr txBox="1"/>
            <p:nvPr/>
          </p:nvSpPr>
          <p:spPr>
            <a:xfrm>
              <a:off x="1711508" y="1060611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1819" name="成组"/>
            <p:cNvGrpSpPr/>
            <p:nvPr/>
          </p:nvGrpSpPr>
          <p:grpSpPr>
            <a:xfrm>
              <a:off x="3543346" y="552714"/>
              <a:ext cx="1080612" cy="374266"/>
              <a:chOff x="0" y="0"/>
              <a:chExt cx="1080610" cy="374264"/>
            </a:xfrm>
          </p:grpSpPr>
          <p:sp>
            <p:nvSpPr>
              <p:cNvPr id="181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822" name="成组"/>
            <p:cNvGrpSpPr/>
            <p:nvPr/>
          </p:nvGrpSpPr>
          <p:grpSpPr>
            <a:xfrm>
              <a:off x="3887612" y="262789"/>
              <a:ext cx="381001" cy="381001"/>
              <a:chOff x="0" y="0"/>
              <a:chExt cx="381000" cy="381000"/>
            </a:xfrm>
          </p:grpSpPr>
          <p:sp>
            <p:nvSpPr>
              <p:cNvPr id="182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21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25" name="成组"/>
            <p:cNvGrpSpPr/>
            <p:nvPr/>
          </p:nvGrpSpPr>
          <p:grpSpPr>
            <a:xfrm>
              <a:off x="3287771" y="914013"/>
              <a:ext cx="381001" cy="381001"/>
              <a:chOff x="0" y="0"/>
              <a:chExt cx="381000" cy="381000"/>
            </a:xfrm>
          </p:grpSpPr>
          <p:sp>
            <p:nvSpPr>
              <p:cNvPr id="182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24" name="B"/>
              <p:cNvSpPr txBox="1"/>
              <p:nvPr/>
            </p:nvSpPr>
            <p:spPr>
              <a:xfrm>
                <a:off x="36829" y="170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28" name="成组"/>
            <p:cNvGrpSpPr/>
            <p:nvPr/>
          </p:nvGrpSpPr>
          <p:grpSpPr>
            <a:xfrm>
              <a:off x="2946619" y="1199363"/>
              <a:ext cx="1080612" cy="374266"/>
              <a:chOff x="0" y="0"/>
              <a:chExt cx="1080610" cy="374264"/>
            </a:xfrm>
          </p:grpSpPr>
          <p:sp>
            <p:nvSpPr>
              <p:cNvPr id="182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2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829" name="BL"/>
            <p:cNvSpPr txBox="1"/>
            <p:nvPr/>
          </p:nvSpPr>
          <p:spPr>
            <a:xfrm>
              <a:off x="2782277" y="1500042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1830" name="2"/>
            <p:cNvSpPr txBox="1"/>
            <p:nvPr/>
          </p:nvSpPr>
          <p:spPr>
            <a:xfrm>
              <a:off x="3937142" y="591611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31" name="0"/>
            <p:cNvSpPr txBox="1"/>
            <p:nvPr/>
          </p:nvSpPr>
          <p:spPr>
            <a:xfrm>
              <a:off x="3350001" y="125216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832" name="BR"/>
            <p:cNvSpPr txBox="1"/>
            <p:nvPr/>
          </p:nvSpPr>
          <p:spPr>
            <a:xfrm>
              <a:off x="3859402" y="1500042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1833" name="A'R"/>
            <p:cNvSpPr txBox="1"/>
            <p:nvPr/>
          </p:nvSpPr>
          <p:spPr>
            <a:xfrm>
              <a:off x="4464135" y="850035"/>
              <a:ext cx="42865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1834" name="h"/>
            <p:cNvSpPr txBox="1"/>
            <p:nvPr/>
          </p:nvSpPr>
          <p:spPr>
            <a:xfrm>
              <a:off x="2789818" y="174134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835" name="h"/>
            <p:cNvSpPr txBox="1"/>
            <p:nvPr/>
          </p:nvSpPr>
          <p:spPr>
            <a:xfrm>
              <a:off x="3921546" y="1741342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836" name="h-1"/>
            <p:cNvSpPr txBox="1"/>
            <p:nvPr/>
          </p:nvSpPr>
          <p:spPr>
            <a:xfrm>
              <a:off x="4442985" y="1060611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grpSp>
          <p:nvGrpSpPr>
            <p:cNvPr id="1839" name="成组"/>
            <p:cNvGrpSpPr/>
            <p:nvPr/>
          </p:nvGrpSpPr>
          <p:grpSpPr>
            <a:xfrm>
              <a:off x="5652523" y="552714"/>
              <a:ext cx="1080612" cy="374266"/>
              <a:chOff x="0" y="0"/>
              <a:chExt cx="1080610" cy="374264"/>
            </a:xfrm>
          </p:grpSpPr>
          <p:sp>
            <p:nvSpPr>
              <p:cNvPr id="183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3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842" name="成组"/>
            <p:cNvGrpSpPr/>
            <p:nvPr/>
          </p:nvGrpSpPr>
          <p:grpSpPr>
            <a:xfrm>
              <a:off x="5996789" y="262789"/>
              <a:ext cx="381001" cy="381001"/>
              <a:chOff x="0" y="0"/>
              <a:chExt cx="381000" cy="381000"/>
            </a:xfrm>
          </p:grpSpPr>
          <p:sp>
            <p:nvSpPr>
              <p:cNvPr id="184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1" name="B"/>
              <p:cNvSpPr txBox="1"/>
              <p:nvPr/>
            </p:nvSpPr>
            <p:spPr>
              <a:xfrm>
                <a:off x="44767" y="17016"/>
                <a:ext cx="290473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45" name="成组"/>
            <p:cNvGrpSpPr/>
            <p:nvPr/>
          </p:nvGrpSpPr>
          <p:grpSpPr>
            <a:xfrm>
              <a:off x="6603448" y="914013"/>
              <a:ext cx="381001" cy="381001"/>
              <a:chOff x="0" y="0"/>
              <a:chExt cx="381000" cy="381000"/>
            </a:xfrm>
          </p:grpSpPr>
          <p:sp>
            <p:nvSpPr>
              <p:cNvPr id="184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4" name="A"/>
              <p:cNvSpPr txBox="1"/>
              <p:nvPr/>
            </p:nvSpPr>
            <p:spPr>
              <a:xfrm>
                <a:off x="36829" y="29716"/>
                <a:ext cx="301686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48" name="成组"/>
            <p:cNvGrpSpPr/>
            <p:nvPr/>
          </p:nvGrpSpPr>
          <p:grpSpPr>
            <a:xfrm>
              <a:off x="6262297" y="1199363"/>
              <a:ext cx="1080612" cy="374266"/>
              <a:chOff x="0" y="0"/>
              <a:chExt cx="1080610" cy="374264"/>
            </a:xfrm>
          </p:grpSpPr>
          <p:sp>
            <p:nvSpPr>
              <p:cNvPr id="184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849" name="-1"/>
            <p:cNvSpPr txBox="1"/>
            <p:nvPr/>
          </p:nvSpPr>
          <p:spPr>
            <a:xfrm>
              <a:off x="6033619" y="604311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1850" name="1"/>
            <p:cNvSpPr txBox="1"/>
            <p:nvPr/>
          </p:nvSpPr>
          <p:spPr>
            <a:xfrm>
              <a:off x="6678379" y="125216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grpSp>
          <p:nvGrpSpPr>
            <p:cNvPr id="1853" name="成组"/>
            <p:cNvGrpSpPr/>
            <p:nvPr/>
          </p:nvGrpSpPr>
          <p:grpSpPr>
            <a:xfrm>
              <a:off x="5491617" y="1020857"/>
              <a:ext cx="1328342" cy="1511301"/>
              <a:chOff x="0" y="160783"/>
              <a:chExt cx="1328340" cy="1511299"/>
            </a:xfrm>
          </p:grpSpPr>
          <p:sp>
            <p:nvSpPr>
              <p:cNvPr id="1851" name="BL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1852" name="h"/>
              <p:cNvSpPr/>
              <p:nvPr/>
            </p:nvSpPr>
            <p:spPr>
              <a:xfrm>
                <a:off x="58340" y="402083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856" name="成组"/>
            <p:cNvGrpSpPr/>
            <p:nvPr/>
          </p:nvGrpSpPr>
          <p:grpSpPr>
            <a:xfrm>
              <a:off x="6118844" y="1490020"/>
              <a:ext cx="380829" cy="562869"/>
              <a:chOff x="0" y="0"/>
              <a:chExt cx="380828" cy="562867"/>
            </a:xfrm>
          </p:grpSpPr>
          <p:sp>
            <p:nvSpPr>
              <p:cNvPr id="1854" name="BR"/>
              <p:cNvSpPr txBox="1"/>
              <p:nvPr/>
            </p:nvSpPr>
            <p:spPr>
              <a:xfrm>
                <a:off x="0" y="0"/>
                <a:ext cx="380829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1855" name="h"/>
              <p:cNvSpPr txBox="1"/>
              <p:nvPr/>
            </p:nvSpPr>
            <p:spPr>
              <a:xfrm>
                <a:off x="62143" y="241299"/>
                <a:ext cx="2565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859" name="成组"/>
            <p:cNvGrpSpPr/>
            <p:nvPr/>
          </p:nvGrpSpPr>
          <p:grpSpPr>
            <a:xfrm>
              <a:off x="7171757" y="1650804"/>
              <a:ext cx="1274251" cy="1480576"/>
              <a:chOff x="0" y="160783"/>
              <a:chExt cx="1274250" cy="1480575"/>
            </a:xfrm>
          </p:grpSpPr>
          <p:sp>
            <p:nvSpPr>
              <p:cNvPr id="1857" name="A'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A'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1858" name="h-1"/>
              <p:cNvSpPr/>
              <p:nvPr/>
            </p:nvSpPr>
            <p:spPr>
              <a:xfrm>
                <a:off x="4250" y="3713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-1</a:t>
                </a:r>
              </a:p>
            </p:txBody>
          </p:sp>
        </p:grpSp>
        <p:sp>
          <p:nvSpPr>
            <p:cNvPr id="1860" name="线条"/>
            <p:cNvSpPr/>
            <p:nvPr/>
          </p:nvSpPr>
          <p:spPr>
            <a:xfrm flipV="1">
              <a:off x="6192829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1" name="线条"/>
            <p:cNvSpPr/>
            <p:nvPr/>
          </p:nvSpPr>
          <p:spPr>
            <a:xfrm flipV="1">
              <a:off x="4065412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2" name="线条"/>
            <p:cNvSpPr/>
            <p:nvPr/>
          </p:nvSpPr>
          <p:spPr>
            <a:xfrm flipV="1">
              <a:off x="1301374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864" name="R0：不平衡结点的右子树变矮，左子树根结点的平衡因子为0"/>
          <p:cNvSpPr txBox="1"/>
          <p:nvPr/>
        </p:nvSpPr>
        <p:spPr>
          <a:xfrm>
            <a:off x="415600" y="1328705"/>
            <a:ext cx="1033222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R0：不平衡结点的右子树变矮，左子树根结点的平衡因子为0</a:t>
            </a:r>
          </a:p>
        </p:txBody>
      </p:sp>
      <p:grpSp>
        <p:nvGrpSpPr>
          <p:cNvPr id="1931" name="成组"/>
          <p:cNvGrpSpPr/>
          <p:nvPr/>
        </p:nvGrpSpPr>
        <p:grpSpPr>
          <a:xfrm>
            <a:off x="1703265" y="5084730"/>
            <a:ext cx="8077709" cy="3161049"/>
            <a:chOff x="0" y="0"/>
            <a:chExt cx="8077707" cy="3161048"/>
          </a:xfrm>
        </p:grpSpPr>
        <p:grpSp>
          <p:nvGrpSpPr>
            <p:cNvPr id="1867" name="成组"/>
            <p:cNvGrpSpPr/>
            <p:nvPr/>
          </p:nvGrpSpPr>
          <p:grpSpPr>
            <a:xfrm>
              <a:off x="761069" y="551658"/>
              <a:ext cx="1080611" cy="374266"/>
              <a:chOff x="0" y="0"/>
              <a:chExt cx="1080610" cy="374264"/>
            </a:xfrm>
          </p:grpSpPr>
          <p:sp>
            <p:nvSpPr>
              <p:cNvPr id="186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6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870" name="成组"/>
            <p:cNvGrpSpPr/>
            <p:nvPr/>
          </p:nvGrpSpPr>
          <p:grpSpPr>
            <a:xfrm>
              <a:off x="1105334" y="261733"/>
              <a:ext cx="381001" cy="381001"/>
              <a:chOff x="0" y="0"/>
              <a:chExt cx="381000" cy="381000"/>
            </a:xfrm>
          </p:grpSpPr>
          <p:sp>
            <p:nvSpPr>
              <p:cNvPr id="186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69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73" name="成组"/>
            <p:cNvGrpSpPr/>
            <p:nvPr/>
          </p:nvGrpSpPr>
          <p:grpSpPr>
            <a:xfrm>
              <a:off x="505493" y="912957"/>
              <a:ext cx="381001" cy="381001"/>
              <a:chOff x="0" y="0"/>
              <a:chExt cx="381000" cy="381000"/>
            </a:xfrm>
          </p:grpSpPr>
          <p:sp>
            <p:nvSpPr>
              <p:cNvPr id="1871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2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76" name="成组"/>
            <p:cNvGrpSpPr/>
            <p:nvPr/>
          </p:nvGrpSpPr>
          <p:grpSpPr>
            <a:xfrm>
              <a:off x="164341" y="1198307"/>
              <a:ext cx="1080612" cy="374266"/>
              <a:chOff x="0" y="0"/>
              <a:chExt cx="1080610" cy="374264"/>
            </a:xfrm>
          </p:grpSpPr>
          <p:sp>
            <p:nvSpPr>
              <p:cNvPr id="187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877" name="BL"/>
            <p:cNvSpPr txBox="1"/>
            <p:nvPr/>
          </p:nvSpPr>
          <p:spPr>
            <a:xfrm>
              <a:off x="0" y="1498986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1878" name="1"/>
            <p:cNvSpPr txBox="1"/>
            <p:nvPr/>
          </p:nvSpPr>
          <p:spPr>
            <a:xfrm>
              <a:off x="1154864" y="59055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79" name="1"/>
            <p:cNvSpPr txBox="1"/>
            <p:nvPr/>
          </p:nvSpPr>
          <p:spPr>
            <a:xfrm>
              <a:off x="567723" y="125110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80" name="BR"/>
            <p:cNvSpPr txBox="1"/>
            <p:nvPr/>
          </p:nvSpPr>
          <p:spPr>
            <a:xfrm>
              <a:off x="1077125" y="1498986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1881" name="AR"/>
            <p:cNvSpPr txBox="1"/>
            <p:nvPr/>
          </p:nvSpPr>
          <p:spPr>
            <a:xfrm>
              <a:off x="1681858" y="848980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1882" name="h"/>
            <p:cNvSpPr txBox="1"/>
            <p:nvPr/>
          </p:nvSpPr>
          <p:spPr>
            <a:xfrm>
              <a:off x="32940" y="174028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883" name="h-1"/>
            <p:cNvSpPr txBox="1"/>
            <p:nvPr/>
          </p:nvSpPr>
          <p:spPr>
            <a:xfrm>
              <a:off x="1088469" y="1740286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1884" name="h"/>
            <p:cNvSpPr txBox="1"/>
            <p:nvPr/>
          </p:nvSpPr>
          <p:spPr>
            <a:xfrm>
              <a:off x="1711508" y="105955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grpSp>
          <p:nvGrpSpPr>
            <p:cNvPr id="1887" name="成组"/>
            <p:cNvGrpSpPr/>
            <p:nvPr/>
          </p:nvGrpSpPr>
          <p:grpSpPr>
            <a:xfrm>
              <a:off x="3327446" y="551658"/>
              <a:ext cx="1080612" cy="374266"/>
              <a:chOff x="0" y="0"/>
              <a:chExt cx="1080610" cy="374264"/>
            </a:xfrm>
          </p:grpSpPr>
          <p:sp>
            <p:nvSpPr>
              <p:cNvPr id="188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890" name="成组"/>
            <p:cNvGrpSpPr/>
            <p:nvPr/>
          </p:nvGrpSpPr>
          <p:grpSpPr>
            <a:xfrm>
              <a:off x="3671712" y="261733"/>
              <a:ext cx="381001" cy="381001"/>
              <a:chOff x="0" y="0"/>
              <a:chExt cx="381000" cy="381000"/>
            </a:xfrm>
          </p:grpSpPr>
          <p:sp>
            <p:nvSpPr>
              <p:cNvPr id="188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9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93" name="成组"/>
            <p:cNvGrpSpPr/>
            <p:nvPr/>
          </p:nvGrpSpPr>
          <p:grpSpPr>
            <a:xfrm>
              <a:off x="3071871" y="912957"/>
              <a:ext cx="381001" cy="381001"/>
              <a:chOff x="0" y="0"/>
              <a:chExt cx="381000" cy="381000"/>
            </a:xfrm>
          </p:grpSpPr>
          <p:sp>
            <p:nvSpPr>
              <p:cNvPr id="1891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2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96" name="成组"/>
            <p:cNvGrpSpPr/>
            <p:nvPr/>
          </p:nvGrpSpPr>
          <p:grpSpPr>
            <a:xfrm>
              <a:off x="2730719" y="1198307"/>
              <a:ext cx="1080612" cy="374266"/>
              <a:chOff x="0" y="0"/>
              <a:chExt cx="1080610" cy="374264"/>
            </a:xfrm>
          </p:grpSpPr>
          <p:sp>
            <p:nvSpPr>
              <p:cNvPr id="189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9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897" name="BL"/>
            <p:cNvSpPr txBox="1"/>
            <p:nvPr/>
          </p:nvSpPr>
          <p:spPr>
            <a:xfrm>
              <a:off x="2566377" y="1498986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1898" name="2"/>
            <p:cNvSpPr txBox="1"/>
            <p:nvPr/>
          </p:nvSpPr>
          <p:spPr>
            <a:xfrm>
              <a:off x="3721242" y="59055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99" name="1"/>
            <p:cNvSpPr txBox="1"/>
            <p:nvPr/>
          </p:nvSpPr>
          <p:spPr>
            <a:xfrm>
              <a:off x="3134101" y="125110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900" name="BR"/>
            <p:cNvSpPr txBox="1"/>
            <p:nvPr/>
          </p:nvSpPr>
          <p:spPr>
            <a:xfrm>
              <a:off x="3643502" y="1498986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R</a:t>
              </a:r>
            </a:p>
          </p:txBody>
        </p:sp>
        <p:sp>
          <p:nvSpPr>
            <p:cNvPr id="1901" name="A'R"/>
            <p:cNvSpPr txBox="1"/>
            <p:nvPr/>
          </p:nvSpPr>
          <p:spPr>
            <a:xfrm>
              <a:off x="4248235" y="848980"/>
              <a:ext cx="42865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1902" name="h"/>
            <p:cNvSpPr txBox="1"/>
            <p:nvPr/>
          </p:nvSpPr>
          <p:spPr>
            <a:xfrm>
              <a:off x="2573918" y="174028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903" name="h-1"/>
            <p:cNvSpPr txBox="1"/>
            <p:nvPr/>
          </p:nvSpPr>
          <p:spPr>
            <a:xfrm>
              <a:off x="3654846" y="1740286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1904" name="h-1"/>
            <p:cNvSpPr txBox="1"/>
            <p:nvPr/>
          </p:nvSpPr>
          <p:spPr>
            <a:xfrm>
              <a:off x="4227085" y="1059555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grpSp>
          <p:nvGrpSpPr>
            <p:cNvPr id="1907" name="成组"/>
            <p:cNvGrpSpPr/>
            <p:nvPr/>
          </p:nvGrpSpPr>
          <p:grpSpPr>
            <a:xfrm>
              <a:off x="5284223" y="551658"/>
              <a:ext cx="1080612" cy="374266"/>
              <a:chOff x="0" y="0"/>
              <a:chExt cx="1080610" cy="374264"/>
            </a:xfrm>
          </p:grpSpPr>
          <p:sp>
            <p:nvSpPr>
              <p:cNvPr id="190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910" name="成组"/>
            <p:cNvGrpSpPr/>
            <p:nvPr/>
          </p:nvGrpSpPr>
          <p:grpSpPr>
            <a:xfrm>
              <a:off x="5628489" y="261733"/>
              <a:ext cx="381001" cy="381001"/>
              <a:chOff x="0" y="0"/>
              <a:chExt cx="381000" cy="381000"/>
            </a:xfrm>
          </p:grpSpPr>
          <p:sp>
            <p:nvSpPr>
              <p:cNvPr id="190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09" name="B"/>
              <p:cNvSpPr txBox="1"/>
              <p:nvPr/>
            </p:nvSpPr>
            <p:spPr>
              <a:xfrm>
                <a:off x="32067" y="4316"/>
                <a:ext cx="290473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913" name="成组"/>
            <p:cNvGrpSpPr/>
            <p:nvPr/>
          </p:nvGrpSpPr>
          <p:grpSpPr>
            <a:xfrm>
              <a:off x="6235148" y="912957"/>
              <a:ext cx="381001" cy="381001"/>
              <a:chOff x="0" y="0"/>
              <a:chExt cx="381000" cy="381000"/>
            </a:xfrm>
          </p:grpSpPr>
          <p:sp>
            <p:nvSpPr>
              <p:cNvPr id="1911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2" name="A"/>
              <p:cNvSpPr txBox="1"/>
              <p:nvPr/>
            </p:nvSpPr>
            <p:spPr>
              <a:xfrm>
                <a:off x="24129" y="17016"/>
                <a:ext cx="301686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916" name="成组"/>
            <p:cNvGrpSpPr/>
            <p:nvPr/>
          </p:nvGrpSpPr>
          <p:grpSpPr>
            <a:xfrm>
              <a:off x="5893996" y="1198307"/>
              <a:ext cx="1080612" cy="374266"/>
              <a:chOff x="0" y="0"/>
              <a:chExt cx="1080610" cy="374264"/>
            </a:xfrm>
          </p:grpSpPr>
          <p:sp>
            <p:nvSpPr>
              <p:cNvPr id="191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917" name="0"/>
            <p:cNvSpPr txBox="1"/>
            <p:nvPr/>
          </p:nvSpPr>
          <p:spPr>
            <a:xfrm>
              <a:off x="5690719" y="60325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918" name="0"/>
            <p:cNvSpPr txBox="1"/>
            <p:nvPr/>
          </p:nvSpPr>
          <p:spPr>
            <a:xfrm>
              <a:off x="6310078" y="1251109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1921" name="成组"/>
            <p:cNvGrpSpPr/>
            <p:nvPr/>
          </p:nvGrpSpPr>
          <p:grpSpPr>
            <a:xfrm>
              <a:off x="5123317" y="1019801"/>
              <a:ext cx="1328342" cy="1511301"/>
              <a:chOff x="0" y="160783"/>
              <a:chExt cx="1328340" cy="1511299"/>
            </a:xfrm>
          </p:grpSpPr>
          <p:sp>
            <p:nvSpPr>
              <p:cNvPr id="1919" name="BL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L</a:t>
                </a:r>
              </a:p>
            </p:txBody>
          </p:sp>
          <p:sp>
            <p:nvSpPr>
              <p:cNvPr id="1920" name="h"/>
              <p:cNvSpPr/>
              <p:nvPr/>
            </p:nvSpPr>
            <p:spPr>
              <a:xfrm>
                <a:off x="58340" y="402083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924" name="成组"/>
            <p:cNvGrpSpPr/>
            <p:nvPr/>
          </p:nvGrpSpPr>
          <p:grpSpPr>
            <a:xfrm>
              <a:off x="5750544" y="1649748"/>
              <a:ext cx="1294045" cy="1511301"/>
              <a:chOff x="0" y="160783"/>
              <a:chExt cx="1294043" cy="1511299"/>
            </a:xfrm>
          </p:grpSpPr>
          <p:sp>
            <p:nvSpPr>
              <p:cNvPr id="1922" name="B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B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1923" name="h-1"/>
              <p:cNvSpPr/>
              <p:nvPr/>
            </p:nvSpPr>
            <p:spPr>
              <a:xfrm>
                <a:off x="24043" y="402083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-1</a:t>
                </a:r>
              </a:p>
            </p:txBody>
          </p:sp>
        </p:grpSp>
        <p:grpSp>
          <p:nvGrpSpPr>
            <p:cNvPr id="1927" name="成组"/>
            <p:cNvGrpSpPr/>
            <p:nvPr/>
          </p:nvGrpSpPr>
          <p:grpSpPr>
            <a:xfrm>
              <a:off x="6803457" y="1649748"/>
              <a:ext cx="1274251" cy="1480577"/>
              <a:chOff x="0" y="160783"/>
              <a:chExt cx="1274250" cy="1480575"/>
            </a:xfrm>
          </p:grpSpPr>
          <p:sp>
            <p:nvSpPr>
              <p:cNvPr id="1925" name="A'R"/>
              <p:cNvSpPr/>
              <p:nvPr/>
            </p:nvSpPr>
            <p:spPr>
              <a:xfrm>
                <a:off x="0" y="160783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A'</a:t>
                </a:r>
                <a:r>
                  <a:rPr baseline="-5999"/>
                  <a:t>R</a:t>
                </a:r>
              </a:p>
            </p:txBody>
          </p:sp>
          <p:sp>
            <p:nvSpPr>
              <p:cNvPr id="1926" name="h-1"/>
              <p:cNvSpPr/>
              <p:nvPr/>
            </p:nvSpPr>
            <p:spPr>
              <a:xfrm>
                <a:off x="4250" y="37135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i="1" sz="1600">
                    <a:uFill>
                      <a:solidFill>
                        <a:srgbClr val="000000"/>
                      </a:solidFill>
                    </a:uFill>
                  </a:defRPr>
                </a:pPr>
                <a:r>
                  <a:t>h</a:t>
                </a:r>
                <a:r>
                  <a:rPr i="0"/>
                  <a:t>-1</a:t>
                </a:r>
              </a:p>
            </p:txBody>
          </p:sp>
        </p:grpSp>
        <p:sp>
          <p:nvSpPr>
            <p:cNvPr id="1928" name="线条"/>
            <p:cNvSpPr/>
            <p:nvPr/>
          </p:nvSpPr>
          <p:spPr>
            <a:xfrm flipV="1">
              <a:off x="5824529" y="0"/>
              <a:ext cx="1" cy="2538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29" name="线条"/>
            <p:cNvSpPr/>
            <p:nvPr/>
          </p:nvSpPr>
          <p:spPr>
            <a:xfrm flipV="1">
              <a:off x="3868729" y="0"/>
              <a:ext cx="1" cy="2538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0" name="线条"/>
            <p:cNvSpPr/>
            <p:nvPr/>
          </p:nvSpPr>
          <p:spPr>
            <a:xfrm flipV="1">
              <a:off x="1283134" y="12700"/>
              <a:ext cx="1" cy="2538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932" name="R1：不平衡结点的右子树变矮，左子树根结点的平衡因子为1"/>
          <p:cNvSpPr txBox="1"/>
          <p:nvPr/>
        </p:nvSpPr>
        <p:spPr>
          <a:xfrm>
            <a:off x="479100" y="4376704"/>
            <a:ext cx="1033222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R1：不平衡结点的右子树变矮，左子树根结点的平衡因子为1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Shape 242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删除操作的平衡操作</a:t>
            </a:r>
          </a:p>
        </p:txBody>
      </p:sp>
      <p:sp>
        <p:nvSpPr>
          <p:cNvPr id="1935" name="R-1：不平衡结点的右子树变矮，左子树根结点的平衡因子为-1"/>
          <p:cNvSpPr txBox="1"/>
          <p:nvPr/>
        </p:nvSpPr>
        <p:spPr>
          <a:xfrm>
            <a:off x="415600" y="1328705"/>
            <a:ext cx="1058597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R-1：不平衡结点的右子树变矮，左子树根结点的平衡因子为-1</a:t>
            </a:r>
          </a:p>
        </p:txBody>
      </p:sp>
      <p:grpSp>
        <p:nvGrpSpPr>
          <p:cNvPr id="2048" name="成组"/>
          <p:cNvGrpSpPr/>
          <p:nvPr/>
        </p:nvGrpSpPr>
        <p:grpSpPr>
          <a:xfrm>
            <a:off x="1044056" y="2273305"/>
            <a:ext cx="10085934" cy="2707055"/>
            <a:chOff x="0" y="0"/>
            <a:chExt cx="10085932" cy="2707054"/>
          </a:xfrm>
        </p:grpSpPr>
        <p:grpSp>
          <p:nvGrpSpPr>
            <p:cNvPr id="1938" name="成组"/>
            <p:cNvGrpSpPr/>
            <p:nvPr/>
          </p:nvGrpSpPr>
          <p:grpSpPr>
            <a:xfrm>
              <a:off x="778928" y="540079"/>
              <a:ext cx="1080612" cy="374266"/>
              <a:chOff x="0" y="0"/>
              <a:chExt cx="1080610" cy="374264"/>
            </a:xfrm>
          </p:grpSpPr>
          <p:sp>
            <p:nvSpPr>
              <p:cNvPr id="193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3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941" name="成组"/>
            <p:cNvGrpSpPr/>
            <p:nvPr/>
          </p:nvGrpSpPr>
          <p:grpSpPr>
            <a:xfrm>
              <a:off x="1123194" y="250154"/>
              <a:ext cx="381001" cy="381001"/>
              <a:chOff x="0" y="0"/>
              <a:chExt cx="381000" cy="381000"/>
            </a:xfrm>
          </p:grpSpPr>
          <p:sp>
            <p:nvSpPr>
              <p:cNvPr id="193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0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944" name="成组"/>
            <p:cNvGrpSpPr/>
            <p:nvPr/>
          </p:nvGrpSpPr>
          <p:grpSpPr>
            <a:xfrm>
              <a:off x="523353" y="901377"/>
              <a:ext cx="381001" cy="381001"/>
              <a:chOff x="0" y="0"/>
              <a:chExt cx="381000" cy="381000"/>
            </a:xfrm>
          </p:grpSpPr>
          <p:sp>
            <p:nvSpPr>
              <p:cNvPr id="194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3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947" name="成组"/>
            <p:cNvGrpSpPr/>
            <p:nvPr/>
          </p:nvGrpSpPr>
          <p:grpSpPr>
            <a:xfrm>
              <a:off x="182201" y="1186727"/>
              <a:ext cx="1080612" cy="374266"/>
              <a:chOff x="0" y="0"/>
              <a:chExt cx="1080610" cy="374264"/>
            </a:xfrm>
          </p:grpSpPr>
          <p:sp>
            <p:nvSpPr>
              <p:cNvPr id="194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948" name="BL"/>
            <p:cNvSpPr txBox="1"/>
            <p:nvPr/>
          </p:nvSpPr>
          <p:spPr>
            <a:xfrm>
              <a:off x="17859" y="1487407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1949" name="1"/>
            <p:cNvSpPr txBox="1"/>
            <p:nvPr/>
          </p:nvSpPr>
          <p:spPr>
            <a:xfrm>
              <a:off x="1172724" y="578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950" name="-1"/>
            <p:cNvSpPr txBox="1"/>
            <p:nvPr/>
          </p:nvSpPr>
          <p:spPr>
            <a:xfrm>
              <a:off x="534783" y="1239529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1951" name="AR"/>
            <p:cNvSpPr txBox="1"/>
            <p:nvPr/>
          </p:nvSpPr>
          <p:spPr>
            <a:xfrm>
              <a:off x="1699717" y="837400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1952" name="h-1"/>
            <p:cNvSpPr txBox="1"/>
            <p:nvPr/>
          </p:nvSpPr>
          <p:spPr>
            <a:xfrm>
              <a:off x="0" y="1728707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1953" name="h"/>
            <p:cNvSpPr txBox="1"/>
            <p:nvPr/>
          </p:nvSpPr>
          <p:spPr>
            <a:xfrm>
              <a:off x="1729367" y="1047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954" name="CL"/>
            <p:cNvSpPr txBox="1"/>
            <p:nvPr/>
          </p:nvSpPr>
          <p:spPr>
            <a:xfrm>
              <a:off x="622849" y="2152705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1957" name="成组"/>
            <p:cNvGrpSpPr/>
            <p:nvPr/>
          </p:nvGrpSpPr>
          <p:grpSpPr>
            <a:xfrm>
              <a:off x="1126658" y="1553975"/>
              <a:ext cx="381001" cy="381001"/>
              <a:chOff x="0" y="0"/>
              <a:chExt cx="381000" cy="381000"/>
            </a:xfrm>
          </p:grpSpPr>
          <p:sp>
            <p:nvSpPr>
              <p:cNvPr id="1955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6" name="C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960" name="成组"/>
            <p:cNvGrpSpPr/>
            <p:nvPr/>
          </p:nvGrpSpPr>
          <p:grpSpPr>
            <a:xfrm>
              <a:off x="785506" y="1839325"/>
              <a:ext cx="1080612" cy="374266"/>
              <a:chOff x="0" y="0"/>
              <a:chExt cx="1080610" cy="374264"/>
            </a:xfrm>
          </p:grpSpPr>
          <p:sp>
            <p:nvSpPr>
              <p:cNvPr id="1958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59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961" name="CR"/>
            <p:cNvSpPr txBox="1"/>
            <p:nvPr/>
          </p:nvSpPr>
          <p:spPr>
            <a:xfrm>
              <a:off x="1685589" y="215270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1962" name="f"/>
            <p:cNvSpPr txBox="1"/>
            <p:nvPr/>
          </p:nvSpPr>
          <p:spPr>
            <a:xfrm>
              <a:off x="1172724" y="1914891"/>
              <a:ext cx="21139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grpSp>
          <p:nvGrpSpPr>
            <p:cNvPr id="1965" name="成组"/>
            <p:cNvGrpSpPr/>
            <p:nvPr/>
          </p:nvGrpSpPr>
          <p:grpSpPr>
            <a:xfrm>
              <a:off x="3035223" y="540079"/>
              <a:ext cx="1080612" cy="374266"/>
              <a:chOff x="0" y="0"/>
              <a:chExt cx="1080610" cy="374264"/>
            </a:xfrm>
          </p:grpSpPr>
          <p:sp>
            <p:nvSpPr>
              <p:cNvPr id="196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968" name="成组"/>
            <p:cNvGrpSpPr/>
            <p:nvPr/>
          </p:nvGrpSpPr>
          <p:grpSpPr>
            <a:xfrm>
              <a:off x="3379489" y="250154"/>
              <a:ext cx="381001" cy="381001"/>
              <a:chOff x="0" y="0"/>
              <a:chExt cx="381000" cy="381000"/>
            </a:xfrm>
          </p:grpSpPr>
          <p:sp>
            <p:nvSpPr>
              <p:cNvPr id="196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67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971" name="成组"/>
            <p:cNvGrpSpPr/>
            <p:nvPr/>
          </p:nvGrpSpPr>
          <p:grpSpPr>
            <a:xfrm>
              <a:off x="2779648" y="901377"/>
              <a:ext cx="381001" cy="381001"/>
              <a:chOff x="0" y="0"/>
              <a:chExt cx="381000" cy="381000"/>
            </a:xfrm>
          </p:grpSpPr>
          <p:sp>
            <p:nvSpPr>
              <p:cNvPr id="196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0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974" name="成组"/>
            <p:cNvGrpSpPr/>
            <p:nvPr/>
          </p:nvGrpSpPr>
          <p:grpSpPr>
            <a:xfrm>
              <a:off x="2438496" y="1186727"/>
              <a:ext cx="1080612" cy="374266"/>
              <a:chOff x="0" y="0"/>
              <a:chExt cx="1080610" cy="374264"/>
            </a:xfrm>
          </p:grpSpPr>
          <p:sp>
            <p:nvSpPr>
              <p:cNvPr id="1972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3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975" name="BL"/>
            <p:cNvSpPr txBox="1"/>
            <p:nvPr/>
          </p:nvSpPr>
          <p:spPr>
            <a:xfrm>
              <a:off x="2274154" y="1487407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1976" name="2"/>
            <p:cNvSpPr txBox="1"/>
            <p:nvPr/>
          </p:nvSpPr>
          <p:spPr>
            <a:xfrm>
              <a:off x="3429019" y="578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977" name="-1"/>
            <p:cNvSpPr txBox="1"/>
            <p:nvPr/>
          </p:nvSpPr>
          <p:spPr>
            <a:xfrm>
              <a:off x="2791078" y="1239529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1978" name="A'R"/>
            <p:cNvSpPr txBox="1"/>
            <p:nvPr/>
          </p:nvSpPr>
          <p:spPr>
            <a:xfrm>
              <a:off x="3956012" y="837400"/>
              <a:ext cx="42865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1979" name="h-1"/>
            <p:cNvSpPr txBox="1"/>
            <p:nvPr/>
          </p:nvSpPr>
          <p:spPr>
            <a:xfrm>
              <a:off x="2256295" y="1728707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1980" name="h-1"/>
            <p:cNvSpPr txBox="1"/>
            <p:nvPr/>
          </p:nvSpPr>
          <p:spPr>
            <a:xfrm>
              <a:off x="3947562" y="1047975"/>
              <a:ext cx="4258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1981" name="CL"/>
            <p:cNvSpPr txBox="1"/>
            <p:nvPr/>
          </p:nvSpPr>
          <p:spPr>
            <a:xfrm>
              <a:off x="2879144" y="2152705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1984" name="成组"/>
            <p:cNvGrpSpPr/>
            <p:nvPr/>
          </p:nvGrpSpPr>
          <p:grpSpPr>
            <a:xfrm>
              <a:off x="3382953" y="1553975"/>
              <a:ext cx="381001" cy="381001"/>
              <a:chOff x="0" y="0"/>
              <a:chExt cx="381000" cy="381000"/>
            </a:xfrm>
          </p:grpSpPr>
          <p:sp>
            <p:nvSpPr>
              <p:cNvPr id="198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3" name="C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987" name="成组"/>
            <p:cNvGrpSpPr/>
            <p:nvPr/>
          </p:nvGrpSpPr>
          <p:grpSpPr>
            <a:xfrm>
              <a:off x="3041801" y="1839325"/>
              <a:ext cx="1080612" cy="374266"/>
              <a:chOff x="0" y="0"/>
              <a:chExt cx="1080610" cy="374264"/>
            </a:xfrm>
          </p:grpSpPr>
          <p:sp>
            <p:nvSpPr>
              <p:cNvPr id="198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8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988" name="CR"/>
            <p:cNvSpPr txBox="1"/>
            <p:nvPr/>
          </p:nvSpPr>
          <p:spPr>
            <a:xfrm>
              <a:off x="3941884" y="215270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1989" name="f"/>
            <p:cNvSpPr txBox="1"/>
            <p:nvPr/>
          </p:nvSpPr>
          <p:spPr>
            <a:xfrm>
              <a:off x="3429019" y="1914891"/>
              <a:ext cx="21139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grpSp>
          <p:nvGrpSpPr>
            <p:cNvPr id="1992" name="成组"/>
            <p:cNvGrpSpPr/>
            <p:nvPr/>
          </p:nvGrpSpPr>
          <p:grpSpPr>
            <a:xfrm>
              <a:off x="5884710" y="540079"/>
              <a:ext cx="1080612" cy="374266"/>
              <a:chOff x="0" y="0"/>
              <a:chExt cx="1080610" cy="374264"/>
            </a:xfrm>
          </p:grpSpPr>
          <p:sp>
            <p:nvSpPr>
              <p:cNvPr id="1990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1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1995" name="成组"/>
            <p:cNvGrpSpPr/>
            <p:nvPr/>
          </p:nvGrpSpPr>
          <p:grpSpPr>
            <a:xfrm>
              <a:off x="6228975" y="250154"/>
              <a:ext cx="381001" cy="381001"/>
              <a:chOff x="0" y="0"/>
              <a:chExt cx="381000" cy="381000"/>
            </a:xfrm>
          </p:grpSpPr>
          <p:sp>
            <p:nvSpPr>
              <p:cNvPr id="199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4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998" name="成组"/>
            <p:cNvGrpSpPr/>
            <p:nvPr/>
          </p:nvGrpSpPr>
          <p:grpSpPr>
            <a:xfrm>
              <a:off x="5629135" y="901377"/>
              <a:ext cx="381001" cy="381001"/>
              <a:chOff x="0" y="0"/>
              <a:chExt cx="381000" cy="381000"/>
            </a:xfrm>
          </p:grpSpPr>
          <p:sp>
            <p:nvSpPr>
              <p:cNvPr id="199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97" name="C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001" name="成组"/>
            <p:cNvGrpSpPr/>
            <p:nvPr/>
          </p:nvGrpSpPr>
          <p:grpSpPr>
            <a:xfrm>
              <a:off x="5287983" y="1186727"/>
              <a:ext cx="1080611" cy="374266"/>
              <a:chOff x="0" y="0"/>
              <a:chExt cx="1080610" cy="374264"/>
            </a:xfrm>
          </p:grpSpPr>
          <p:sp>
            <p:nvSpPr>
              <p:cNvPr id="199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0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02" name="BL"/>
            <p:cNvSpPr txBox="1"/>
            <p:nvPr/>
          </p:nvSpPr>
          <p:spPr>
            <a:xfrm>
              <a:off x="4571390" y="2144186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2003" name="2"/>
            <p:cNvSpPr txBox="1"/>
            <p:nvPr/>
          </p:nvSpPr>
          <p:spPr>
            <a:xfrm>
              <a:off x="6278505" y="578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004" name="f"/>
            <p:cNvSpPr txBox="1"/>
            <p:nvPr/>
          </p:nvSpPr>
          <p:spPr>
            <a:xfrm>
              <a:off x="5704065" y="1239529"/>
              <a:ext cx="21139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005" name="A'R"/>
            <p:cNvSpPr txBox="1"/>
            <p:nvPr/>
          </p:nvSpPr>
          <p:spPr>
            <a:xfrm>
              <a:off x="6805500" y="837400"/>
              <a:ext cx="42865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2006" name="h-1"/>
            <p:cNvSpPr txBox="1"/>
            <p:nvPr/>
          </p:nvSpPr>
          <p:spPr>
            <a:xfrm>
              <a:off x="4553531" y="2385486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07" name="h-1"/>
            <p:cNvSpPr txBox="1"/>
            <p:nvPr/>
          </p:nvSpPr>
          <p:spPr>
            <a:xfrm>
              <a:off x="6797049" y="1047975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08" name="CL"/>
            <p:cNvSpPr txBox="1"/>
            <p:nvPr/>
          </p:nvSpPr>
          <p:spPr>
            <a:xfrm>
              <a:off x="5607624" y="214451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2011" name="成组"/>
            <p:cNvGrpSpPr/>
            <p:nvPr/>
          </p:nvGrpSpPr>
          <p:grpSpPr>
            <a:xfrm>
              <a:off x="5038640" y="1553975"/>
              <a:ext cx="381001" cy="381001"/>
              <a:chOff x="0" y="0"/>
              <a:chExt cx="381000" cy="381000"/>
            </a:xfrm>
          </p:grpSpPr>
          <p:sp>
            <p:nvSpPr>
              <p:cNvPr id="200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0" name="B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014" name="成组"/>
            <p:cNvGrpSpPr/>
            <p:nvPr/>
          </p:nvGrpSpPr>
          <p:grpSpPr>
            <a:xfrm>
              <a:off x="4697488" y="1839325"/>
              <a:ext cx="1080611" cy="374266"/>
              <a:chOff x="0" y="0"/>
              <a:chExt cx="1080610" cy="374264"/>
            </a:xfrm>
          </p:grpSpPr>
          <p:sp>
            <p:nvSpPr>
              <p:cNvPr id="2012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3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15" name="CR"/>
            <p:cNvSpPr txBox="1"/>
            <p:nvPr/>
          </p:nvSpPr>
          <p:spPr>
            <a:xfrm>
              <a:off x="6203661" y="1494791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2016" name="-1"/>
            <p:cNvSpPr txBox="1"/>
            <p:nvPr/>
          </p:nvSpPr>
          <p:spPr>
            <a:xfrm>
              <a:off x="5072005" y="1914891"/>
              <a:ext cx="3242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2019" name="成组"/>
            <p:cNvGrpSpPr/>
            <p:nvPr/>
          </p:nvGrpSpPr>
          <p:grpSpPr>
            <a:xfrm>
              <a:off x="8757797" y="1206428"/>
              <a:ext cx="1080612" cy="374266"/>
              <a:chOff x="0" y="0"/>
              <a:chExt cx="1080610" cy="374264"/>
            </a:xfrm>
          </p:grpSpPr>
          <p:sp>
            <p:nvSpPr>
              <p:cNvPr id="201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1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022" name="成组"/>
            <p:cNvGrpSpPr/>
            <p:nvPr/>
          </p:nvGrpSpPr>
          <p:grpSpPr>
            <a:xfrm>
              <a:off x="9102063" y="916502"/>
              <a:ext cx="381001" cy="381001"/>
              <a:chOff x="0" y="0"/>
              <a:chExt cx="381000" cy="381000"/>
            </a:xfrm>
          </p:grpSpPr>
          <p:sp>
            <p:nvSpPr>
              <p:cNvPr id="202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1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025" name="成组"/>
            <p:cNvGrpSpPr/>
            <p:nvPr/>
          </p:nvGrpSpPr>
          <p:grpSpPr>
            <a:xfrm>
              <a:off x="8476822" y="259626"/>
              <a:ext cx="381001" cy="381001"/>
              <a:chOff x="0" y="0"/>
              <a:chExt cx="381000" cy="381000"/>
            </a:xfrm>
          </p:grpSpPr>
          <p:sp>
            <p:nvSpPr>
              <p:cNvPr id="202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4" name="C"/>
              <p:cNvSpPr txBox="1"/>
              <p:nvPr/>
            </p:nvSpPr>
            <p:spPr>
              <a:xfrm>
                <a:off x="11429" y="170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028" name="成组"/>
            <p:cNvGrpSpPr/>
            <p:nvPr/>
          </p:nvGrpSpPr>
          <p:grpSpPr>
            <a:xfrm>
              <a:off x="8135670" y="544976"/>
              <a:ext cx="1080611" cy="374266"/>
              <a:chOff x="0" y="0"/>
              <a:chExt cx="1080610" cy="374264"/>
            </a:xfrm>
          </p:grpSpPr>
          <p:sp>
            <p:nvSpPr>
              <p:cNvPr id="202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2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29" name="BL"/>
            <p:cNvSpPr txBox="1"/>
            <p:nvPr/>
          </p:nvSpPr>
          <p:spPr>
            <a:xfrm>
              <a:off x="7419078" y="150243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2030" name="?"/>
            <p:cNvSpPr txBox="1"/>
            <p:nvPr/>
          </p:nvSpPr>
          <p:spPr>
            <a:xfrm>
              <a:off x="9151592" y="1245324"/>
              <a:ext cx="24513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?</a:t>
              </a:r>
            </a:p>
          </p:txBody>
        </p:sp>
        <p:sp>
          <p:nvSpPr>
            <p:cNvPr id="2031" name="0"/>
            <p:cNvSpPr txBox="1"/>
            <p:nvPr/>
          </p:nvSpPr>
          <p:spPr>
            <a:xfrm>
              <a:off x="8551752" y="597778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032" name="A'R"/>
            <p:cNvSpPr txBox="1"/>
            <p:nvPr/>
          </p:nvSpPr>
          <p:spPr>
            <a:xfrm>
              <a:off x="9657281" y="1502435"/>
              <a:ext cx="42865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2033" name="h-1"/>
            <p:cNvSpPr txBox="1"/>
            <p:nvPr/>
          </p:nvSpPr>
          <p:spPr>
            <a:xfrm>
              <a:off x="7401218" y="1743735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34" name="h-1"/>
            <p:cNvSpPr txBox="1"/>
            <p:nvPr/>
          </p:nvSpPr>
          <p:spPr>
            <a:xfrm>
              <a:off x="9648831" y="1714442"/>
              <a:ext cx="4258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35" name="CL"/>
            <p:cNvSpPr txBox="1"/>
            <p:nvPr/>
          </p:nvSpPr>
          <p:spPr>
            <a:xfrm>
              <a:off x="8417211" y="1502435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2038" name="成组"/>
            <p:cNvGrpSpPr/>
            <p:nvPr/>
          </p:nvGrpSpPr>
          <p:grpSpPr>
            <a:xfrm>
              <a:off x="7886327" y="912224"/>
              <a:ext cx="381001" cy="381001"/>
              <a:chOff x="0" y="0"/>
              <a:chExt cx="381000" cy="381000"/>
            </a:xfrm>
          </p:grpSpPr>
          <p:sp>
            <p:nvSpPr>
              <p:cNvPr id="203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7" name="B"/>
              <p:cNvSpPr txBox="1"/>
              <p:nvPr/>
            </p:nvSpPr>
            <p:spPr>
              <a:xfrm>
                <a:off x="368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041" name="成组"/>
            <p:cNvGrpSpPr/>
            <p:nvPr/>
          </p:nvGrpSpPr>
          <p:grpSpPr>
            <a:xfrm>
              <a:off x="7545175" y="1197574"/>
              <a:ext cx="1080612" cy="374266"/>
              <a:chOff x="0" y="0"/>
              <a:chExt cx="1080610" cy="374264"/>
            </a:xfrm>
          </p:grpSpPr>
          <p:sp>
            <p:nvSpPr>
              <p:cNvPr id="203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4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42" name="CR"/>
            <p:cNvSpPr txBox="1"/>
            <p:nvPr/>
          </p:nvSpPr>
          <p:spPr>
            <a:xfrm>
              <a:off x="8618097" y="1502435"/>
              <a:ext cx="380830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2043" name="?"/>
            <p:cNvSpPr txBox="1"/>
            <p:nvPr/>
          </p:nvSpPr>
          <p:spPr>
            <a:xfrm>
              <a:off x="7932393" y="1273140"/>
              <a:ext cx="24513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?</a:t>
              </a:r>
            </a:p>
          </p:txBody>
        </p:sp>
        <p:sp>
          <p:nvSpPr>
            <p:cNvPr id="2044" name="线条"/>
            <p:cNvSpPr/>
            <p:nvPr/>
          </p:nvSpPr>
          <p:spPr>
            <a:xfrm flipV="1">
              <a:off x="3575529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5" name="线条"/>
            <p:cNvSpPr/>
            <p:nvPr/>
          </p:nvSpPr>
          <p:spPr>
            <a:xfrm flipV="1">
              <a:off x="1313694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6" name="线条"/>
            <p:cNvSpPr/>
            <p:nvPr/>
          </p:nvSpPr>
          <p:spPr>
            <a:xfrm flipV="1">
              <a:off x="6407629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7" name="线条"/>
            <p:cNvSpPr/>
            <p:nvPr/>
          </p:nvSpPr>
          <p:spPr>
            <a:xfrm flipV="1">
              <a:off x="8667322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049" name="L0与R0，L1和R-1，L-1和L1对称"/>
          <p:cNvSpPr txBox="1"/>
          <p:nvPr/>
        </p:nvSpPr>
        <p:spPr>
          <a:xfrm>
            <a:off x="218750" y="5511800"/>
            <a:ext cx="567502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L0与R0，L1和R-1，L-1和L1对称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hape 242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删除操作的</a:t>
            </a:r>
          </a:p>
        </p:txBody>
      </p:sp>
      <p:sp>
        <p:nvSpPr>
          <p:cNvPr id="2052" name="R-1：不平衡结点的右子树变矮，左子树根结点的平衡因子为-1"/>
          <p:cNvSpPr txBox="1"/>
          <p:nvPr/>
        </p:nvSpPr>
        <p:spPr>
          <a:xfrm>
            <a:off x="415600" y="1328705"/>
            <a:ext cx="1058597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R-1：不平衡结点的右子树变矮，左子树根结点的平衡因子为-1</a:t>
            </a:r>
          </a:p>
        </p:txBody>
      </p:sp>
      <p:grpSp>
        <p:nvGrpSpPr>
          <p:cNvPr id="2165" name="成组"/>
          <p:cNvGrpSpPr/>
          <p:nvPr/>
        </p:nvGrpSpPr>
        <p:grpSpPr>
          <a:xfrm>
            <a:off x="1044056" y="2273305"/>
            <a:ext cx="10085934" cy="2707055"/>
            <a:chOff x="0" y="0"/>
            <a:chExt cx="10085932" cy="2707054"/>
          </a:xfrm>
        </p:grpSpPr>
        <p:grpSp>
          <p:nvGrpSpPr>
            <p:cNvPr id="2055" name="成组"/>
            <p:cNvGrpSpPr/>
            <p:nvPr/>
          </p:nvGrpSpPr>
          <p:grpSpPr>
            <a:xfrm>
              <a:off x="778928" y="540079"/>
              <a:ext cx="1080612" cy="374266"/>
              <a:chOff x="0" y="0"/>
              <a:chExt cx="1080610" cy="374264"/>
            </a:xfrm>
          </p:grpSpPr>
          <p:sp>
            <p:nvSpPr>
              <p:cNvPr id="205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5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058" name="成组"/>
            <p:cNvGrpSpPr/>
            <p:nvPr/>
          </p:nvGrpSpPr>
          <p:grpSpPr>
            <a:xfrm>
              <a:off x="1123194" y="250154"/>
              <a:ext cx="381001" cy="381001"/>
              <a:chOff x="0" y="0"/>
              <a:chExt cx="381000" cy="381000"/>
            </a:xfrm>
          </p:grpSpPr>
          <p:sp>
            <p:nvSpPr>
              <p:cNvPr id="205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57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061" name="成组"/>
            <p:cNvGrpSpPr/>
            <p:nvPr/>
          </p:nvGrpSpPr>
          <p:grpSpPr>
            <a:xfrm>
              <a:off x="523353" y="901377"/>
              <a:ext cx="381001" cy="381001"/>
              <a:chOff x="0" y="0"/>
              <a:chExt cx="381000" cy="381000"/>
            </a:xfrm>
          </p:grpSpPr>
          <p:sp>
            <p:nvSpPr>
              <p:cNvPr id="205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0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064" name="成组"/>
            <p:cNvGrpSpPr/>
            <p:nvPr/>
          </p:nvGrpSpPr>
          <p:grpSpPr>
            <a:xfrm>
              <a:off x="182201" y="1186727"/>
              <a:ext cx="1080612" cy="374266"/>
              <a:chOff x="0" y="0"/>
              <a:chExt cx="1080610" cy="374264"/>
            </a:xfrm>
          </p:grpSpPr>
          <p:sp>
            <p:nvSpPr>
              <p:cNvPr id="2062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3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65" name="BL"/>
            <p:cNvSpPr txBox="1"/>
            <p:nvPr/>
          </p:nvSpPr>
          <p:spPr>
            <a:xfrm>
              <a:off x="17859" y="1487407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2066" name="1"/>
            <p:cNvSpPr txBox="1"/>
            <p:nvPr/>
          </p:nvSpPr>
          <p:spPr>
            <a:xfrm>
              <a:off x="1172724" y="578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067" name="-1"/>
            <p:cNvSpPr txBox="1"/>
            <p:nvPr/>
          </p:nvSpPr>
          <p:spPr>
            <a:xfrm>
              <a:off x="534783" y="1239529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068" name="AR"/>
            <p:cNvSpPr txBox="1"/>
            <p:nvPr/>
          </p:nvSpPr>
          <p:spPr>
            <a:xfrm>
              <a:off x="1699717" y="837400"/>
              <a:ext cx="3920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</a:t>
              </a:r>
              <a:r>
                <a:rPr baseline="-5999"/>
                <a:t>R</a:t>
              </a:r>
            </a:p>
          </p:txBody>
        </p:sp>
        <p:sp>
          <p:nvSpPr>
            <p:cNvPr id="2069" name="h-1"/>
            <p:cNvSpPr txBox="1"/>
            <p:nvPr/>
          </p:nvSpPr>
          <p:spPr>
            <a:xfrm>
              <a:off x="0" y="1728707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70" name="h"/>
            <p:cNvSpPr txBox="1"/>
            <p:nvPr/>
          </p:nvSpPr>
          <p:spPr>
            <a:xfrm>
              <a:off x="1729367" y="1047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2071" name="CL"/>
            <p:cNvSpPr txBox="1"/>
            <p:nvPr/>
          </p:nvSpPr>
          <p:spPr>
            <a:xfrm>
              <a:off x="622849" y="2152705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2074" name="成组"/>
            <p:cNvGrpSpPr/>
            <p:nvPr/>
          </p:nvGrpSpPr>
          <p:grpSpPr>
            <a:xfrm>
              <a:off x="1126658" y="1553975"/>
              <a:ext cx="381001" cy="381001"/>
              <a:chOff x="0" y="0"/>
              <a:chExt cx="381000" cy="381000"/>
            </a:xfrm>
          </p:grpSpPr>
          <p:sp>
            <p:nvSpPr>
              <p:cNvPr id="207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3" name="C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077" name="成组"/>
            <p:cNvGrpSpPr/>
            <p:nvPr/>
          </p:nvGrpSpPr>
          <p:grpSpPr>
            <a:xfrm>
              <a:off x="785506" y="1839325"/>
              <a:ext cx="1080612" cy="374266"/>
              <a:chOff x="0" y="0"/>
              <a:chExt cx="1080610" cy="374264"/>
            </a:xfrm>
          </p:grpSpPr>
          <p:sp>
            <p:nvSpPr>
              <p:cNvPr id="207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7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78" name="CR"/>
            <p:cNvSpPr txBox="1"/>
            <p:nvPr/>
          </p:nvSpPr>
          <p:spPr>
            <a:xfrm>
              <a:off x="1685589" y="215270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2079" name="f"/>
            <p:cNvSpPr txBox="1"/>
            <p:nvPr/>
          </p:nvSpPr>
          <p:spPr>
            <a:xfrm>
              <a:off x="1172724" y="1914891"/>
              <a:ext cx="21139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grpSp>
          <p:nvGrpSpPr>
            <p:cNvPr id="2082" name="成组"/>
            <p:cNvGrpSpPr/>
            <p:nvPr/>
          </p:nvGrpSpPr>
          <p:grpSpPr>
            <a:xfrm>
              <a:off x="3035223" y="540079"/>
              <a:ext cx="1080612" cy="374266"/>
              <a:chOff x="0" y="0"/>
              <a:chExt cx="1080610" cy="374264"/>
            </a:xfrm>
          </p:grpSpPr>
          <p:sp>
            <p:nvSpPr>
              <p:cNvPr id="2080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1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085" name="成组"/>
            <p:cNvGrpSpPr/>
            <p:nvPr/>
          </p:nvGrpSpPr>
          <p:grpSpPr>
            <a:xfrm>
              <a:off x="3379489" y="250154"/>
              <a:ext cx="381001" cy="381001"/>
              <a:chOff x="0" y="0"/>
              <a:chExt cx="381000" cy="381000"/>
            </a:xfrm>
          </p:grpSpPr>
          <p:sp>
            <p:nvSpPr>
              <p:cNvPr id="208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4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088" name="成组"/>
            <p:cNvGrpSpPr/>
            <p:nvPr/>
          </p:nvGrpSpPr>
          <p:grpSpPr>
            <a:xfrm>
              <a:off x="2779648" y="901377"/>
              <a:ext cx="381001" cy="381001"/>
              <a:chOff x="0" y="0"/>
              <a:chExt cx="381000" cy="381000"/>
            </a:xfrm>
          </p:grpSpPr>
          <p:sp>
            <p:nvSpPr>
              <p:cNvPr id="208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87" name="B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091" name="成组"/>
            <p:cNvGrpSpPr/>
            <p:nvPr/>
          </p:nvGrpSpPr>
          <p:grpSpPr>
            <a:xfrm>
              <a:off x="2438496" y="1186727"/>
              <a:ext cx="1080612" cy="374266"/>
              <a:chOff x="0" y="0"/>
              <a:chExt cx="1080610" cy="374264"/>
            </a:xfrm>
          </p:grpSpPr>
          <p:sp>
            <p:nvSpPr>
              <p:cNvPr id="208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092" name="BL"/>
            <p:cNvSpPr txBox="1"/>
            <p:nvPr/>
          </p:nvSpPr>
          <p:spPr>
            <a:xfrm>
              <a:off x="2274154" y="1487407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2093" name="2"/>
            <p:cNvSpPr txBox="1"/>
            <p:nvPr/>
          </p:nvSpPr>
          <p:spPr>
            <a:xfrm>
              <a:off x="3429019" y="578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094" name="-1"/>
            <p:cNvSpPr txBox="1"/>
            <p:nvPr/>
          </p:nvSpPr>
          <p:spPr>
            <a:xfrm>
              <a:off x="2791078" y="1239529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095" name="A'R"/>
            <p:cNvSpPr txBox="1"/>
            <p:nvPr/>
          </p:nvSpPr>
          <p:spPr>
            <a:xfrm>
              <a:off x="3956012" y="837400"/>
              <a:ext cx="42865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2096" name="h-1"/>
            <p:cNvSpPr txBox="1"/>
            <p:nvPr/>
          </p:nvSpPr>
          <p:spPr>
            <a:xfrm>
              <a:off x="2256295" y="1728707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97" name="h-1"/>
            <p:cNvSpPr txBox="1"/>
            <p:nvPr/>
          </p:nvSpPr>
          <p:spPr>
            <a:xfrm>
              <a:off x="3947562" y="1047975"/>
              <a:ext cx="4258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098" name="CL"/>
            <p:cNvSpPr txBox="1"/>
            <p:nvPr/>
          </p:nvSpPr>
          <p:spPr>
            <a:xfrm>
              <a:off x="2879144" y="2152705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2101" name="成组"/>
            <p:cNvGrpSpPr/>
            <p:nvPr/>
          </p:nvGrpSpPr>
          <p:grpSpPr>
            <a:xfrm>
              <a:off x="3382953" y="1553975"/>
              <a:ext cx="381001" cy="381001"/>
              <a:chOff x="0" y="0"/>
              <a:chExt cx="381000" cy="381000"/>
            </a:xfrm>
          </p:grpSpPr>
          <p:sp>
            <p:nvSpPr>
              <p:cNvPr id="209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00" name="C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04" name="成组"/>
            <p:cNvGrpSpPr/>
            <p:nvPr/>
          </p:nvGrpSpPr>
          <p:grpSpPr>
            <a:xfrm>
              <a:off x="3041801" y="1839325"/>
              <a:ext cx="1080612" cy="374266"/>
              <a:chOff x="0" y="0"/>
              <a:chExt cx="1080610" cy="374264"/>
            </a:xfrm>
          </p:grpSpPr>
          <p:sp>
            <p:nvSpPr>
              <p:cNvPr id="2102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03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105" name="CR"/>
            <p:cNvSpPr txBox="1"/>
            <p:nvPr/>
          </p:nvSpPr>
          <p:spPr>
            <a:xfrm>
              <a:off x="3941884" y="2152705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2106" name="f"/>
            <p:cNvSpPr txBox="1"/>
            <p:nvPr/>
          </p:nvSpPr>
          <p:spPr>
            <a:xfrm>
              <a:off x="3429019" y="1914891"/>
              <a:ext cx="21139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grpSp>
          <p:nvGrpSpPr>
            <p:cNvPr id="2109" name="成组"/>
            <p:cNvGrpSpPr/>
            <p:nvPr/>
          </p:nvGrpSpPr>
          <p:grpSpPr>
            <a:xfrm>
              <a:off x="5884710" y="540079"/>
              <a:ext cx="1080612" cy="374266"/>
              <a:chOff x="0" y="0"/>
              <a:chExt cx="1080610" cy="374264"/>
            </a:xfrm>
          </p:grpSpPr>
          <p:sp>
            <p:nvSpPr>
              <p:cNvPr id="210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0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112" name="成组"/>
            <p:cNvGrpSpPr/>
            <p:nvPr/>
          </p:nvGrpSpPr>
          <p:grpSpPr>
            <a:xfrm>
              <a:off x="6228975" y="250154"/>
              <a:ext cx="381001" cy="381001"/>
              <a:chOff x="0" y="0"/>
              <a:chExt cx="381000" cy="381000"/>
            </a:xfrm>
          </p:grpSpPr>
          <p:sp>
            <p:nvSpPr>
              <p:cNvPr id="211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11" name="A"/>
              <p:cNvSpPr txBox="1"/>
              <p:nvPr/>
            </p:nvSpPr>
            <p:spPr>
              <a:xfrm>
                <a:off x="193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115" name="成组"/>
            <p:cNvGrpSpPr/>
            <p:nvPr/>
          </p:nvGrpSpPr>
          <p:grpSpPr>
            <a:xfrm>
              <a:off x="5629135" y="901377"/>
              <a:ext cx="381001" cy="381001"/>
              <a:chOff x="0" y="0"/>
              <a:chExt cx="381000" cy="381000"/>
            </a:xfrm>
          </p:grpSpPr>
          <p:sp>
            <p:nvSpPr>
              <p:cNvPr id="211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14" name="C"/>
              <p:cNvSpPr txBox="1"/>
              <p:nvPr/>
            </p:nvSpPr>
            <p:spPr>
              <a:xfrm>
                <a:off x="495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18" name="成组"/>
            <p:cNvGrpSpPr/>
            <p:nvPr/>
          </p:nvGrpSpPr>
          <p:grpSpPr>
            <a:xfrm>
              <a:off x="5287983" y="1186727"/>
              <a:ext cx="1080611" cy="374266"/>
              <a:chOff x="0" y="0"/>
              <a:chExt cx="1080610" cy="374264"/>
            </a:xfrm>
          </p:grpSpPr>
          <p:sp>
            <p:nvSpPr>
              <p:cNvPr id="211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1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119" name="BL"/>
            <p:cNvSpPr txBox="1"/>
            <p:nvPr/>
          </p:nvSpPr>
          <p:spPr>
            <a:xfrm>
              <a:off x="4571390" y="2144186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2120" name="2"/>
            <p:cNvSpPr txBox="1"/>
            <p:nvPr/>
          </p:nvSpPr>
          <p:spPr>
            <a:xfrm>
              <a:off x="6278505" y="57897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121" name="f"/>
            <p:cNvSpPr txBox="1"/>
            <p:nvPr/>
          </p:nvSpPr>
          <p:spPr>
            <a:xfrm>
              <a:off x="5704065" y="1239529"/>
              <a:ext cx="211396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122" name="A'R"/>
            <p:cNvSpPr txBox="1"/>
            <p:nvPr/>
          </p:nvSpPr>
          <p:spPr>
            <a:xfrm>
              <a:off x="6805500" y="837400"/>
              <a:ext cx="42865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2123" name="h-1"/>
            <p:cNvSpPr txBox="1"/>
            <p:nvPr/>
          </p:nvSpPr>
          <p:spPr>
            <a:xfrm>
              <a:off x="4553531" y="2385486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124" name="h-1"/>
            <p:cNvSpPr txBox="1"/>
            <p:nvPr/>
          </p:nvSpPr>
          <p:spPr>
            <a:xfrm>
              <a:off x="6797049" y="1047975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125" name="CL"/>
            <p:cNvSpPr txBox="1"/>
            <p:nvPr/>
          </p:nvSpPr>
          <p:spPr>
            <a:xfrm>
              <a:off x="5607624" y="214451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2128" name="成组"/>
            <p:cNvGrpSpPr/>
            <p:nvPr/>
          </p:nvGrpSpPr>
          <p:grpSpPr>
            <a:xfrm>
              <a:off x="5038640" y="1553975"/>
              <a:ext cx="381001" cy="381001"/>
              <a:chOff x="0" y="0"/>
              <a:chExt cx="381000" cy="381000"/>
            </a:xfrm>
          </p:grpSpPr>
          <p:sp>
            <p:nvSpPr>
              <p:cNvPr id="212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27" name="B"/>
              <p:cNvSpPr txBox="1"/>
              <p:nvPr/>
            </p:nvSpPr>
            <p:spPr>
              <a:xfrm>
                <a:off x="241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131" name="成组"/>
            <p:cNvGrpSpPr/>
            <p:nvPr/>
          </p:nvGrpSpPr>
          <p:grpSpPr>
            <a:xfrm>
              <a:off x="4697488" y="1839325"/>
              <a:ext cx="1080611" cy="374266"/>
              <a:chOff x="0" y="0"/>
              <a:chExt cx="1080610" cy="374264"/>
            </a:xfrm>
          </p:grpSpPr>
          <p:sp>
            <p:nvSpPr>
              <p:cNvPr id="2129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0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132" name="CR"/>
            <p:cNvSpPr txBox="1"/>
            <p:nvPr/>
          </p:nvSpPr>
          <p:spPr>
            <a:xfrm>
              <a:off x="6203661" y="1494791"/>
              <a:ext cx="38082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2133" name="-1"/>
            <p:cNvSpPr txBox="1"/>
            <p:nvPr/>
          </p:nvSpPr>
          <p:spPr>
            <a:xfrm>
              <a:off x="5072005" y="1914891"/>
              <a:ext cx="3242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2136" name="成组"/>
            <p:cNvGrpSpPr/>
            <p:nvPr/>
          </p:nvGrpSpPr>
          <p:grpSpPr>
            <a:xfrm>
              <a:off x="8757797" y="1206428"/>
              <a:ext cx="1080612" cy="374266"/>
              <a:chOff x="0" y="0"/>
              <a:chExt cx="1080610" cy="374264"/>
            </a:xfrm>
          </p:grpSpPr>
          <p:sp>
            <p:nvSpPr>
              <p:cNvPr id="213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139" name="成组"/>
            <p:cNvGrpSpPr/>
            <p:nvPr/>
          </p:nvGrpSpPr>
          <p:grpSpPr>
            <a:xfrm>
              <a:off x="9102063" y="916502"/>
              <a:ext cx="381001" cy="381001"/>
              <a:chOff x="0" y="0"/>
              <a:chExt cx="381000" cy="381000"/>
            </a:xfrm>
          </p:grpSpPr>
          <p:sp>
            <p:nvSpPr>
              <p:cNvPr id="213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38" name="A"/>
              <p:cNvSpPr txBox="1"/>
              <p:nvPr/>
            </p:nvSpPr>
            <p:spPr>
              <a:xfrm>
                <a:off x="32067" y="17016"/>
                <a:ext cx="301685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142" name="成组"/>
            <p:cNvGrpSpPr/>
            <p:nvPr/>
          </p:nvGrpSpPr>
          <p:grpSpPr>
            <a:xfrm>
              <a:off x="8476822" y="259626"/>
              <a:ext cx="381001" cy="381001"/>
              <a:chOff x="0" y="0"/>
              <a:chExt cx="381000" cy="381000"/>
            </a:xfrm>
          </p:grpSpPr>
          <p:sp>
            <p:nvSpPr>
              <p:cNvPr id="214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1" name="C"/>
              <p:cNvSpPr txBox="1"/>
              <p:nvPr/>
            </p:nvSpPr>
            <p:spPr>
              <a:xfrm>
                <a:off x="11429" y="170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45" name="成组"/>
            <p:cNvGrpSpPr/>
            <p:nvPr/>
          </p:nvGrpSpPr>
          <p:grpSpPr>
            <a:xfrm>
              <a:off x="8135670" y="544976"/>
              <a:ext cx="1080611" cy="374266"/>
              <a:chOff x="0" y="0"/>
              <a:chExt cx="1080610" cy="374264"/>
            </a:xfrm>
          </p:grpSpPr>
          <p:sp>
            <p:nvSpPr>
              <p:cNvPr id="214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4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146" name="BL"/>
            <p:cNvSpPr txBox="1"/>
            <p:nvPr/>
          </p:nvSpPr>
          <p:spPr>
            <a:xfrm>
              <a:off x="7419078" y="1502435"/>
              <a:ext cx="37322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B</a:t>
              </a:r>
              <a:r>
                <a:rPr baseline="-5999"/>
                <a:t>L</a:t>
              </a:r>
            </a:p>
          </p:txBody>
        </p:sp>
        <p:sp>
          <p:nvSpPr>
            <p:cNvPr id="2147" name="?"/>
            <p:cNvSpPr txBox="1"/>
            <p:nvPr/>
          </p:nvSpPr>
          <p:spPr>
            <a:xfrm>
              <a:off x="9151592" y="1245324"/>
              <a:ext cx="24513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?</a:t>
              </a:r>
            </a:p>
          </p:txBody>
        </p:sp>
        <p:sp>
          <p:nvSpPr>
            <p:cNvPr id="2148" name="0"/>
            <p:cNvSpPr txBox="1"/>
            <p:nvPr/>
          </p:nvSpPr>
          <p:spPr>
            <a:xfrm>
              <a:off x="8551752" y="597778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149" name="A'R"/>
            <p:cNvSpPr txBox="1"/>
            <p:nvPr/>
          </p:nvSpPr>
          <p:spPr>
            <a:xfrm>
              <a:off x="9657281" y="1502435"/>
              <a:ext cx="428652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A'</a:t>
              </a:r>
              <a:r>
                <a:rPr baseline="-5999"/>
                <a:t>R</a:t>
              </a:r>
            </a:p>
          </p:txBody>
        </p:sp>
        <p:sp>
          <p:nvSpPr>
            <p:cNvPr id="2150" name="h-1"/>
            <p:cNvSpPr txBox="1"/>
            <p:nvPr/>
          </p:nvSpPr>
          <p:spPr>
            <a:xfrm>
              <a:off x="7401218" y="1743735"/>
              <a:ext cx="4258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151" name="h-1"/>
            <p:cNvSpPr txBox="1"/>
            <p:nvPr/>
          </p:nvSpPr>
          <p:spPr>
            <a:xfrm>
              <a:off x="9648831" y="1714442"/>
              <a:ext cx="4258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i="1" sz="1600">
                  <a:uFill>
                    <a:solidFill>
                      <a:srgbClr val="000000"/>
                    </a:solidFill>
                  </a:uFill>
                </a:defRPr>
              </a:pPr>
              <a:r>
                <a:t>h</a:t>
              </a:r>
              <a:r>
                <a:rPr i="0"/>
                <a:t>-1</a:t>
              </a:r>
            </a:p>
          </p:txBody>
        </p:sp>
        <p:sp>
          <p:nvSpPr>
            <p:cNvPr id="2152" name="CL"/>
            <p:cNvSpPr txBox="1"/>
            <p:nvPr/>
          </p:nvSpPr>
          <p:spPr>
            <a:xfrm>
              <a:off x="8417211" y="1502435"/>
              <a:ext cx="373223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L</a:t>
              </a:r>
            </a:p>
          </p:txBody>
        </p:sp>
        <p:grpSp>
          <p:nvGrpSpPr>
            <p:cNvPr id="2155" name="成组"/>
            <p:cNvGrpSpPr/>
            <p:nvPr/>
          </p:nvGrpSpPr>
          <p:grpSpPr>
            <a:xfrm>
              <a:off x="7886327" y="912224"/>
              <a:ext cx="381001" cy="381001"/>
              <a:chOff x="0" y="0"/>
              <a:chExt cx="381000" cy="381000"/>
            </a:xfrm>
          </p:grpSpPr>
          <p:sp>
            <p:nvSpPr>
              <p:cNvPr id="215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4" name="B"/>
              <p:cNvSpPr txBox="1"/>
              <p:nvPr/>
            </p:nvSpPr>
            <p:spPr>
              <a:xfrm>
                <a:off x="36829" y="29716"/>
                <a:ext cx="290474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158" name="成组"/>
            <p:cNvGrpSpPr/>
            <p:nvPr/>
          </p:nvGrpSpPr>
          <p:grpSpPr>
            <a:xfrm>
              <a:off x="7545175" y="1197574"/>
              <a:ext cx="1080612" cy="374266"/>
              <a:chOff x="0" y="0"/>
              <a:chExt cx="1080610" cy="374264"/>
            </a:xfrm>
          </p:grpSpPr>
          <p:sp>
            <p:nvSpPr>
              <p:cNvPr id="2156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7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2159" name="CR"/>
            <p:cNvSpPr txBox="1"/>
            <p:nvPr/>
          </p:nvSpPr>
          <p:spPr>
            <a:xfrm>
              <a:off x="8618097" y="1502435"/>
              <a:ext cx="380830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pPr>
              <a:r>
                <a:t>C</a:t>
              </a:r>
              <a:r>
                <a:rPr baseline="-5999"/>
                <a:t>R</a:t>
              </a:r>
            </a:p>
          </p:txBody>
        </p:sp>
        <p:sp>
          <p:nvSpPr>
            <p:cNvPr id="2160" name="?"/>
            <p:cNvSpPr txBox="1"/>
            <p:nvPr/>
          </p:nvSpPr>
          <p:spPr>
            <a:xfrm>
              <a:off x="7932393" y="1273140"/>
              <a:ext cx="24513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?</a:t>
              </a:r>
            </a:p>
          </p:txBody>
        </p:sp>
        <p:sp>
          <p:nvSpPr>
            <p:cNvPr id="2161" name="线条"/>
            <p:cNvSpPr/>
            <p:nvPr/>
          </p:nvSpPr>
          <p:spPr>
            <a:xfrm flipV="1">
              <a:off x="3575529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2" name="线条"/>
            <p:cNvSpPr/>
            <p:nvPr/>
          </p:nvSpPr>
          <p:spPr>
            <a:xfrm flipV="1">
              <a:off x="1313694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3" name="线条"/>
            <p:cNvSpPr/>
            <p:nvPr/>
          </p:nvSpPr>
          <p:spPr>
            <a:xfrm flipV="1">
              <a:off x="6407629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64" name="线条"/>
            <p:cNvSpPr/>
            <p:nvPr/>
          </p:nvSpPr>
          <p:spPr>
            <a:xfrm flipV="1">
              <a:off x="8667322" y="0"/>
              <a:ext cx="1" cy="25032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2166" name="L0与R0，L1和R-1，L-1和L1对称"/>
          <p:cNvSpPr txBox="1"/>
          <p:nvPr/>
        </p:nvSpPr>
        <p:spPr>
          <a:xfrm>
            <a:off x="218750" y="5511800"/>
            <a:ext cx="567502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L0与R0，L1和R-1，L-1和L1对称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Shape 242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删除操作的</a:t>
            </a:r>
          </a:p>
        </p:txBody>
      </p:sp>
      <p:grpSp>
        <p:nvGrpSpPr>
          <p:cNvPr id="2216" name="成组"/>
          <p:cNvGrpSpPr/>
          <p:nvPr/>
        </p:nvGrpSpPr>
        <p:grpSpPr>
          <a:xfrm>
            <a:off x="809577" y="1355729"/>
            <a:ext cx="3782402" cy="2793464"/>
            <a:chOff x="0" y="0"/>
            <a:chExt cx="3782400" cy="2793462"/>
          </a:xfrm>
        </p:grpSpPr>
        <p:grpSp>
          <p:nvGrpSpPr>
            <p:cNvPr id="2171" name="成组"/>
            <p:cNvGrpSpPr/>
            <p:nvPr/>
          </p:nvGrpSpPr>
          <p:grpSpPr>
            <a:xfrm>
              <a:off x="1382842" y="0"/>
              <a:ext cx="381001" cy="381000"/>
              <a:chOff x="0" y="0"/>
              <a:chExt cx="381000" cy="381000"/>
            </a:xfrm>
          </p:grpSpPr>
          <p:sp>
            <p:nvSpPr>
              <p:cNvPr id="216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0" name="40"/>
              <p:cNvSpPr txBox="1"/>
              <p:nvPr/>
            </p:nvSpPr>
            <p:spPr>
              <a:xfrm>
                <a:off x="11429" y="29716"/>
                <a:ext cx="3581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2172" name="-1"/>
            <p:cNvSpPr txBox="1"/>
            <p:nvPr/>
          </p:nvSpPr>
          <p:spPr>
            <a:xfrm>
              <a:off x="1432372" y="350852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2175" name="成组"/>
            <p:cNvGrpSpPr/>
            <p:nvPr/>
          </p:nvGrpSpPr>
          <p:grpSpPr>
            <a:xfrm>
              <a:off x="578852" y="688650"/>
              <a:ext cx="1270001" cy="1460502"/>
              <a:chOff x="0" y="0"/>
              <a:chExt cx="1270000" cy="1460500"/>
            </a:xfrm>
          </p:grpSpPr>
          <p:sp>
            <p:nvSpPr>
              <p:cNvPr id="2173" name="圆形"/>
              <p:cNvSpPr/>
              <p:nvPr/>
            </p:nvSpPr>
            <p:spPr>
              <a:xfrm>
                <a:off x="13970" y="0"/>
                <a:ext cx="381001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4" name="16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sp>
          <p:nvSpPr>
            <p:cNvPr id="2176" name="0"/>
            <p:cNvSpPr txBox="1"/>
            <p:nvPr/>
          </p:nvSpPr>
          <p:spPr>
            <a:xfrm>
              <a:off x="621853" y="102779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179" name="成组"/>
            <p:cNvGrpSpPr/>
            <p:nvPr/>
          </p:nvGrpSpPr>
          <p:grpSpPr>
            <a:xfrm>
              <a:off x="1183611" y="1345662"/>
              <a:ext cx="387034" cy="381001"/>
              <a:chOff x="-6032" y="0"/>
              <a:chExt cx="387032" cy="381000"/>
            </a:xfrm>
          </p:grpSpPr>
          <p:sp>
            <p:nvSpPr>
              <p:cNvPr id="217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78" name="20"/>
              <p:cNvSpPr txBox="1"/>
              <p:nvPr/>
            </p:nvSpPr>
            <p:spPr>
              <a:xfrm>
                <a:off x="-6033" y="297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grpSp>
          <p:nvGrpSpPr>
            <p:cNvPr id="2182" name="成组"/>
            <p:cNvGrpSpPr/>
            <p:nvPr/>
          </p:nvGrpSpPr>
          <p:grpSpPr>
            <a:xfrm>
              <a:off x="0" y="1345662"/>
              <a:ext cx="1270000" cy="1447801"/>
              <a:chOff x="0" y="0"/>
              <a:chExt cx="1270000" cy="1447800"/>
            </a:xfrm>
          </p:grpSpPr>
          <p:sp>
            <p:nvSpPr>
              <p:cNvPr id="2180" name="圆形"/>
              <p:cNvSpPr/>
              <p:nvPr/>
            </p:nvSpPr>
            <p:spPr>
              <a:xfrm>
                <a:off x="18732" y="0"/>
                <a:ext cx="381001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1" name="12"/>
              <p:cNvSpPr/>
              <p:nvPr/>
            </p:nvSpPr>
            <p:spPr>
              <a:xfrm>
                <a:off x="0" y="177800"/>
                <a:ext cx="1270000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12</a:t>
                </a:r>
              </a:p>
            </p:txBody>
          </p:sp>
        </p:grpSp>
        <p:sp>
          <p:nvSpPr>
            <p:cNvPr id="2183" name="0"/>
            <p:cNvSpPr txBox="1"/>
            <p:nvPr/>
          </p:nvSpPr>
          <p:spPr>
            <a:xfrm>
              <a:off x="1255207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184" name="0"/>
            <p:cNvSpPr txBox="1"/>
            <p:nvPr/>
          </p:nvSpPr>
          <p:spPr>
            <a:xfrm>
              <a:off x="46196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187" name="成组"/>
            <p:cNvGrpSpPr/>
            <p:nvPr/>
          </p:nvGrpSpPr>
          <p:grpSpPr>
            <a:xfrm>
              <a:off x="243652" y="984244"/>
              <a:ext cx="1080612" cy="374265"/>
              <a:chOff x="0" y="0"/>
              <a:chExt cx="1080610" cy="374264"/>
            </a:xfrm>
          </p:grpSpPr>
          <p:sp>
            <p:nvSpPr>
              <p:cNvPr id="218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190" name="成组"/>
            <p:cNvGrpSpPr/>
            <p:nvPr/>
          </p:nvGrpSpPr>
          <p:grpSpPr>
            <a:xfrm>
              <a:off x="1838155" y="984244"/>
              <a:ext cx="1080612" cy="374265"/>
              <a:chOff x="0" y="0"/>
              <a:chExt cx="1080610" cy="374264"/>
            </a:xfrm>
          </p:grpSpPr>
          <p:sp>
            <p:nvSpPr>
              <p:cNvPr id="2188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9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193" name="成组"/>
            <p:cNvGrpSpPr/>
            <p:nvPr/>
          </p:nvGrpSpPr>
          <p:grpSpPr>
            <a:xfrm>
              <a:off x="1615600" y="1345662"/>
              <a:ext cx="381001" cy="381001"/>
              <a:chOff x="0" y="0"/>
              <a:chExt cx="381000" cy="381000"/>
            </a:xfrm>
          </p:grpSpPr>
          <p:sp>
            <p:nvSpPr>
              <p:cNvPr id="2191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2" name="6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sp>
          <p:nvSpPr>
            <p:cNvPr id="2194" name="0"/>
            <p:cNvSpPr txBox="1"/>
            <p:nvPr/>
          </p:nvSpPr>
          <p:spPr>
            <a:xfrm>
              <a:off x="1634293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197" name="成组"/>
            <p:cNvGrpSpPr/>
            <p:nvPr/>
          </p:nvGrpSpPr>
          <p:grpSpPr>
            <a:xfrm>
              <a:off x="2186299" y="688650"/>
              <a:ext cx="381001" cy="381001"/>
              <a:chOff x="0" y="0"/>
              <a:chExt cx="381000" cy="381000"/>
            </a:xfrm>
          </p:grpSpPr>
          <p:sp>
            <p:nvSpPr>
              <p:cNvPr id="2195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6" name="8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80</a:t>
                </a:r>
              </a:p>
            </p:txBody>
          </p:sp>
        </p:grpSp>
        <p:grpSp>
          <p:nvGrpSpPr>
            <p:cNvPr id="2200" name="成组"/>
            <p:cNvGrpSpPr/>
            <p:nvPr/>
          </p:nvGrpSpPr>
          <p:grpSpPr>
            <a:xfrm>
              <a:off x="2792278" y="1345662"/>
              <a:ext cx="381001" cy="381001"/>
              <a:chOff x="0" y="0"/>
              <a:chExt cx="381000" cy="381000"/>
            </a:xfrm>
          </p:grpSpPr>
          <p:sp>
            <p:nvSpPr>
              <p:cNvPr id="219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99" name="96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96</a:t>
                </a:r>
              </a:p>
            </p:txBody>
          </p:sp>
        </p:grpSp>
        <p:sp>
          <p:nvSpPr>
            <p:cNvPr id="2201" name="-1"/>
            <p:cNvSpPr txBox="1"/>
            <p:nvPr/>
          </p:nvSpPr>
          <p:spPr>
            <a:xfrm>
              <a:off x="2248915" y="1027796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202" name="0"/>
            <p:cNvSpPr txBox="1"/>
            <p:nvPr/>
          </p:nvSpPr>
          <p:spPr>
            <a:xfrm>
              <a:off x="2859819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03" name="线条"/>
            <p:cNvSpPr/>
            <p:nvPr/>
          </p:nvSpPr>
          <p:spPr>
            <a:xfrm>
              <a:off x="1768282" y="226442"/>
              <a:ext cx="504358" cy="5043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04" name="线条"/>
            <p:cNvSpPr/>
            <p:nvPr/>
          </p:nvSpPr>
          <p:spPr>
            <a:xfrm flipV="1">
              <a:off x="886745" y="226442"/>
              <a:ext cx="504358" cy="5043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207" name="成组"/>
            <p:cNvGrpSpPr/>
            <p:nvPr/>
          </p:nvGrpSpPr>
          <p:grpSpPr>
            <a:xfrm>
              <a:off x="3401400" y="2003345"/>
              <a:ext cx="381001" cy="381001"/>
              <a:chOff x="0" y="0"/>
              <a:chExt cx="381000" cy="381000"/>
            </a:xfrm>
          </p:grpSpPr>
          <p:sp>
            <p:nvSpPr>
              <p:cNvPr id="2205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6" name="98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98</a:t>
                </a:r>
              </a:p>
            </p:txBody>
          </p:sp>
        </p:grpSp>
        <p:grpSp>
          <p:nvGrpSpPr>
            <p:cNvPr id="2210" name="成组"/>
            <p:cNvGrpSpPr/>
            <p:nvPr/>
          </p:nvGrpSpPr>
          <p:grpSpPr>
            <a:xfrm>
              <a:off x="2210645" y="2003345"/>
              <a:ext cx="381001" cy="381001"/>
              <a:chOff x="0" y="0"/>
              <a:chExt cx="381000" cy="381000"/>
            </a:xfrm>
          </p:grpSpPr>
          <p:sp>
            <p:nvSpPr>
              <p:cNvPr id="220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09" name="9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90</a:t>
                </a:r>
              </a:p>
            </p:txBody>
          </p:sp>
        </p:grpSp>
        <p:sp>
          <p:nvSpPr>
            <p:cNvPr id="2211" name="0"/>
            <p:cNvSpPr txBox="1"/>
            <p:nvPr/>
          </p:nvSpPr>
          <p:spPr>
            <a:xfrm>
              <a:off x="2282748" y="2354814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12" name="0"/>
            <p:cNvSpPr txBox="1"/>
            <p:nvPr/>
          </p:nvSpPr>
          <p:spPr>
            <a:xfrm>
              <a:off x="3476330" y="2354814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215" name="成组"/>
            <p:cNvGrpSpPr/>
            <p:nvPr/>
          </p:nvGrpSpPr>
          <p:grpSpPr>
            <a:xfrm>
              <a:off x="2437606" y="1636819"/>
              <a:ext cx="1080612" cy="374266"/>
              <a:chOff x="0" y="0"/>
              <a:chExt cx="1080610" cy="374264"/>
            </a:xfrm>
          </p:grpSpPr>
          <p:sp>
            <p:nvSpPr>
              <p:cNvPr id="2213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14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grpSp>
        <p:nvGrpSpPr>
          <p:cNvPr id="2258" name="成组"/>
          <p:cNvGrpSpPr/>
          <p:nvPr/>
        </p:nvGrpSpPr>
        <p:grpSpPr>
          <a:xfrm>
            <a:off x="5919897" y="1355729"/>
            <a:ext cx="3203549" cy="2676383"/>
            <a:chOff x="0" y="0"/>
            <a:chExt cx="3203548" cy="2676381"/>
          </a:xfrm>
        </p:grpSpPr>
        <p:grpSp>
          <p:nvGrpSpPr>
            <p:cNvPr id="2219" name="成组"/>
            <p:cNvGrpSpPr/>
            <p:nvPr/>
          </p:nvGrpSpPr>
          <p:grpSpPr>
            <a:xfrm>
              <a:off x="803990" y="0"/>
              <a:ext cx="381001" cy="381000"/>
              <a:chOff x="0" y="0"/>
              <a:chExt cx="381000" cy="381000"/>
            </a:xfrm>
          </p:grpSpPr>
          <p:sp>
            <p:nvSpPr>
              <p:cNvPr id="221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18" name="40"/>
              <p:cNvSpPr txBox="1"/>
              <p:nvPr/>
            </p:nvSpPr>
            <p:spPr>
              <a:xfrm>
                <a:off x="11429" y="29716"/>
                <a:ext cx="3581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2220" name="-1"/>
            <p:cNvSpPr txBox="1"/>
            <p:nvPr/>
          </p:nvSpPr>
          <p:spPr>
            <a:xfrm>
              <a:off x="853519" y="350852"/>
              <a:ext cx="3242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2223" name="成组"/>
            <p:cNvGrpSpPr/>
            <p:nvPr/>
          </p:nvGrpSpPr>
          <p:grpSpPr>
            <a:xfrm>
              <a:off x="0" y="688650"/>
              <a:ext cx="1270000" cy="1460502"/>
              <a:chOff x="0" y="0"/>
              <a:chExt cx="1270000" cy="1460500"/>
            </a:xfrm>
          </p:grpSpPr>
          <p:sp>
            <p:nvSpPr>
              <p:cNvPr id="2221" name="圆形"/>
              <p:cNvSpPr/>
              <p:nvPr/>
            </p:nvSpPr>
            <p:spPr>
              <a:xfrm>
                <a:off x="13970" y="0"/>
                <a:ext cx="381001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22" name="16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sp>
          <p:nvSpPr>
            <p:cNvPr id="2224" name="-1"/>
            <p:cNvSpPr txBox="1"/>
            <p:nvPr/>
          </p:nvSpPr>
          <p:spPr>
            <a:xfrm>
              <a:off x="43001" y="1027796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grpSp>
          <p:nvGrpSpPr>
            <p:cNvPr id="2227" name="成组"/>
            <p:cNvGrpSpPr/>
            <p:nvPr/>
          </p:nvGrpSpPr>
          <p:grpSpPr>
            <a:xfrm>
              <a:off x="604758" y="1345662"/>
              <a:ext cx="387034" cy="381001"/>
              <a:chOff x="-6032" y="0"/>
              <a:chExt cx="387032" cy="381000"/>
            </a:xfrm>
          </p:grpSpPr>
          <p:sp>
            <p:nvSpPr>
              <p:cNvPr id="2225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26" name="20"/>
              <p:cNvSpPr txBox="1"/>
              <p:nvPr/>
            </p:nvSpPr>
            <p:spPr>
              <a:xfrm>
                <a:off x="-6033" y="297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20</a:t>
                </a:r>
              </a:p>
            </p:txBody>
          </p:sp>
        </p:grpSp>
        <p:sp>
          <p:nvSpPr>
            <p:cNvPr id="2228" name="0"/>
            <p:cNvSpPr txBox="1"/>
            <p:nvPr/>
          </p:nvSpPr>
          <p:spPr>
            <a:xfrm>
              <a:off x="676355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29" name="线条"/>
            <p:cNvSpPr/>
            <p:nvPr/>
          </p:nvSpPr>
          <p:spPr>
            <a:xfrm>
              <a:off x="371146" y="984244"/>
              <a:ext cx="374265" cy="37426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232" name="成组"/>
            <p:cNvGrpSpPr/>
            <p:nvPr/>
          </p:nvGrpSpPr>
          <p:grpSpPr>
            <a:xfrm>
              <a:off x="1259303" y="984244"/>
              <a:ext cx="1080612" cy="374265"/>
              <a:chOff x="0" y="0"/>
              <a:chExt cx="1080610" cy="374264"/>
            </a:xfrm>
          </p:grpSpPr>
          <p:sp>
            <p:nvSpPr>
              <p:cNvPr id="2230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31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235" name="成组"/>
            <p:cNvGrpSpPr/>
            <p:nvPr/>
          </p:nvGrpSpPr>
          <p:grpSpPr>
            <a:xfrm>
              <a:off x="1036748" y="1345662"/>
              <a:ext cx="381001" cy="381001"/>
              <a:chOff x="0" y="0"/>
              <a:chExt cx="381000" cy="381000"/>
            </a:xfrm>
          </p:grpSpPr>
          <p:sp>
            <p:nvSpPr>
              <p:cNvPr id="2233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34" name="6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sp>
          <p:nvSpPr>
            <p:cNvPr id="2236" name="0"/>
            <p:cNvSpPr txBox="1"/>
            <p:nvPr/>
          </p:nvSpPr>
          <p:spPr>
            <a:xfrm>
              <a:off x="1055441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239" name="成组"/>
            <p:cNvGrpSpPr/>
            <p:nvPr/>
          </p:nvGrpSpPr>
          <p:grpSpPr>
            <a:xfrm>
              <a:off x="1607447" y="688650"/>
              <a:ext cx="381001" cy="381001"/>
              <a:chOff x="0" y="0"/>
              <a:chExt cx="381000" cy="381000"/>
            </a:xfrm>
          </p:grpSpPr>
          <p:sp>
            <p:nvSpPr>
              <p:cNvPr id="223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38" name="8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80</a:t>
                </a:r>
              </a:p>
            </p:txBody>
          </p:sp>
        </p:grpSp>
        <p:grpSp>
          <p:nvGrpSpPr>
            <p:cNvPr id="2242" name="成组"/>
            <p:cNvGrpSpPr/>
            <p:nvPr/>
          </p:nvGrpSpPr>
          <p:grpSpPr>
            <a:xfrm>
              <a:off x="2213425" y="1345662"/>
              <a:ext cx="381001" cy="381001"/>
              <a:chOff x="0" y="0"/>
              <a:chExt cx="381000" cy="381000"/>
            </a:xfrm>
          </p:grpSpPr>
          <p:sp>
            <p:nvSpPr>
              <p:cNvPr id="224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41" name="96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96</a:t>
                </a:r>
              </a:p>
            </p:txBody>
          </p:sp>
        </p:grpSp>
        <p:sp>
          <p:nvSpPr>
            <p:cNvPr id="2243" name="-1"/>
            <p:cNvSpPr txBox="1"/>
            <p:nvPr/>
          </p:nvSpPr>
          <p:spPr>
            <a:xfrm>
              <a:off x="1670062" y="1027796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244" name="0"/>
            <p:cNvSpPr txBox="1"/>
            <p:nvPr/>
          </p:nvSpPr>
          <p:spPr>
            <a:xfrm>
              <a:off x="2280967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45" name="线条"/>
            <p:cNvSpPr/>
            <p:nvPr/>
          </p:nvSpPr>
          <p:spPr>
            <a:xfrm>
              <a:off x="1189430" y="226442"/>
              <a:ext cx="504357" cy="5043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6" name="线条"/>
            <p:cNvSpPr/>
            <p:nvPr/>
          </p:nvSpPr>
          <p:spPr>
            <a:xfrm flipV="1">
              <a:off x="307893" y="226442"/>
              <a:ext cx="504358" cy="5043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249" name="成组"/>
            <p:cNvGrpSpPr/>
            <p:nvPr/>
          </p:nvGrpSpPr>
          <p:grpSpPr>
            <a:xfrm>
              <a:off x="2822548" y="2003345"/>
              <a:ext cx="381001" cy="381001"/>
              <a:chOff x="0" y="0"/>
              <a:chExt cx="381000" cy="381000"/>
            </a:xfrm>
          </p:grpSpPr>
          <p:sp>
            <p:nvSpPr>
              <p:cNvPr id="224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48" name="98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98</a:t>
                </a:r>
              </a:p>
            </p:txBody>
          </p:sp>
        </p:grpSp>
        <p:grpSp>
          <p:nvGrpSpPr>
            <p:cNvPr id="2252" name="成组"/>
            <p:cNvGrpSpPr/>
            <p:nvPr/>
          </p:nvGrpSpPr>
          <p:grpSpPr>
            <a:xfrm>
              <a:off x="1631793" y="2003345"/>
              <a:ext cx="381001" cy="381001"/>
              <a:chOff x="0" y="0"/>
              <a:chExt cx="381000" cy="381000"/>
            </a:xfrm>
          </p:grpSpPr>
          <p:sp>
            <p:nvSpPr>
              <p:cNvPr id="225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1" name="9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90</a:t>
                </a:r>
              </a:p>
            </p:txBody>
          </p:sp>
        </p:grpSp>
        <p:sp>
          <p:nvSpPr>
            <p:cNvPr id="2253" name="0"/>
            <p:cNvSpPr txBox="1"/>
            <p:nvPr/>
          </p:nvSpPr>
          <p:spPr>
            <a:xfrm>
              <a:off x="1703896" y="2354814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54" name="0"/>
            <p:cNvSpPr txBox="1"/>
            <p:nvPr/>
          </p:nvSpPr>
          <p:spPr>
            <a:xfrm>
              <a:off x="2897477" y="2354814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257" name="成组"/>
            <p:cNvGrpSpPr/>
            <p:nvPr/>
          </p:nvGrpSpPr>
          <p:grpSpPr>
            <a:xfrm>
              <a:off x="1858754" y="1636819"/>
              <a:ext cx="1080612" cy="374266"/>
              <a:chOff x="0" y="0"/>
              <a:chExt cx="1080610" cy="374264"/>
            </a:xfrm>
          </p:grpSpPr>
          <p:sp>
            <p:nvSpPr>
              <p:cNvPr id="2255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6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grpSp>
        <p:nvGrpSpPr>
          <p:cNvPr id="2295" name="成组"/>
          <p:cNvGrpSpPr/>
          <p:nvPr/>
        </p:nvGrpSpPr>
        <p:grpSpPr>
          <a:xfrm>
            <a:off x="1099003" y="4568829"/>
            <a:ext cx="3203550" cy="2676383"/>
            <a:chOff x="0" y="0"/>
            <a:chExt cx="3203548" cy="2676381"/>
          </a:xfrm>
        </p:grpSpPr>
        <p:grpSp>
          <p:nvGrpSpPr>
            <p:cNvPr id="2261" name="成组"/>
            <p:cNvGrpSpPr/>
            <p:nvPr/>
          </p:nvGrpSpPr>
          <p:grpSpPr>
            <a:xfrm>
              <a:off x="803990" y="0"/>
              <a:ext cx="381001" cy="381000"/>
              <a:chOff x="0" y="0"/>
              <a:chExt cx="381000" cy="381000"/>
            </a:xfrm>
          </p:grpSpPr>
          <p:sp>
            <p:nvSpPr>
              <p:cNvPr id="2259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0" name="40"/>
              <p:cNvSpPr txBox="1"/>
              <p:nvPr/>
            </p:nvSpPr>
            <p:spPr>
              <a:xfrm>
                <a:off x="11429" y="29716"/>
                <a:ext cx="3581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2262" name="-2"/>
            <p:cNvSpPr txBox="1"/>
            <p:nvPr/>
          </p:nvSpPr>
          <p:spPr>
            <a:xfrm>
              <a:off x="853519" y="350852"/>
              <a:ext cx="324209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-2</a:t>
              </a:r>
            </a:p>
          </p:txBody>
        </p:sp>
        <p:grpSp>
          <p:nvGrpSpPr>
            <p:cNvPr id="2265" name="成组"/>
            <p:cNvGrpSpPr/>
            <p:nvPr/>
          </p:nvGrpSpPr>
          <p:grpSpPr>
            <a:xfrm>
              <a:off x="0" y="688650"/>
              <a:ext cx="1270000" cy="1460502"/>
              <a:chOff x="0" y="0"/>
              <a:chExt cx="1270000" cy="1460500"/>
            </a:xfrm>
          </p:grpSpPr>
          <p:sp>
            <p:nvSpPr>
              <p:cNvPr id="2263" name="圆形"/>
              <p:cNvSpPr/>
              <p:nvPr/>
            </p:nvSpPr>
            <p:spPr>
              <a:xfrm>
                <a:off x="13970" y="0"/>
                <a:ext cx="381001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4" name="16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sp>
          <p:nvSpPr>
            <p:cNvPr id="2266" name="0"/>
            <p:cNvSpPr txBox="1"/>
            <p:nvPr/>
          </p:nvSpPr>
          <p:spPr>
            <a:xfrm>
              <a:off x="43001" y="102779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269" name="成组"/>
            <p:cNvGrpSpPr/>
            <p:nvPr/>
          </p:nvGrpSpPr>
          <p:grpSpPr>
            <a:xfrm>
              <a:off x="1259303" y="984244"/>
              <a:ext cx="1080612" cy="374265"/>
              <a:chOff x="0" y="0"/>
              <a:chExt cx="1080610" cy="374264"/>
            </a:xfrm>
          </p:grpSpPr>
          <p:sp>
            <p:nvSpPr>
              <p:cNvPr id="2267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68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272" name="成组"/>
            <p:cNvGrpSpPr/>
            <p:nvPr/>
          </p:nvGrpSpPr>
          <p:grpSpPr>
            <a:xfrm>
              <a:off x="1036748" y="1345662"/>
              <a:ext cx="381001" cy="381001"/>
              <a:chOff x="0" y="0"/>
              <a:chExt cx="381000" cy="381000"/>
            </a:xfrm>
          </p:grpSpPr>
          <p:sp>
            <p:nvSpPr>
              <p:cNvPr id="2270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1" name="6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sp>
          <p:nvSpPr>
            <p:cNvPr id="2273" name="0"/>
            <p:cNvSpPr txBox="1"/>
            <p:nvPr/>
          </p:nvSpPr>
          <p:spPr>
            <a:xfrm>
              <a:off x="1055441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276" name="成组"/>
            <p:cNvGrpSpPr/>
            <p:nvPr/>
          </p:nvGrpSpPr>
          <p:grpSpPr>
            <a:xfrm>
              <a:off x="1607447" y="688650"/>
              <a:ext cx="381001" cy="381001"/>
              <a:chOff x="0" y="0"/>
              <a:chExt cx="381000" cy="381000"/>
            </a:xfrm>
          </p:grpSpPr>
          <p:sp>
            <p:nvSpPr>
              <p:cNvPr id="2274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5" name="8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80</a:t>
                </a:r>
              </a:p>
            </p:txBody>
          </p:sp>
        </p:grpSp>
        <p:grpSp>
          <p:nvGrpSpPr>
            <p:cNvPr id="2279" name="成组"/>
            <p:cNvGrpSpPr/>
            <p:nvPr/>
          </p:nvGrpSpPr>
          <p:grpSpPr>
            <a:xfrm>
              <a:off x="2213425" y="1345662"/>
              <a:ext cx="381001" cy="381001"/>
              <a:chOff x="0" y="0"/>
              <a:chExt cx="381000" cy="381000"/>
            </a:xfrm>
          </p:grpSpPr>
          <p:sp>
            <p:nvSpPr>
              <p:cNvPr id="227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78" name="96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96</a:t>
                </a:r>
              </a:p>
            </p:txBody>
          </p:sp>
        </p:grpSp>
        <p:sp>
          <p:nvSpPr>
            <p:cNvPr id="2280" name="-1"/>
            <p:cNvSpPr txBox="1"/>
            <p:nvPr/>
          </p:nvSpPr>
          <p:spPr>
            <a:xfrm>
              <a:off x="1670062" y="1027796"/>
              <a:ext cx="324208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2281" name="0"/>
            <p:cNvSpPr txBox="1"/>
            <p:nvPr/>
          </p:nvSpPr>
          <p:spPr>
            <a:xfrm>
              <a:off x="2280967" y="1696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82" name="线条"/>
            <p:cNvSpPr/>
            <p:nvPr/>
          </p:nvSpPr>
          <p:spPr>
            <a:xfrm>
              <a:off x="1189430" y="226442"/>
              <a:ext cx="504357" cy="5043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83" name="线条"/>
            <p:cNvSpPr/>
            <p:nvPr/>
          </p:nvSpPr>
          <p:spPr>
            <a:xfrm flipV="1">
              <a:off x="307893" y="226442"/>
              <a:ext cx="504358" cy="50435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40640" marR="40640" indent="0" defTabSz="914400">
                <a:spcBef>
                  <a:spcPts val="16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286" name="成组"/>
            <p:cNvGrpSpPr/>
            <p:nvPr/>
          </p:nvGrpSpPr>
          <p:grpSpPr>
            <a:xfrm>
              <a:off x="2822548" y="2003345"/>
              <a:ext cx="381001" cy="381001"/>
              <a:chOff x="0" y="0"/>
              <a:chExt cx="381000" cy="381000"/>
            </a:xfrm>
          </p:grpSpPr>
          <p:sp>
            <p:nvSpPr>
              <p:cNvPr id="2284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5" name="98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98</a:t>
                </a:r>
              </a:p>
            </p:txBody>
          </p:sp>
        </p:grpSp>
        <p:grpSp>
          <p:nvGrpSpPr>
            <p:cNvPr id="2289" name="成组"/>
            <p:cNvGrpSpPr/>
            <p:nvPr/>
          </p:nvGrpSpPr>
          <p:grpSpPr>
            <a:xfrm>
              <a:off x="1631793" y="2003345"/>
              <a:ext cx="381001" cy="381001"/>
              <a:chOff x="0" y="0"/>
              <a:chExt cx="381000" cy="381000"/>
            </a:xfrm>
          </p:grpSpPr>
          <p:sp>
            <p:nvSpPr>
              <p:cNvPr id="228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8" name="9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90</a:t>
                </a:r>
              </a:p>
            </p:txBody>
          </p:sp>
        </p:grpSp>
        <p:sp>
          <p:nvSpPr>
            <p:cNvPr id="2290" name="0"/>
            <p:cNvSpPr txBox="1"/>
            <p:nvPr/>
          </p:nvSpPr>
          <p:spPr>
            <a:xfrm>
              <a:off x="1703896" y="2354814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291" name="0"/>
            <p:cNvSpPr txBox="1"/>
            <p:nvPr/>
          </p:nvSpPr>
          <p:spPr>
            <a:xfrm>
              <a:off x="2897477" y="2354814"/>
              <a:ext cx="256541" cy="321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294" name="成组"/>
            <p:cNvGrpSpPr/>
            <p:nvPr/>
          </p:nvGrpSpPr>
          <p:grpSpPr>
            <a:xfrm>
              <a:off x="1858754" y="1636819"/>
              <a:ext cx="1080612" cy="374266"/>
              <a:chOff x="0" y="0"/>
              <a:chExt cx="1080610" cy="374264"/>
            </a:xfrm>
          </p:grpSpPr>
          <p:sp>
            <p:nvSpPr>
              <p:cNvPr id="2292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3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grpSp>
        <p:nvGrpSpPr>
          <p:cNvPr id="2333" name="成组"/>
          <p:cNvGrpSpPr/>
          <p:nvPr/>
        </p:nvGrpSpPr>
        <p:grpSpPr>
          <a:xfrm>
            <a:off x="6852993" y="4867473"/>
            <a:ext cx="3142786" cy="2865697"/>
            <a:chOff x="0" y="0"/>
            <a:chExt cx="3142785" cy="2865696"/>
          </a:xfrm>
        </p:grpSpPr>
        <p:grpSp>
          <p:nvGrpSpPr>
            <p:cNvPr id="2298" name="成组"/>
            <p:cNvGrpSpPr/>
            <p:nvPr/>
          </p:nvGrpSpPr>
          <p:grpSpPr>
            <a:xfrm>
              <a:off x="605454" y="742174"/>
              <a:ext cx="381001" cy="381001"/>
              <a:chOff x="0" y="0"/>
              <a:chExt cx="381000" cy="381000"/>
            </a:xfrm>
          </p:grpSpPr>
          <p:sp>
            <p:nvSpPr>
              <p:cNvPr id="2296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97" name="40"/>
              <p:cNvSpPr txBox="1"/>
              <p:nvPr/>
            </p:nvSpPr>
            <p:spPr>
              <a:xfrm>
                <a:off x="11429" y="29716"/>
                <a:ext cx="358141" cy="32156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40</a:t>
                </a:r>
              </a:p>
            </p:txBody>
          </p:sp>
        </p:grpSp>
        <p:sp>
          <p:nvSpPr>
            <p:cNvPr id="2299" name="0"/>
            <p:cNvSpPr txBox="1"/>
            <p:nvPr/>
          </p:nvSpPr>
          <p:spPr>
            <a:xfrm>
              <a:off x="654983" y="10930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302" name="成组"/>
            <p:cNvGrpSpPr/>
            <p:nvPr/>
          </p:nvGrpSpPr>
          <p:grpSpPr>
            <a:xfrm>
              <a:off x="0" y="1405196"/>
              <a:ext cx="1270000" cy="1460501"/>
              <a:chOff x="0" y="0"/>
              <a:chExt cx="1270000" cy="1460500"/>
            </a:xfrm>
          </p:grpSpPr>
          <p:sp>
            <p:nvSpPr>
              <p:cNvPr id="2300" name="圆形"/>
              <p:cNvSpPr/>
              <p:nvPr/>
            </p:nvSpPr>
            <p:spPr>
              <a:xfrm>
                <a:off x="13970" y="0"/>
                <a:ext cx="381001" cy="381000"/>
              </a:xfrm>
              <a:prstGeom prst="ellips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1" name="16"/>
              <p:cNvSpPr/>
              <p:nvPr/>
            </p:nvSpPr>
            <p:spPr>
              <a:xfrm>
                <a:off x="0" y="190500"/>
                <a:ext cx="1270000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16</a:t>
                </a:r>
              </a:p>
            </p:txBody>
          </p:sp>
        </p:grpSp>
        <p:sp>
          <p:nvSpPr>
            <p:cNvPr id="2303" name="0"/>
            <p:cNvSpPr txBox="1"/>
            <p:nvPr/>
          </p:nvSpPr>
          <p:spPr>
            <a:xfrm>
              <a:off x="68401" y="1757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306" name="成组"/>
            <p:cNvGrpSpPr/>
            <p:nvPr/>
          </p:nvGrpSpPr>
          <p:grpSpPr>
            <a:xfrm>
              <a:off x="255647" y="1039531"/>
              <a:ext cx="1080612" cy="374266"/>
              <a:chOff x="0" y="0"/>
              <a:chExt cx="1080610" cy="374264"/>
            </a:xfrm>
          </p:grpSpPr>
          <p:sp>
            <p:nvSpPr>
              <p:cNvPr id="2304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5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309" name="成组"/>
            <p:cNvGrpSpPr/>
            <p:nvPr/>
          </p:nvGrpSpPr>
          <p:grpSpPr>
            <a:xfrm>
              <a:off x="1185217" y="1405196"/>
              <a:ext cx="381001" cy="381001"/>
              <a:chOff x="0" y="0"/>
              <a:chExt cx="381000" cy="381000"/>
            </a:xfrm>
          </p:grpSpPr>
          <p:sp>
            <p:nvSpPr>
              <p:cNvPr id="2307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08" name="6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60</a:t>
                </a:r>
              </a:p>
            </p:txBody>
          </p:sp>
        </p:grpSp>
        <p:sp>
          <p:nvSpPr>
            <p:cNvPr id="2310" name="0"/>
            <p:cNvSpPr txBox="1"/>
            <p:nvPr/>
          </p:nvSpPr>
          <p:spPr>
            <a:xfrm>
              <a:off x="1292811" y="1757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313" name="成组"/>
            <p:cNvGrpSpPr/>
            <p:nvPr/>
          </p:nvGrpSpPr>
          <p:grpSpPr>
            <a:xfrm>
              <a:off x="1388323" y="0"/>
              <a:ext cx="381001" cy="381000"/>
              <a:chOff x="0" y="0"/>
              <a:chExt cx="381000" cy="381000"/>
            </a:xfrm>
          </p:grpSpPr>
          <p:sp>
            <p:nvSpPr>
              <p:cNvPr id="2311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12" name="8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80</a:t>
                </a:r>
              </a:p>
            </p:txBody>
          </p:sp>
        </p:grpSp>
        <p:sp>
          <p:nvSpPr>
            <p:cNvPr id="2314" name="0"/>
            <p:cNvSpPr txBox="1"/>
            <p:nvPr/>
          </p:nvSpPr>
          <p:spPr>
            <a:xfrm>
              <a:off x="1450939" y="339145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317" name="成组"/>
            <p:cNvGrpSpPr/>
            <p:nvPr/>
          </p:nvGrpSpPr>
          <p:grpSpPr>
            <a:xfrm>
              <a:off x="888788" y="250214"/>
              <a:ext cx="1385894" cy="504358"/>
              <a:chOff x="0" y="0"/>
              <a:chExt cx="1385893" cy="504356"/>
            </a:xfrm>
          </p:grpSpPr>
          <p:sp>
            <p:nvSpPr>
              <p:cNvPr id="2315" name="线条"/>
              <p:cNvSpPr/>
              <p:nvPr/>
            </p:nvSpPr>
            <p:spPr>
              <a:xfrm>
                <a:off x="881536" y="-1"/>
                <a:ext cx="504358" cy="50435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16" name="线条"/>
              <p:cNvSpPr/>
              <p:nvPr/>
            </p:nvSpPr>
            <p:spPr>
              <a:xfrm flipV="1">
                <a:off x="-1" y="-1"/>
                <a:ext cx="504358" cy="504358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320" name="成组"/>
            <p:cNvGrpSpPr/>
            <p:nvPr/>
          </p:nvGrpSpPr>
          <p:grpSpPr>
            <a:xfrm>
              <a:off x="2152663" y="742174"/>
              <a:ext cx="381001" cy="381001"/>
              <a:chOff x="0" y="0"/>
              <a:chExt cx="381000" cy="381000"/>
            </a:xfrm>
          </p:grpSpPr>
          <p:sp>
            <p:nvSpPr>
              <p:cNvPr id="2318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19" name="96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96</a:t>
                </a:r>
              </a:p>
            </p:txBody>
          </p:sp>
        </p:grpSp>
        <p:sp>
          <p:nvSpPr>
            <p:cNvPr id="2321" name="0"/>
            <p:cNvSpPr txBox="1"/>
            <p:nvPr/>
          </p:nvSpPr>
          <p:spPr>
            <a:xfrm>
              <a:off x="2220204" y="10930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324" name="成组"/>
            <p:cNvGrpSpPr/>
            <p:nvPr/>
          </p:nvGrpSpPr>
          <p:grpSpPr>
            <a:xfrm>
              <a:off x="2761785" y="1405196"/>
              <a:ext cx="381001" cy="381001"/>
              <a:chOff x="0" y="0"/>
              <a:chExt cx="381000" cy="381000"/>
            </a:xfrm>
          </p:grpSpPr>
          <p:sp>
            <p:nvSpPr>
              <p:cNvPr id="2322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23" name="98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98</a:t>
                </a:r>
              </a:p>
            </p:txBody>
          </p:sp>
        </p:grpSp>
        <p:grpSp>
          <p:nvGrpSpPr>
            <p:cNvPr id="2327" name="成组"/>
            <p:cNvGrpSpPr/>
            <p:nvPr/>
          </p:nvGrpSpPr>
          <p:grpSpPr>
            <a:xfrm>
              <a:off x="1583730" y="1405196"/>
              <a:ext cx="381001" cy="381001"/>
              <a:chOff x="0" y="0"/>
              <a:chExt cx="381000" cy="381000"/>
            </a:xfrm>
          </p:grpSpPr>
          <p:sp>
            <p:nvSpPr>
              <p:cNvPr id="2325" name="圆形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26" name="90"/>
              <p:cNvSpPr txBox="1"/>
              <p:nvPr/>
            </p:nvSpPr>
            <p:spPr>
              <a:xfrm>
                <a:off x="6667" y="17016"/>
                <a:ext cx="358141" cy="3215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L="40640" marR="40640" indent="0" defTabSz="914400">
                  <a:spcBef>
                    <a:spcPts val="1600"/>
                  </a:spcBef>
                  <a:defRPr sz="16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90</a:t>
                </a:r>
              </a:p>
            </p:txBody>
          </p:sp>
        </p:grpSp>
        <p:sp>
          <p:nvSpPr>
            <p:cNvPr id="2328" name="0"/>
            <p:cNvSpPr txBox="1"/>
            <p:nvPr/>
          </p:nvSpPr>
          <p:spPr>
            <a:xfrm>
              <a:off x="1643133" y="1757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329" name="0"/>
            <p:cNvSpPr txBox="1"/>
            <p:nvPr/>
          </p:nvSpPr>
          <p:spPr>
            <a:xfrm>
              <a:off x="2836714" y="1757526"/>
              <a:ext cx="256541" cy="3215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L="40640" marR="40640" indent="0" defTabSz="914400">
                <a:spcBef>
                  <a:spcPts val="1600"/>
                </a:spcBef>
                <a:defRPr sz="16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grpSp>
          <p:nvGrpSpPr>
            <p:cNvPr id="2332" name="成组"/>
            <p:cNvGrpSpPr/>
            <p:nvPr/>
          </p:nvGrpSpPr>
          <p:grpSpPr>
            <a:xfrm>
              <a:off x="1797991" y="1039531"/>
              <a:ext cx="1080612" cy="374266"/>
              <a:chOff x="0" y="0"/>
              <a:chExt cx="1080610" cy="374264"/>
            </a:xfrm>
          </p:grpSpPr>
          <p:sp>
            <p:nvSpPr>
              <p:cNvPr id="2330" name="线条"/>
              <p:cNvSpPr/>
              <p:nvPr/>
            </p:nvSpPr>
            <p:spPr>
              <a:xfrm flipV="1">
                <a:off x="0" y="0"/>
                <a:ext cx="374265" cy="37426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31" name="线条"/>
              <p:cNvSpPr/>
              <p:nvPr/>
            </p:nvSpPr>
            <p:spPr>
              <a:xfrm>
                <a:off x="706346" y="-1"/>
                <a:ext cx="374265" cy="37426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40640" marR="40640" indent="0" defTabSz="914400">
                  <a:spcBef>
                    <a:spcPts val="16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Shape 2467"/>
          <p:cNvSpPr txBox="1"/>
          <p:nvPr/>
        </p:nvSpPr>
        <p:spPr>
          <a:xfrm>
            <a:off x="546100" y="1431431"/>
            <a:ext cx="11938000" cy="133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40000"/>
              </a:lnSpc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   在平衡二叉树树上进行查找的过程和二叉搜索树相同，因此，查找过程中和给定值进行比较的关键字的个数不超过平衡树的深度。</a:t>
            </a:r>
          </a:p>
        </p:txBody>
      </p:sp>
      <p:sp>
        <p:nvSpPr>
          <p:cNvPr id="2336" name="Shape 2468"/>
          <p:cNvSpPr txBox="1"/>
          <p:nvPr/>
        </p:nvSpPr>
        <p:spPr>
          <a:xfrm>
            <a:off x="898594" y="3747911"/>
            <a:ext cx="1146810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   问：含 n 个关键字的平衡二叉树可能达到的最大深度是多少？</a:t>
            </a:r>
          </a:p>
        </p:txBody>
      </p:sp>
      <p:sp>
        <p:nvSpPr>
          <p:cNvPr id="2337" name="Shape 246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性能分析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Shape 2471"/>
          <p:cNvSpPr txBox="1"/>
          <p:nvPr/>
        </p:nvSpPr>
        <p:spPr>
          <a:xfrm>
            <a:off x="1828800" y="1831057"/>
            <a:ext cx="1714500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n = 0</a:t>
            </a:r>
          </a:p>
        </p:txBody>
      </p:sp>
      <p:sp>
        <p:nvSpPr>
          <p:cNvPr id="2340" name="Shape 2472"/>
          <p:cNvSpPr txBox="1"/>
          <p:nvPr/>
        </p:nvSpPr>
        <p:spPr>
          <a:xfrm>
            <a:off x="1828800" y="3303129"/>
            <a:ext cx="17145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空树</a:t>
            </a:r>
          </a:p>
        </p:txBody>
      </p:sp>
      <p:sp>
        <p:nvSpPr>
          <p:cNvPr id="2341" name="Shape 2473"/>
          <p:cNvSpPr txBox="1"/>
          <p:nvPr/>
        </p:nvSpPr>
        <p:spPr>
          <a:xfrm>
            <a:off x="1282700" y="4625340"/>
            <a:ext cx="25019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最大深度为0</a:t>
            </a:r>
          </a:p>
        </p:txBody>
      </p:sp>
      <p:sp>
        <p:nvSpPr>
          <p:cNvPr id="2342" name="Shape 2474"/>
          <p:cNvSpPr txBox="1"/>
          <p:nvPr/>
        </p:nvSpPr>
        <p:spPr>
          <a:xfrm>
            <a:off x="5413869" y="1831057"/>
            <a:ext cx="1714502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n = 1</a:t>
            </a:r>
          </a:p>
        </p:txBody>
      </p:sp>
      <p:sp>
        <p:nvSpPr>
          <p:cNvPr id="2343" name="Shape 2475"/>
          <p:cNvSpPr txBox="1"/>
          <p:nvPr/>
        </p:nvSpPr>
        <p:spPr>
          <a:xfrm>
            <a:off x="5066453" y="4648763"/>
            <a:ext cx="24130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最大深度为1</a:t>
            </a:r>
          </a:p>
        </p:txBody>
      </p:sp>
      <p:sp>
        <p:nvSpPr>
          <p:cNvPr id="2344" name="Shape 2476"/>
          <p:cNvSpPr txBox="1"/>
          <p:nvPr/>
        </p:nvSpPr>
        <p:spPr>
          <a:xfrm>
            <a:off x="9920675" y="1831057"/>
            <a:ext cx="1714502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n = 2</a:t>
            </a:r>
          </a:p>
        </p:txBody>
      </p:sp>
      <p:sp>
        <p:nvSpPr>
          <p:cNvPr id="2345" name="Shape 2477"/>
          <p:cNvSpPr txBox="1"/>
          <p:nvPr/>
        </p:nvSpPr>
        <p:spPr>
          <a:xfrm>
            <a:off x="9314461" y="4648763"/>
            <a:ext cx="241300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最大深度为2</a:t>
            </a:r>
          </a:p>
        </p:txBody>
      </p:sp>
      <p:grpSp>
        <p:nvGrpSpPr>
          <p:cNvPr id="2348" name="Group 2480"/>
          <p:cNvGrpSpPr/>
          <p:nvPr/>
        </p:nvGrpSpPr>
        <p:grpSpPr>
          <a:xfrm>
            <a:off x="5190066" y="2698044"/>
            <a:ext cx="1087970" cy="1413090"/>
            <a:chOff x="0" y="0"/>
            <a:chExt cx="1087968" cy="1413089"/>
          </a:xfrm>
        </p:grpSpPr>
        <p:sp>
          <p:nvSpPr>
            <p:cNvPr id="2346" name="Shape 2478"/>
            <p:cNvSpPr/>
            <p:nvPr/>
          </p:nvSpPr>
          <p:spPr>
            <a:xfrm>
              <a:off x="541867" y="866987"/>
              <a:ext cx="546102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47" name="Shape 2479"/>
            <p:cNvSpPr/>
            <p:nvPr/>
          </p:nvSpPr>
          <p:spPr>
            <a:xfrm>
              <a:off x="-1" y="0"/>
              <a:ext cx="762003" cy="863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6600" y="2571"/>
                    <a:pt x="13200" y="5143"/>
                    <a:pt x="14400" y="6171"/>
                  </a:cubicBezTo>
                  <a:cubicBezTo>
                    <a:pt x="15600" y="7200"/>
                    <a:pt x="6000" y="3600"/>
                    <a:pt x="7200" y="6171"/>
                  </a:cubicBezTo>
                  <a:cubicBezTo>
                    <a:pt x="8400" y="8743"/>
                    <a:pt x="15000" y="15171"/>
                    <a:pt x="21600" y="21600"/>
                  </a:cubicBez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2353" name="Group 2485"/>
          <p:cNvGrpSpPr/>
          <p:nvPr/>
        </p:nvGrpSpPr>
        <p:grpSpPr>
          <a:xfrm>
            <a:off x="9022080" y="2156178"/>
            <a:ext cx="2063330" cy="2280076"/>
            <a:chOff x="0" y="0"/>
            <a:chExt cx="2063329" cy="2280075"/>
          </a:xfrm>
        </p:grpSpPr>
        <p:sp>
          <p:nvSpPr>
            <p:cNvPr id="2349" name="Shape 2481"/>
            <p:cNvSpPr/>
            <p:nvPr/>
          </p:nvSpPr>
          <p:spPr>
            <a:xfrm>
              <a:off x="541866" y="866986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50" name="Shape 2482"/>
            <p:cNvSpPr/>
            <p:nvPr/>
          </p:nvSpPr>
          <p:spPr>
            <a:xfrm>
              <a:off x="-1" y="-1"/>
              <a:ext cx="762002" cy="863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6600" y="2571"/>
                    <a:pt x="13200" y="5143"/>
                    <a:pt x="14400" y="6171"/>
                  </a:cubicBezTo>
                  <a:cubicBezTo>
                    <a:pt x="15600" y="7200"/>
                    <a:pt x="6000" y="3600"/>
                    <a:pt x="7200" y="6171"/>
                  </a:cubicBezTo>
                  <a:cubicBezTo>
                    <a:pt x="8400" y="8743"/>
                    <a:pt x="15000" y="15171"/>
                    <a:pt x="21600" y="21600"/>
                  </a:cubicBez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51" name="Shape 2483"/>
            <p:cNvSpPr/>
            <p:nvPr/>
          </p:nvSpPr>
          <p:spPr>
            <a:xfrm>
              <a:off x="1517227" y="1733973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52" name="Shape 2484"/>
            <p:cNvSpPr/>
            <p:nvPr/>
          </p:nvSpPr>
          <p:spPr>
            <a:xfrm>
              <a:off x="1083734" y="1300480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2354" name="Shape 248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性能分析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Shape 2488"/>
          <p:cNvSpPr txBox="1"/>
          <p:nvPr/>
        </p:nvSpPr>
        <p:spPr>
          <a:xfrm>
            <a:off x="1128887" y="1998133"/>
            <a:ext cx="17145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n =4</a:t>
            </a:r>
          </a:p>
        </p:txBody>
      </p:sp>
      <p:sp>
        <p:nvSpPr>
          <p:cNvPr id="2357" name="Shape 2489"/>
          <p:cNvSpPr txBox="1"/>
          <p:nvPr/>
        </p:nvSpPr>
        <p:spPr>
          <a:xfrm>
            <a:off x="2641881" y="5194300"/>
            <a:ext cx="2501902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最大深度为3</a:t>
            </a:r>
          </a:p>
        </p:txBody>
      </p:sp>
      <p:grpSp>
        <p:nvGrpSpPr>
          <p:cNvPr id="2366" name="Group 2498"/>
          <p:cNvGrpSpPr/>
          <p:nvPr/>
        </p:nvGrpSpPr>
        <p:grpSpPr>
          <a:xfrm>
            <a:off x="2646115" y="1564639"/>
            <a:ext cx="2496823" cy="3147063"/>
            <a:chOff x="0" y="0"/>
            <a:chExt cx="2496822" cy="3147061"/>
          </a:xfrm>
        </p:grpSpPr>
        <p:sp>
          <p:nvSpPr>
            <p:cNvPr id="2358" name="Shape 2490"/>
            <p:cNvSpPr/>
            <p:nvPr/>
          </p:nvSpPr>
          <p:spPr>
            <a:xfrm>
              <a:off x="975359" y="866986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59" name="Shape 2491"/>
            <p:cNvSpPr/>
            <p:nvPr/>
          </p:nvSpPr>
          <p:spPr>
            <a:xfrm>
              <a:off x="433493" y="0"/>
              <a:ext cx="762002" cy="863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6600" y="2571"/>
                    <a:pt x="13200" y="5143"/>
                    <a:pt x="14400" y="6171"/>
                  </a:cubicBezTo>
                  <a:cubicBezTo>
                    <a:pt x="15600" y="7200"/>
                    <a:pt x="6000" y="3600"/>
                    <a:pt x="7200" y="6171"/>
                  </a:cubicBezTo>
                  <a:cubicBezTo>
                    <a:pt x="8400" y="8743"/>
                    <a:pt x="15000" y="15171"/>
                    <a:pt x="21600" y="21600"/>
                  </a:cubicBez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0" name="Shape 2492"/>
            <p:cNvSpPr/>
            <p:nvPr/>
          </p:nvSpPr>
          <p:spPr>
            <a:xfrm>
              <a:off x="1950720" y="1733973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1" name="Shape 2493"/>
            <p:cNvSpPr/>
            <p:nvPr/>
          </p:nvSpPr>
          <p:spPr>
            <a:xfrm>
              <a:off x="1517226" y="1300480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62" name="Shape 2494"/>
            <p:cNvSpPr/>
            <p:nvPr/>
          </p:nvSpPr>
          <p:spPr>
            <a:xfrm>
              <a:off x="0" y="1733973"/>
              <a:ext cx="546101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3" name="Shape 2495"/>
            <p:cNvSpPr/>
            <p:nvPr/>
          </p:nvSpPr>
          <p:spPr>
            <a:xfrm>
              <a:off x="975359" y="2600959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4" name="Shape 2496"/>
            <p:cNvSpPr/>
            <p:nvPr/>
          </p:nvSpPr>
          <p:spPr>
            <a:xfrm>
              <a:off x="541866" y="2167466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65" name="Shape 2497"/>
            <p:cNvSpPr/>
            <p:nvPr/>
          </p:nvSpPr>
          <p:spPr>
            <a:xfrm flipH="1">
              <a:off x="433493" y="1300480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grpSp>
        <p:nvGrpSpPr>
          <p:cNvPr id="2381" name="Group 2513"/>
          <p:cNvGrpSpPr/>
          <p:nvPr/>
        </p:nvGrpSpPr>
        <p:grpSpPr>
          <a:xfrm>
            <a:off x="6841066" y="1564639"/>
            <a:ext cx="4447544" cy="4014050"/>
            <a:chOff x="0" y="0"/>
            <a:chExt cx="4447542" cy="4014048"/>
          </a:xfrm>
        </p:grpSpPr>
        <p:sp>
          <p:nvSpPr>
            <p:cNvPr id="2367" name="Shape 2499"/>
            <p:cNvSpPr/>
            <p:nvPr/>
          </p:nvSpPr>
          <p:spPr>
            <a:xfrm>
              <a:off x="1950719" y="866986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8" name="Shape 2500"/>
            <p:cNvSpPr/>
            <p:nvPr/>
          </p:nvSpPr>
          <p:spPr>
            <a:xfrm>
              <a:off x="1408853" y="0"/>
              <a:ext cx="762002" cy="863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6600" y="2571"/>
                    <a:pt x="13200" y="5143"/>
                    <a:pt x="14400" y="6171"/>
                  </a:cubicBezTo>
                  <a:cubicBezTo>
                    <a:pt x="15600" y="7200"/>
                    <a:pt x="6000" y="3600"/>
                    <a:pt x="7200" y="6171"/>
                  </a:cubicBezTo>
                  <a:cubicBezTo>
                    <a:pt x="8400" y="8743"/>
                    <a:pt x="15000" y="15171"/>
                    <a:pt x="21600" y="21600"/>
                  </a:cubicBez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69" name="Shape 2501"/>
            <p:cNvSpPr/>
            <p:nvPr/>
          </p:nvSpPr>
          <p:spPr>
            <a:xfrm>
              <a:off x="2926080" y="1733973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0" name="Shape 2502"/>
            <p:cNvSpPr/>
            <p:nvPr/>
          </p:nvSpPr>
          <p:spPr>
            <a:xfrm>
              <a:off x="2492586" y="1300480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71" name="Shape 2503"/>
            <p:cNvSpPr/>
            <p:nvPr/>
          </p:nvSpPr>
          <p:spPr>
            <a:xfrm>
              <a:off x="975359" y="1733973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2" name="Shape 2504"/>
            <p:cNvSpPr/>
            <p:nvPr/>
          </p:nvSpPr>
          <p:spPr>
            <a:xfrm>
              <a:off x="1950719" y="2600959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3" name="Shape 2505"/>
            <p:cNvSpPr/>
            <p:nvPr/>
          </p:nvSpPr>
          <p:spPr>
            <a:xfrm>
              <a:off x="1517226" y="2167466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74" name="Shape 2506"/>
            <p:cNvSpPr/>
            <p:nvPr/>
          </p:nvSpPr>
          <p:spPr>
            <a:xfrm flipH="1">
              <a:off x="1408853" y="1300480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75" name="Shape 2507"/>
            <p:cNvSpPr/>
            <p:nvPr/>
          </p:nvSpPr>
          <p:spPr>
            <a:xfrm>
              <a:off x="3901440" y="2600959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6" name="Shape 2508"/>
            <p:cNvSpPr/>
            <p:nvPr/>
          </p:nvSpPr>
          <p:spPr>
            <a:xfrm>
              <a:off x="3467946" y="2167466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77" name="Shape 2509"/>
            <p:cNvSpPr/>
            <p:nvPr/>
          </p:nvSpPr>
          <p:spPr>
            <a:xfrm>
              <a:off x="0" y="2600959"/>
              <a:ext cx="546101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8" name="Shape 2510"/>
            <p:cNvSpPr/>
            <p:nvPr/>
          </p:nvSpPr>
          <p:spPr>
            <a:xfrm>
              <a:off x="975359" y="3467946"/>
              <a:ext cx="546103" cy="546103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79" name="Shape 2511"/>
            <p:cNvSpPr/>
            <p:nvPr/>
          </p:nvSpPr>
          <p:spPr>
            <a:xfrm>
              <a:off x="541866" y="3034453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380" name="Shape 2512"/>
            <p:cNvSpPr/>
            <p:nvPr/>
          </p:nvSpPr>
          <p:spPr>
            <a:xfrm flipH="1">
              <a:off x="433492" y="2167466"/>
              <a:ext cx="546102" cy="546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2382" name="Shape 2514"/>
          <p:cNvSpPr txBox="1"/>
          <p:nvPr/>
        </p:nvSpPr>
        <p:spPr>
          <a:xfrm>
            <a:off x="6439182" y="1998133"/>
            <a:ext cx="17145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n =7</a:t>
            </a:r>
          </a:p>
        </p:txBody>
      </p:sp>
      <p:sp>
        <p:nvSpPr>
          <p:cNvPr id="2383" name="Shape 2515"/>
          <p:cNvSpPr txBox="1"/>
          <p:nvPr/>
        </p:nvSpPr>
        <p:spPr>
          <a:xfrm>
            <a:off x="7861300" y="5722337"/>
            <a:ext cx="27178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最大深度为 4</a:t>
            </a:r>
          </a:p>
        </p:txBody>
      </p:sp>
      <p:sp>
        <p:nvSpPr>
          <p:cNvPr id="2384" name="Shape 251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性能分析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Shape 2518"/>
          <p:cNvSpPr txBox="1"/>
          <p:nvPr/>
        </p:nvSpPr>
        <p:spPr>
          <a:xfrm>
            <a:off x="952781" y="1358900"/>
            <a:ext cx="11201403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反过来问，深度为h 的平衡二叉树中所含结点的最小值N</a:t>
            </a:r>
            <a:r>
              <a:rPr baseline="-5998"/>
              <a:t>h</a:t>
            </a:r>
            <a:r>
              <a:t>是多少？</a:t>
            </a:r>
          </a:p>
        </p:txBody>
      </p:sp>
      <p:sp>
        <p:nvSpPr>
          <p:cNvPr id="2387" name="Shape 2519"/>
          <p:cNvSpPr txBox="1"/>
          <p:nvPr/>
        </p:nvSpPr>
        <p:spPr>
          <a:xfrm>
            <a:off x="1371600" y="3095412"/>
            <a:ext cx="906045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 = 0</a:t>
            </a:r>
          </a:p>
        </p:txBody>
      </p:sp>
      <p:sp>
        <p:nvSpPr>
          <p:cNvPr id="2388" name="Shape 2520"/>
          <p:cNvSpPr txBox="1"/>
          <p:nvPr/>
        </p:nvSpPr>
        <p:spPr>
          <a:xfrm>
            <a:off x="3771900" y="3095412"/>
            <a:ext cx="101468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</a:t>
            </a:r>
            <a:r>
              <a:rPr baseline="-5998"/>
              <a:t>0</a:t>
            </a:r>
            <a:r>
              <a:t>= 0</a:t>
            </a:r>
          </a:p>
        </p:txBody>
      </p:sp>
      <p:sp>
        <p:nvSpPr>
          <p:cNvPr id="2389" name="Shape 2521"/>
          <p:cNvSpPr txBox="1"/>
          <p:nvPr/>
        </p:nvSpPr>
        <p:spPr>
          <a:xfrm>
            <a:off x="7353300" y="3095412"/>
            <a:ext cx="906045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 = 1</a:t>
            </a:r>
          </a:p>
        </p:txBody>
      </p:sp>
      <p:sp>
        <p:nvSpPr>
          <p:cNvPr id="2390" name="Shape 2522"/>
          <p:cNvSpPr txBox="1"/>
          <p:nvPr/>
        </p:nvSpPr>
        <p:spPr>
          <a:xfrm>
            <a:off x="1371600" y="3949700"/>
            <a:ext cx="906045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 = 2</a:t>
            </a:r>
          </a:p>
        </p:txBody>
      </p:sp>
      <p:sp>
        <p:nvSpPr>
          <p:cNvPr id="2391" name="Shape 2523"/>
          <p:cNvSpPr txBox="1"/>
          <p:nvPr/>
        </p:nvSpPr>
        <p:spPr>
          <a:xfrm>
            <a:off x="7353300" y="3949700"/>
            <a:ext cx="906045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h = 3</a:t>
            </a:r>
          </a:p>
        </p:txBody>
      </p:sp>
      <p:sp>
        <p:nvSpPr>
          <p:cNvPr id="2392" name="Shape 2524"/>
          <p:cNvSpPr txBox="1"/>
          <p:nvPr/>
        </p:nvSpPr>
        <p:spPr>
          <a:xfrm>
            <a:off x="9740900" y="3032194"/>
            <a:ext cx="101468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</a:t>
            </a:r>
            <a:r>
              <a:rPr baseline="-5998"/>
              <a:t>1</a:t>
            </a:r>
            <a:r>
              <a:t>= 1</a:t>
            </a:r>
          </a:p>
        </p:txBody>
      </p:sp>
      <p:sp>
        <p:nvSpPr>
          <p:cNvPr id="2393" name="Shape 2525"/>
          <p:cNvSpPr txBox="1"/>
          <p:nvPr/>
        </p:nvSpPr>
        <p:spPr>
          <a:xfrm>
            <a:off x="3771900" y="3949700"/>
            <a:ext cx="1103582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</a:t>
            </a:r>
            <a:r>
              <a:rPr baseline="-5998"/>
              <a:t>2</a:t>
            </a:r>
            <a:r>
              <a:t> = 2</a:t>
            </a:r>
          </a:p>
        </p:txBody>
      </p:sp>
      <p:sp>
        <p:nvSpPr>
          <p:cNvPr id="2394" name="Shape 2526"/>
          <p:cNvSpPr txBox="1"/>
          <p:nvPr/>
        </p:nvSpPr>
        <p:spPr>
          <a:xfrm>
            <a:off x="9740900" y="3949700"/>
            <a:ext cx="1103582" cy="492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</a:t>
            </a:r>
            <a:r>
              <a:rPr baseline="-5998"/>
              <a:t>3</a:t>
            </a:r>
            <a:r>
              <a:t> = 4</a:t>
            </a:r>
          </a:p>
        </p:txBody>
      </p:sp>
      <p:sp>
        <p:nvSpPr>
          <p:cNvPr id="2395" name="Shape 2527"/>
          <p:cNvSpPr txBox="1"/>
          <p:nvPr/>
        </p:nvSpPr>
        <p:spPr>
          <a:xfrm>
            <a:off x="1066800" y="4818096"/>
            <a:ext cx="2305699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一般情况下，</a:t>
            </a:r>
          </a:p>
        </p:txBody>
      </p:sp>
      <p:sp>
        <p:nvSpPr>
          <p:cNvPr id="2396" name="Shape 2528"/>
          <p:cNvSpPr txBox="1"/>
          <p:nvPr/>
        </p:nvSpPr>
        <p:spPr>
          <a:xfrm>
            <a:off x="5992141" y="4709724"/>
            <a:ext cx="55499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</a:t>
            </a:r>
            <a:r>
              <a:rPr baseline="-5998"/>
              <a:t>h</a:t>
            </a:r>
            <a:r>
              <a:t> = N</a:t>
            </a:r>
            <a:r>
              <a:rPr baseline="-5998"/>
              <a:t>h-1</a:t>
            </a:r>
            <a:r>
              <a:t> + N</a:t>
            </a:r>
            <a:r>
              <a:rPr baseline="-5998"/>
              <a:t>h-2</a:t>
            </a:r>
            <a:r>
              <a:t> + 1</a:t>
            </a:r>
          </a:p>
        </p:txBody>
      </p:sp>
      <p:sp>
        <p:nvSpPr>
          <p:cNvPr id="2397" name="Shape 2529"/>
          <p:cNvSpPr txBox="1"/>
          <p:nvPr/>
        </p:nvSpPr>
        <p:spPr>
          <a:xfrm>
            <a:off x="1079500" y="5843129"/>
            <a:ext cx="3372499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利用归纳法可证得，</a:t>
            </a:r>
          </a:p>
        </p:txBody>
      </p:sp>
      <p:sp>
        <p:nvSpPr>
          <p:cNvPr id="2398" name="Shape 2530"/>
          <p:cNvSpPr txBox="1"/>
          <p:nvPr/>
        </p:nvSpPr>
        <p:spPr>
          <a:xfrm>
            <a:off x="6005688" y="5694114"/>
            <a:ext cx="3378203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</a:t>
            </a:r>
            <a:r>
              <a:rPr baseline="-5998"/>
              <a:t>h</a:t>
            </a:r>
            <a:r>
              <a:t> = F</a:t>
            </a:r>
            <a:r>
              <a:rPr baseline="-5998"/>
              <a:t>h+2</a:t>
            </a:r>
            <a:r>
              <a:t> - 1</a:t>
            </a:r>
          </a:p>
        </p:txBody>
      </p:sp>
      <p:sp>
        <p:nvSpPr>
          <p:cNvPr id="2399" name="Shape 253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性能分析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Shape 2533"/>
          <p:cNvSpPr txBox="1"/>
          <p:nvPr/>
        </p:nvSpPr>
        <p:spPr>
          <a:xfrm>
            <a:off x="1045350" y="4849705"/>
            <a:ext cx="10909301" cy="1132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3）因此，在二叉平衡树上进行查找时，查找过程中和给定值进行比较的关键字的个数和 log(n) 相当。</a:t>
            </a:r>
          </a:p>
        </p:txBody>
      </p:sp>
      <p:sp>
        <p:nvSpPr>
          <p:cNvPr id="2402" name="Shape 2534"/>
          <p:cNvSpPr txBox="1"/>
          <p:nvPr/>
        </p:nvSpPr>
        <p:spPr>
          <a:xfrm>
            <a:off x="1045350" y="1379502"/>
            <a:ext cx="10693401" cy="1269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1）由此推得，深度为 h 的平衡二叉树中所含结点的最小值 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            N</a:t>
            </a:r>
            <a:r>
              <a:rPr baseline="-5998"/>
              <a:t>h</a:t>
            </a:r>
            <a:r>
              <a:t> ≃ ϕ</a:t>
            </a:r>
            <a:r>
              <a:rPr baseline="31999"/>
              <a:t>h+2</a:t>
            </a:r>
            <a:r>
              <a:t>/ √5 - 1</a:t>
            </a:r>
          </a:p>
        </p:txBody>
      </p:sp>
      <p:sp>
        <p:nvSpPr>
          <p:cNvPr id="2403" name="Shape 2535"/>
          <p:cNvSpPr txBox="1"/>
          <p:nvPr/>
        </p:nvSpPr>
        <p:spPr>
          <a:xfrm>
            <a:off x="1045349" y="3000586"/>
            <a:ext cx="11315703" cy="1269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2）反之，含有 n 个结点的平衡二叉树能达到的最大深度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 h = logϕ(√5 (n+1)) - 2 ≃ O(log</a:t>
            </a:r>
            <a:r>
              <a:rPr baseline="-5998"/>
              <a:t>n</a:t>
            </a:r>
            <a:r>
              <a:t>)</a:t>
            </a:r>
          </a:p>
        </p:txBody>
      </p:sp>
      <p:sp>
        <p:nvSpPr>
          <p:cNvPr id="2404" name="Shape 2536"/>
          <p:cNvSpPr/>
          <p:nvPr/>
        </p:nvSpPr>
        <p:spPr>
          <a:xfrm>
            <a:off x="2740941" y="3701625"/>
            <a:ext cx="304802" cy="226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pic>
        <p:nvPicPr>
          <p:cNvPr id="2405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00879" y="6052820"/>
            <a:ext cx="2514602" cy="1181102"/>
          </a:xfrm>
          <a:prstGeom prst="rect">
            <a:avLst/>
          </a:prstGeom>
          <a:ln w="12700">
            <a:miter lim="400000"/>
          </a:ln>
        </p:spPr>
      </p:pic>
      <p:sp>
        <p:nvSpPr>
          <p:cNvPr id="2406" name="Shape 2538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性能分析</a:t>
            </a:r>
          </a:p>
        </p:txBody>
      </p:sp>
      <p:sp>
        <p:nvSpPr>
          <p:cNvPr id="2407" name="Shape 2539"/>
          <p:cNvSpPr/>
          <p:nvPr/>
        </p:nvSpPr>
        <p:spPr>
          <a:xfrm>
            <a:off x="3898899" y="2095500"/>
            <a:ext cx="304801" cy="225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Shape 95"/>
          <p:cNvSpPr txBox="1"/>
          <p:nvPr/>
        </p:nvSpPr>
        <p:spPr>
          <a:xfrm>
            <a:off x="1611488" y="227188"/>
            <a:ext cx="9448801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algn="ctr" defTabSz="1295400">
              <a:defRPr sz="3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平均查找长度</a:t>
            </a:r>
          </a:p>
        </p:txBody>
      </p:sp>
      <p:sp>
        <p:nvSpPr>
          <p:cNvPr id="2410" name="Shape 96"/>
          <p:cNvSpPr txBox="1"/>
          <p:nvPr/>
        </p:nvSpPr>
        <p:spPr>
          <a:xfrm>
            <a:off x="1571206" y="1225973"/>
            <a:ext cx="943159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ASL＝∑pi*ci，pi是结点i的查找概率，ci是比较次数，或所处的层数。</a:t>
            </a:r>
          </a:p>
        </p:txBody>
      </p:sp>
      <p:sp>
        <p:nvSpPr>
          <p:cNvPr id="2411" name="Shape 97"/>
          <p:cNvSpPr txBox="1"/>
          <p:nvPr/>
        </p:nvSpPr>
        <p:spPr>
          <a:xfrm>
            <a:off x="5703616" y="2967565"/>
            <a:ext cx="6228807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成功：ASL =（1+2+2+3+3）/ 5  = 2.2</a:t>
            </a:r>
          </a:p>
        </p:txBody>
      </p:sp>
      <p:grpSp>
        <p:nvGrpSpPr>
          <p:cNvPr id="2431" name="Group 117"/>
          <p:cNvGrpSpPr/>
          <p:nvPr/>
        </p:nvGrpSpPr>
        <p:grpSpPr>
          <a:xfrm>
            <a:off x="1481571" y="2943294"/>
            <a:ext cx="3147065" cy="2618744"/>
            <a:chOff x="0" y="0"/>
            <a:chExt cx="3147063" cy="2618742"/>
          </a:xfrm>
        </p:grpSpPr>
        <p:sp>
          <p:nvSpPr>
            <p:cNvPr id="2412" name="Shape 98"/>
            <p:cNvSpPr/>
            <p:nvPr/>
          </p:nvSpPr>
          <p:spPr>
            <a:xfrm flipH="1">
              <a:off x="398046" y="325120"/>
              <a:ext cx="904976" cy="6731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13" name="Shape 99"/>
            <p:cNvSpPr/>
            <p:nvPr/>
          </p:nvSpPr>
          <p:spPr>
            <a:xfrm>
              <a:off x="1842348" y="325119"/>
              <a:ext cx="885132" cy="68307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14" name="Shape 100"/>
            <p:cNvSpPr/>
            <p:nvPr/>
          </p:nvSpPr>
          <p:spPr>
            <a:xfrm>
              <a:off x="426224" y="1443272"/>
              <a:ext cx="444998" cy="6742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15" name="Shape 101"/>
            <p:cNvSpPr/>
            <p:nvPr/>
          </p:nvSpPr>
          <p:spPr>
            <a:xfrm flipH="1">
              <a:off x="2275841" y="1469813"/>
              <a:ext cx="431802" cy="6477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grpSp>
          <p:nvGrpSpPr>
            <p:cNvPr id="2418" name="Group 104"/>
            <p:cNvGrpSpPr/>
            <p:nvPr/>
          </p:nvGrpSpPr>
          <p:grpSpPr>
            <a:xfrm>
              <a:off x="1300480" y="-1"/>
              <a:ext cx="546103" cy="546101"/>
              <a:chOff x="0" y="0"/>
              <a:chExt cx="546101" cy="546100"/>
            </a:xfrm>
          </p:grpSpPr>
          <p:sp>
            <p:nvSpPr>
              <p:cNvPr id="2416" name="Shape 102"/>
              <p:cNvSpPr/>
              <p:nvPr/>
            </p:nvSpPr>
            <p:spPr>
              <a:xfrm>
                <a:off x="0" y="-1"/>
                <a:ext cx="546102" cy="546101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17" name="Shape 103"/>
              <p:cNvSpPr txBox="1"/>
              <p:nvPr/>
            </p:nvSpPr>
            <p:spPr>
              <a:xfrm>
                <a:off x="96474" y="55174"/>
                <a:ext cx="324500" cy="4315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2421" name="Group 107"/>
            <p:cNvGrpSpPr/>
            <p:nvPr/>
          </p:nvGrpSpPr>
          <p:grpSpPr>
            <a:xfrm>
              <a:off x="2600961" y="975360"/>
              <a:ext cx="546103" cy="546103"/>
              <a:chOff x="0" y="0"/>
              <a:chExt cx="546101" cy="546101"/>
            </a:xfrm>
          </p:grpSpPr>
          <p:sp>
            <p:nvSpPr>
              <p:cNvPr id="2419" name="Shape 105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20" name="Shape 106"/>
              <p:cNvSpPr txBox="1"/>
              <p:nvPr/>
            </p:nvSpPr>
            <p:spPr>
              <a:xfrm>
                <a:off x="109173" y="55174"/>
                <a:ext cx="324500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2424" name="Group 110"/>
            <p:cNvGrpSpPr/>
            <p:nvPr/>
          </p:nvGrpSpPr>
          <p:grpSpPr>
            <a:xfrm>
              <a:off x="1858152" y="2034540"/>
              <a:ext cx="546103" cy="546103"/>
              <a:chOff x="0" y="0"/>
              <a:chExt cx="546101" cy="546101"/>
            </a:xfrm>
          </p:grpSpPr>
          <p:sp>
            <p:nvSpPr>
              <p:cNvPr id="2422" name="Shape 108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23" name="Shape 109"/>
              <p:cNvSpPr txBox="1"/>
              <p:nvPr/>
            </p:nvSpPr>
            <p:spPr>
              <a:xfrm>
                <a:off x="83773" y="42474"/>
                <a:ext cx="324500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2427" name="Group 113"/>
            <p:cNvGrpSpPr/>
            <p:nvPr/>
          </p:nvGrpSpPr>
          <p:grpSpPr>
            <a:xfrm>
              <a:off x="-1" y="975360"/>
              <a:ext cx="546101" cy="546103"/>
              <a:chOff x="0" y="0"/>
              <a:chExt cx="546100" cy="546101"/>
            </a:xfrm>
          </p:grpSpPr>
          <p:sp>
            <p:nvSpPr>
              <p:cNvPr id="2425" name="Shape 111"/>
              <p:cNvSpPr/>
              <p:nvPr/>
            </p:nvSpPr>
            <p:spPr>
              <a:xfrm>
                <a:off x="-1" y="0"/>
                <a:ext cx="546101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26" name="Shape 112"/>
              <p:cNvSpPr txBox="1"/>
              <p:nvPr/>
            </p:nvSpPr>
            <p:spPr>
              <a:xfrm>
                <a:off x="71075" y="67874"/>
                <a:ext cx="324500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2430" name="Group 116"/>
            <p:cNvGrpSpPr/>
            <p:nvPr/>
          </p:nvGrpSpPr>
          <p:grpSpPr>
            <a:xfrm>
              <a:off x="774417" y="2072640"/>
              <a:ext cx="546103" cy="546103"/>
              <a:chOff x="0" y="0"/>
              <a:chExt cx="546101" cy="546101"/>
            </a:xfrm>
          </p:grpSpPr>
          <p:sp>
            <p:nvSpPr>
              <p:cNvPr id="2428" name="Shape 114"/>
              <p:cNvSpPr/>
              <p:nvPr/>
            </p:nvSpPr>
            <p:spPr>
              <a:xfrm>
                <a:off x="0" y="0"/>
                <a:ext cx="546102" cy="54610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29" name="Shape 115"/>
              <p:cNvSpPr txBox="1"/>
              <p:nvPr/>
            </p:nvSpPr>
            <p:spPr>
              <a:xfrm>
                <a:off x="83775" y="42474"/>
                <a:ext cx="324500" cy="4315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</p:grpSp>
      <p:sp>
        <p:nvSpPr>
          <p:cNvPr id="2432" name="Shape 118"/>
          <p:cNvSpPr txBox="1"/>
          <p:nvPr/>
        </p:nvSpPr>
        <p:spPr>
          <a:xfrm>
            <a:off x="1634706" y="2030024"/>
            <a:ext cx="4405516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ASL有查找成功和不成功之分：</a:t>
            </a:r>
          </a:p>
        </p:txBody>
      </p:sp>
      <p:grpSp>
        <p:nvGrpSpPr>
          <p:cNvPr id="2445" name="Group 131"/>
          <p:cNvGrpSpPr/>
          <p:nvPr/>
        </p:nvGrpSpPr>
        <p:grpSpPr>
          <a:xfrm>
            <a:off x="763857" y="4407688"/>
            <a:ext cx="4455493" cy="2062858"/>
            <a:chOff x="0" y="0"/>
            <a:chExt cx="4455492" cy="2062856"/>
          </a:xfrm>
        </p:grpSpPr>
        <p:sp>
          <p:nvSpPr>
            <p:cNvPr id="2433" name="Shape 119"/>
            <p:cNvSpPr/>
            <p:nvPr/>
          </p:nvSpPr>
          <p:spPr>
            <a:xfrm>
              <a:off x="4131898" y="672733"/>
              <a:ext cx="323594" cy="5111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4" name="Shape 120"/>
            <p:cNvSpPr/>
            <p:nvPr/>
          </p:nvSpPr>
          <p:spPr>
            <a:xfrm>
              <a:off x="3001598" y="1551680"/>
              <a:ext cx="323594" cy="5111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5" name="Shape 121"/>
            <p:cNvSpPr/>
            <p:nvPr/>
          </p:nvSpPr>
          <p:spPr>
            <a:xfrm>
              <a:off x="2328498" y="1551680"/>
              <a:ext cx="323594" cy="5111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6" name="Shape 122"/>
            <p:cNvSpPr/>
            <p:nvPr/>
          </p:nvSpPr>
          <p:spPr>
            <a:xfrm>
              <a:off x="1909398" y="1551680"/>
              <a:ext cx="323594" cy="5111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7" name="Shape 123"/>
            <p:cNvSpPr/>
            <p:nvPr/>
          </p:nvSpPr>
          <p:spPr>
            <a:xfrm>
              <a:off x="1134698" y="1551680"/>
              <a:ext cx="323594" cy="5111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8" name="Shape 124"/>
            <p:cNvSpPr/>
            <p:nvPr/>
          </p:nvSpPr>
          <p:spPr>
            <a:xfrm>
              <a:off x="-1" y="647333"/>
              <a:ext cx="323594" cy="511177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39" name="Shape 125"/>
            <p:cNvSpPr/>
            <p:nvPr/>
          </p:nvSpPr>
          <p:spPr>
            <a:xfrm flipV="1">
              <a:off x="155246" y="-1"/>
              <a:ext cx="668342" cy="66834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40" name="Shape 126"/>
            <p:cNvSpPr/>
            <p:nvPr/>
          </p:nvSpPr>
          <p:spPr>
            <a:xfrm flipH="1" flipV="1">
              <a:off x="3799308" y="2404"/>
              <a:ext cx="459556" cy="66353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41" name="Shape 127"/>
            <p:cNvSpPr/>
            <p:nvPr/>
          </p:nvSpPr>
          <p:spPr>
            <a:xfrm flipV="1">
              <a:off x="1299798" y="1021754"/>
              <a:ext cx="231231" cy="51617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42" name="Shape 128"/>
            <p:cNvSpPr/>
            <p:nvPr/>
          </p:nvSpPr>
          <p:spPr>
            <a:xfrm flipV="1">
              <a:off x="2450879" y="1034454"/>
              <a:ext cx="231231" cy="51617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43" name="Shape 129"/>
            <p:cNvSpPr/>
            <p:nvPr/>
          </p:nvSpPr>
          <p:spPr>
            <a:xfrm flipH="1" flipV="1">
              <a:off x="1948507" y="1060798"/>
              <a:ext cx="169176" cy="48888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  <p:sp>
          <p:nvSpPr>
            <p:cNvPr id="2444" name="Shape 130"/>
            <p:cNvSpPr/>
            <p:nvPr/>
          </p:nvSpPr>
          <p:spPr>
            <a:xfrm flipH="1" flipV="1">
              <a:off x="2989019" y="1060798"/>
              <a:ext cx="169176" cy="48888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  <a:latin typeface="Arial Black"/>
                  <a:ea typeface="Arial Black"/>
                  <a:cs typeface="Arial Black"/>
                  <a:sym typeface="Arial Black"/>
                </a:defRPr>
              </a:pPr>
            </a:p>
          </p:txBody>
        </p:sp>
      </p:grpSp>
      <p:sp>
        <p:nvSpPr>
          <p:cNvPr id="2446" name="Shape 132"/>
          <p:cNvSpPr txBox="1"/>
          <p:nvPr/>
        </p:nvSpPr>
        <p:spPr>
          <a:xfrm>
            <a:off x="5703616" y="4936066"/>
            <a:ext cx="658469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rPr>
                <a:solidFill>
                  <a:schemeClr val="accent5"/>
                </a:solidFill>
              </a:rPr>
              <a:t>失败</a:t>
            </a:r>
            <a:r>
              <a:t>：ASL =（3+4+4+4+4+3）/ 6 = 3.67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5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300"/>
                                        <p:tgtEl>
                                          <p:spTgt spid="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45" grpId="3"/>
      <p:bldP build="whole" bldLvl="1" animBg="1" rev="0" advAuto="0" spid="2431" grpId="1"/>
      <p:bldP build="whole" bldLvl="1" animBg="1" rev="0" advAuto="0" spid="2446" grpId="4"/>
      <p:bldP build="whole" bldLvl="1" animBg="1" rev="0" advAuto="0" spid="2411" grpId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Shape 254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作业</a:t>
            </a:r>
          </a:p>
        </p:txBody>
      </p:sp>
      <p:sp>
        <p:nvSpPr>
          <p:cNvPr id="2449" name="Shape 2542"/>
          <p:cNvSpPr txBox="1"/>
          <p:nvPr/>
        </p:nvSpPr>
        <p:spPr>
          <a:xfrm>
            <a:off x="1269811" y="1077422"/>
            <a:ext cx="10401301" cy="1903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t>1、从一颗空的AVL树开始，依次插入40、50、70、30、20、45、</a:t>
            </a:r>
          </a:p>
          <a:p>
            <a:pPr>
              <a:lnSpc>
                <a:spcPct val="120000"/>
              </a:lnSpc>
              <a:defRPr sz="2900"/>
            </a:pPr>
            <a:r>
              <a:t>25、10、5、22、1、35.</a:t>
            </a:r>
          </a:p>
          <a:p>
            <a:pPr>
              <a:lnSpc>
                <a:spcPct val="120000"/>
              </a:lnSpc>
              <a:defRPr sz="2900"/>
            </a:pPr>
            <a:r>
              <a:t>画出每次旋转</a:t>
            </a:r>
            <a:r>
              <a:rPr>
                <a:solidFill>
                  <a:schemeClr val="accent5"/>
                </a:solidFill>
              </a:rPr>
              <a:t>调整前</a:t>
            </a:r>
            <a:r>
              <a:t>、</a:t>
            </a:r>
            <a:r>
              <a:rPr>
                <a:solidFill>
                  <a:schemeClr val="accent5"/>
                </a:solidFill>
              </a:rPr>
              <a:t>后</a:t>
            </a:r>
            <a:r>
              <a:t>的图。</a:t>
            </a:r>
          </a:p>
        </p:txBody>
      </p:sp>
      <p:sp>
        <p:nvSpPr>
          <p:cNvPr id="2450" name="2、为类BinarySearchTree增加方法：…"/>
          <p:cNvSpPr txBox="1"/>
          <p:nvPr/>
        </p:nvSpPr>
        <p:spPr>
          <a:xfrm>
            <a:off x="1239830" y="3329136"/>
            <a:ext cx="9916435" cy="197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</a:pPr>
            <a:r>
              <a:t>2、为类BinarySearchTree增加方法：</a:t>
            </a:r>
          </a:p>
          <a:p>
            <a:pPr lvl="5">
              <a:lnSpc>
                <a:spcPct val="150000"/>
              </a:lnSpc>
            </a:pPr>
            <a:r>
              <a:t>         void rotateLeft(Node&lt;K, V&gt;  node, Node&lt;K, V&gt;  parent)</a:t>
            </a:r>
          </a:p>
          <a:p>
            <a:pPr lvl="5">
              <a:lnSpc>
                <a:spcPct val="150000"/>
              </a:lnSpc>
            </a:pPr>
            <a:r>
              <a:t>         void rotateRight(Node &lt;K, V&gt; node, Node&lt;K, V&gt; parent)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
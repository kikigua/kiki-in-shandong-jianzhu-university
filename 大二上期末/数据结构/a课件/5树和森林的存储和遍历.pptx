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s/comment1.xml" ContentType="application/vnd.openxmlformats-officedocument.presentationml.comments+xml"/>
  <Override PartName="/ppt/slides/slide3.xml" ContentType="application/vnd.openxmlformats-officedocument.presentationml.slide+xml"/>
  <Override PartName="/ppt/comments/comment2.xml" ContentType="application/vnd.openxmlformats-officedocument.presentationml.comment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s/comment3.xml" ContentType="application/vnd.openxmlformats-officedocument.presentationml.comment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s/comment4.xml" ContentType="application/vnd.openxmlformats-officedocument.presentationml.comment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comments/comment5.xml" ContentType="application/vnd.openxmlformats-officedocument.presentationml.comments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1"/>
    <p:sldId id="259" r:id="rId13"/>
    <p:sldId id="260" r:id="rId14"/>
    <p:sldId id="261" r:id="rId15"/>
    <p:sldId id="262" r:id="rId16"/>
    <p:sldId id="263" r:id="rId17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4"/>
    <p:sldId id="298" r:id="rId5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1pPr>
    <a:lvl2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2pPr>
    <a:lvl3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3pPr>
    <a:lvl4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4pPr>
    <a:lvl5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5pPr>
    <a:lvl6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6pPr>
    <a:lvl7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7pPr>
    <a:lvl8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8pPr>
    <a:lvl9pPr marL="0" marR="57798" indent="57798" algn="l" defTabSz="1295400" rtl="0" fontAlgn="auto" latinLnBrk="0" hangingPunct="0">
      <a:lnSpc>
        <a:spcPct val="100000"/>
      </a:lnSpc>
      <a:spcBef>
        <a:spcPts val="1900"/>
      </a:spcBef>
      <a:spcAft>
        <a:spcPts val="0"/>
      </a:spcAft>
      <a:buClrTx/>
      <a:buSzTx/>
      <a:buFontTx/>
      <a:buNone/>
      <a:tabLst/>
      <a:defRPr b="0" baseline="0" cap="none" i="0" spc="0" strike="noStrike" sz="2800" u="none" kumimoji="0" normalizeH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comments" Target="comments/comment1.xml"/><Relationship Id="rId11" Type="http://schemas.openxmlformats.org/officeDocument/2006/relationships/slide" Target="slides/slide3.xml"/><Relationship Id="rId12" Type="http://schemas.openxmlformats.org/officeDocument/2006/relationships/comments" Target="comments/comment2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comments" Target="comments/comment3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comments" Target="comments/comment4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comments" Target="comments/comment5.xml"/><Relationship Id="rId54" Type="http://schemas.openxmlformats.org/officeDocument/2006/relationships/slide" Target="slides/slide42.xml"/><Relationship Id="rId55" Type="http://schemas.openxmlformats.org/officeDocument/2006/relationships/slide" Target="slides/slide43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7-28T10:04:24.952" idx="1">
    <p:pos x="182" y="4253"/>
    <p:text>这个结构可以用数组实现，
也可以用Map实现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9-26T10:38:38.382" idx="2">
    <p:pos x="4925" y="3028"/>
    <p:text>早期没有指针变量，也没有引用变量的语言，如FORTRAN，
其实现链式存储的思路如同双亲法：
用2个数组，1个数组存放data，另1个数组存放parent。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7-28T10:06:34.025" idx="3">
    <p:pos x="686" y="4765"/>
    <p:text>还可以用Map实现：
key：结点，如A,B,C...
value：链表，链表的元素是A,B,C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07T08:44:02.092" idx="4">
    <p:pos x="395" y="3649"/>
    <p:text>数据结构的树默认为有序树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10-07T09:24:45.784" idx="5">
    <p:pos x="1072" y="4926"/>
    <p:text>1、为了少传递1个参数stack，使用了内部类，未必合适，但是一种思路
2、使用tail端作为栈，这时Deque中从head到tail的次序和输出的次序一致，直接使用了迭代器，没有用toArray，能节省空间。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用一组连续空间存储树的结点，同时在每个结点中附设一个指示器指示其双亲结点在链表中的位置。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Shape 1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用一组连续空间存储树的结点，同时在每个结点中附设一个指示器指示其双亲结点在链表中的位置。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用一组连续空间存储树的结点，同时在每个结点中附设一个指示器指示其双亲结点在链表中的位置。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412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-24272"/>
            <a:ext cx="45157" cy="11667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9485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17779"/>
            <a:ext cx="971382" cy="92512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11287"/>
            <a:ext cx="9448802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marR="0" indent="0" algn="ctr" defTabSz="825500">
              <a:spcBef>
                <a:spcPts val="0"/>
              </a:spcBef>
              <a:defRPr b="1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7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38" marR="57798" indent="-342899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17207" marR="57798" indent="-319367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65281" marR="57798" indent="-310242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8070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642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5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47"/>
          <p:cNvSpPr txBox="1"/>
          <p:nvPr/>
        </p:nvSpPr>
        <p:spPr>
          <a:xfrm>
            <a:off x="2517421" y="1630115"/>
            <a:ext cx="4914903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spcBef>
                <a:spcPts val="0"/>
              </a:spcBef>
              <a:defRPr sz="4000"/>
            </a:pPr>
            <a:r>
              <a:t>一、</a:t>
            </a:r>
            <a:r>
              <a:rPr>
                <a:solidFill>
                  <a:schemeClr val="accent1"/>
                </a:solidFill>
              </a:rPr>
              <a:t>双亲表示法</a:t>
            </a:r>
          </a:p>
        </p:txBody>
      </p:sp>
      <p:sp>
        <p:nvSpPr>
          <p:cNvPr id="31" name="Shape 48"/>
          <p:cNvSpPr txBox="1"/>
          <p:nvPr/>
        </p:nvSpPr>
        <p:spPr>
          <a:xfrm>
            <a:off x="2517422" y="2634825"/>
            <a:ext cx="650240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spcBef>
                <a:spcPts val="0"/>
              </a:spcBef>
              <a:defRPr sz="4000"/>
            </a:pPr>
            <a:r>
              <a:t>二、</a:t>
            </a:r>
            <a:r>
              <a:rPr>
                <a:solidFill>
                  <a:schemeClr val="accent1"/>
                </a:solidFill>
              </a:rPr>
              <a:t>链式表示法</a:t>
            </a:r>
          </a:p>
        </p:txBody>
      </p:sp>
      <p:sp>
        <p:nvSpPr>
          <p:cNvPr id="32" name="Shape 49"/>
          <p:cNvSpPr txBox="1"/>
          <p:nvPr/>
        </p:nvSpPr>
        <p:spPr>
          <a:xfrm>
            <a:off x="2517422" y="3556000"/>
            <a:ext cx="7678406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 sz="4000"/>
            </a:pPr>
            <a:r>
              <a:t>三、</a:t>
            </a:r>
            <a:r>
              <a:rPr>
                <a:solidFill>
                  <a:schemeClr val="accent1"/>
                </a:solidFill>
                <a:uFill>
                  <a:solidFill>
                    <a:srgbClr val="FF0000"/>
                  </a:solidFill>
                </a:uFill>
              </a:rPr>
              <a:t>邻接表</a:t>
            </a:r>
          </a:p>
        </p:txBody>
      </p:sp>
      <p:sp>
        <p:nvSpPr>
          <p:cNvPr id="33" name="Shape 50"/>
          <p:cNvSpPr txBox="1"/>
          <p:nvPr/>
        </p:nvSpPr>
        <p:spPr>
          <a:xfrm>
            <a:off x="1419589" y="29492"/>
            <a:ext cx="9429306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树的存储结构</a:t>
            </a:r>
          </a:p>
        </p:txBody>
      </p:sp>
      <p:sp>
        <p:nvSpPr>
          <p:cNvPr id="34" name="Shape 51"/>
          <p:cNvSpPr txBox="1"/>
          <p:nvPr/>
        </p:nvSpPr>
        <p:spPr>
          <a:xfrm>
            <a:off x="2517422" y="4505959"/>
            <a:ext cx="7233640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 sz="4000"/>
            </a:pPr>
            <a:r>
              <a:t>四、</a:t>
            </a:r>
            <a:r>
              <a:rPr>
                <a:solidFill>
                  <a:schemeClr val="accent1"/>
                </a:solidFill>
                <a:uFill>
                  <a:solidFill>
                    <a:srgbClr val="FF0000"/>
                  </a:solidFill>
                </a:uFill>
              </a:rPr>
              <a:t>二叉链表(孩子兄弟表示法)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53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顺序存储-双亲法</a:t>
            </a:r>
          </a:p>
        </p:txBody>
      </p:sp>
      <p:grpSp>
        <p:nvGrpSpPr>
          <p:cNvPr id="57" name="Group 74"/>
          <p:cNvGrpSpPr/>
          <p:nvPr/>
        </p:nvGrpSpPr>
        <p:grpSpPr>
          <a:xfrm>
            <a:off x="2311400" y="1841499"/>
            <a:ext cx="3134927" cy="4507375"/>
            <a:chOff x="0" y="0"/>
            <a:chExt cx="3134926" cy="4507373"/>
          </a:xfrm>
        </p:grpSpPr>
        <p:sp>
          <p:nvSpPr>
            <p:cNvPr id="37" name="Shape 54"/>
            <p:cNvSpPr/>
            <p:nvPr/>
          </p:nvSpPr>
          <p:spPr>
            <a:xfrm>
              <a:off x="1919675" y="549486"/>
              <a:ext cx="745069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8" name="Shape 55"/>
            <p:cNvSpPr/>
            <p:nvPr/>
          </p:nvSpPr>
          <p:spPr>
            <a:xfrm flipH="1">
              <a:off x="373097" y="590126"/>
              <a:ext cx="934722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9" name="Shape 56"/>
            <p:cNvSpPr/>
            <p:nvPr/>
          </p:nvSpPr>
          <p:spPr>
            <a:xfrm>
              <a:off x="1212991" y="79867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0" name="Shape 57"/>
            <p:cNvSpPr txBox="1"/>
            <p:nvPr/>
          </p:nvSpPr>
          <p:spPr>
            <a:xfrm>
              <a:off x="1334247" y="-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1" name="Shape 58"/>
            <p:cNvSpPr/>
            <p:nvPr/>
          </p:nvSpPr>
          <p:spPr>
            <a:xfrm>
              <a:off x="1212991" y="127197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2" name="Shape 59"/>
            <p:cNvSpPr/>
            <p:nvPr/>
          </p:nvSpPr>
          <p:spPr>
            <a:xfrm>
              <a:off x="0" y="127197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3" name="Shape 60"/>
            <p:cNvSpPr/>
            <p:nvPr/>
          </p:nvSpPr>
          <p:spPr>
            <a:xfrm>
              <a:off x="2387600" y="123133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4" name="Shape 61"/>
            <p:cNvSpPr/>
            <p:nvPr/>
          </p:nvSpPr>
          <p:spPr>
            <a:xfrm>
              <a:off x="747889" y="2549877"/>
              <a:ext cx="745069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5" name="Shape 62"/>
            <p:cNvSpPr/>
            <p:nvPr/>
          </p:nvSpPr>
          <p:spPr>
            <a:xfrm>
              <a:off x="1865488" y="2549877"/>
              <a:ext cx="747327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6" name="Shape 63"/>
            <p:cNvSpPr/>
            <p:nvPr/>
          </p:nvSpPr>
          <p:spPr>
            <a:xfrm>
              <a:off x="1865488" y="3825523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7" name="Shape 64"/>
            <p:cNvSpPr txBox="1"/>
            <p:nvPr/>
          </p:nvSpPr>
          <p:spPr>
            <a:xfrm>
              <a:off x="111427" y="125842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8" name="Shape 65"/>
            <p:cNvSpPr txBox="1"/>
            <p:nvPr/>
          </p:nvSpPr>
          <p:spPr>
            <a:xfrm>
              <a:off x="1334014" y="125842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9" name="Shape 66"/>
            <p:cNvSpPr txBox="1"/>
            <p:nvPr/>
          </p:nvSpPr>
          <p:spPr>
            <a:xfrm>
              <a:off x="2526353" y="1197468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0" name="Shape 67"/>
            <p:cNvSpPr txBox="1"/>
            <p:nvPr/>
          </p:nvSpPr>
          <p:spPr>
            <a:xfrm>
              <a:off x="879074" y="253633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1" name="Shape 68"/>
            <p:cNvSpPr txBox="1"/>
            <p:nvPr/>
          </p:nvSpPr>
          <p:spPr>
            <a:xfrm>
              <a:off x="2018902" y="253633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52" name="Shape 69"/>
            <p:cNvSpPr txBox="1"/>
            <p:nvPr/>
          </p:nvSpPr>
          <p:spPr>
            <a:xfrm>
              <a:off x="1986744" y="3834553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53" name="Shape 70"/>
            <p:cNvSpPr/>
            <p:nvPr/>
          </p:nvSpPr>
          <p:spPr>
            <a:xfrm>
              <a:off x="1587782" y="761717"/>
              <a:ext cx="2259" cy="5102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4" name="Shape 71"/>
            <p:cNvSpPr/>
            <p:nvPr/>
          </p:nvSpPr>
          <p:spPr>
            <a:xfrm flipH="1">
              <a:off x="1117600" y="1868029"/>
              <a:ext cx="187397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5" name="Shape 72"/>
            <p:cNvSpPr/>
            <p:nvPr/>
          </p:nvSpPr>
          <p:spPr>
            <a:xfrm>
              <a:off x="1865488" y="1868029"/>
              <a:ext cx="374793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6" name="Shape 73"/>
            <p:cNvSpPr/>
            <p:nvPr/>
          </p:nvSpPr>
          <p:spPr>
            <a:xfrm>
              <a:off x="2235200" y="3229469"/>
              <a:ext cx="2259" cy="59690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58" name="Shape 75"/>
          <p:cNvSpPr/>
          <p:nvPr/>
        </p:nvSpPr>
        <p:spPr>
          <a:xfrm flipH="1">
            <a:off x="5956017" y="1194645"/>
            <a:ext cx="1" cy="5801080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91" name="成组"/>
          <p:cNvGrpSpPr/>
          <p:nvPr/>
        </p:nvGrpSpPr>
        <p:grpSpPr>
          <a:xfrm>
            <a:off x="7039915" y="937821"/>
            <a:ext cx="4188179" cy="5423749"/>
            <a:chOff x="0" y="0"/>
            <a:chExt cx="4188177" cy="5423748"/>
          </a:xfrm>
        </p:grpSpPr>
        <p:grpSp>
          <p:nvGrpSpPr>
            <p:cNvPr id="67" name="Group 85"/>
            <p:cNvGrpSpPr/>
            <p:nvPr/>
          </p:nvGrpSpPr>
          <p:grpSpPr>
            <a:xfrm>
              <a:off x="782883" y="723052"/>
              <a:ext cx="3048003" cy="4700697"/>
              <a:chOff x="0" y="0"/>
              <a:chExt cx="3048001" cy="4700695"/>
            </a:xfrm>
          </p:grpSpPr>
          <p:sp>
            <p:nvSpPr>
              <p:cNvPr id="59" name="Shape 77"/>
              <p:cNvSpPr/>
              <p:nvPr/>
            </p:nvSpPr>
            <p:spPr>
              <a:xfrm>
                <a:off x="0" y="-1"/>
                <a:ext cx="3048001" cy="4700697"/>
              </a:xfrm>
              <a:prstGeom prst="rect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0" name="Shape 78"/>
              <p:cNvSpPr/>
              <p:nvPr/>
            </p:nvSpPr>
            <p:spPr>
              <a:xfrm>
                <a:off x="0" y="611293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1" name="Shape 79"/>
              <p:cNvSpPr/>
              <p:nvPr/>
            </p:nvSpPr>
            <p:spPr>
              <a:xfrm>
                <a:off x="0" y="1293142"/>
                <a:ext cx="3048002" cy="22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2" name="Shape 80"/>
              <p:cNvSpPr/>
              <p:nvPr/>
            </p:nvSpPr>
            <p:spPr>
              <a:xfrm>
                <a:off x="0" y="1974991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3" name="Shape 81"/>
              <p:cNvSpPr/>
              <p:nvPr/>
            </p:nvSpPr>
            <p:spPr>
              <a:xfrm>
                <a:off x="0" y="2656841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4" name="Shape 82"/>
              <p:cNvSpPr/>
              <p:nvPr/>
            </p:nvSpPr>
            <p:spPr>
              <a:xfrm>
                <a:off x="0" y="3340947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5" name="Shape 83"/>
              <p:cNvSpPr/>
              <p:nvPr/>
            </p:nvSpPr>
            <p:spPr>
              <a:xfrm>
                <a:off x="0" y="4022796"/>
                <a:ext cx="3048002" cy="22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6" name="Shape 84"/>
              <p:cNvSpPr/>
              <p:nvPr/>
            </p:nvSpPr>
            <p:spPr>
              <a:xfrm>
                <a:off x="1178559" y="-1"/>
                <a:ext cx="2260" cy="470069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68" name="Shape 86"/>
            <p:cNvSpPr/>
            <p:nvPr/>
          </p:nvSpPr>
          <p:spPr>
            <a:xfrm>
              <a:off x="703861" y="0"/>
              <a:ext cx="1498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data</a:t>
              </a:r>
            </a:p>
          </p:txBody>
        </p:sp>
        <p:sp>
          <p:nvSpPr>
            <p:cNvPr id="69" name="Shape 87"/>
            <p:cNvSpPr/>
            <p:nvPr/>
          </p:nvSpPr>
          <p:spPr>
            <a:xfrm>
              <a:off x="2455898" y="675075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70" name="Shape 88"/>
            <p:cNvSpPr/>
            <p:nvPr/>
          </p:nvSpPr>
          <p:spPr>
            <a:xfrm>
              <a:off x="2455898" y="1329830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1" name="Shape 89"/>
            <p:cNvSpPr/>
            <p:nvPr/>
          </p:nvSpPr>
          <p:spPr>
            <a:xfrm>
              <a:off x="2455898" y="1946205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2" name="Shape 90"/>
            <p:cNvSpPr/>
            <p:nvPr/>
          </p:nvSpPr>
          <p:spPr>
            <a:xfrm>
              <a:off x="2455898" y="2560320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3" name="Shape 91"/>
            <p:cNvSpPr/>
            <p:nvPr/>
          </p:nvSpPr>
          <p:spPr>
            <a:xfrm>
              <a:off x="2455898" y="3276036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4" name="Shape 92"/>
            <p:cNvSpPr/>
            <p:nvPr/>
          </p:nvSpPr>
          <p:spPr>
            <a:xfrm>
              <a:off x="2455898" y="3994008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5" name="Shape 93"/>
            <p:cNvSpPr/>
            <p:nvPr/>
          </p:nvSpPr>
          <p:spPr>
            <a:xfrm>
              <a:off x="2450534" y="4709724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76" name="Shape 94"/>
            <p:cNvSpPr/>
            <p:nvPr/>
          </p:nvSpPr>
          <p:spPr>
            <a:xfrm>
              <a:off x="2130776" y="13546"/>
              <a:ext cx="20574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parent</a:t>
              </a:r>
            </a:p>
          </p:txBody>
        </p:sp>
        <p:sp>
          <p:nvSpPr>
            <p:cNvPr id="77" name="Shape 95"/>
            <p:cNvSpPr/>
            <p:nvPr/>
          </p:nvSpPr>
          <p:spPr>
            <a:xfrm>
              <a:off x="1016000" y="7230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78" name="Shape 96"/>
            <p:cNvSpPr/>
            <p:nvPr/>
          </p:nvSpPr>
          <p:spPr>
            <a:xfrm>
              <a:off x="1016000" y="13834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79" name="Shape 97"/>
            <p:cNvSpPr/>
            <p:nvPr/>
          </p:nvSpPr>
          <p:spPr>
            <a:xfrm>
              <a:off x="1016000" y="19930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80" name="Shape 98"/>
            <p:cNvSpPr/>
            <p:nvPr/>
          </p:nvSpPr>
          <p:spPr>
            <a:xfrm>
              <a:off x="1016000" y="26153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1" name="Shape 99"/>
            <p:cNvSpPr/>
            <p:nvPr/>
          </p:nvSpPr>
          <p:spPr>
            <a:xfrm>
              <a:off x="1016000" y="33265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82" name="Shape 100"/>
            <p:cNvSpPr/>
            <p:nvPr/>
          </p:nvSpPr>
          <p:spPr>
            <a:xfrm>
              <a:off x="1016000" y="40504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83" name="Shape 101"/>
            <p:cNvSpPr/>
            <p:nvPr/>
          </p:nvSpPr>
          <p:spPr>
            <a:xfrm>
              <a:off x="1016000" y="47616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84" name="Shape 102"/>
            <p:cNvSpPr/>
            <p:nvPr/>
          </p:nvSpPr>
          <p:spPr>
            <a:xfrm>
              <a:off x="0" y="7230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5" name="Shape 103"/>
            <p:cNvSpPr/>
            <p:nvPr/>
          </p:nvSpPr>
          <p:spPr>
            <a:xfrm>
              <a:off x="0" y="13834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6" name="Shape 104"/>
            <p:cNvSpPr/>
            <p:nvPr/>
          </p:nvSpPr>
          <p:spPr>
            <a:xfrm>
              <a:off x="0" y="19930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7" name="Shape 105"/>
            <p:cNvSpPr/>
            <p:nvPr/>
          </p:nvSpPr>
          <p:spPr>
            <a:xfrm>
              <a:off x="0" y="26153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8" name="Shape 106"/>
            <p:cNvSpPr/>
            <p:nvPr/>
          </p:nvSpPr>
          <p:spPr>
            <a:xfrm>
              <a:off x="0" y="33265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9" name="Shape 107"/>
            <p:cNvSpPr/>
            <p:nvPr/>
          </p:nvSpPr>
          <p:spPr>
            <a:xfrm>
              <a:off x="0" y="40504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90" name="Shape 108"/>
            <p:cNvSpPr/>
            <p:nvPr/>
          </p:nvSpPr>
          <p:spPr>
            <a:xfrm>
              <a:off x="0" y="47616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53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顺序存储-双亲法</a:t>
            </a:r>
          </a:p>
        </p:txBody>
      </p:sp>
      <p:sp>
        <p:nvSpPr>
          <p:cNvPr id="96" name="双亲法实际上是根据数组元素的下标找下一个数据，下标就是链表的next…"/>
          <p:cNvSpPr txBox="1"/>
          <p:nvPr/>
        </p:nvSpPr>
        <p:spPr>
          <a:xfrm>
            <a:off x="72700" y="1101039"/>
            <a:ext cx="12258060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defTabSz="457200">
              <a:lnSpc>
                <a:spcPct val="120000"/>
              </a:lnSpc>
              <a:spcBef>
                <a:spcPts val="0"/>
              </a:spcBef>
              <a:defRPr sz="3000">
                <a:uFillTx/>
              </a:defRPr>
            </a:pPr>
            <a:r>
              <a:t>双亲法实际上是</a:t>
            </a:r>
            <a:r>
              <a:rPr>
                <a:solidFill>
                  <a:schemeClr val="accent1">
                    <a:lumOff val="-8039"/>
                  </a:schemeClr>
                </a:solidFill>
              </a:rPr>
              <a:t>根据数组元素的下标</a:t>
            </a:r>
            <a:r>
              <a:t>找下一个数据，</a:t>
            </a:r>
            <a:r>
              <a:rPr>
                <a:solidFill>
                  <a:schemeClr val="accent1">
                    <a:lumOff val="-8039"/>
                  </a:schemeClr>
                </a:solidFill>
              </a:rPr>
              <a:t>下标</a:t>
            </a:r>
            <a:r>
              <a:t>就是链表的</a:t>
            </a:r>
            <a:r>
              <a:rPr>
                <a:solidFill>
                  <a:schemeClr val="accent1">
                    <a:lumOff val="-8039"/>
                  </a:schemeClr>
                </a:solidFill>
              </a:rPr>
              <a:t>next</a:t>
            </a:r>
          </a:p>
          <a:p>
            <a:pPr marR="0" defTabSz="457200">
              <a:lnSpc>
                <a:spcPct val="120000"/>
              </a:lnSpc>
              <a:spcBef>
                <a:spcPts val="0"/>
              </a:spcBef>
              <a:defRPr sz="3000">
                <a:uFillTx/>
              </a:defRPr>
            </a:pPr>
            <a:r>
              <a:t>有多条链：B-&gt;A         E-&gt;C-&gt;A     C-&gt;A....</a:t>
            </a:r>
          </a:p>
        </p:txBody>
      </p:sp>
      <p:grpSp>
        <p:nvGrpSpPr>
          <p:cNvPr id="117" name="成组"/>
          <p:cNvGrpSpPr/>
          <p:nvPr/>
        </p:nvGrpSpPr>
        <p:grpSpPr>
          <a:xfrm>
            <a:off x="135380" y="2603955"/>
            <a:ext cx="3134928" cy="4507374"/>
            <a:chOff x="0" y="0"/>
            <a:chExt cx="3134926" cy="4507373"/>
          </a:xfrm>
        </p:grpSpPr>
        <p:sp>
          <p:nvSpPr>
            <p:cNvPr id="97" name="Shape 54"/>
            <p:cNvSpPr/>
            <p:nvPr/>
          </p:nvSpPr>
          <p:spPr>
            <a:xfrm>
              <a:off x="1919675" y="549486"/>
              <a:ext cx="745069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8" name="Shape 55"/>
            <p:cNvSpPr/>
            <p:nvPr/>
          </p:nvSpPr>
          <p:spPr>
            <a:xfrm flipH="1">
              <a:off x="373097" y="590126"/>
              <a:ext cx="934722" cy="6818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" name="Shape 56"/>
            <p:cNvSpPr/>
            <p:nvPr/>
          </p:nvSpPr>
          <p:spPr>
            <a:xfrm>
              <a:off x="1212991" y="79867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0" name="Shape 57"/>
            <p:cNvSpPr txBox="1"/>
            <p:nvPr/>
          </p:nvSpPr>
          <p:spPr>
            <a:xfrm>
              <a:off x="1334247" y="0"/>
              <a:ext cx="520618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1" name="Shape 58"/>
            <p:cNvSpPr/>
            <p:nvPr/>
          </p:nvSpPr>
          <p:spPr>
            <a:xfrm>
              <a:off x="1212991" y="127197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2" name="Shape 59"/>
            <p:cNvSpPr/>
            <p:nvPr/>
          </p:nvSpPr>
          <p:spPr>
            <a:xfrm>
              <a:off x="0" y="1271975"/>
              <a:ext cx="747326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3" name="Shape 60"/>
            <p:cNvSpPr/>
            <p:nvPr/>
          </p:nvSpPr>
          <p:spPr>
            <a:xfrm>
              <a:off x="2387600" y="1231335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4" name="Shape 61"/>
            <p:cNvSpPr/>
            <p:nvPr/>
          </p:nvSpPr>
          <p:spPr>
            <a:xfrm>
              <a:off x="747889" y="2549877"/>
              <a:ext cx="745069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5" name="Shape 62"/>
            <p:cNvSpPr/>
            <p:nvPr/>
          </p:nvSpPr>
          <p:spPr>
            <a:xfrm>
              <a:off x="1865488" y="2549877"/>
              <a:ext cx="747327" cy="67959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6" name="Shape 63"/>
            <p:cNvSpPr/>
            <p:nvPr/>
          </p:nvSpPr>
          <p:spPr>
            <a:xfrm>
              <a:off x="1865488" y="3825523"/>
              <a:ext cx="747327" cy="6818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7" name="Shape 64"/>
            <p:cNvSpPr txBox="1"/>
            <p:nvPr/>
          </p:nvSpPr>
          <p:spPr>
            <a:xfrm>
              <a:off x="111426" y="1258429"/>
              <a:ext cx="4939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08" name="Shape 65"/>
            <p:cNvSpPr txBox="1"/>
            <p:nvPr/>
          </p:nvSpPr>
          <p:spPr>
            <a:xfrm>
              <a:off x="1334014" y="125842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09" name="Shape 66"/>
            <p:cNvSpPr txBox="1"/>
            <p:nvPr/>
          </p:nvSpPr>
          <p:spPr>
            <a:xfrm>
              <a:off x="2526353" y="1197468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0" name="Shape 67"/>
            <p:cNvSpPr txBox="1"/>
            <p:nvPr/>
          </p:nvSpPr>
          <p:spPr>
            <a:xfrm>
              <a:off x="879074" y="253633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11" name="Shape 68"/>
            <p:cNvSpPr txBox="1"/>
            <p:nvPr/>
          </p:nvSpPr>
          <p:spPr>
            <a:xfrm>
              <a:off x="2018902" y="253633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12" name="Shape 69"/>
            <p:cNvSpPr txBox="1"/>
            <p:nvPr/>
          </p:nvSpPr>
          <p:spPr>
            <a:xfrm>
              <a:off x="1986744" y="3834553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13" name="Shape 70"/>
            <p:cNvSpPr/>
            <p:nvPr/>
          </p:nvSpPr>
          <p:spPr>
            <a:xfrm>
              <a:off x="1587782" y="761717"/>
              <a:ext cx="2259" cy="5102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" name="Shape 71"/>
            <p:cNvSpPr/>
            <p:nvPr/>
          </p:nvSpPr>
          <p:spPr>
            <a:xfrm flipH="1">
              <a:off x="1117600" y="1868029"/>
              <a:ext cx="187397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5" name="Shape 72"/>
            <p:cNvSpPr/>
            <p:nvPr/>
          </p:nvSpPr>
          <p:spPr>
            <a:xfrm>
              <a:off x="1865488" y="1868029"/>
              <a:ext cx="374793" cy="6818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6" name="Shape 73"/>
            <p:cNvSpPr/>
            <p:nvPr/>
          </p:nvSpPr>
          <p:spPr>
            <a:xfrm>
              <a:off x="2235200" y="3229469"/>
              <a:ext cx="2259" cy="59690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18" name="public class Node&lt;T&gt;{…"/>
          <p:cNvSpPr txBox="1"/>
          <p:nvPr/>
        </p:nvSpPr>
        <p:spPr>
          <a:xfrm>
            <a:off x="8106237" y="2603955"/>
            <a:ext cx="4115452" cy="1751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Node&lt;T&gt;{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T data;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parent;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grpSp>
        <p:nvGrpSpPr>
          <p:cNvPr id="151" name="成组"/>
          <p:cNvGrpSpPr/>
          <p:nvPr/>
        </p:nvGrpSpPr>
        <p:grpSpPr>
          <a:xfrm>
            <a:off x="3547837" y="2603955"/>
            <a:ext cx="4188178" cy="5423749"/>
            <a:chOff x="0" y="0"/>
            <a:chExt cx="4188177" cy="5423748"/>
          </a:xfrm>
        </p:grpSpPr>
        <p:grpSp>
          <p:nvGrpSpPr>
            <p:cNvPr id="127" name="Group 85"/>
            <p:cNvGrpSpPr/>
            <p:nvPr/>
          </p:nvGrpSpPr>
          <p:grpSpPr>
            <a:xfrm>
              <a:off x="782883" y="723052"/>
              <a:ext cx="3048003" cy="4700697"/>
              <a:chOff x="0" y="0"/>
              <a:chExt cx="3048001" cy="4700695"/>
            </a:xfrm>
          </p:grpSpPr>
          <p:sp>
            <p:nvSpPr>
              <p:cNvPr id="119" name="Shape 77"/>
              <p:cNvSpPr/>
              <p:nvPr/>
            </p:nvSpPr>
            <p:spPr>
              <a:xfrm>
                <a:off x="0" y="-1"/>
                <a:ext cx="3048001" cy="4700697"/>
              </a:xfrm>
              <a:prstGeom prst="rect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0" name="Shape 78"/>
              <p:cNvSpPr/>
              <p:nvPr/>
            </p:nvSpPr>
            <p:spPr>
              <a:xfrm>
                <a:off x="0" y="611293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21" name="Shape 79"/>
              <p:cNvSpPr/>
              <p:nvPr/>
            </p:nvSpPr>
            <p:spPr>
              <a:xfrm>
                <a:off x="0" y="1293142"/>
                <a:ext cx="3048002" cy="22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22" name="Shape 80"/>
              <p:cNvSpPr/>
              <p:nvPr/>
            </p:nvSpPr>
            <p:spPr>
              <a:xfrm>
                <a:off x="0" y="1974991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23" name="Shape 81"/>
              <p:cNvSpPr/>
              <p:nvPr/>
            </p:nvSpPr>
            <p:spPr>
              <a:xfrm>
                <a:off x="0" y="2656841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24" name="Shape 82"/>
              <p:cNvSpPr/>
              <p:nvPr/>
            </p:nvSpPr>
            <p:spPr>
              <a:xfrm>
                <a:off x="0" y="3340947"/>
                <a:ext cx="3048002" cy="2259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25" name="Shape 83"/>
              <p:cNvSpPr/>
              <p:nvPr/>
            </p:nvSpPr>
            <p:spPr>
              <a:xfrm>
                <a:off x="0" y="4022796"/>
                <a:ext cx="3048002" cy="22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26" name="Shape 84"/>
              <p:cNvSpPr/>
              <p:nvPr/>
            </p:nvSpPr>
            <p:spPr>
              <a:xfrm>
                <a:off x="1178559" y="-1"/>
                <a:ext cx="2260" cy="470069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28" name="Shape 86"/>
            <p:cNvSpPr/>
            <p:nvPr/>
          </p:nvSpPr>
          <p:spPr>
            <a:xfrm>
              <a:off x="703861" y="0"/>
              <a:ext cx="1498602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</a:defRPr>
              </a:lvl1pPr>
            </a:lstStyle>
            <a:p>
              <a:pPr/>
              <a:r>
                <a:t>data</a:t>
              </a:r>
            </a:p>
          </p:txBody>
        </p:sp>
        <p:sp>
          <p:nvSpPr>
            <p:cNvPr id="129" name="Shape 87"/>
            <p:cNvSpPr/>
            <p:nvPr/>
          </p:nvSpPr>
          <p:spPr>
            <a:xfrm>
              <a:off x="2455898" y="675075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-1</a:t>
              </a:r>
            </a:p>
          </p:txBody>
        </p:sp>
        <p:sp>
          <p:nvSpPr>
            <p:cNvPr id="130" name="Shape 88"/>
            <p:cNvSpPr/>
            <p:nvPr/>
          </p:nvSpPr>
          <p:spPr>
            <a:xfrm>
              <a:off x="2455898" y="1329830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31" name="Shape 89"/>
            <p:cNvSpPr/>
            <p:nvPr/>
          </p:nvSpPr>
          <p:spPr>
            <a:xfrm>
              <a:off x="2455898" y="1946205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32" name="Shape 90"/>
            <p:cNvSpPr/>
            <p:nvPr/>
          </p:nvSpPr>
          <p:spPr>
            <a:xfrm>
              <a:off x="2455898" y="2560320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33" name="Shape 91"/>
            <p:cNvSpPr/>
            <p:nvPr/>
          </p:nvSpPr>
          <p:spPr>
            <a:xfrm>
              <a:off x="2455898" y="3276036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34" name="Shape 92"/>
            <p:cNvSpPr/>
            <p:nvPr/>
          </p:nvSpPr>
          <p:spPr>
            <a:xfrm>
              <a:off x="2455898" y="3994008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35" name="Shape 93"/>
            <p:cNvSpPr/>
            <p:nvPr/>
          </p:nvSpPr>
          <p:spPr>
            <a:xfrm>
              <a:off x="2450534" y="4709724"/>
              <a:ext cx="9779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00"/>
                  </a:solidFill>
                  <a:uFill>
                    <a:solidFill>
                      <a:srgbClr val="99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6" name="Shape 94"/>
            <p:cNvSpPr/>
            <p:nvPr/>
          </p:nvSpPr>
          <p:spPr>
            <a:xfrm>
              <a:off x="2130776" y="13546"/>
              <a:ext cx="20574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990033"/>
                  </a:solidFill>
                  <a:uFill>
                    <a:solidFill>
                      <a:srgbClr val="990033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parent</a:t>
              </a:r>
            </a:p>
          </p:txBody>
        </p:sp>
        <p:sp>
          <p:nvSpPr>
            <p:cNvPr id="137" name="Shape 95"/>
            <p:cNvSpPr/>
            <p:nvPr/>
          </p:nvSpPr>
          <p:spPr>
            <a:xfrm>
              <a:off x="1016000" y="7230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38" name="Shape 96"/>
            <p:cNvSpPr/>
            <p:nvPr/>
          </p:nvSpPr>
          <p:spPr>
            <a:xfrm>
              <a:off x="1016000" y="13834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39" name="Shape 97"/>
            <p:cNvSpPr/>
            <p:nvPr/>
          </p:nvSpPr>
          <p:spPr>
            <a:xfrm>
              <a:off x="1016000" y="19930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40" name="Shape 98"/>
            <p:cNvSpPr/>
            <p:nvPr/>
          </p:nvSpPr>
          <p:spPr>
            <a:xfrm>
              <a:off x="1016000" y="26153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41" name="Shape 99"/>
            <p:cNvSpPr/>
            <p:nvPr/>
          </p:nvSpPr>
          <p:spPr>
            <a:xfrm>
              <a:off x="1016000" y="33265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42" name="Shape 100"/>
            <p:cNvSpPr/>
            <p:nvPr/>
          </p:nvSpPr>
          <p:spPr>
            <a:xfrm>
              <a:off x="1016000" y="40504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43" name="Shape 101"/>
            <p:cNvSpPr/>
            <p:nvPr/>
          </p:nvSpPr>
          <p:spPr>
            <a:xfrm>
              <a:off x="1016000" y="47616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solidFill>
                    <a:srgbClr val="002D99"/>
                  </a:solidFill>
                  <a:uFill>
                    <a:solidFill>
                      <a:srgbClr val="002D99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44" name="Shape 102"/>
            <p:cNvSpPr/>
            <p:nvPr/>
          </p:nvSpPr>
          <p:spPr>
            <a:xfrm>
              <a:off x="0" y="7230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45" name="Shape 103"/>
            <p:cNvSpPr/>
            <p:nvPr/>
          </p:nvSpPr>
          <p:spPr>
            <a:xfrm>
              <a:off x="0" y="1383453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6" name="Shape 104"/>
            <p:cNvSpPr/>
            <p:nvPr/>
          </p:nvSpPr>
          <p:spPr>
            <a:xfrm>
              <a:off x="0" y="19930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7" name="Shape 105"/>
            <p:cNvSpPr/>
            <p:nvPr/>
          </p:nvSpPr>
          <p:spPr>
            <a:xfrm>
              <a:off x="0" y="26153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8" name="Shape 106"/>
            <p:cNvSpPr/>
            <p:nvPr/>
          </p:nvSpPr>
          <p:spPr>
            <a:xfrm>
              <a:off x="0" y="33265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49" name="Shape 107"/>
            <p:cNvSpPr/>
            <p:nvPr/>
          </p:nvSpPr>
          <p:spPr>
            <a:xfrm>
              <a:off x="0" y="40504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50" name="Shape 108"/>
            <p:cNvSpPr/>
            <p:nvPr/>
          </p:nvSpPr>
          <p:spPr>
            <a:xfrm>
              <a:off x="0" y="4761654"/>
              <a:ext cx="97790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 sz="3800"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53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用数组实现的链表</a:t>
            </a:r>
          </a:p>
        </p:txBody>
      </p:sp>
      <p:grpSp>
        <p:nvGrpSpPr>
          <p:cNvPr id="175" name="成组"/>
          <p:cNvGrpSpPr/>
          <p:nvPr/>
        </p:nvGrpSpPr>
        <p:grpSpPr>
          <a:xfrm>
            <a:off x="2679534" y="1518148"/>
            <a:ext cx="6133707" cy="522318"/>
            <a:chOff x="0" y="0"/>
            <a:chExt cx="6133705" cy="522317"/>
          </a:xfrm>
        </p:grpSpPr>
        <p:grpSp>
          <p:nvGrpSpPr>
            <p:cNvPr id="171" name="成组"/>
            <p:cNvGrpSpPr/>
            <p:nvPr/>
          </p:nvGrpSpPr>
          <p:grpSpPr>
            <a:xfrm>
              <a:off x="0" y="23047"/>
              <a:ext cx="6133706" cy="499271"/>
              <a:chOff x="0" y="10575"/>
              <a:chExt cx="6133705" cy="499269"/>
            </a:xfrm>
          </p:grpSpPr>
          <p:sp>
            <p:nvSpPr>
              <p:cNvPr id="156" name="成组"/>
              <p:cNvSpPr/>
              <p:nvPr/>
            </p:nvSpPr>
            <p:spPr>
              <a:xfrm>
                <a:off x="1488679" y="10575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57" name="矩形"/>
              <p:cNvSpPr/>
              <p:nvPr/>
            </p:nvSpPr>
            <p:spPr>
              <a:xfrm>
                <a:off x="2496742" y="10575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58" name="椭圆形"/>
              <p:cNvSpPr/>
              <p:nvPr/>
            </p:nvSpPr>
            <p:spPr>
              <a:xfrm>
                <a:off x="2641205" y="226475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59" name="成组"/>
              <p:cNvSpPr/>
              <p:nvPr/>
            </p:nvSpPr>
            <p:spPr>
              <a:xfrm>
                <a:off x="3144442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60" name="矩形"/>
              <p:cNvSpPr/>
              <p:nvPr/>
            </p:nvSpPr>
            <p:spPr>
              <a:xfrm>
                <a:off x="4152505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61" name="成组"/>
              <p:cNvSpPr/>
              <p:nvPr/>
            </p:nvSpPr>
            <p:spPr>
              <a:xfrm>
                <a:off x="4765279" y="12163"/>
                <a:ext cx="1008064" cy="468316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62" name="矩形"/>
              <p:cNvSpPr/>
              <p:nvPr/>
            </p:nvSpPr>
            <p:spPr>
              <a:xfrm>
                <a:off x="5773342" y="12163"/>
                <a:ext cx="360364" cy="468314"/>
              </a:xfrm>
              <a:prstGeom prst="rect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63" name="椭圆形"/>
              <p:cNvSpPr/>
              <p:nvPr/>
            </p:nvSpPr>
            <p:spPr>
              <a:xfrm>
                <a:off x="4333480" y="193138"/>
                <a:ext cx="36515" cy="71439"/>
              </a:xfrm>
              <a:prstGeom prst="ellipse">
                <a:avLst/>
              </a:pr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grpSp>
            <p:nvGrpSpPr>
              <p:cNvPr id="166" name="成组"/>
              <p:cNvGrpSpPr/>
              <p:nvPr/>
            </p:nvGrpSpPr>
            <p:grpSpPr>
              <a:xfrm>
                <a:off x="5846367" y="107413"/>
                <a:ext cx="152401" cy="228601"/>
                <a:chOff x="0" y="0"/>
                <a:chExt cx="152399" cy="228600"/>
              </a:xfrm>
            </p:grpSpPr>
            <p:sp>
              <p:nvSpPr>
                <p:cNvPr id="164" name="线条"/>
                <p:cNvSpPr/>
                <p:nvPr/>
              </p:nvSpPr>
              <p:spPr>
                <a:xfrm flipH="1">
                  <a:off x="-1" y="0"/>
                  <a:ext cx="76202" cy="228601"/>
                </a:xfrm>
                <a:prstGeom prst="line">
                  <a:avLst/>
                </a:prstGeom>
                <a:noFill/>
                <a:ln w="25400" cap="flat">
                  <a:solidFill>
                    <a:srgbClr val="C82506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/>
                  </a:pPr>
                </a:p>
              </p:txBody>
            </p:sp>
            <p:sp>
              <p:nvSpPr>
                <p:cNvPr id="165" name="线条"/>
                <p:cNvSpPr/>
                <p:nvPr/>
              </p:nvSpPr>
              <p:spPr>
                <a:xfrm>
                  <a:off x="76200" y="-1"/>
                  <a:ext cx="76200" cy="228602"/>
                </a:xfrm>
                <a:prstGeom prst="line">
                  <a:avLst/>
                </a:prstGeom>
                <a:noFill/>
                <a:ln w="25400" cap="flat">
                  <a:solidFill>
                    <a:srgbClr val="C82506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marR="40640" indent="40640" defTabSz="914400">
                    <a:spcBef>
                      <a:spcPts val="1300"/>
                    </a:spcBef>
                    <a:defRPr b="1" sz="2400"/>
                  </a:pPr>
                </a:p>
              </p:txBody>
            </p:sp>
          </p:grpSp>
          <p:sp>
            <p:nvSpPr>
              <p:cNvPr id="167" name="线条"/>
              <p:cNvSpPr/>
              <p:nvPr/>
            </p:nvSpPr>
            <p:spPr>
              <a:xfrm>
                <a:off x="2676130" y="264575"/>
                <a:ext cx="468314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68" name="线条"/>
              <p:cNvSpPr/>
              <p:nvPr/>
            </p:nvSpPr>
            <p:spPr>
              <a:xfrm>
                <a:off x="4369992" y="228063"/>
                <a:ext cx="395290" cy="15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  <p:sp>
            <p:nvSpPr>
              <p:cNvPr id="169" name="head"/>
              <p:cNvSpPr txBox="1"/>
              <p:nvPr/>
            </p:nvSpPr>
            <p:spPr>
              <a:xfrm>
                <a:off x="0" y="14544"/>
                <a:ext cx="828068" cy="495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marR="0" indent="0" defTabSz="457200">
                  <a:spcBef>
                    <a:spcPts val="0"/>
                  </a:spcBef>
                  <a:defRPr sz="2600">
                    <a:uFillTx/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/>
                <a:r>
                  <a:t>head</a:t>
                </a:r>
              </a:p>
            </p:txBody>
          </p:sp>
          <p:sp>
            <p:nvSpPr>
              <p:cNvPr id="170" name="线条"/>
              <p:cNvSpPr/>
              <p:nvPr/>
            </p:nvSpPr>
            <p:spPr>
              <a:xfrm>
                <a:off x="921258" y="262602"/>
                <a:ext cx="567422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40640" indent="40640" defTabSz="914400">
                  <a:spcBef>
                    <a:spcPts val="1300"/>
                  </a:spcBef>
                  <a:defRPr b="1" sz="2400"/>
                </a:pPr>
              </a:p>
            </p:txBody>
          </p:sp>
        </p:grpSp>
        <p:sp>
          <p:nvSpPr>
            <p:cNvPr id="172" name="a1"/>
            <p:cNvSpPr txBox="1"/>
            <p:nvPr/>
          </p:nvSpPr>
          <p:spPr>
            <a:xfrm>
              <a:off x="3488920" y="27949"/>
              <a:ext cx="408941" cy="489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/>
              </a:pPr>
              <a:r>
                <a:t>a</a:t>
              </a:r>
              <a:r>
                <a:rPr baseline="-25000"/>
                <a:t>1</a:t>
              </a:r>
            </a:p>
          </p:txBody>
        </p:sp>
        <p:sp>
          <p:nvSpPr>
            <p:cNvPr id="173" name="a2"/>
            <p:cNvSpPr txBox="1"/>
            <p:nvPr/>
          </p:nvSpPr>
          <p:spPr>
            <a:xfrm>
              <a:off x="5121798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/>
              </a:pPr>
              <a:r>
                <a:t>a</a:t>
              </a:r>
              <a:r>
                <a:rPr baseline="-25000"/>
                <a:t>2</a:t>
              </a:r>
            </a:p>
          </p:txBody>
        </p:sp>
        <p:sp>
          <p:nvSpPr>
            <p:cNvPr id="174" name="a0"/>
            <p:cNvSpPr txBox="1"/>
            <p:nvPr/>
          </p:nvSpPr>
          <p:spPr>
            <a:xfrm>
              <a:off x="1856042" y="0"/>
              <a:ext cx="408941" cy="48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R="40640" indent="40640" algn="ctr" defTabSz="914400">
                <a:spcBef>
                  <a:spcPts val="1300"/>
                </a:spcBef>
                <a:defRPr b="1" sz="2400"/>
              </a:pPr>
              <a:r>
                <a:t>a</a:t>
              </a:r>
              <a:r>
                <a:rPr baseline="-25000"/>
                <a:t>0</a:t>
              </a:r>
            </a:p>
          </p:txBody>
        </p:sp>
      </p:grpSp>
      <p:graphicFrame>
        <p:nvGraphicFramePr>
          <p:cNvPr id="176" name="表格"/>
          <p:cNvGraphicFramePr/>
          <p:nvPr/>
        </p:nvGraphicFramePr>
        <p:xfrm>
          <a:off x="3755189" y="3384193"/>
          <a:ext cx="7428312" cy="71968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235935"/>
                <a:gridCol w="1235935"/>
                <a:gridCol w="1235935"/>
                <a:gridCol w="1235935"/>
                <a:gridCol w="1235935"/>
                <a:gridCol w="1235935"/>
              </a:tblGrid>
              <a:tr h="706985">
                <a:tc>
                  <a:txBody>
                    <a:bodyPr/>
                    <a:lstStyle/>
                    <a:p>
                      <a:pPr marR="40640" indent="40640" defTabSz="914400">
                        <a:spcBef>
                          <a:spcPts val="1300"/>
                        </a:spcBef>
                        <a:defRPr sz="2400"/>
                      </a:pPr>
                      <a:r>
                        <a:t>a</a:t>
                      </a:r>
                      <a:r>
                        <a:rPr baseline="-25000"/>
                        <a:t>0</a:t>
                      </a:r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  <a:miter lim="400000"/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/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indent="40640" defTabSz="914400">
                        <a:spcBef>
                          <a:spcPts val="1300"/>
                        </a:spcBef>
                        <a:defRPr sz="2400"/>
                      </a:pPr>
                      <a:r>
                        <a:t>a</a:t>
                      </a:r>
                      <a:r>
                        <a:rPr baseline="-25000"/>
                        <a:t>1</a:t>
                      </a:r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/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indent="40640" defTabSz="914400">
                        <a:spcBef>
                          <a:spcPts val="1300"/>
                        </a:spcBef>
                        <a:defRPr sz="2400"/>
                      </a:pPr>
                      <a:r>
                        <a:t>a</a:t>
                      </a:r>
                      <a:r>
                        <a:rPr baseline="-25000"/>
                        <a:t>2</a:t>
                      </a:r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/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  <a:miter lim="400000"/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" name="表格"/>
          <p:cNvGraphicFramePr/>
          <p:nvPr/>
        </p:nvGraphicFramePr>
        <p:xfrm>
          <a:off x="3781809" y="4992652"/>
          <a:ext cx="7428312" cy="71968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235935"/>
                <a:gridCol w="1235935"/>
                <a:gridCol w="1235935"/>
                <a:gridCol w="1235935"/>
                <a:gridCol w="1235935"/>
                <a:gridCol w="1235935"/>
              </a:tblGrid>
              <a:tr h="706985">
                <a:tc>
                  <a:txBody>
                    <a:bodyPr/>
                    <a:lstStyle/>
                    <a:p>
                      <a:pPr indent="342900">
                        <a:defRPr b="0" sz="1800">
                          <a:uFillTx/>
                        </a:defRPr>
                      </a:pPr>
                      <a:r>
                        <a:rPr b="1" sz="28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2</a:t>
                      </a:r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  <a:miter lim="400000"/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/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>
                        <a:defRPr b="0" sz="1800">
                          <a:uFillTx/>
                        </a:defRPr>
                      </a:pPr>
                      <a:r>
                        <a:rPr b="1" sz="28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4</a:t>
                      </a:r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/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>
                        <a:defRPr b="0" sz="1800">
                          <a:uFillTx/>
                        </a:defRPr>
                      </a:pPr>
                      <a:r>
                        <a:rPr b="1" sz="280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-1</a:t>
                      </a:r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342900"/>
                    </a:p>
                  </a:txBody>
                  <a:tcPr marL="0" marR="0" marT="0" marB="0" anchor="ctr" anchorCtr="0" horzOverflow="overflow">
                    <a:lnL w="25400">
                      <a:solidFill>
                        <a:srgbClr val="A7A7A7"/>
                      </a:solidFill>
                    </a:lnL>
                    <a:lnR w="25400">
                      <a:solidFill>
                        <a:srgbClr val="A7A7A7"/>
                      </a:solidFill>
                      <a:miter lim="400000"/>
                    </a:lnR>
                    <a:lnT w="25400">
                      <a:solidFill>
                        <a:srgbClr val="A7A7A7"/>
                      </a:solidFill>
                      <a:miter lim="400000"/>
                    </a:lnT>
                    <a:lnB w="25400">
                      <a:solidFill>
                        <a:srgbClr val="A7A7A7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84" name="成组"/>
          <p:cNvGrpSpPr/>
          <p:nvPr/>
        </p:nvGrpSpPr>
        <p:grpSpPr>
          <a:xfrm>
            <a:off x="4176011" y="2755900"/>
            <a:ext cx="6534800" cy="492894"/>
            <a:chOff x="0" y="0"/>
            <a:chExt cx="6534799" cy="492893"/>
          </a:xfrm>
        </p:grpSpPr>
        <p:sp>
          <p:nvSpPr>
            <p:cNvPr id="178" name="0"/>
            <p:cNvSpPr txBox="1"/>
            <p:nvPr/>
          </p:nvSpPr>
          <p:spPr>
            <a:xfrm>
              <a:off x="0" y="0"/>
              <a:ext cx="349899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0</a:t>
              </a:r>
            </a:p>
          </p:txBody>
        </p:sp>
        <p:sp>
          <p:nvSpPr>
            <p:cNvPr id="179" name="1"/>
            <p:cNvSpPr txBox="1"/>
            <p:nvPr/>
          </p:nvSpPr>
          <p:spPr>
            <a:xfrm>
              <a:off x="1354666" y="0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1</a:t>
              </a:r>
            </a:p>
          </p:txBody>
        </p:sp>
        <p:sp>
          <p:nvSpPr>
            <p:cNvPr id="180" name="2"/>
            <p:cNvSpPr txBox="1"/>
            <p:nvPr/>
          </p:nvSpPr>
          <p:spPr>
            <a:xfrm>
              <a:off x="2489200" y="0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2</a:t>
              </a:r>
            </a:p>
          </p:txBody>
        </p:sp>
        <p:sp>
          <p:nvSpPr>
            <p:cNvPr id="181" name="3"/>
            <p:cNvSpPr txBox="1"/>
            <p:nvPr/>
          </p:nvSpPr>
          <p:spPr>
            <a:xfrm>
              <a:off x="3687233" y="0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3</a:t>
              </a:r>
            </a:p>
          </p:txBody>
        </p:sp>
        <p:sp>
          <p:nvSpPr>
            <p:cNvPr id="182" name="4"/>
            <p:cNvSpPr txBox="1"/>
            <p:nvPr/>
          </p:nvSpPr>
          <p:spPr>
            <a:xfrm>
              <a:off x="5003800" y="0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4</a:t>
              </a:r>
            </a:p>
          </p:txBody>
        </p:sp>
        <p:sp>
          <p:nvSpPr>
            <p:cNvPr id="183" name="5"/>
            <p:cNvSpPr txBox="1"/>
            <p:nvPr/>
          </p:nvSpPr>
          <p:spPr>
            <a:xfrm>
              <a:off x="6184900" y="0"/>
              <a:ext cx="3499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5</a:t>
              </a:r>
            </a:p>
          </p:txBody>
        </p:sp>
      </p:grpSp>
      <p:sp>
        <p:nvSpPr>
          <p:cNvPr id="185" name="下标"/>
          <p:cNvSpPr txBox="1"/>
          <p:nvPr/>
        </p:nvSpPr>
        <p:spPr>
          <a:xfrm>
            <a:off x="2506330" y="2755900"/>
            <a:ext cx="8833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下标</a:t>
            </a:r>
          </a:p>
        </p:txBody>
      </p:sp>
      <p:sp>
        <p:nvSpPr>
          <p:cNvPr id="186" name="数据"/>
          <p:cNvSpPr txBox="1"/>
          <p:nvPr/>
        </p:nvSpPr>
        <p:spPr>
          <a:xfrm>
            <a:off x="2468230" y="3432886"/>
            <a:ext cx="8833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数据</a:t>
            </a:r>
          </a:p>
        </p:txBody>
      </p:sp>
      <p:sp>
        <p:nvSpPr>
          <p:cNvPr id="187" name="下一个数据的位置"/>
          <p:cNvSpPr txBox="1"/>
          <p:nvPr/>
        </p:nvSpPr>
        <p:spPr>
          <a:xfrm>
            <a:off x="491800" y="5143499"/>
            <a:ext cx="30169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下一个数据的位置</a:t>
            </a:r>
          </a:p>
        </p:txBody>
      </p:sp>
      <p:sp>
        <p:nvSpPr>
          <p:cNvPr id="188" name="head = 0"/>
          <p:cNvSpPr txBox="1"/>
          <p:nvPr/>
        </p:nvSpPr>
        <p:spPr>
          <a:xfrm>
            <a:off x="668330" y="3436996"/>
            <a:ext cx="139951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head = 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树的链式存储</a:t>
            </a:r>
          </a:p>
        </p:txBody>
      </p:sp>
      <p:grpSp>
        <p:nvGrpSpPr>
          <p:cNvPr id="199" name="成组"/>
          <p:cNvGrpSpPr/>
          <p:nvPr/>
        </p:nvGrpSpPr>
        <p:grpSpPr>
          <a:xfrm>
            <a:off x="2214385" y="2197100"/>
            <a:ext cx="1831576" cy="1511358"/>
            <a:chOff x="0" y="0"/>
            <a:chExt cx="1831574" cy="1511357"/>
          </a:xfrm>
        </p:grpSpPr>
        <p:sp>
          <p:nvSpPr>
            <p:cNvPr id="193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4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5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6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8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00" name="Shape 135"/>
          <p:cNvSpPr txBox="1"/>
          <p:nvPr/>
        </p:nvSpPr>
        <p:spPr>
          <a:xfrm>
            <a:off x="5333100" y="3997450"/>
            <a:ext cx="184123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a.结点同构</a:t>
            </a:r>
          </a:p>
        </p:txBody>
      </p:sp>
      <p:grpSp>
        <p:nvGrpSpPr>
          <p:cNvPr id="205" name="成组"/>
          <p:cNvGrpSpPr/>
          <p:nvPr/>
        </p:nvGrpSpPr>
        <p:grpSpPr>
          <a:xfrm>
            <a:off x="2489278" y="4899150"/>
            <a:ext cx="1078273" cy="1511359"/>
            <a:chOff x="0" y="0"/>
            <a:chExt cx="1078272" cy="1511357"/>
          </a:xfrm>
        </p:grpSpPr>
        <p:sp>
          <p:nvSpPr>
            <p:cNvPr id="201" name="Shape 136"/>
            <p:cNvSpPr/>
            <p:nvPr/>
          </p:nvSpPr>
          <p:spPr>
            <a:xfrm>
              <a:off x="222208" y="0"/>
              <a:ext cx="790577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2" name="Shape 137"/>
            <p:cNvSpPr/>
            <p:nvPr/>
          </p:nvSpPr>
          <p:spPr>
            <a:xfrm flipH="1">
              <a:off x="-1" y="705167"/>
              <a:ext cx="463511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3" name="Shape 138"/>
            <p:cNvSpPr/>
            <p:nvPr/>
          </p:nvSpPr>
          <p:spPr>
            <a:xfrm>
              <a:off x="742908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4" name="Shape 139"/>
            <p:cNvSpPr/>
            <p:nvPr/>
          </p:nvSpPr>
          <p:spPr>
            <a:xfrm flipH="1">
              <a:off x="593357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11" name="成组"/>
          <p:cNvGrpSpPr/>
          <p:nvPr/>
        </p:nvGrpSpPr>
        <p:grpSpPr>
          <a:xfrm>
            <a:off x="5240179" y="4899150"/>
            <a:ext cx="1793476" cy="1492874"/>
            <a:chOff x="0" y="0"/>
            <a:chExt cx="1793474" cy="1492872"/>
          </a:xfrm>
        </p:grpSpPr>
        <p:sp>
          <p:nvSpPr>
            <p:cNvPr id="206" name="Shape 141"/>
            <p:cNvSpPr/>
            <p:nvPr/>
          </p:nvSpPr>
          <p:spPr>
            <a:xfrm>
              <a:off x="5066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7" name="Shape 142"/>
            <p:cNvSpPr/>
            <p:nvPr/>
          </p:nvSpPr>
          <p:spPr>
            <a:xfrm flipH="1">
              <a:off x="-1" y="7051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8" name="Shape 143"/>
            <p:cNvSpPr/>
            <p:nvPr/>
          </p:nvSpPr>
          <p:spPr>
            <a:xfrm flipH="1">
              <a:off x="373299" y="733671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9" name="Shape 144"/>
            <p:cNvSpPr/>
            <p:nvPr/>
          </p:nvSpPr>
          <p:spPr>
            <a:xfrm>
              <a:off x="11217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0" name="Shape 145"/>
            <p:cNvSpPr/>
            <p:nvPr/>
          </p:nvSpPr>
          <p:spPr>
            <a:xfrm>
              <a:off x="970439" y="736219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18" name="成组"/>
          <p:cNvGrpSpPr/>
          <p:nvPr/>
        </p:nvGrpSpPr>
        <p:grpSpPr>
          <a:xfrm>
            <a:off x="8186579" y="4899150"/>
            <a:ext cx="1831575" cy="1511392"/>
            <a:chOff x="0" y="0"/>
            <a:chExt cx="1831574" cy="1511390"/>
          </a:xfrm>
        </p:grpSpPr>
        <p:sp>
          <p:nvSpPr>
            <p:cNvPr id="212" name="Shape 147"/>
            <p:cNvSpPr/>
            <p:nvPr/>
          </p:nvSpPr>
          <p:spPr>
            <a:xfrm>
              <a:off x="544706" y="0"/>
              <a:ext cx="790579" cy="752476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3" name="Shape 148"/>
            <p:cNvSpPr/>
            <p:nvPr/>
          </p:nvSpPr>
          <p:spPr>
            <a:xfrm flipH="1">
              <a:off x="-1" y="641667"/>
              <a:ext cx="671709" cy="67171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4" name="Shape 149"/>
            <p:cNvSpPr/>
            <p:nvPr/>
          </p:nvSpPr>
          <p:spPr>
            <a:xfrm flipH="1">
              <a:off x="322499" y="705167"/>
              <a:ext cx="463510" cy="7592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5" name="Shape 150"/>
            <p:cNvSpPr/>
            <p:nvPr/>
          </p:nvSpPr>
          <p:spPr>
            <a:xfrm>
              <a:off x="1159865" y="705168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6" name="Shape 151"/>
            <p:cNvSpPr/>
            <p:nvPr/>
          </p:nvSpPr>
          <p:spPr>
            <a:xfrm>
              <a:off x="1065407" y="754577"/>
              <a:ext cx="335365" cy="75356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7" name="Shape 152"/>
            <p:cNvSpPr/>
            <p:nvPr/>
          </p:nvSpPr>
          <p:spPr>
            <a:xfrm flipH="1">
              <a:off x="918866" y="749388"/>
              <a:ext cx="2" cy="76200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19" name="Shape 155"/>
          <p:cNvSpPr txBox="1"/>
          <p:nvPr/>
        </p:nvSpPr>
        <p:spPr>
          <a:xfrm>
            <a:off x="5434260" y="6991602"/>
            <a:ext cx="18612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b.结点异构</a:t>
            </a:r>
          </a:p>
        </p:txBody>
      </p:sp>
      <p:grpSp>
        <p:nvGrpSpPr>
          <p:cNvPr id="226" name="成组"/>
          <p:cNvGrpSpPr/>
          <p:nvPr/>
        </p:nvGrpSpPr>
        <p:grpSpPr>
          <a:xfrm>
            <a:off x="5449072" y="2193994"/>
            <a:ext cx="1831576" cy="1511359"/>
            <a:chOff x="0" y="0"/>
            <a:chExt cx="1831574" cy="1511357"/>
          </a:xfrm>
        </p:grpSpPr>
        <p:sp>
          <p:nvSpPr>
            <p:cNvPr id="220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1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2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3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4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5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33" name="成组"/>
          <p:cNvGrpSpPr/>
          <p:nvPr/>
        </p:nvGrpSpPr>
        <p:grpSpPr>
          <a:xfrm>
            <a:off x="8446228" y="2197100"/>
            <a:ext cx="1831576" cy="1511358"/>
            <a:chOff x="0" y="0"/>
            <a:chExt cx="1831574" cy="1511357"/>
          </a:xfrm>
        </p:grpSpPr>
        <p:sp>
          <p:nvSpPr>
            <p:cNvPr id="227" name="Shape 114"/>
            <p:cNvSpPr/>
            <p:nvPr/>
          </p:nvSpPr>
          <p:spPr>
            <a:xfrm>
              <a:off x="544706" y="0"/>
              <a:ext cx="790579" cy="752477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8" name="Shape 115"/>
            <p:cNvSpPr/>
            <p:nvPr/>
          </p:nvSpPr>
          <p:spPr>
            <a:xfrm flipH="1">
              <a:off x="-1" y="641667"/>
              <a:ext cx="671709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9" name="Shape 116"/>
            <p:cNvSpPr/>
            <p:nvPr/>
          </p:nvSpPr>
          <p:spPr>
            <a:xfrm flipH="1">
              <a:off x="322499" y="705167"/>
              <a:ext cx="463510" cy="7592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0" name="Shape 117"/>
            <p:cNvSpPr/>
            <p:nvPr/>
          </p:nvSpPr>
          <p:spPr>
            <a:xfrm>
              <a:off x="1159865" y="705167"/>
              <a:ext cx="671710" cy="67171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1" name="Shape 118"/>
            <p:cNvSpPr/>
            <p:nvPr/>
          </p:nvSpPr>
          <p:spPr>
            <a:xfrm>
              <a:off x="1065407" y="754577"/>
              <a:ext cx="335365" cy="7535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32" name="Shape 119"/>
            <p:cNvSpPr/>
            <p:nvPr/>
          </p:nvSpPr>
          <p:spPr>
            <a:xfrm flipH="1">
              <a:off x="915856" y="749356"/>
              <a:ext cx="2" cy="76200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34" name="树的每个结点的子树数不一样，如何设计结构？"/>
          <p:cNvSpPr txBox="1"/>
          <p:nvPr/>
        </p:nvSpPr>
        <p:spPr>
          <a:xfrm>
            <a:off x="294950" y="1238671"/>
            <a:ext cx="8173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defTabSz="457200">
              <a:lnSpc>
                <a:spcPct val="120000"/>
              </a:lnSpc>
              <a:spcBef>
                <a:spcPts val="0"/>
              </a:spcBef>
              <a:defRPr sz="3000">
                <a:uFillTx/>
              </a:defRPr>
            </a:pPr>
            <a:r>
              <a:t>树的每个结点的</a:t>
            </a:r>
            <a:r>
              <a:rPr>
                <a:solidFill>
                  <a:schemeClr val="accent5"/>
                </a:solidFill>
              </a:rPr>
              <a:t>子树数</a:t>
            </a:r>
            <a:r>
              <a:t>不一样，如何设计结构？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113"/>
          <p:cNvSpPr txBox="1"/>
          <p:nvPr/>
        </p:nvSpPr>
        <p:spPr>
          <a:xfrm>
            <a:off x="907907" y="381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链式存储</a:t>
            </a:r>
          </a:p>
        </p:txBody>
      </p:sp>
      <p:sp>
        <p:nvSpPr>
          <p:cNvPr id="237" name="如何描述节点有可变个引用，java和c有不同的表达方式"/>
          <p:cNvSpPr txBox="1"/>
          <p:nvPr/>
        </p:nvSpPr>
        <p:spPr>
          <a:xfrm>
            <a:off x="281500" y="993406"/>
            <a:ext cx="8745394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如何描述节点有</a:t>
            </a:r>
            <a:r>
              <a:rPr>
                <a:solidFill>
                  <a:schemeClr val="accent1"/>
                </a:solidFill>
              </a:rPr>
              <a:t>可变个引用</a:t>
            </a:r>
            <a:r>
              <a:t>，java和c有不同的表达方式</a:t>
            </a:r>
          </a:p>
        </p:txBody>
      </p:sp>
      <p:sp>
        <p:nvSpPr>
          <p:cNvPr id="238" name="public class  Node&lt;T&gt;{…"/>
          <p:cNvSpPr txBox="1"/>
          <p:nvPr/>
        </p:nvSpPr>
        <p:spPr>
          <a:xfrm>
            <a:off x="2647958" y="1568836"/>
            <a:ext cx="4991746" cy="3166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 Node&lt;T&gt;{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T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Node&lt;?&gt;[] 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Node(T </a:t>
            </a:r>
            <a:r>
              <a:rPr>
                <a:solidFill>
                  <a:srgbClr val="7E504F"/>
                </a:solidFill>
              </a:rPr>
              <a:t>data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this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Node&lt;?&gt;[</a:t>
            </a:r>
            <a:r>
              <a:rPr>
                <a:solidFill>
                  <a:srgbClr val="7E504F"/>
                </a:solidFill>
              </a:rPr>
              <a:t>m</a:t>
            </a:r>
            <a:r>
              <a:t>];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sp>
        <p:nvSpPr>
          <p:cNvPr id="239" name="struct Node{…"/>
          <p:cNvSpPr txBox="1"/>
          <p:nvPr/>
        </p:nvSpPr>
        <p:spPr>
          <a:xfrm>
            <a:off x="112036" y="4667172"/>
            <a:ext cx="12643546" cy="4210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18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struct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{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8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8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rPr>
                <a:solidFill>
                  <a:srgbClr val="000000"/>
                </a:solidFill>
              </a:rPr>
              <a:t> * </a:t>
            </a:r>
            <a:r>
              <a:t>subtrees</a:t>
            </a:r>
            <a:r>
              <a:rPr>
                <a:solidFill>
                  <a:srgbClr val="000000"/>
                </a:solidFill>
              </a:rPr>
              <a:t>[];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};</a:t>
            </a: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t> *p = (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t> *)</a:t>
            </a:r>
            <a:r>
              <a:rPr>
                <a:solidFill>
                  <a:srgbClr val="793D93"/>
                </a:solidFill>
              </a:rPr>
              <a:t>malloc</a:t>
            </a:r>
            <a:r>
              <a:t>(</a:t>
            </a:r>
            <a:r>
              <a:rPr>
                <a:solidFill>
                  <a:srgbClr val="931A68"/>
                </a:solidFill>
              </a:rPr>
              <a:t>sizeof</a:t>
            </a:r>
            <a:r>
              <a:t>(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t>) + </a:t>
            </a:r>
            <a:r>
              <a:rPr>
                <a:solidFill>
                  <a:srgbClr val="931A68"/>
                </a:solidFill>
              </a:rPr>
              <a:t>sizeof</a:t>
            </a:r>
            <a:r>
              <a:t>(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t> *) * 3);</a:t>
            </a: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t> *q = (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t> *)</a:t>
            </a:r>
            <a:r>
              <a:rPr>
                <a:solidFill>
                  <a:srgbClr val="793D93"/>
                </a:solidFill>
              </a:rPr>
              <a:t>malloc</a:t>
            </a:r>
            <a:r>
              <a:t>(</a:t>
            </a:r>
            <a:r>
              <a:rPr>
                <a:solidFill>
                  <a:srgbClr val="931A68"/>
                </a:solidFill>
              </a:rPr>
              <a:t>sizeof</a:t>
            </a:r>
            <a:r>
              <a:t>(</a:t>
            </a:r>
            <a:r>
              <a:rPr>
                <a:solidFill>
                  <a:srgbClr val="931A68"/>
                </a:solidFill>
              </a:rPr>
              <a:t>struct</a:t>
            </a:r>
            <a:r>
              <a:t> </a:t>
            </a:r>
            <a:r>
              <a:rPr>
                <a:solidFill>
                  <a:srgbClr val="006141"/>
                </a:solidFill>
              </a:rPr>
              <a:t>Node</a:t>
            </a:r>
            <a:r>
              <a:t>));</a:t>
            </a: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q-&gt;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 100;</a:t>
            </a: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p-&gt;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= 200;</a:t>
            </a: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p-&gt;</a:t>
            </a:r>
            <a:r>
              <a:rPr>
                <a:solidFill>
                  <a:srgbClr val="0326CC"/>
                </a:solidFill>
              </a:rPr>
              <a:t>subtrees</a:t>
            </a:r>
            <a:r>
              <a:t>[0] = q;</a:t>
            </a:r>
          </a:p>
          <a:p>
            <a:pPr marR="0" indent="0" defTabSz="457200">
              <a:spcBef>
                <a:spcPts val="0"/>
              </a:spcBef>
              <a:defRPr sz="1800">
                <a:solidFill>
                  <a:srgbClr val="793D93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printf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"%d\n"</a:t>
            </a:r>
            <a:r>
              <a:rPr>
                <a:solidFill>
                  <a:srgbClr val="000000"/>
                </a:solidFill>
              </a:rPr>
              <a:t>, p-&gt;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8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793D93"/>
                </a:solidFill>
              </a:rPr>
              <a:t>printf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"%d\n"</a:t>
            </a:r>
            <a:r>
              <a:rPr>
                <a:solidFill>
                  <a:srgbClr val="000000"/>
                </a:solidFill>
              </a:rPr>
              <a:t>, p-&gt;</a:t>
            </a:r>
            <a:r>
              <a:t>subtrees</a:t>
            </a:r>
            <a:r>
              <a:rPr>
                <a:solidFill>
                  <a:srgbClr val="000000"/>
                </a:solidFill>
              </a:rPr>
              <a:t>[0]-&gt;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793D93"/>
                </a:solidFill>
              </a:rPr>
              <a:t>free</a:t>
            </a:r>
            <a:r>
              <a:t>(q);</a:t>
            </a:r>
          </a:p>
          <a:p>
            <a:pPr marR="0" indent="0" defTabSz="457200">
              <a:spcBef>
                <a:spcPts val="0"/>
              </a:spcBef>
              <a:defRPr sz="18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793D93"/>
                </a:solidFill>
              </a:rPr>
              <a:t>free</a:t>
            </a:r>
            <a:r>
              <a:t>(p);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342"/>
          <p:cNvSpPr/>
          <p:nvPr/>
        </p:nvSpPr>
        <p:spPr>
          <a:xfrm flipH="1">
            <a:off x="8946443" y="2431626"/>
            <a:ext cx="609602" cy="609602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Shape 343"/>
          <p:cNvSpPr/>
          <p:nvPr/>
        </p:nvSpPr>
        <p:spPr>
          <a:xfrm>
            <a:off x="9425092" y="3273776"/>
            <a:ext cx="1025034" cy="715718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" name="Shape 344"/>
          <p:cNvSpPr/>
          <p:nvPr/>
        </p:nvSpPr>
        <p:spPr>
          <a:xfrm flipH="1">
            <a:off x="9398000" y="4287520"/>
            <a:ext cx="591539" cy="681850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" name="Shape 345"/>
          <p:cNvSpPr/>
          <p:nvPr/>
        </p:nvSpPr>
        <p:spPr>
          <a:xfrm>
            <a:off x="11095849" y="4273972"/>
            <a:ext cx="1025033" cy="715718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Shape 346"/>
          <p:cNvSpPr/>
          <p:nvPr/>
        </p:nvSpPr>
        <p:spPr>
          <a:xfrm>
            <a:off x="9766017" y="5389314"/>
            <a:ext cx="611860" cy="609602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" name="Shape 347"/>
          <p:cNvSpPr/>
          <p:nvPr/>
        </p:nvSpPr>
        <p:spPr>
          <a:xfrm flipH="1">
            <a:off x="9458959" y="6310488"/>
            <a:ext cx="408660" cy="609602"/>
          </a:xfrm>
          <a:prstGeom prst="line">
            <a:avLst/>
          </a:prstGeom>
          <a:ln w="25400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" name="Shape 348"/>
          <p:cNvSpPr/>
          <p:nvPr/>
        </p:nvSpPr>
        <p:spPr>
          <a:xfrm>
            <a:off x="2537741" y="2209800"/>
            <a:ext cx="672820" cy="609600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" name="Shape 349"/>
          <p:cNvSpPr/>
          <p:nvPr/>
        </p:nvSpPr>
        <p:spPr>
          <a:xfrm flipH="1">
            <a:off x="1126631" y="2226168"/>
            <a:ext cx="844411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" name="Shape 350"/>
          <p:cNvSpPr/>
          <p:nvPr/>
        </p:nvSpPr>
        <p:spPr>
          <a:xfrm flipH="1">
            <a:off x="1801705" y="3325705"/>
            <a:ext cx="169336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Shape 351"/>
          <p:cNvSpPr/>
          <p:nvPr/>
        </p:nvSpPr>
        <p:spPr>
          <a:xfrm>
            <a:off x="2223911" y="2422595"/>
            <a:ext cx="2258" cy="458331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" name="Shape 352"/>
          <p:cNvSpPr/>
          <p:nvPr/>
        </p:nvSpPr>
        <p:spPr>
          <a:xfrm>
            <a:off x="2476499" y="3339253"/>
            <a:ext cx="338668" cy="6858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2" name="Shape 353"/>
          <p:cNvSpPr/>
          <p:nvPr/>
        </p:nvSpPr>
        <p:spPr>
          <a:xfrm>
            <a:off x="2813190" y="4483099"/>
            <a:ext cx="2261" cy="532837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" name="Shape 354"/>
          <p:cNvSpPr/>
          <p:nvPr/>
        </p:nvSpPr>
        <p:spPr>
          <a:xfrm>
            <a:off x="1885244" y="1812994"/>
            <a:ext cx="675077" cy="609603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254" name="Shape 355"/>
          <p:cNvSpPr txBox="1"/>
          <p:nvPr/>
        </p:nvSpPr>
        <p:spPr>
          <a:xfrm>
            <a:off x="1925883" y="1702363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55" name="Shape 356"/>
          <p:cNvSpPr/>
          <p:nvPr/>
        </p:nvSpPr>
        <p:spPr>
          <a:xfrm>
            <a:off x="1885244" y="2832100"/>
            <a:ext cx="675077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256" name="Shape 357"/>
          <p:cNvSpPr/>
          <p:nvPr/>
        </p:nvSpPr>
        <p:spPr>
          <a:xfrm>
            <a:off x="767643" y="2832100"/>
            <a:ext cx="675080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257" name="Shape 358"/>
          <p:cNvSpPr/>
          <p:nvPr/>
        </p:nvSpPr>
        <p:spPr>
          <a:xfrm>
            <a:off x="2912533" y="2790612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258" name="Shape 359"/>
          <p:cNvSpPr/>
          <p:nvPr/>
        </p:nvSpPr>
        <p:spPr>
          <a:xfrm>
            <a:off x="1465296" y="3935305"/>
            <a:ext cx="672822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259" name="Shape 360"/>
          <p:cNvSpPr/>
          <p:nvPr/>
        </p:nvSpPr>
        <p:spPr>
          <a:xfrm>
            <a:off x="2476500" y="3912729"/>
            <a:ext cx="675076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260" name="Shape 361"/>
          <p:cNvSpPr/>
          <p:nvPr/>
        </p:nvSpPr>
        <p:spPr>
          <a:xfrm>
            <a:off x="2476500" y="5012266"/>
            <a:ext cx="675076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261" name="Shape 362"/>
          <p:cNvSpPr txBox="1"/>
          <p:nvPr/>
        </p:nvSpPr>
        <p:spPr>
          <a:xfrm>
            <a:off x="799253" y="2747715"/>
            <a:ext cx="493990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62" name="Shape 363"/>
          <p:cNvSpPr txBox="1"/>
          <p:nvPr/>
        </p:nvSpPr>
        <p:spPr>
          <a:xfrm>
            <a:off x="1901047" y="2770292"/>
            <a:ext cx="493991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263" name="Shape 364"/>
          <p:cNvSpPr txBox="1"/>
          <p:nvPr/>
        </p:nvSpPr>
        <p:spPr>
          <a:xfrm>
            <a:off x="2950915" y="2725136"/>
            <a:ext cx="520618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64" name="Shape 365"/>
          <p:cNvSpPr txBox="1"/>
          <p:nvPr/>
        </p:nvSpPr>
        <p:spPr>
          <a:xfrm>
            <a:off x="1496906" y="3824675"/>
            <a:ext cx="466891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65" name="Shape 366"/>
          <p:cNvSpPr txBox="1"/>
          <p:nvPr/>
        </p:nvSpPr>
        <p:spPr>
          <a:xfrm>
            <a:off x="2555804" y="3802096"/>
            <a:ext cx="44049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266" name="Shape 367"/>
          <p:cNvSpPr txBox="1"/>
          <p:nvPr/>
        </p:nvSpPr>
        <p:spPr>
          <a:xfrm>
            <a:off x="2467750" y="4924212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grpSp>
        <p:nvGrpSpPr>
          <p:cNvPr id="273" name="Group 374"/>
          <p:cNvGrpSpPr/>
          <p:nvPr/>
        </p:nvGrpSpPr>
        <p:grpSpPr>
          <a:xfrm>
            <a:off x="8025271" y="3045742"/>
            <a:ext cx="1625602" cy="616375"/>
            <a:chOff x="0" y="0"/>
            <a:chExt cx="1625600" cy="616374"/>
          </a:xfrm>
        </p:grpSpPr>
        <p:sp>
          <p:nvSpPr>
            <p:cNvPr id="267" name="Shape 368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68" name="Shape 369"/>
            <p:cNvSpPr/>
            <p:nvPr/>
          </p:nvSpPr>
          <p:spPr>
            <a:xfrm>
              <a:off x="433492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69" name="Shape 370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70" name="Shape 371"/>
            <p:cNvSpPr/>
            <p:nvPr/>
          </p:nvSpPr>
          <p:spPr>
            <a:xfrm flipH="1">
              <a:off x="108373" y="129257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71" name="Shape 372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72" name="Shape 373"/>
            <p:cNvSpPr txBox="1"/>
            <p:nvPr/>
          </p:nvSpPr>
          <p:spPr>
            <a:xfrm>
              <a:off x="535092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278" name="Group 379"/>
          <p:cNvGrpSpPr/>
          <p:nvPr/>
        </p:nvGrpSpPr>
        <p:grpSpPr>
          <a:xfrm>
            <a:off x="9698284" y="4012071"/>
            <a:ext cx="1625601" cy="616375"/>
            <a:chOff x="0" y="0"/>
            <a:chExt cx="1625600" cy="616374"/>
          </a:xfrm>
        </p:grpSpPr>
        <p:sp>
          <p:nvSpPr>
            <p:cNvPr id="274" name="Shape 375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75" name="Shape 376"/>
            <p:cNvSpPr/>
            <p:nvPr/>
          </p:nvSpPr>
          <p:spPr>
            <a:xfrm>
              <a:off x="433492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76" name="Shape 377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77" name="Shape 378"/>
            <p:cNvSpPr txBox="1"/>
            <p:nvPr/>
          </p:nvSpPr>
          <p:spPr>
            <a:xfrm>
              <a:off x="535092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285" name="Group 386"/>
          <p:cNvGrpSpPr/>
          <p:nvPr/>
        </p:nvGrpSpPr>
        <p:grpSpPr>
          <a:xfrm>
            <a:off x="8363938" y="4969369"/>
            <a:ext cx="1625602" cy="616376"/>
            <a:chOff x="0" y="0"/>
            <a:chExt cx="1625600" cy="616374"/>
          </a:xfrm>
        </p:grpSpPr>
        <p:sp>
          <p:nvSpPr>
            <p:cNvPr id="279" name="Shape 380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80" name="Shape 381"/>
            <p:cNvSpPr/>
            <p:nvPr/>
          </p:nvSpPr>
          <p:spPr>
            <a:xfrm>
              <a:off x="433492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1" name="Shape 382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2" name="Shape 383"/>
            <p:cNvSpPr/>
            <p:nvPr/>
          </p:nvSpPr>
          <p:spPr>
            <a:xfrm flipH="1">
              <a:off x="108373" y="133208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3" name="Shape 384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84" name="Shape 385"/>
            <p:cNvSpPr txBox="1"/>
            <p:nvPr/>
          </p:nvSpPr>
          <p:spPr>
            <a:xfrm>
              <a:off x="535092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293" name="Group 394"/>
          <p:cNvGrpSpPr/>
          <p:nvPr/>
        </p:nvGrpSpPr>
        <p:grpSpPr>
          <a:xfrm>
            <a:off x="9603458" y="6005688"/>
            <a:ext cx="1625601" cy="616377"/>
            <a:chOff x="0" y="0"/>
            <a:chExt cx="1625600" cy="616376"/>
          </a:xfrm>
        </p:grpSpPr>
        <p:grpSp>
          <p:nvGrpSpPr>
            <p:cNvPr id="288" name="Group 389"/>
            <p:cNvGrpSpPr/>
            <p:nvPr/>
          </p:nvGrpSpPr>
          <p:grpSpPr>
            <a:xfrm>
              <a:off x="1338863" y="158044"/>
              <a:ext cx="222675" cy="298030"/>
              <a:chOff x="0" y="0"/>
              <a:chExt cx="222673" cy="298029"/>
            </a:xfrm>
          </p:grpSpPr>
          <p:sp>
            <p:nvSpPr>
              <p:cNvPr id="286" name="Shape 387"/>
              <p:cNvSpPr/>
              <p:nvPr/>
            </p:nvSpPr>
            <p:spPr>
              <a:xfrm flipH="1">
                <a:off x="0" y="-1"/>
                <a:ext cx="114301" cy="264165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87" name="Shape 388"/>
              <p:cNvSpPr/>
              <p:nvPr/>
            </p:nvSpPr>
            <p:spPr>
              <a:xfrm>
                <a:off x="108373" y="33866"/>
                <a:ext cx="114302" cy="264164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289" name="Shape 390"/>
            <p:cNvSpPr/>
            <p:nvPr/>
          </p:nvSpPr>
          <p:spPr>
            <a:xfrm>
              <a:off x="0" y="0"/>
              <a:ext cx="1625601" cy="616377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90" name="Shape 391"/>
            <p:cNvSpPr/>
            <p:nvPr/>
          </p:nvSpPr>
          <p:spPr>
            <a:xfrm>
              <a:off x="433493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1" name="Shape 392"/>
            <p:cNvSpPr/>
            <p:nvPr/>
          </p:nvSpPr>
          <p:spPr>
            <a:xfrm>
              <a:off x="1242341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2" name="Shape 393"/>
            <p:cNvSpPr txBox="1"/>
            <p:nvPr/>
          </p:nvSpPr>
          <p:spPr>
            <a:xfrm>
              <a:off x="535093" y="-1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303" name="Group 404"/>
          <p:cNvGrpSpPr/>
          <p:nvPr/>
        </p:nvGrpSpPr>
        <p:grpSpPr>
          <a:xfrm>
            <a:off x="8454249" y="6926861"/>
            <a:ext cx="1625602" cy="616376"/>
            <a:chOff x="0" y="0"/>
            <a:chExt cx="1625600" cy="616374"/>
          </a:xfrm>
        </p:grpSpPr>
        <p:grpSp>
          <p:nvGrpSpPr>
            <p:cNvPr id="296" name="Group 397"/>
            <p:cNvGrpSpPr/>
            <p:nvPr/>
          </p:nvGrpSpPr>
          <p:grpSpPr>
            <a:xfrm>
              <a:off x="1318541" y="205458"/>
              <a:ext cx="222677" cy="298029"/>
              <a:chOff x="0" y="0"/>
              <a:chExt cx="222675" cy="298028"/>
            </a:xfrm>
          </p:grpSpPr>
          <p:sp>
            <p:nvSpPr>
              <p:cNvPr id="294" name="Shape 395"/>
              <p:cNvSpPr/>
              <p:nvPr/>
            </p:nvSpPr>
            <p:spPr>
              <a:xfrm flipH="1">
                <a:off x="0" y="0"/>
                <a:ext cx="114302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95" name="Shape 396"/>
              <p:cNvSpPr/>
              <p:nvPr/>
            </p:nvSpPr>
            <p:spPr>
              <a:xfrm>
                <a:off x="108374" y="33866"/>
                <a:ext cx="114303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297" name="Shape 398"/>
            <p:cNvSpPr/>
            <p:nvPr/>
          </p:nvSpPr>
          <p:spPr>
            <a:xfrm>
              <a:off x="0" y="0"/>
              <a:ext cx="1625601" cy="616376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98" name="Shape 399"/>
            <p:cNvSpPr/>
            <p:nvPr/>
          </p:nvSpPr>
          <p:spPr>
            <a:xfrm>
              <a:off x="433493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99" name="Shape 400"/>
            <p:cNvSpPr/>
            <p:nvPr/>
          </p:nvSpPr>
          <p:spPr>
            <a:xfrm>
              <a:off x="1241777" y="0"/>
              <a:ext cx="2260" cy="616375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00" name="Shape 401"/>
            <p:cNvSpPr/>
            <p:nvPr/>
          </p:nvSpPr>
          <p:spPr>
            <a:xfrm flipH="1">
              <a:off x="108373" y="133208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01" name="Shape 402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02" name="Shape 403"/>
            <p:cNvSpPr txBox="1"/>
            <p:nvPr/>
          </p:nvSpPr>
          <p:spPr>
            <a:xfrm>
              <a:off x="535093" y="0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311" name="Group 412"/>
          <p:cNvGrpSpPr/>
          <p:nvPr/>
        </p:nvGrpSpPr>
        <p:grpSpPr>
          <a:xfrm>
            <a:off x="9355101" y="2124567"/>
            <a:ext cx="1625602" cy="616378"/>
            <a:chOff x="0" y="0"/>
            <a:chExt cx="1625600" cy="616376"/>
          </a:xfrm>
        </p:grpSpPr>
        <p:sp>
          <p:nvSpPr>
            <p:cNvPr id="304" name="Shape 405"/>
            <p:cNvSpPr/>
            <p:nvPr/>
          </p:nvSpPr>
          <p:spPr>
            <a:xfrm>
              <a:off x="0" y="0"/>
              <a:ext cx="1625601" cy="616377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05" name="Shape 406"/>
            <p:cNvSpPr/>
            <p:nvPr/>
          </p:nvSpPr>
          <p:spPr>
            <a:xfrm>
              <a:off x="433492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06" name="Shape 407"/>
            <p:cNvSpPr/>
            <p:nvPr/>
          </p:nvSpPr>
          <p:spPr>
            <a:xfrm>
              <a:off x="1241777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07" name="Shape 408"/>
            <p:cNvSpPr txBox="1"/>
            <p:nvPr/>
          </p:nvSpPr>
          <p:spPr>
            <a:xfrm>
              <a:off x="512515" y="-1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A</a:t>
              </a:r>
            </a:p>
          </p:txBody>
        </p:sp>
        <p:grpSp>
          <p:nvGrpSpPr>
            <p:cNvPr id="310" name="Group 411"/>
            <p:cNvGrpSpPr/>
            <p:nvPr/>
          </p:nvGrpSpPr>
          <p:grpSpPr>
            <a:xfrm>
              <a:off x="1341120" y="160302"/>
              <a:ext cx="222675" cy="298029"/>
              <a:chOff x="0" y="0"/>
              <a:chExt cx="222673" cy="298028"/>
            </a:xfrm>
          </p:grpSpPr>
          <p:sp>
            <p:nvSpPr>
              <p:cNvPr id="308" name="Shape 409"/>
              <p:cNvSpPr/>
              <p:nvPr/>
            </p:nvSpPr>
            <p:spPr>
              <a:xfrm flipH="1">
                <a:off x="0" y="-1"/>
                <a:ext cx="114301" cy="264164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09" name="Shape 410"/>
              <p:cNvSpPr/>
              <p:nvPr/>
            </p:nvSpPr>
            <p:spPr>
              <a:xfrm>
                <a:off x="108373" y="33866"/>
                <a:ext cx="114302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321" name="Group 422"/>
          <p:cNvGrpSpPr/>
          <p:nvPr/>
        </p:nvGrpSpPr>
        <p:grpSpPr>
          <a:xfrm>
            <a:off x="11174871" y="4991946"/>
            <a:ext cx="1625602" cy="616377"/>
            <a:chOff x="0" y="0"/>
            <a:chExt cx="1625600" cy="616376"/>
          </a:xfrm>
        </p:grpSpPr>
        <p:sp>
          <p:nvSpPr>
            <p:cNvPr id="312" name="Shape 413"/>
            <p:cNvSpPr/>
            <p:nvPr/>
          </p:nvSpPr>
          <p:spPr>
            <a:xfrm>
              <a:off x="0" y="0"/>
              <a:ext cx="1625601" cy="616377"/>
            </a:xfrm>
            <a:prstGeom prst="rect">
              <a:avLst/>
            </a:prstGeom>
            <a:noFill/>
            <a:ln w="254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13" name="Shape 414"/>
            <p:cNvSpPr/>
            <p:nvPr/>
          </p:nvSpPr>
          <p:spPr>
            <a:xfrm>
              <a:off x="433493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14" name="Shape 415"/>
            <p:cNvSpPr/>
            <p:nvPr/>
          </p:nvSpPr>
          <p:spPr>
            <a:xfrm>
              <a:off x="1245728" y="0"/>
              <a:ext cx="2260" cy="616377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15" name="Shape 416"/>
            <p:cNvSpPr/>
            <p:nvPr/>
          </p:nvSpPr>
          <p:spPr>
            <a:xfrm flipH="1">
              <a:off x="108373" y="133208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16" name="Shape 417"/>
            <p:cNvSpPr/>
            <p:nvPr/>
          </p:nvSpPr>
          <p:spPr>
            <a:xfrm>
              <a:off x="216746" y="167075"/>
              <a:ext cx="114302" cy="264162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17" name="Shape 418"/>
            <p:cNvSpPr txBox="1"/>
            <p:nvPr/>
          </p:nvSpPr>
          <p:spPr>
            <a:xfrm>
              <a:off x="535093" y="-1"/>
              <a:ext cx="73660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latin typeface="Tahoma Bold"/>
                  <a:ea typeface="Tahoma Bold"/>
                  <a:cs typeface="Tahoma Bold"/>
                  <a:sym typeface="Tahoma Bold"/>
                </a:defRPr>
              </a:lvl1pPr>
            </a:lstStyle>
            <a:p>
              <a:pPr/>
              <a:r>
                <a:t>D</a:t>
              </a:r>
            </a:p>
          </p:txBody>
        </p:sp>
        <p:grpSp>
          <p:nvGrpSpPr>
            <p:cNvPr id="320" name="Group 421"/>
            <p:cNvGrpSpPr/>
            <p:nvPr/>
          </p:nvGrpSpPr>
          <p:grpSpPr>
            <a:xfrm>
              <a:off x="1338863" y="160302"/>
              <a:ext cx="222675" cy="298029"/>
              <a:chOff x="0" y="0"/>
              <a:chExt cx="222673" cy="298028"/>
            </a:xfrm>
          </p:grpSpPr>
          <p:sp>
            <p:nvSpPr>
              <p:cNvPr id="318" name="Shape 419"/>
              <p:cNvSpPr/>
              <p:nvPr/>
            </p:nvSpPr>
            <p:spPr>
              <a:xfrm flipH="1">
                <a:off x="0" y="-1"/>
                <a:ext cx="114301" cy="264164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19" name="Shape 420"/>
              <p:cNvSpPr/>
              <p:nvPr/>
            </p:nvSpPr>
            <p:spPr>
              <a:xfrm>
                <a:off x="108373" y="33866"/>
                <a:ext cx="114302" cy="264163"/>
              </a:xfrm>
              <a:prstGeom prst="line">
                <a:avLst/>
              </a:prstGeom>
              <a:noFill/>
              <a:ln w="254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322" name="Shape 423"/>
          <p:cNvSpPr txBox="1"/>
          <p:nvPr/>
        </p:nvSpPr>
        <p:spPr>
          <a:xfrm>
            <a:off x="7456110" y="1011258"/>
            <a:ext cx="1266133" cy="725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44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lvl1pPr>
          </a:lstStyle>
          <a:p>
            <a:pPr/>
            <a:r>
              <a:t>root</a:t>
            </a:r>
          </a:p>
        </p:txBody>
      </p:sp>
      <p:sp>
        <p:nvSpPr>
          <p:cNvPr id="323" name="Shape 424"/>
          <p:cNvSpPr/>
          <p:nvPr/>
        </p:nvSpPr>
        <p:spPr>
          <a:xfrm>
            <a:off x="8147191" y="1682044"/>
            <a:ext cx="1636890" cy="4109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040" y="2800"/>
                  <a:pt x="10080" y="5600"/>
                  <a:pt x="10800" y="7200"/>
                </a:cubicBezTo>
                <a:cubicBezTo>
                  <a:pt x="11520" y="8800"/>
                  <a:pt x="2520" y="7200"/>
                  <a:pt x="4320" y="9600"/>
                </a:cubicBezTo>
                <a:cubicBezTo>
                  <a:pt x="6120" y="12000"/>
                  <a:pt x="13860" y="16800"/>
                  <a:pt x="21600" y="21600"/>
                </a:cubicBezTo>
              </a:path>
            </a:pathLst>
          </a:custGeom>
          <a:ln w="28575" cap="sq">
            <a:solidFill>
              <a:srgbClr val="333399"/>
            </a:solidFill>
            <a:tailEnd type="triangle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24" name="Shape 425"/>
          <p:cNvSpPr/>
          <p:nvPr/>
        </p:nvSpPr>
        <p:spPr>
          <a:xfrm>
            <a:off x="5547359" y="3707270"/>
            <a:ext cx="810545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5" name="Shape 426"/>
          <p:cNvSpPr/>
          <p:nvPr/>
        </p:nvSpPr>
        <p:spPr>
          <a:xfrm flipH="1">
            <a:off x="4418470" y="2388729"/>
            <a:ext cx="844411" cy="609602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Shape 427"/>
          <p:cNvSpPr/>
          <p:nvPr/>
        </p:nvSpPr>
        <p:spPr>
          <a:xfrm flipH="1">
            <a:off x="4763911" y="3809999"/>
            <a:ext cx="609602" cy="408660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7" name="Shape 428"/>
          <p:cNvSpPr/>
          <p:nvPr/>
        </p:nvSpPr>
        <p:spPr>
          <a:xfrm>
            <a:off x="4727785" y="3093154"/>
            <a:ext cx="819575" cy="512518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8" name="Shape 429"/>
          <p:cNvSpPr/>
          <p:nvPr/>
        </p:nvSpPr>
        <p:spPr>
          <a:xfrm>
            <a:off x="4727786" y="4526843"/>
            <a:ext cx="1063414" cy="745069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9" name="Shape 430"/>
          <p:cNvSpPr/>
          <p:nvPr/>
        </p:nvSpPr>
        <p:spPr>
          <a:xfrm flipH="1">
            <a:off x="4793262" y="5346699"/>
            <a:ext cx="754100" cy="471877"/>
          </a:xfrm>
          <a:prstGeom prst="line">
            <a:avLst/>
          </a:prstGeom>
          <a:ln w="254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0" name="Shape 431"/>
          <p:cNvSpPr/>
          <p:nvPr/>
        </p:nvSpPr>
        <p:spPr>
          <a:xfrm>
            <a:off x="5177083" y="1975554"/>
            <a:ext cx="675077" cy="609603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31" name="Shape 432"/>
          <p:cNvSpPr txBox="1"/>
          <p:nvPr/>
        </p:nvSpPr>
        <p:spPr>
          <a:xfrm>
            <a:off x="5217724" y="1864923"/>
            <a:ext cx="520618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332" name="Shape 433"/>
          <p:cNvSpPr/>
          <p:nvPr/>
        </p:nvSpPr>
        <p:spPr>
          <a:xfrm>
            <a:off x="5177083" y="3390900"/>
            <a:ext cx="675077" cy="61185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33" name="Shape 434"/>
          <p:cNvSpPr/>
          <p:nvPr/>
        </p:nvSpPr>
        <p:spPr>
          <a:xfrm>
            <a:off x="4156569" y="2668692"/>
            <a:ext cx="675077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34" name="Shape 435"/>
          <p:cNvSpPr/>
          <p:nvPr/>
        </p:nvSpPr>
        <p:spPr>
          <a:xfrm>
            <a:off x="6114062" y="4161083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35" name="Shape 436"/>
          <p:cNvSpPr/>
          <p:nvPr/>
        </p:nvSpPr>
        <p:spPr>
          <a:xfrm>
            <a:off x="4292600" y="4224301"/>
            <a:ext cx="672818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36" name="Shape 437"/>
          <p:cNvSpPr/>
          <p:nvPr/>
        </p:nvSpPr>
        <p:spPr>
          <a:xfrm>
            <a:off x="5348675" y="4944533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37" name="Shape 438"/>
          <p:cNvSpPr/>
          <p:nvPr/>
        </p:nvSpPr>
        <p:spPr>
          <a:xfrm>
            <a:off x="4452337" y="5818292"/>
            <a:ext cx="675079" cy="61186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38" name="Shape 439"/>
          <p:cNvSpPr txBox="1"/>
          <p:nvPr/>
        </p:nvSpPr>
        <p:spPr>
          <a:xfrm>
            <a:off x="4188176" y="2580639"/>
            <a:ext cx="493991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339" name="Shape 440"/>
          <p:cNvSpPr txBox="1"/>
          <p:nvPr/>
        </p:nvSpPr>
        <p:spPr>
          <a:xfrm>
            <a:off x="5192888" y="3330221"/>
            <a:ext cx="493990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340" name="Shape 441"/>
          <p:cNvSpPr txBox="1"/>
          <p:nvPr/>
        </p:nvSpPr>
        <p:spPr>
          <a:xfrm>
            <a:off x="6152443" y="4095608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341" name="Shape 442"/>
          <p:cNvSpPr txBox="1"/>
          <p:nvPr/>
        </p:nvSpPr>
        <p:spPr>
          <a:xfrm>
            <a:off x="4330417" y="4113670"/>
            <a:ext cx="466891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342" name="Shape 443"/>
          <p:cNvSpPr txBox="1"/>
          <p:nvPr/>
        </p:nvSpPr>
        <p:spPr>
          <a:xfrm>
            <a:off x="5429954" y="4833901"/>
            <a:ext cx="440500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343" name="Shape 444"/>
          <p:cNvSpPr txBox="1"/>
          <p:nvPr/>
        </p:nvSpPr>
        <p:spPr>
          <a:xfrm>
            <a:off x="4445563" y="5730240"/>
            <a:ext cx="520619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344" name="Shape 445"/>
          <p:cNvSpPr/>
          <p:nvPr/>
        </p:nvSpPr>
        <p:spPr>
          <a:xfrm>
            <a:off x="3840478" y="1141587"/>
            <a:ext cx="4" cy="6348310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5" name="Shape 446"/>
          <p:cNvSpPr/>
          <p:nvPr/>
        </p:nvSpPr>
        <p:spPr>
          <a:xfrm>
            <a:off x="7063456" y="1154287"/>
            <a:ext cx="5" cy="6535236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6" name="Shape 447"/>
          <p:cNvSpPr txBox="1"/>
          <p:nvPr/>
        </p:nvSpPr>
        <p:spPr>
          <a:xfrm>
            <a:off x="2212183" y="86642"/>
            <a:ext cx="831175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400"/>
            </a:lvl1pPr>
          </a:lstStyle>
          <a:p>
            <a:pPr/>
            <a:r>
              <a:t>二叉链表-孩子兄弟表示法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roup 177"/>
          <p:cNvGrpSpPr/>
          <p:nvPr/>
        </p:nvGrpSpPr>
        <p:grpSpPr>
          <a:xfrm>
            <a:off x="2640215" y="1978582"/>
            <a:ext cx="2799648" cy="4406727"/>
            <a:chOff x="0" y="0"/>
            <a:chExt cx="2799647" cy="4406725"/>
          </a:xfrm>
        </p:grpSpPr>
        <p:sp>
          <p:nvSpPr>
            <p:cNvPr id="348" name="Shape 157"/>
            <p:cNvSpPr/>
            <p:nvPr/>
          </p:nvSpPr>
          <p:spPr>
            <a:xfrm>
              <a:off x="1715716" y="536489"/>
              <a:ext cx="666104" cy="6667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49" name="Shape 158"/>
            <p:cNvSpPr/>
            <p:nvPr/>
          </p:nvSpPr>
          <p:spPr>
            <a:xfrm flipH="1">
              <a:off x="333050" y="576229"/>
              <a:ext cx="835657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0" name="Shape 159"/>
            <p:cNvSpPr/>
            <p:nvPr/>
          </p:nvSpPr>
          <p:spPr>
            <a:xfrm>
              <a:off x="1083928" y="77271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51" name="Shape 160"/>
            <p:cNvSpPr txBox="1"/>
            <p:nvPr/>
          </p:nvSpPr>
          <p:spPr>
            <a:xfrm>
              <a:off x="1166711" y="-1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52" name="Shape 161"/>
            <p:cNvSpPr/>
            <p:nvPr/>
          </p:nvSpPr>
          <p:spPr>
            <a:xfrm>
              <a:off x="1083928" y="124297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53" name="Shape 162"/>
            <p:cNvSpPr/>
            <p:nvPr/>
          </p:nvSpPr>
          <p:spPr>
            <a:xfrm>
              <a:off x="0" y="1242978"/>
              <a:ext cx="668121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54" name="Shape 163"/>
            <p:cNvSpPr/>
            <p:nvPr/>
          </p:nvSpPr>
          <p:spPr>
            <a:xfrm>
              <a:off x="2131525" y="120323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55" name="Shape 164"/>
            <p:cNvSpPr/>
            <p:nvPr/>
          </p:nvSpPr>
          <p:spPr>
            <a:xfrm>
              <a:off x="668119" y="2492580"/>
              <a:ext cx="666105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56" name="Shape 165"/>
            <p:cNvSpPr/>
            <p:nvPr/>
          </p:nvSpPr>
          <p:spPr>
            <a:xfrm>
              <a:off x="1667272" y="2492580"/>
              <a:ext cx="668123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57" name="Shape 166"/>
            <p:cNvSpPr/>
            <p:nvPr/>
          </p:nvSpPr>
          <p:spPr>
            <a:xfrm>
              <a:off x="1667272" y="3739975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58" name="Shape 167"/>
            <p:cNvSpPr txBox="1"/>
            <p:nvPr/>
          </p:nvSpPr>
          <p:spPr>
            <a:xfrm>
              <a:off x="74901" y="1229731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59" name="Shape 168"/>
            <p:cNvSpPr txBox="1"/>
            <p:nvPr/>
          </p:nvSpPr>
          <p:spPr>
            <a:xfrm>
              <a:off x="1167914" y="1229731"/>
              <a:ext cx="4939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60" name="Shape 169"/>
            <p:cNvSpPr txBox="1"/>
            <p:nvPr/>
          </p:nvSpPr>
          <p:spPr>
            <a:xfrm>
              <a:off x="2232474" y="1170122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61" name="Shape 170"/>
            <p:cNvSpPr txBox="1"/>
            <p:nvPr/>
          </p:nvSpPr>
          <p:spPr>
            <a:xfrm>
              <a:off x="760608" y="2479334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62" name="Shape 171"/>
            <p:cNvSpPr txBox="1"/>
            <p:nvPr/>
          </p:nvSpPr>
          <p:spPr>
            <a:xfrm>
              <a:off x="1784059" y="2479334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63" name="Shape 172"/>
            <p:cNvSpPr txBox="1"/>
            <p:nvPr/>
          </p:nvSpPr>
          <p:spPr>
            <a:xfrm>
              <a:off x="1749045" y="3748806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364" name="Shape 173"/>
            <p:cNvSpPr/>
            <p:nvPr/>
          </p:nvSpPr>
          <p:spPr>
            <a:xfrm>
              <a:off x="1418998" y="744021"/>
              <a:ext cx="2260" cy="49895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65" name="Shape 174"/>
            <p:cNvSpPr/>
            <p:nvPr/>
          </p:nvSpPr>
          <p:spPr>
            <a:xfrm flipH="1">
              <a:off x="1001170" y="1825831"/>
              <a:ext cx="167537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66" name="Shape 175"/>
            <p:cNvSpPr/>
            <p:nvPr/>
          </p:nvSpPr>
          <p:spPr>
            <a:xfrm>
              <a:off x="1667272" y="1825831"/>
              <a:ext cx="335071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67" name="Shape 176"/>
            <p:cNvSpPr/>
            <p:nvPr/>
          </p:nvSpPr>
          <p:spPr>
            <a:xfrm>
              <a:off x="2002341" y="3157122"/>
              <a:ext cx="2260" cy="58285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369" name="Shape 178"/>
          <p:cNvSpPr/>
          <p:nvPr/>
        </p:nvSpPr>
        <p:spPr>
          <a:xfrm flipH="1">
            <a:off x="5692730" y="1168040"/>
            <a:ext cx="1" cy="5419623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" name="Shape 179"/>
          <p:cNvSpPr txBox="1"/>
          <p:nvPr/>
        </p:nvSpPr>
        <p:spPr>
          <a:xfrm>
            <a:off x="10458898" y="5015293"/>
            <a:ext cx="2044702" cy="119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spcBef>
                <a:spcPts val="0"/>
              </a:spcBef>
              <a:defRPr b="1" sz="3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t>root = 0</a:t>
            </a:r>
          </a:p>
          <a:p>
            <a:pPr>
              <a:spcBef>
                <a:spcPts val="0"/>
              </a:spcBef>
              <a:defRPr b="1" sz="38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defRPr>
            </a:pPr>
            <a:r>
              <a:t>n = 7</a:t>
            </a:r>
          </a:p>
        </p:txBody>
      </p:sp>
      <p:sp>
        <p:nvSpPr>
          <p:cNvPr id="371" name="Shape 180"/>
          <p:cNvSpPr txBox="1"/>
          <p:nvPr/>
        </p:nvSpPr>
        <p:spPr>
          <a:xfrm>
            <a:off x="6361033" y="1716679"/>
            <a:ext cx="1295402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lvl1pPr>
          </a:lstStyle>
          <a:p>
            <a:pPr/>
            <a:r>
              <a:t> data</a:t>
            </a:r>
          </a:p>
        </p:txBody>
      </p:sp>
      <p:grpSp>
        <p:nvGrpSpPr>
          <p:cNvPr id="380" name="Group 189"/>
          <p:cNvGrpSpPr/>
          <p:nvPr/>
        </p:nvGrpSpPr>
        <p:grpSpPr>
          <a:xfrm>
            <a:off x="6566489" y="2308217"/>
            <a:ext cx="2253266" cy="3935310"/>
            <a:chOff x="0" y="0"/>
            <a:chExt cx="2253264" cy="3935308"/>
          </a:xfrm>
        </p:grpSpPr>
        <p:sp>
          <p:nvSpPr>
            <p:cNvPr id="372" name="Shape 181"/>
            <p:cNvSpPr/>
            <p:nvPr/>
          </p:nvSpPr>
          <p:spPr>
            <a:xfrm>
              <a:off x="0" y="-1"/>
              <a:ext cx="2253265" cy="3935310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373" name="Shape 182"/>
            <p:cNvSpPr/>
            <p:nvPr/>
          </p:nvSpPr>
          <p:spPr>
            <a:xfrm>
              <a:off x="0" y="507602"/>
              <a:ext cx="2253265" cy="225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74" name="Shape 183"/>
            <p:cNvSpPr/>
            <p:nvPr/>
          </p:nvSpPr>
          <p:spPr>
            <a:xfrm>
              <a:off x="0" y="1079809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75" name="Shape 184"/>
            <p:cNvSpPr/>
            <p:nvPr/>
          </p:nvSpPr>
          <p:spPr>
            <a:xfrm>
              <a:off x="0" y="1650170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76" name="Shape 185"/>
            <p:cNvSpPr/>
            <p:nvPr/>
          </p:nvSpPr>
          <p:spPr>
            <a:xfrm>
              <a:off x="0" y="2222377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77" name="Shape 186"/>
            <p:cNvSpPr/>
            <p:nvPr/>
          </p:nvSpPr>
          <p:spPr>
            <a:xfrm>
              <a:off x="0" y="2795975"/>
              <a:ext cx="2253265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78" name="Shape 187"/>
            <p:cNvSpPr/>
            <p:nvPr/>
          </p:nvSpPr>
          <p:spPr>
            <a:xfrm>
              <a:off x="0" y="3364946"/>
              <a:ext cx="2253265" cy="225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79" name="Shape 188"/>
            <p:cNvSpPr/>
            <p:nvPr/>
          </p:nvSpPr>
          <p:spPr>
            <a:xfrm>
              <a:off x="945476" y="-1"/>
              <a:ext cx="2261" cy="393531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83" name="Group 192"/>
          <p:cNvGrpSpPr/>
          <p:nvPr/>
        </p:nvGrpSpPr>
        <p:grpSpPr>
          <a:xfrm>
            <a:off x="8126614" y="4685093"/>
            <a:ext cx="158047" cy="300288"/>
            <a:chOff x="0" y="0"/>
            <a:chExt cx="158046" cy="300287"/>
          </a:xfrm>
        </p:grpSpPr>
        <p:sp>
          <p:nvSpPr>
            <p:cNvPr id="381" name="Shape 190"/>
            <p:cNvSpPr/>
            <p:nvPr/>
          </p:nvSpPr>
          <p:spPr>
            <a:xfrm flipH="1">
              <a:off x="0" y="0"/>
              <a:ext cx="79024" cy="300288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82" name="Shape 191"/>
            <p:cNvSpPr/>
            <p:nvPr/>
          </p:nvSpPr>
          <p:spPr>
            <a:xfrm>
              <a:off x="79023" y="-1"/>
              <a:ext cx="79024" cy="300289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86" name="Group 195"/>
          <p:cNvGrpSpPr/>
          <p:nvPr/>
        </p:nvGrpSpPr>
        <p:grpSpPr>
          <a:xfrm>
            <a:off x="8082023" y="5814547"/>
            <a:ext cx="161997" cy="300287"/>
            <a:chOff x="0" y="0"/>
            <a:chExt cx="161996" cy="300286"/>
          </a:xfrm>
        </p:grpSpPr>
        <p:sp>
          <p:nvSpPr>
            <p:cNvPr id="384" name="Shape 193"/>
            <p:cNvSpPr/>
            <p:nvPr/>
          </p:nvSpPr>
          <p:spPr>
            <a:xfrm flipH="1">
              <a:off x="0" y="-1"/>
              <a:ext cx="79024" cy="300288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85" name="Shape 194"/>
            <p:cNvSpPr/>
            <p:nvPr/>
          </p:nvSpPr>
          <p:spPr>
            <a:xfrm>
              <a:off x="82974" y="-1"/>
              <a:ext cx="79024" cy="300288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89" name="Group 198"/>
          <p:cNvGrpSpPr/>
          <p:nvPr/>
        </p:nvGrpSpPr>
        <p:grpSpPr>
          <a:xfrm>
            <a:off x="8107422" y="2967489"/>
            <a:ext cx="154661" cy="302545"/>
            <a:chOff x="0" y="0"/>
            <a:chExt cx="154659" cy="302543"/>
          </a:xfrm>
        </p:grpSpPr>
        <p:sp>
          <p:nvSpPr>
            <p:cNvPr id="387" name="Shape 196"/>
            <p:cNvSpPr/>
            <p:nvPr/>
          </p:nvSpPr>
          <p:spPr>
            <a:xfrm flipH="1">
              <a:off x="0" y="0"/>
              <a:ext cx="79025" cy="302544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88" name="Shape 197"/>
            <p:cNvSpPr/>
            <p:nvPr/>
          </p:nvSpPr>
          <p:spPr>
            <a:xfrm>
              <a:off x="75635" y="0"/>
              <a:ext cx="79025" cy="302544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92" name="Group 201"/>
          <p:cNvGrpSpPr/>
          <p:nvPr/>
        </p:nvGrpSpPr>
        <p:grpSpPr>
          <a:xfrm>
            <a:off x="8106295" y="4134759"/>
            <a:ext cx="158046" cy="302547"/>
            <a:chOff x="0" y="0"/>
            <a:chExt cx="158044" cy="302545"/>
          </a:xfrm>
        </p:grpSpPr>
        <p:sp>
          <p:nvSpPr>
            <p:cNvPr id="390" name="Shape 199"/>
            <p:cNvSpPr/>
            <p:nvPr/>
          </p:nvSpPr>
          <p:spPr>
            <a:xfrm flipH="1">
              <a:off x="0" y="-1"/>
              <a:ext cx="79024" cy="302546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91" name="Shape 200"/>
            <p:cNvSpPr/>
            <p:nvPr/>
          </p:nvSpPr>
          <p:spPr>
            <a:xfrm>
              <a:off x="79022" y="-1"/>
              <a:ext cx="79024" cy="302546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393" name="Shape 202"/>
          <p:cNvSpPr txBox="1"/>
          <p:nvPr/>
        </p:nvSpPr>
        <p:spPr>
          <a:xfrm>
            <a:off x="8894822" y="2186297"/>
            <a:ext cx="2826400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800"/>
            </a:lvl1pPr>
          </a:lstStyle>
          <a:p>
            <a:pPr/>
            <a:r>
              <a:t>  1       2       3</a:t>
            </a:r>
          </a:p>
        </p:txBody>
      </p:sp>
      <p:sp>
        <p:nvSpPr>
          <p:cNvPr id="394" name="Shape 203"/>
          <p:cNvSpPr/>
          <p:nvPr/>
        </p:nvSpPr>
        <p:spPr>
          <a:xfrm>
            <a:off x="9047222" y="2246692"/>
            <a:ext cx="774702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95" name="Shape 204"/>
          <p:cNvSpPr/>
          <p:nvPr/>
        </p:nvSpPr>
        <p:spPr>
          <a:xfrm>
            <a:off x="9528695" y="2246692"/>
            <a:ext cx="2259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Shape 205"/>
          <p:cNvSpPr/>
          <p:nvPr/>
        </p:nvSpPr>
        <p:spPr>
          <a:xfrm>
            <a:off x="8101778" y="2549799"/>
            <a:ext cx="961814" cy="2261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Shape 206"/>
          <p:cNvSpPr/>
          <p:nvPr/>
        </p:nvSpPr>
        <p:spPr>
          <a:xfrm>
            <a:off x="10208286" y="2246692"/>
            <a:ext cx="774419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398" name="Shape 207"/>
          <p:cNvSpPr/>
          <p:nvPr/>
        </p:nvSpPr>
        <p:spPr>
          <a:xfrm>
            <a:off x="10691449" y="2246692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Shape 208"/>
          <p:cNvSpPr/>
          <p:nvPr/>
        </p:nvSpPr>
        <p:spPr>
          <a:xfrm>
            <a:off x="9625778" y="2549800"/>
            <a:ext cx="582510" cy="2260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Shape 209"/>
          <p:cNvSpPr/>
          <p:nvPr/>
        </p:nvSpPr>
        <p:spPr>
          <a:xfrm>
            <a:off x="11371040" y="2246692"/>
            <a:ext cx="774702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401" name="Shape 210"/>
          <p:cNvSpPr/>
          <p:nvPr/>
        </p:nvSpPr>
        <p:spPr>
          <a:xfrm>
            <a:off x="11856462" y="2246692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Shape 211"/>
          <p:cNvSpPr/>
          <p:nvPr/>
        </p:nvSpPr>
        <p:spPr>
          <a:xfrm>
            <a:off x="10788535" y="2549800"/>
            <a:ext cx="582508" cy="2260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405" name="Group 214"/>
          <p:cNvGrpSpPr/>
          <p:nvPr/>
        </p:nvGrpSpPr>
        <p:grpSpPr>
          <a:xfrm>
            <a:off x="11924196" y="2351115"/>
            <a:ext cx="158047" cy="300287"/>
            <a:chOff x="0" y="0"/>
            <a:chExt cx="158045" cy="300286"/>
          </a:xfrm>
        </p:grpSpPr>
        <p:sp>
          <p:nvSpPr>
            <p:cNvPr id="403" name="Shape 212"/>
            <p:cNvSpPr/>
            <p:nvPr/>
          </p:nvSpPr>
          <p:spPr>
            <a:xfrm flipH="1">
              <a:off x="0" y="-1"/>
              <a:ext cx="79024" cy="300287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04" name="Shape 213"/>
            <p:cNvSpPr/>
            <p:nvPr/>
          </p:nvSpPr>
          <p:spPr>
            <a:xfrm>
              <a:off x="79022" y="-1"/>
              <a:ext cx="79024" cy="300287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406" name="Shape 215"/>
          <p:cNvSpPr txBox="1"/>
          <p:nvPr/>
        </p:nvSpPr>
        <p:spPr>
          <a:xfrm>
            <a:off x="7336391" y="1696360"/>
            <a:ext cx="227330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firstchild</a:t>
            </a:r>
          </a:p>
        </p:txBody>
      </p:sp>
      <p:sp>
        <p:nvSpPr>
          <p:cNvPr id="407" name="Shape 216"/>
          <p:cNvSpPr txBox="1"/>
          <p:nvPr/>
        </p:nvSpPr>
        <p:spPr>
          <a:xfrm>
            <a:off x="9100846" y="3287247"/>
            <a:ext cx="2044702" cy="6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800"/>
            </a:lvl1pPr>
          </a:lstStyle>
          <a:p>
            <a:pPr/>
            <a:r>
              <a:t>4       5</a:t>
            </a:r>
          </a:p>
        </p:txBody>
      </p:sp>
      <p:sp>
        <p:nvSpPr>
          <p:cNvPr id="408" name="Shape 217"/>
          <p:cNvSpPr/>
          <p:nvPr/>
        </p:nvSpPr>
        <p:spPr>
          <a:xfrm>
            <a:off x="9052304" y="3335506"/>
            <a:ext cx="747326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409" name="Shape 218"/>
          <p:cNvSpPr/>
          <p:nvPr/>
        </p:nvSpPr>
        <p:spPr>
          <a:xfrm>
            <a:off x="9519662" y="3335506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Shape 219"/>
          <p:cNvSpPr/>
          <p:nvPr/>
        </p:nvSpPr>
        <p:spPr>
          <a:xfrm>
            <a:off x="10174419" y="3335506"/>
            <a:ext cx="747326" cy="503486"/>
          </a:xfrm>
          <a:prstGeom prst="rect">
            <a:avLst/>
          </a:prstGeom>
          <a:ln w="12700" cap="sq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411" name="Shape 220"/>
          <p:cNvSpPr/>
          <p:nvPr/>
        </p:nvSpPr>
        <p:spPr>
          <a:xfrm>
            <a:off x="10641778" y="3335506"/>
            <a:ext cx="2260" cy="503486"/>
          </a:xfrm>
          <a:prstGeom prst="line">
            <a:avLst/>
          </a:prstGeom>
          <a:ln w="12700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" name="Shape 221"/>
          <p:cNvSpPr/>
          <p:nvPr/>
        </p:nvSpPr>
        <p:spPr>
          <a:xfrm>
            <a:off x="9614489" y="3643692"/>
            <a:ext cx="558802" cy="2261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415" name="Group 224"/>
          <p:cNvGrpSpPr/>
          <p:nvPr/>
        </p:nvGrpSpPr>
        <p:grpSpPr>
          <a:xfrm>
            <a:off x="10716286" y="3459684"/>
            <a:ext cx="162561" cy="300288"/>
            <a:chOff x="0" y="0"/>
            <a:chExt cx="162560" cy="300287"/>
          </a:xfrm>
        </p:grpSpPr>
        <p:sp>
          <p:nvSpPr>
            <p:cNvPr id="413" name="Shape 222"/>
            <p:cNvSpPr/>
            <p:nvPr/>
          </p:nvSpPr>
          <p:spPr>
            <a:xfrm flipH="1">
              <a:off x="0" y="-1"/>
              <a:ext cx="79024" cy="300289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14" name="Shape 223"/>
            <p:cNvSpPr/>
            <p:nvPr/>
          </p:nvSpPr>
          <p:spPr>
            <a:xfrm>
              <a:off x="83537" y="0"/>
              <a:ext cx="79024" cy="300287"/>
            </a:xfrm>
            <a:prstGeom prst="line">
              <a:avLst/>
            </a:prstGeom>
            <a:noFill/>
            <a:ln w="38100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416" name="Shape 225"/>
          <p:cNvSpPr/>
          <p:nvPr/>
        </p:nvSpPr>
        <p:spPr>
          <a:xfrm>
            <a:off x="8107422" y="3581604"/>
            <a:ext cx="961816" cy="2260"/>
          </a:xfrm>
          <a:prstGeom prst="line">
            <a:avLst/>
          </a:prstGeom>
          <a:ln w="19050" cap="sq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424" name="Group 233"/>
          <p:cNvGrpSpPr/>
          <p:nvPr/>
        </p:nvGrpSpPr>
        <p:grpSpPr>
          <a:xfrm>
            <a:off x="8083716" y="5049160"/>
            <a:ext cx="1740749" cy="639899"/>
            <a:chOff x="0" y="0"/>
            <a:chExt cx="1740748" cy="639898"/>
          </a:xfrm>
        </p:grpSpPr>
        <p:sp>
          <p:nvSpPr>
            <p:cNvPr id="417" name="Shape 226"/>
            <p:cNvSpPr txBox="1"/>
            <p:nvPr/>
          </p:nvSpPr>
          <p:spPr>
            <a:xfrm>
              <a:off x="968587" y="-1"/>
              <a:ext cx="41340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spcBef>
                  <a:spcPts val="0"/>
                </a:spcBef>
                <a:defRPr sz="3800"/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418" name="Shape 227"/>
            <p:cNvSpPr/>
            <p:nvPr/>
          </p:nvSpPr>
          <p:spPr>
            <a:xfrm>
              <a:off x="968587" y="60959"/>
              <a:ext cx="772162" cy="503488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19" name="Shape 228"/>
            <p:cNvSpPr/>
            <p:nvPr/>
          </p:nvSpPr>
          <p:spPr>
            <a:xfrm>
              <a:off x="1451751" y="60959"/>
              <a:ext cx="2260" cy="50348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422" name="Group 231"/>
            <p:cNvGrpSpPr/>
            <p:nvPr/>
          </p:nvGrpSpPr>
          <p:grpSpPr>
            <a:xfrm>
              <a:off x="1535290" y="185137"/>
              <a:ext cx="158046" cy="300288"/>
              <a:chOff x="0" y="0"/>
              <a:chExt cx="158045" cy="300287"/>
            </a:xfrm>
          </p:grpSpPr>
          <p:sp>
            <p:nvSpPr>
              <p:cNvPr id="420" name="Shape 229"/>
              <p:cNvSpPr/>
              <p:nvPr/>
            </p:nvSpPr>
            <p:spPr>
              <a:xfrm flipH="1">
                <a:off x="0" y="-1"/>
                <a:ext cx="79024" cy="300289"/>
              </a:xfrm>
              <a:prstGeom prst="line">
                <a:avLst/>
              </a:prstGeom>
              <a:noFill/>
              <a:ln w="38100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1" name="Shape 230"/>
              <p:cNvSpPr/>
              <p:nvPr/>
            </p:nvSpPr>
            <p:spPr>
              <a:xfrm>
                <a:off x="79022" y="0"/>
                <a:ext cx="79024" cy="300287"/>
              </a:xfrm>
              <a:prstGeom prst="line">
                <a:avLst/>
              </a:prstGeom>
              <a:noFill/>
              <a:ln w="38100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423" name="Shape 232"/>
            <p:cNvSpPr/>
            <p:nvPr/>
          </p:nvSpPr>
          <p:spPr>
            <a:xfrm>
              <a:off x="-1" y="349955"/>
              <a:ext cx="961816" cy="226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425" name="Shape 234"/>
          <p:cNvSpPr txBox="1"/>
          <p:nvPr/>
        </p:nvSpPr>
        <p:spPr>
          <a:xfrm>
            <a:off x="907907" y="127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顺序＋链式存储：邻接表</a:t>
            </a:r>
          </a:p>
        </p:txBody>
      </p:sp>
      <p:sp>
        <p:nvSpPr>
          <p:cNvPr id="426" name="Shape 235"/>
          <p:cNvSpPr txBox="1"/>
          <p:nvPr/>
        </p:nvSpPr>
        <p:spPr>
          <a:xfrm>
            <a:off x="6875522" y="23482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A</a:t>
            </a:r>
          </a:p>
        </p:txBody>
      </p:sp>
      <p:sp>
        <p:nvSpPr>
          <p:cNvPr id="427" name="Shape 236"/>
          <p:cNvSpPr txBox="1"/>
          <p:nvPr/>
        </p:nvSpPr>
        <p:spPr>
          <a:xfrm>
            <a:off x="6875522" y="28816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B</a:t>
            </a:r>
          </a:p>
        </p:txBody>
      </p:sp>
      <p:sp>
        <p:nvSpPr>
          <p:cNvPr id="428" name="Shape 237"/>
          <p:cNvSpPr txBox="1"/>
          <p:nvPr/>
        </p:nvSpPr>
        <p:spPr>
          <a:xfrm>
            <a:off x="6875522" y="34658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C</a:t>
            </a:r>
          </a:p>
        </p:txBody>
      </p:sp>
      <p:sp>
        <p:nvSpPr>
          <p:cNvPr id="429" name="Shape 238"/>
          <p:cNvSpPr txBox="1"/>
          <p:nvPr/>
        </p:nvSpPr>
        <p:spPr>
          <a:xfrm>
            <a:off x="6875522" y="40373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D</a:t>
            </a:r>
          </a:p>
        </p:txBody>
      </p:sp>
      <p:sp>
        <p:nvSpPr>
          <p:cNvPr id="430" name="Shape 239"/>
          <p:cNvSpPr txBox="1"/>
          <p:nvPr/>
        </p:nvSpPr>
        <p:spPr>
          <a:xfrm>
            <a:off x="6875522" y="46088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E</a:t>
            </a:r>
          </a:p>
        </p:txBody>
      </p:sp>
      <p:sp>
        <p:nvSpPr>
          <p:cNvPr id="431" name="Shape 240"/>
          <p:cNvSpPr txBox="1"/>
          <p:nvPr/>
        </p:nvSpPr>
        <p:spPr>
          <a:xfrm>
            <a:off x="6875522" y="51676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F</a:t>
            </a:r>
          </a:p>
        </p:txBody>
      </p:sp>
      <p:sp>
        <p:nvSpPr>
          <p:cNvPr id="432" name="Shape 241"/>
          <p:cNvSpPr txBox="1"/>
          <p:nvPr/>
        </p:nvSpPr>
        <p:spPr>
          <a:xfrm>
            <a:off x="6875522" y="57391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G</a:t>
            </a:r>
          </a:p>
        </p:txBody>
      </p:sp>
      <p:sp>
        <p:nvSpPr>
          <p:cNvPr id="433" name="Shape 242"/>
          <p:cNvSpPr txBox="1"/>
          <p:nvPr/>
        </p:nvSpPr>
        <p:spPr>
          <a:xfrm>
            <a:off x="6100824" y="23736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0</a:t>
            </a:r>
          </a:p>
        </p:txBody>
      </p:sp>
      <p:sp>
        <p:nvSpPr>
          <p:cNvPr id="434" name="Shape 243"/>
          <p:cNvSpPr txBox="1"/>
          <p:nvPr/>
        </p:nvSpPr>
        <p:spPr>
          <a:xfrm>
            <a:off x="6100824" y="2907092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1</a:t>
            </a:r>
          </a:p>
        </p:txBody>
      </p:sp>
      <p:sp>
        <p:nvSpPr>
          <p:cNvPr id="435" name="Shape 244"/>
          <p:cNvSpPr txBox="1"/>
          <p:nvPr/>
        </p:nvSpPr>
        <p:spPr>
          <a:xfrm>
            <a:off x="6100824" y="34912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2</a:t>
            </a:r>
          </a:p>
        </p:txBody>
      </p:sp>
      <p:sp>
        <p:nvSpPr>
          <p:cNvPr id="436" name="Shape 245"/>
          <p:cNvSpPr txBox="1"/>
          <p:nvPr/>
        </p:nvSpPr>
        <p:spPr>
          <a:xfrm>
            <a:off x="6100824" y="40627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3</a:t>
            </a:r>
          </a:p>
        </p:txBody>
      </p:sp>
      <p:sp>
        <p:nvSpPr>
          <p:cNvPr id="437" name="Shape 246"/>
          <p:cNvSpPr txBox="1"/>
          <p:nvPr/>
        </p:nvSpPr>
        <p:spPr>
          <a:xfrm>
            <a:off x="6100824" y="46342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4</a:t>
            </a:r>
          </a:p>
        </p:txBody>
      </p:sp>
      <p:sp>
        <p:nvSpPr>
          <p:cNvPr id="438" name="Shape 247"/>
          <p:cNvSpPr txBox="1"/>
          <p:nvPr/>
        </p:nvSpPr>
        <p:spPr>
          <a:xfrm>
            <a:off x="6100824" y="51930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5</a:t>
            </a:r>
          </a:p>
        </p:txBody>
      </p:sp>
      <p:sp>
        <p:nvSpPr>
          <p:cNvPr id="439" name="Shape 248"/>
          <p:cNvSpPr txBox="1"/>
          <p:nvPr/>
        </p:nvSpPr>
        <p:spPr>
          <a:xfrm>
            <a:off x="6100824" y="5764593"/>
            <a:ext cx="3810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2400"/>
            </a:lvl1pPr>
          </a:lstStyle>
          <a:p>
            <a:pPr/>
            <a:r>
              <a:t>6</a:t>
            </a:r>
          </a:p>
        </p:txBody>
      </p:sp>
      <p:sp>
        <p:nvSpPr>
          <p:cNvPr id="440" name="Shape 249"/>
          <p:cNvSpPr txBox="1"/>
          <p:nvPr/>
        </p:nvSpPr>
        <p:spPr>
          <a:xfrm>
            <a:off x="3044203" y="6761997"/>
            <a:ext cx="726871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孩子链表：找孩子方便，如何找双亲？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roup 271"/>
          <p:cNvGrpSpPr/>
          <p:nvPr/>
        </p:nvGrpSpPr>
        <p:grpSpPr>
          <a:xfrm>
            <a:off x="1858149" y="1659466"/>
            <a:ext cx="2799649" cy="4406727"/>
            <a:chOff x="0" y="0"/>
            <a:chExt cx="2799647" cy="4406725"/>
          </a:xfrm>
        </p:grpSpPr>
        <p:sp>
          <p:nvSpPr>
            <p:cNvPr id="442" name="Shape 251"/>
            <p:cNvSpPr/>
            <p:nvPr/>
          </p:nvSpPr>
          <p:spPr>
            <a:xfrm>
              <a:off x="1715717" y="536489"/>
              <a:ext cx="666103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43" name="Shape 252"/>
            <p:cNvSpPr/>
            <p:nvPr/>
          </p:nvSpPr>
          <p:spPr>
            <a:xfrm flipH="1">
              <a:off x="333050" y="576229"/>
              <a:ext cx="835657" cy="66675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44" name="Shape 253"/>
            <p:cNvSpPr/>
            <p:nvPr/>
          </p:nvSpPr>
          <p:spPr>
            <a:xfrm>
              <a:off x="1083928" y="77271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45" name="Shape 254"/>
            <p:cNvSpPr txBox="1"/>
            <p:nvPr/>
          </p:nvSpPr>
          <p:spPr>
            <a:xfrm>
              <a:off x="1166711" y="-1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46" name="Shape 255"/>
            <p:cNvSpPr/>
            <p:nvPr/>
          </p:nvSpPr>
          <p:spPr>
            <a:xfrm>
              <a:off x="1083928" y="124297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47" name="Shape 256"/>
            <p:cNvSpPr/>
            <p:nvPr/>
          </p:nvSpPr>
          <p:spPr>
            <a:xfrm>
              <a:off x="0" y="1242978"/>
              <a:ext cx="668121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48" name="Shape 257"/>
            <p:cNvSpPr/>
            <p:nvPr/>
          </p:nvSpPr>
          <p:spPr>
            <a:xfrm>
              <a:off x="2131525" y="120323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49" name="Shape 258"/>
            <p:cNvSpPr/>
            <p:nvPr/>
          </p:nvSpPr>
          <p:spPr>
            <a:xfrm>
              <a:off x="668120" y="2492580"/>
              <a:ext cx="666103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50" name="Shape 259"/>
            <p:cNvSpPr/>
            <p:nvPr/>
          </p:nvSpPr>
          <p:spPr>
            <a:xfrm>
              <a:off x="1667273" y="2492580"/>
              <a:ext cx="668121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51" name="Shape 260"/>
            <p:cNvSpPr/>
            <p:nvPr/>
          </p:nvSpPr>
          <p:spPr>
            <a:xfrm>
              <a:off x="1667273" y="3739975"/>
              <a:ext cx="668121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52" name="Shape 261"/>
            <p:cNvSpPr txBox="1"/>
            <p:nvPr/>
          </p:nvSpPr>
          <p:spPr>
            <a:xfrm>
              <a:off x="74902" y="1229732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53" name="Shape 262"/>
            <p:cNvSpPr txBox="1"/>
            <p:nvPr/>
          </p:nvSpPr>
          <p:spPr>
            <a:xfrm>
              <a:off x="1167914" y="1229732"/>
              <a:ext cx="4939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54" name="Shape 263"/>
            <p:cNvSpPr txBox="1"/>
            <p:nvPr/>
          </p:nvSpPr>
          <p:spPr>
            <a:xfrm>
              <a:off x="2232474" y="1170122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455" name="Shape 264"/>
            <p:cNvSpPr txBox="1"/>
            <p:nvPr/>
          </p:nvSpPr>
          <p:spPr>
            <a:xfrm>
              <a:off x="760608" y="2479334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456" name="Shape 265"/>
            <p:cNvSpPr txBox="1"/>
            <p:nvPr/>
          </p:nvSpPr>
          <p:spPr>
            <a:xfrm>
              <a:off x="1784059" y="2479334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57" name="Shape 266"/>
            <p:cNvSpPr txBox="1"/>
            <p:nvPr/>
          </p:nvSpPr>
          <p:spPr>
            <a:xfrm>
              <a:off x="1749046" y="3748806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458" name="Shape 267"/>
            <p:cNvSpPr/>
            <p:nvPr/>
          </p:nvSpPr>
          <p:spPr>
            <a:xfrm>
              <a:off x="1418999" y="744021"/>
              <a:ext cx="2258" cy="49895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59" name="Shape 268"/>
            <p:cNvSpPr/>
            <p:nvPr/>
          </p:nvSpPr>
          <p:spPr>
            <a:xfrm flipH="1">
              <a:off x="1001170" y="1825831"/>
              <a:ext cx="167537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60" name="Shape 269"/>
            <p:cNvSpPr/>
            <p:nvPr/>
          </p:nvSpPr>
          <p:spPr>
            <a:xfrm>
              <a:off x="1667273" y="1825831"/>
              <a:ext cx="335071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61" name="Shape 270"/>
            <p:cNvSpPr/>
            <p:nvPr/>
          </p:nvSpPr>
          <p:spPr>
            <a:xfrm>
              <a:off x="2002342" y="3157122"/>
              <a:ext cx="2260" cy="58285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463" name="Shape 272"/>
          <p:cNvSpPr/>
          <p:nvPr/>
        </p:nvSpPr>
        <p:spPr>
          <a:xfrm>
            <a:off x="5068709" y="1168964"/>
            <a:ext cx="4" cy="6152729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Shape 273"/>
          <p:cNvSpPr txBox="1"/>
          <p:nvPr/>
        </p:nvSpPr>
        <p:spPr>
          <a:xfrm>
            <a:off x="9882292" y="5931182"/>
            <a:ext cx="1462961" cy="119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spcBef>
                <a:spcPts val="0"/>
              </a:spcBef>
              <a:defRPr sz="3800"/>
            </a:pPr>
            <a:r>
              <a:t>root=0</a:t>
            </a:r>
          </a:p>
          <a:p>
            <a:pPr>
              <a:spcBef>
                <a:spcPts val="0"/>
              </a:spcBef>
              <a:defRPr sz="3800"/>
            </a:pPr>
            <a:r>
              <a:t>n=7</a:t>
            </a:r>
          </a:p>
        </p:txBody>
      </p:sp>
      <p:sp>
        <p:nvSpPr>
          <p:cNvPr id="465" name="Shape 274"/>
          <p:cNvSpPr txBox="1"/>
          <p:nvPr/>
        </p:nvSpPr>
        <p:spPr>
          <a:xfrm>
            <a:off x="5295900" y="1618825"/>
            <a:ext cx="16256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lvl1pPr>
          </a:lstStyle>
          <a:p>
            <a:pPr/>
            <a:r>
              <a:t>Parent</a:t>
            </a:r>
          </a:p>
        </p:txBody>
      </p:sp>
      <p:sp>
        <p:nvSpPr>
          <p:cNvPr id="466" name="Shape 275"/>
          <p:cNvSpPr txBox="1"/>
          <p:nvPr/>
        </p:nvSpPr>
        <p:spPr>
          <a:xfrm>
            <a:off x="5341618" y="2174521"/>
            <a:ext cx="1890805" cy="4698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 sz="42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pPr>
            <a:r>
              <a:t>0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       A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42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pPr>
            <a:r>
              <a:t>1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       B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42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pPr>
            <a:r>
              <a:t>2       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42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pPr>
            <a:r>
              <a:t>3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       D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42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pPr>
            <a:r>
              <a:t>4      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E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42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pPr>
            <a:r>
              <a:t>5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       F</a:t>
            </a:r>
          </a:p>
          <a:p>
            <a:pPr>
              <a:lnSpc>
                <a:spcPct val="110000"/>
              </a:lnSpc>
              <a:spcBef>
                <a:spcPts val="0"/>
              </a:spcBef>
              <a:defRPr sz="420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</a:defRPr>
            </a:pPr>
            <a:r>
              <a:t>6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       G</a:t>
            </a:r>
          </a:p>
        </p:txBody>
      </p:sp>
      <p:grpSp>
        <p:nvGrpSpPr>
          <p:cNvPr id="476" name="Group 285"/>
          <p:cNvGrpSpPr/>
          <p:nvPr/>
        </p:nvGrpSpPr>
        <p:grpSpPr>
          <a:xfrm>
            <a:off x="5740400" y="2171982"/>
            <a:ext cx="2806420" cy="4630704"/>
            <a:chOff x="0" y="0"/>
            <a:chExt cx="2806419" cy="4630703"/>
          </a:xfrm>
        </p:grpSpPr>
        <p:sp>
          <p:nvSpPr>
            <p:cNvPr id="467" name="Shape 276"/>
            <p:cNvSpPr/>
            <p:nvPr/>
          </p:nvSpPr>
          <p:spPr>
            <a:xfrm>
              <a:off x="0" y="0"/>
              <a:ext cx="2806420" cy="4630705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68" name="Shape 277"/>
            <p:cNvSpPr/>
            <p:nvPr/>
          </p:nvSpPr>
          <p:spPr>
            <a:xfrm>
              <a:off x="0" y="598310"/>
              <a:ext cx="2806420" cy="225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69" name="Shape 278"/>
            <p:cNvSpPr/>
            <p:nvPr/>
          </p:nvSpPr>
          <p:spPr>
            <a:xfrm>
              <a:off x="0" y="1268870"/>
              <a:ext cx="2806420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70" name="Shape 279"/>
            <p:cNvSpPr/>
            <p:nvPr/>
          </p:nvSpPr>
          <p:spPr>
            <a:xfrm>
              <a:off x="0" y="1941689"/>
              <a:ext cx="2806420" cy="225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71" name="Shape 280"/>
            <p:cNvSpPr/>
            <p:nvPr/>
          </p:nvSpPr>
          <p:spPr>
            <a:xfrm>
              <a:off x="0" y="2615917"/>
              <a:ext cx="2806420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72" name="Shape 281"/>
            <p:cNvSpPr/>
            <p:nvPr/>
          </p:nvSpPr>
          <p:spPr>
            <a:xfrm>
              <a:off x="0" y="3287324"/>
              <a:ext cx="2806420" cy="225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73" name="Shape 282"/>
            <p:cNvSpPr/>
            <p:nvPr/>
          </p:nvSpPr>
          <p:spPr>
            <a:xfrm>
              <a:off x="0" y="3957884"/>
              <a:ext cx="2806420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74" name="Shape 283"/>
            <p:cNvSpPr/>
            <p:nvPr/>
          </p:nvSpPr>
          <p:spPr>
            <a:xfrm>
              <a:off x="1838959" y="0"/>
              <a:ext cx="2260" cy="46307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75" name="Shape 284"/>
            <p:cNvSpPr/>
            <p:nvPr/>
          </p:nvSpPr>
          <p:spPr>
            <a:xfrm>
              <a:off x="841022" y="0"/>
              <a:ext cx="2260" cy="46307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90" name="Group 299"/>
          <p:cNvGrpSpPr/>
          <p:nvPr/>
        </p:nvGrpSpPr>
        <p:grpSpPr>
          <a:xfrm>
            <a:off x="8017367" y="2174238"/>
            <a:ext cx="3994012" cy="639900"/>
            <a:chOff x="0" y="0"/>
            <a:chExt cx="3994010" cy="639898"/>
          </a:xfrm>
        </p:grpSpPr>
        <p:sp>
          <p:nvSpPr>
            <p:cNvPr id="477" name="Shape 286"/>
            <p:cNvSpPr txBox="1"/>
            <p:nvPr/>
          </p:nvSpPr>
          <p:spPr>
            <a:xfrm>
              <a:off x="557671" y="-1"/>
              <a:ext cx="294705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spcBef>
                  <a:spcPts val="0"/>
                </a:spcBef>
                <a:defRPr sz="3800"/>
              </a:lvl1pPr>
            </a:lstStyle>
            <a:p>
              <a:pPr/>
              <a:r>
                <a:t> 1        2        3</a:t>
              </a:r>
            </a:p>
          </p:txBody>
        </p:sp>
        <p:sp>
          <p:nvSpPr>
            <p:cNvPr id="478" name="Shape 287"/>
            <p:cNvSpPr/>
            <p:nvPr/>
          </p:nvSpPr>
          <p:spPr>
            <a:xfrm>
              <a:off x="629920" y="117404"/>
              <a:ext cx="842153" cy="485425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79" name="Shape 288"/>
            <p:cNvSpPr/>
            <p:nvPr/>
          </p:nvSpPr>
          <p:spPr>
            <a:xfrm>
              <a:off x="1155982" y="117404"/>
              <a:ext cx="2260" cy="48542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0" name="Shape 289"/>
            <p:cNvSpPr/>
            <p:nvPr/>
          </p:nvSpPr>
          <p:spPr>
            <a:xfrm>
              <a:off x="-1" y="368018"/>
              <a:ext cx="629922" cy="2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1" name="Shape 290"/>
            <p:cNvSpPr/>
            <p:nvPr/>
          </p:nvSpPr>
          <p:spPr>
            <a:xfrm>
              <a:off x="1892017" y="117404"/>
              <a:ext cx="839896" cy="485425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82" name="Shape 291"/>
            <p:cNvSpPr/>
            <p:nvPr/>
          </p:nvSpPr>
          <p:spPr>
            <a:xfrm>
              <a:off x="2418080" y="117404"/>
              <a:ext cx="2260" cy="48542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3" name="Shape 292"/>
            <p:cNvSpPr/>
            <p:nvPr/>
          </p:nvSpPr>
          <p:spPr>
            <a:xfrm>
              <a:off x="1262098" y="368018"/>
              <a:ext cx="629922" cy="2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4" name="Shape 293"/>
            <p:cNvSpPr/>
            <p:nvPr/>
          </p:nvSpPr>
          <p:spPr>
            <a:xfrm>
              <a:off x="3154115" y="117404"/>
              <a:ext cx="839896" cy="485425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485" name="Shape 294"/>
            <p:cNvSpPr/>
            <p:nvPr/>
          </p:nvSpPr>
          <p:spPr>
            <a:xfrm>
              <a:off x="3677921" y="117404"/>
              <a:ext cx="2260" cy="48542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6" name="Shape 295"/>
            <p:cNvSpPr/>
            <p:nvPr/>
          </p:nvSpPr>
          <p:spPr>
            <a:xfrm>
              <a:off x="2521938" y="368018"/>
              <a:ext cx="635002" cy="2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489" name="Group 298"/>
            <p:cNvGrpSpPr/>
            <p:nvPr/>
          </p:nvGrpSpPr>
          <p:grpSpPr>
            <a:xfrm>
              <a:off x="3784036" y="255129"/>
              <a:ext cx="106119" cy="219007"/>
              <a:chOff x="0" y="0"/>
              <a:chExt cx="106117" cy="219006"/>
            </a:xfrm>
          </p:grpSpPr>
          <p:sp>
            <p:nvSpPr>
              <p:cNvPr id="487" name="Shape 296"/>
              <p:cNvSpPr/>
              <p:nvPr/>
            </p:nvSpPr>
            <p:spPr>
              <a:xfrm flipH="1">
                <a:off x="0" y="-1"/>
                <a:ext cx="53060" cy="219007"/>
              </a:xfrm>
              <a:prstGeom prst="line">
                <a:avLst/>
              </a:prstGeom>
              <a:noFill/>
              <a:ln w="28575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88" name="Shape 297"/>
              <p:cNvSpPr/>
              <p:nvPr/>
            </p:nvSpPr>
            <p:spPr>
              <a:xfrm>
                <a:off x="53059" y="-1"/>
                <a:ext cx="53060" cy="219007"/>
              </a:xfrm>
              <a:prstGeom prst="line">
                <a:avLst/>
              </a:prstGeom>
              <a:noFill/>
              <a:ln w="28575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491" name="Shape 300"/>
          <p:cNvSpPr txBox="1"/>
          <p:nvPr/>
        </p:nvSpPr>
        <p:spPr>
          <a:xfrm>
            <a:off x="5892800" y="2235200"/>
            <a:ext cx="8255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-1</a:t>
            </a:r>
          </a:p>
        </p:txBody>
      </p:sp>
      <p:sp>
        <p:nvSpPr>
          <p:cNvPr id="492" name="Shape 301"/>
          <p:cNvSpPr txBox="1"/>
          <p:nvPr/>
        </p:nvSpPr>
        <p:spPr>
          <a:xfrm>
            <a:off x="5892800" y="2731910"/>
            <a:ext cx="825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93" name="Shape 302"/>
          <p:cNvSpPr txBox="1"/>
          <p:nvPr/>
        </p:nvSpPr>
        <p:spPr>
          <a:xfrm>
            <a:off x="5892800" y="3447625"/>
            <a:ext cx="825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94" name="Shape 303"/>
          <p:cNvSpPr txBox="1"/>
          <p:nvPr/>
        </p:nvSpPr>
        <p:spPr>
          <a:xfrm>
            <a:off x="5892800" y="4165600"/>
            <a:ext cx="8255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95" name="Shape 304"/>
          <p:cNvSpPr txBox="1"/>
          <p:nvPr/>
        </p:nvSpPr>
        <p:spPr>
          <a:xfrm>
            <a:off x="5892800" y="4779714"/>
            <a:ext cx="825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96" name="Shape 305"/>
          <p:cNvSpPr txBox="1"/>
          <p:nvPr/>
        </p:nvSpPr>
        <p:spPr>
          <a:xfrm>
            <a:off x="5892800" y="5495430"/>
            <a:ext cx="825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97" name="Shape 306"/>
          <p:cNvSpPr txBox="1"/>
          <p:nvPr/>
        </p:nvSpPr>
        <p:spPr>
          <a:xfrm>
            <a:off x="5892800" y="6111804"/>
            <a:ext cx="8255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500" name="Group 309"/>
          <p:cNvGrpSpPr/>
          <p:nvPr/>
        </p:nvGrpSpPr>
        <p:grpSpPr>
          <a:xfrm>
            <a:off x="7976729" y="3038967"/>
            <a:ext cx="99343" cy="219008"/>
            <a:chOff x="1" y="0"/>
            <a:chExt cx="99341" cy="219007"/>
          </a:xfrm>
        </p:grpSpPr>
        <p:sp>
          <p:nvSpPr>
            <p:cNvPr id="498" name="Shape 307"/>
            <p:cNvSpPr/>
            <p:nvPr/>
          </p:nvSpPr>
          <p:spPr>
            <a:xfrm flipH="1">
              <a:off x="1" y="-1"/>
              <a:ext cx="49672" cy="219009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99" name="Shape 308"/>
            <p:cNvSpPr/>
            <p:nvPr/>
          </p:nvSpPr>
          <p:spPr>
            <a:xfrm>
              <a:off x="49671" y="-1"/>
              <a:ext cx="49672" cy="219009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03" name="Group 312"/>
          <p:cNvGrpSpPr/>
          <p:nvPr/>
        </p:nvGrpSpPr>
        <p:grpSpPr>
          <a:xfrm>
            <a:off x="7915768" y="4368800"/>
            <a:ext cx="96805" cy="219006"/>
            <a:chOff x="0" y="0"/>
            <a:chExt cx="96804" cy="219005"/>
          </a:xfrm>
        </p:grpSpPr>
        <p:sp>
          <p:nvSpPr>
            <p:cNvPr id="501" name="Shape 310"/>
            <p:cNvSpPr/>
            <p:nvPr/>
          </p:nvSpPr>
          <p:spPr>
            <a:xfrm flipH="1">
              <a:off x="0" y="0"/>
              <a:ext cx="49674" cy="219006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02" name="Shape 311"/>
            <p:cNvSpPr/>
            <p:nvPr/>
          </p:nvSpPr>
          <p:spPr>
            <a:xfrm>
              <a:off x="47131" y="0"/>
              <a:ext cx="49674" cy="219006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06" name="Group 315"/>
          <p:cNvGrpSpPr/>
          <p:nvPr/>
        </p:nvGrpSpPr>
        <p:grpSpPr>
          <a:xfrm>
            <a:off x="7936089" y="5005492"/>
            <a:ext cx="99343" cy="219006"/>
            <a:chOff x="0" y="0"/>
            <a:chExt cx="99342" cy="219004"/>
          </a:xfrm>
        </p:grpSpPr>
        <p:sp>
          <p:nvSpPr>
            <p:cNvPr id="504" name="Shape 313"/>
            <p:cNvSpPr/>
            <p:nvPr/>
          </p:nvSpPr>
          <p:spPr>
            <a:xfrm flipH="1">
              <a:off x="0" y="0"/>
              <a:ext cx="49673" cy="219006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05" name="Shape 314"/>
            <p:cNvSpPr/>
            <p:nvPr/>
          </p:nvSpPr>
          <p:spPr>
            <a:xfrm>
              <a:off x="49670" y="0"/>
              <a:ext cx="49673" cy="219006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09" name="Group 318"/>
          <p:cNvGrpSpPr/>
          <p:nvPr/>
        </p:nvGrpSpPr>
        <p:grpSpPr>
          <a:xfrm>
            <a:off x="7936089" y="6335324"/>
            <a:ext cx="99343" cy="219008"/>
            <a:chOff x="0" y="0"/>
            <a:chExt cx="99341" cy="219007"/>
          </a:xfrm>
        </p:grpSpPr>
        <p:sp>
          <p:nvSpPr>
            <p:cNvPr id="507" name="Shape 316"/>
            <p:cNvSpPr/>
            <p:nvPr/>
          </p:nvSpPr>
          <p:spPr>
            <a:xfrm flipH="1">
              <a:off x="0" y="-1"/>
              <a:ext cx="49673" cy="219009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08" name="Shape 317"/>
            <p:cNvSpPr/>
            <p:nvPr/>
          </p:nvSpPr>
          <p:spPr>
            <a:xfrm>
              <a:off x="49670" y="-1"/>
              <a:ext cx="49673" cy="219009"/>
            </a:xfrm>
            <a:prstGeom prst="line">
              <a:avLst/>
            </a:prstGeom>
            <a:noFill/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520" name="Group 329"/>
          <p:cNvGrpSpPr/>
          <p:nvPr/>
        </p:nvGrpSpPr>
        <p:grpSpPr>
          <a:xfrm>
            <a:off x="8017368" y="3548662"/>
            <a:ext cx="2858350" cy="492894"/>
            <a:chOff x="0" y="0"/>
            <a:chExt cx="2858348" cy="492893"/>
          </a:xfrm>
        </p:grpSpPr>
        <p:sp>
          <p:nvSpPr>
            <p:cNvPr id="510" name="Shape 319"/>
            <p:cNvSpPr txBox="1"/>
            <p:nvPr/>
          </p:nvSpPr>
          <p:spPr>
            <a:xfrm>
              <a:off x="941493" y="-1"/>
              <a:ext cx="15494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spcBef>
                  <a:spcPts val="0"/>
                </a:spcBef>
              </a:lvl1pPr>
            </a:lstStyle>
            <a:p>
              <a:pPr/>
              <a:r>
                <a:t>4          5</a:t>
              </a:r>
            </a:p>
          </p:txBody>
        </p:sp>
        <p:sp>
          <p:nvSpPr>
            <p:cNvPr id="511" name="Shape 320"/>
            <p:cNvSpPr/>
            <p:nvPr/>
          </p:nvSpPr>
          <p:spPr>
            <a:xfrm>
              <a:off x="860213" y="29915"/>
              <a:ext cx="799255" cy="440269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12" name="Shape 321"/>
            <p:cNvSpPr/>
            <p:nvPr/>
          </p:nvSpPr>
          <p:spPr>
            <a:xfrm>
              <a:off x="1359182" y="29915"/>
              <a:ext cx="2260" cy="44026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13" name="Shape 322"/>
            <p:cNvSpPr/>
            <p:nvPr/>
          </p:nvSpPr>
          <p:spPr>
            <a:xfrm>
              <a:off x="-1" y="294076"/>
              <a:ext cx="860215" cy="2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14" name="Shape 323"/>
            <p:cNvSpPr/>
            <p:nvPr/>
          </p:nvSpPr>
          <p:spPr>
            <a:xfrm>
              <a:off x="2059093" y="29915"/>
              <a:ext cx="799256" cy="440269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15" name="Shape 324"/>
            <p:cNvSpPr/>
            <p:nvPr/>
          </p:nvSpPr>
          <p:spPr>
            <a:xfrm>
              <a:off x="2558062" y="29915"/>
              <a:ext cx="2260" cy="44026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16" name="Shape 325"/>
            <p:cNvSpPr/>
            <p:nvPr/>
          </p:nvSpPr>
          <p:spPr>
            <a:xfrm>
              <a:off x="1458524" y="294076"/>
              <a:ext cx="600571" cy="2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519" name="Group 328"/>
            <p:cNvGrpSpPr/>
            <p:nvPr/>
          </p:nvGrpSpPr>
          <p:grpSpPr>
            <a:xfrm>
              <a:off x="2661922" y="165382"/>
              <a:ext cx="101883" cy="219007"/>
              <a:chOff x="0" y="0"/>
              <a:chExt cx="101882" cy="219006"/>
            </a:xfrm>
          </p:grpSpPr>
          <p:sp>
            <p:nvSpPr>
              <p:cNvPr id="517" name="Shape 326"/>
              <p:cNvSpPr/>
              <p:nvPr/>
            </p:nvSpPr>
            <p:spPr>
              <a:xfrm flipH="1">
                <a:off x="0" y="-1"/>
                <a:ext cx="49674" cy="219007"/>
              </a:xfrm>
              <a:prstGeom prst="line">
                <a:avLst/>
              </a:prstGeom>
              <a:noFill/>
              <a:ln w="28575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18" name="Shape 327"/>
              <p:cNvSpPr/>
              <p:nvPr/>
            </p:nvSpPr>
            <p:spPr>
              <a:xfrm>
                <a:off x="52211" y="-1"/>
                <a:ext cx="49673" cy="219007"/>
              </a:xfrm>
              <a:prstGeom prst="line">
                <a:avLst/>
              </a:prstGeom>
              <a:noFill/>
              <a:ln w="28575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528" name="Group 337"/>
          <p:cNvGrpSpPr/>
          <p:nvPr/>
        </p:nvGrpSpPr>
        <p:grpSpPr>
          <a:xfrm>
            <a:off x="8058008" y="5504462"/>
            <a:ext cx="1591735" cy="501229"/>
            <a:chOff x="0" y="0"/>
            <a:chExt cx="1591734" cy="501228"/>
          </a:xfrm>
        </p:grpSpPr>
        <p:sp>
          <p:nvSpPr>
            <p:cNvPr id="521" name="Shape 330"/>
            <p:cNvSpPr txBox="1"/>
            <p:nvPr/>
          </p:nvSpPr>
          <p:spPr>
            <a:xfrm>
              <a:off x="681797" y="-1"/>
              <a:ext cx="3499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>
                <a:spcBef>
                  <a:spcPts val="0"/>
                </a:spcBef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522" name="Shape 331"/>
            <p:cNvSpPr/>
            <p:nvPr/>
          </p:nvSpPr>
          <p:spPr>
            <a:xfrm>
              <a:off x="681797" y="63217"/>
              <a:ext cx="909938" cy="438012"/>
            </a:xfrm>
            <a:prstGeom prst="rect">
              <a:avLst/>
            </a:prstGeom>
            <a:noFill/>
            <a:ln w="12700" cap="sq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523" name="Shape 332"/>
            <p:cNvSpPr/>
            <p:nvPr/>
          </p:nvSpPr>
          <p:spPr>
            <a:xfrm>
              <a:off x="1250836" y="63217"/>
              <a:ext cx="2259" cy="43801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24" name="Shape 333"/>
            <p:cNvSpPr/>
            <p:nvPr/>
          </p:nvSpPr>
          <p:spPr>
            <a:xfrm>
              <a:off x="-1" y="327378"/>
              <a:ext cx="681799" cy="2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527" name="Group 336"/>
            <p:cNvGrpSpPr/>
            <p:nvPr/>
          </p:nvGrpSpPr>
          <p:grpSpPr>
            <a:xfrm>
              <a:off x="1353105" y="173848"/>
              <a:ext cx="115384" cy="219008"/>
              <a:chOff x="0" y="0"/>
              <a:chExt cx="115383" cy="219007"/>
            </a:xfrm>
          </p:grpSpPr>
          <p:sp>
            <p:nvSpPr>
              <p:cNvPr id="525" name="Shape 334"/>
              <p:cNvSpPr/>
              <p:nvPr/>
            </p:nvSpPr>
            <p:spPr>
              <a:xfrm flipH="1">
                <a:off x="0" y="-1"/>
                <a:ext cx="57693" cy="219009"/>
              </a:xfrm>
              <a:prstGeom prst="line">
                <a:avLst/>
              </a:prstGeom>
              <a:noFill/>
              <a:ln w="28575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526" name="Shape 335"/>
              <p:cNvSpPr/>
              <p:nvPr/>
            </p:nvSpPr>
            <p:spPr>
              <a:xfrm>
                <a:off x="57691" y="0"/>
                <a:ext cx="57693" cy="219007"/>
              </a:xfrm>
              <a:prstGeom prst="line">
                <a:avLst/>
              </a:prstGeom>
              <a:noFill/>
              <a:ln w="28575" cap="sq">
                <a:solidFill>
                  <a:srgbClr val="99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529" name="Shape 338"/>
          <p:cNvSpPr txBox="1"/>
          <p:nvPr/>
        </p:nvSpPr>
        <p:spPr>
          <a:xfrm>
            <a:off x="6524976" y="1618825"/>
            <a:ext cx="144780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530" name="Shape 339"/>
          <p:cNvSpPr txBox="1"/>
          <p:nvPr/>
        </p:nvSpPr>
        <p:spPr>
          <a:xfrm>
            <a:off x="7527431" y="1618825"/>
            <a:ext cx="196850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firstchild</a:t>
            </a:r>
          </a:p>
        </p:txBody>
      </p:sp>
      <p:sp>
        <p:nvSpPr>
          <p:cNvPr id="531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顺序＋链式存储：邻接表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450"/>
          <p:cNvSpPr txBox="1"/>
          <p:nvPr/>
        </p:nvSpPr>
        <p:spPr>
          <a:xfrm>
            <a:off x="2313783" y="99342"/>
            <a:ext cx="831175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400"/>
            </a:lvl1pPr>
          </a:lstStyle>
          <a:p>
            <a:pPr/>
            <a:r>
              <a:t>树的存储课堂练习</a:t>
            </a:r>
          </a:p>
        </p:txBody>
      </p:sp>
      <p:grpSp>
        <p:nvGrpSpPr>
          <p:cNvPr id="577" name="Group 494"/>
          <p:cNvGrpSpPr/>
          <p:nvPr/>
        </p:nvGrpSpPr>
        <p:grpSpPr>
          <a:xfrm>
            <a:off x="4496646" y="1754317"/>
            <a:ext cx="4011510" cy="4479437"/>
            <a:chOff x="0" y="0"/>
            <a:chExt cx="4011508" cy="4479435"/>
          </a:xfrm>
        </p:grpSpPr>
        <p:sp>
          <p:nvSpPr>
            <p:cNvPr id="534" name="Shape 451"/>
            <p:cNvSpPr/>
            <p:nvPr/>
          </p:nvSpPr>
          <p:spPr>
            <a:xfrm flipH="1">
              <a:off x="853440" y="467360"/>
              <a:ext cx="715717" cy="679593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35" name="Shape 452"/>
            <p:cNvSpPr/>
            <p:nvPr/>
          </p:nvSpPr>
          <p:spPr>
            <a:xfrm>
              <a:off x="1934916" y="307058"/>
              <a:ext cx="715717" cy="7157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36" name="Shape 453"/>
            <p:cNvSpPr/>
            <p:nvPr/>
          </p:nvSpPr>
          <p:spPr>
            <a:xfrm flipH="1">
              <a:off x="340924" y="1422400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37" name="Shape 454"/>
            <p:cNvSpPr/>
            <p:nvPr/>
          </p:nvSpPr>
          <p:spPr>
            <a:xfrm>
              <a:off x="1036320" y="1286934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38" name="Shape 455"/>
            <p:cNvSpPr/>
            <p:nvPr/>
          </p:nvSpPr>
          <p:spPr>
            <a:xfrm>
              <a:off x="2799644" y="1388534"/>
              <a:ext cx="2260" cy="60960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39" name="Shape 456"/>
            <p:cNvSpPr/>
            <p:nvPr/>
          </p:nvSpPr>
          <p:spPr>
            <a:xfrm>
              <a:off x="2799644" y="2275841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40" name="Shape 457"/>
            <p:cNvSpPr/>
            <p:nvPr/>
          </p:nvSpPr>
          <p:spPr>
            <a:xfrm flipH="1">
              <a:off x="2183271" y="3289584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41" name="Shape 458"/>
            <p:cNvSpPr/>
            <p:nvPr/>
          </p:nvSpPr>
          <p:spPr>
            <a:xfrm>
              <a:off x="2895035" y="3185726"/>
              <a:ext cx="609602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42" name="Shape 459"/>
            <p:cNvSpPr/>
            <p:nvPr/>
          </p:nvSpPr>
          <p:spPr>
            <a:xfrm>
              <a:off x="1774613" y="467360"/>
              <a:ext cx="2260" cy="510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43" name="Shape 460"/>
            <p:cNvSpPr/>
            <p:nvPr/>
          </p:nvSpPr>
          <p:spPr>
            <a:xfrm>
              <a:off x="2833511" y="3391184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546" name="Group 463"/>
            <p:cNvGrpSpPr/>
            <p:nvPr/>
          </p:nvGrpSpPr>
          <p:grpSpPr>
            <a:xfrm>
              <a:off x="1501422" y="0"/>
              <a:ext cx="684392" cy="609602"/>
              <a:chOff x="0" y="0"/>
              <a:chExt cx="684391" cy="609601"/>
            </a:xfrm>
          </p:grpSpPr>
          <p:sp>
            <p:nvSpPr>
              <p:cNvPr id="544" name="Shape 46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45" name="Shape 462"/>
              <p:cNvSpPr txBox="1"/>
              <p:nvPr/>
            </p:nvSpPr>
            <p:spPr>
              <a:xfrm>
                <a:off x="49389" y="804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549" name="Group 466"/>
            <p:cNvGrpSpPr/>
            <p:nvPr/>
          </p:nvGrpSpPr>
          <p:grpSpPr>
            <a:xfrm>
              <a:off x="546382" y="909884"/>
              <a:ext cx="691446" cy="609603"/>
              <a:chOff x="0" y="0"/>
              <a:chExt cx="691445" cy="609601"/>
            </a:xfrm>
          </p:grpSpPr>
          <p:sp>
            <p:nvSpPr>
              <p:cNvPr id="547" name="Shape 46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48" name="Shape 465"/>
              <p:cNvSpPr txBox="1"/>
              <p:nvPr/>
            </p:nvSpPr>
            <p:spPr>
              <a:xfrm>
                <a:off x="56443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52" name="Group 469"/>
            <p:cNvGrpSpPr/>
            <p:nvPr/>
          </p:nvGrpSpPr>
          <p:grpSpPr>
            <a:xfrm>
              <a:off x="1498035" y="876018"/>
              <a:ext cx="691447" cy="609603"/>
              <a:chOff x="0" y="0"/>
              <a:chExt cx="691446" cy="609601"/>
            </a:xfrm>
          </p:grpSpPr>
          <p:sp>
            <p:nvSpPr>
              <p:cNvPr id="550" name="Shape 467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51" name="Shape 468"/>
              <p:cNvSpPr txBox="1"/>
              <p:nvPr/>
            </p:nvSpPr>
            <p:spPr>
              <a:xfrm>
                <a:off x="56444" y="43180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555" name="Group 472"/>
            <p:cNvGrpSpPr/>
            <p:nvPr/>
          </p:nvGrpSpPr>
          <p:grpSpPr>
            <a:xfrm>
              <a:off x="2492587" y="909884"/>
              <a:ext cx="681851" cy="609603"/>
              <a:chOff x="0" y="0"/>
              <a:chExt cx="681850" cy="609601"/>
            </a:xfrm>
          </p:grpSpPr>
          <p:sp>
            <p:nvSpPr>
              <p:cNvPr id="553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54" name="Shape 47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558" name="Group 475"/>
            <p:cNvGrpSpPr/>
            <p:nvPr/>
          </p:nvGrpSpPr>
          <p:grpSpPr>
            <a:xfrm>
              <a:off x="0" y="1810738"/>
              <a:ext cx="697938" cy="609603"/>
              <a:chOff x="0" y="0"/>
              <a:chExt cx="697937" cy="609601"/>
            </a:xfrm>
          </p:grpSpPr>
          <p:sp>
            <p:nvSpPr>
              <p:cNvPr id="556" name="Shape 473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57" name="Shape 474"/>
              <p:cNvSpPr txBox="1"/>
              <p:nvPr/>
            </p:nvSpPr>
            <p:spPr>
              <a:xfrm>
                <a:off x="62935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561" name="Group 478"/>
            <p:cNvGrpSpPr/>
            <p:nvPr/>
          </p:nvGrpSpPr>
          <p:grpSpPr>
            <a:xfrm>
              <a:off x="875735" y="1819769"/>
              <a:ext cx="732087" cy="609603"/>
              <a:chOff x="0" y="0"/>
              <a:chExt cx="732086" cy="609601"/>
            </a:xfrm>
          </p:grpSpPr>
          <p:sp>
            <p:nvSpPr>
              <p:cNvPr id="559" name="Shape 476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60" name="Shape 477"/>
              <p:cNvSpPr txBox="1"/>
              <p:nvPr/>
            </p:nvSpPr>
            <p:spPr>
              <a:xfrm>
                <a:off x="97084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564" name="Group 481"/>
            <p:cNvGrpSpPr/>
            <p:nvPr/>
          </p:nvGrpSpPr>
          <p:grpSpPr>
            <a:xfrm>
              <a:off x="2492587" y="1855893"/>
              <a:ext cx="681851" cy="609603"/>
              <a:chOff x="0" y="0"/>
              <a:chExt cx="681850" cy="609601"/>
            </a:xfrm>
          </p:grpSpPr>
          <p:sp>
            <p:nvSpPr>
              <p:cNvPr id="562" name="Shape 479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63" name="Shape 480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567" name="Group 484"/>
            <p:cNvGrpSpPr/>
            <p:nvPr/>
          </p:nvGrpSpPr>
          <p:grpSpPr>
            <a:xfrm>
              <a:off x="2492587" y="2880926"/>
              <a:ext cx="694551" cy="609603"/>
              <a:chOff x="0" y="0"/>
              <a:chExt cx="694550" cy="609601"/>
            </a:xfrm>
          </p:grpSpPr>
          <p:sp>
            <p:nvSpPr>
              <p:cNvPr id="565" name="Shape 48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66" name="Shape 483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570" name="Group 487"/>
            <p:cNvGrpSpPr/>
            <p:nvPr/>
          </p:nvGrpSpPr>
          <p:grpSpPr>
            <a:xfrm>
              <a:off x="1740747" y="3869833"/>
              <a:ext cx="752124" cy="609603"/>
              <a:chOff x="0" y="0"/>
              <a:chExt cx="752123" cy="609601"/>
            </a:xfrm>
          </p:grpSpPr>
          <p:sp>
            <p:nvSpPr>
              <p:cNvPr id="568" name="Shape 485"/>
              <p:cNvSpPr/>
              <p:nvPr/>
            </p:nvSpPr>
            <p:spPr>
              <a:xfrm>
                <a:off x="-1" y="-1"/>
                <a:ext cx="609601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69" name="Shape 486"/>
              <p:cNvSpPr txBox="1"/>
              <p:nvPr/>
            </p:nvSpPr>
            <p:spPr>
              <a:xfrm>
                <a:off x="117122" y="55034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573" name="Group 490"/>
            <p:cNvGrpSpPr/>
            <p:nvPr/>
          </p:nvGrpSpPr>
          <p:grpSpPr>
            <a:xfrm>
              <a:off x="2537742" y="3869833"/>
              <a:ext cx="725595" cy="609603"/>
              <a:chOff x="0" y="0"/>
              <a:chExt cx="725594" cy="609601"/>
            </a:xfrm>
          </p:grpSpPr>
          <p:sp>
            <p:nvSpPr>
              <p:cNvPr id="571" name="Shape 488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72" name="Shape 489"/>
              <p:cNvSpPr txBox="1"/>
              <p:nvPr/>
            </p:nvSpPr>
            <p:spPr>
              <a:xfrm>
                <a:off x="90592" y="296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576" name="Group 493"/>
            <p:cNvGrpSpPr/>
            <p:nvPr/>
          </p:nvGrpSpPr>
          <p:grpSpPr>
            <a:xfrm>
              <a:off x="3314417" y="3869833"/>
              <a:ext cx="697093" cy="609603"/>
              <a:chOff x="0" y="0"/>
              <a:chExt cx="697091" cy="609601"/>
            </a:xfrm>
          </p:grpSpPr>
          <p:sp>
            <p:nvSpPr>
              <p:cNvPr id="574" name="Shape 491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75" name="Shape 492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roup 511"/>
          <p:cNvGrpSpPr/>
          <p:nvPr/>
        </p:nvGrpSpPr>
        <p:grpSpPr>
          <a:xfrm>
            <a:off x="195862" y="3830037"/>
            <a:ext cx="2361638" cy="1792679"/>
            <a:chOff x="0" y="0"/>
            <a:chExt cx="2361637" cy="1792678"/>
          </a:xfrm>
        </p:grpSpPr>
        <p:grpSp>
          <p:nvGrpSpPr>
            <p:cNvPr id="581" name="Group 498"/>
            <p:cNvGrpSpPr/>
            <p:nvPr/>
          </p:nvGrpSpPr>
          <p:grpSpPr>
            <a:xfrm>
              <a:off x="964071" y="-1"/>
              <a:ext cx="444785" cy="629924"/>
              <a:chOff x="0" y="0"/>
              <a:chExt cx="444783" cy="629922"/>
            </a:xfrm>
          </p:grpSpPr>
          <p:sp>
            <p:nvSpPr>
              <p:cNvPr id="579" name="Shape 496"/>
              <p:cNvSpPr/>
              <p:nvPr/>
            </p:nvSpPr>
            <p:spPr>
              <a:xfrm>
                <a:off x="-1" y="0"/>
                <a:ext cx="44478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80" name="Shape 497"/>
              <p:cNvSpPr txBox="1"/>
              <p:nvPr/>
            </p:nvSpPr>
            <p:spPr>
              <a:xfrm>
                <a:off x="21131" y="82341"/>
                <a:ext cx="4025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584" name="Group 501"/>
            <p:cNvGrpSpPr/>
            <p:nvPr/>
          </p:nvGrpSpPr>
          <p:grpSpPr>
            <a:xfrm>
              <a:off x="-1" y="1162756"/>
              <a:ext cx="442527" cy="629923"/>
              <a:chOff x="0" y="0"/>
              <a:chExt cx="442525" cy="629922"/>
            </a:xfrm>
          </p:grpSpPr>
          <p:sp>
            <p:nvSpPr>
              <p:cNvPr id="582" name="Shape 499"/>
              <p:cNvSpPr/>
              <p:nvPr/>
            </p:nvSpPr>
            <p:spPr>
              <a:xfrm>
                <a:off x="0" y="0"/>
                <a:ext cx="442526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83" name="Shape 500"/>
              <p:cNvSpPr txBox="1"/>
              <p:nvPr/>
            </p:nvSpPr>
            <p:spPr>
              <a:xfrm>
                <a:off x="29812" y="82341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87" name="Group 504"/>
            <p:cNvGrpSpPr/>
            <p:nvPr/>
          </p:nvGrpSpPr>
          <p:grpSpPr>
            <a:xfrm>
              <a:off x="964071" y="1144694"/>
              <a:ext cx="444785" cy="629923"/>
              <a:chOff x="0" y="0"/>
              <a:chExt cx="444783" cy="629922"/>
            </a:xfrm>
          </p:grpSpPr>
          <p:sp>
            <p:nvSpPr>
              <p:cNvPr id="585" name="Shape 502"/>
              <p:cNvSpPr/>
              <p:nvPr/>
            </p:nvSpPr>
            <p:spPr>
              <a:xfrm>
                <a:off x="-1" y="0"/>
                <a:ext cx="44478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86" name="Shape 503"/>
              <p:cNvSpPr txBox="1"/>
              <p:nvPr/>
            </p:nvSpPr>
            <p:spPr>
              <a:xfrm>
                <a:off x="30941" y="82341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590" name="Group 507"/>
            <p:cNvGrpSpPr/>
            <p:nvPr/>
          </p:nvGrpSpPr>
          <p:grpSpPr>
            <a:xfrm>
              <a:off x="1919111" y="1126632"/>
              <a:ext cx="442527" cy="629923"/>
              <a:chOff x="0" y="0"/>
              <a:chExt cx="442525" cy="629922"/>
            </a:xfrm>
          </p:grpSpPr>
          <p:sp>
            <p:nvSpPr>
              <p:cNvPr id="588" name="Shape 505"/>
              <p:cNvSpPr/>
              <p:nvPr/>
            </p:nvSpPr>
            <p:spPr>
              <a:xfrm>
                <a:off x="0" y="0"/>
                <a:ext cx="442526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89" name="Shape 506"/>
              <p:cNvSpPr txBox="1"/>
              <p:nvPr/>
            </p:nvSpPr>
            <p:spPr>
              <a:xfrm>
                <a:off x="20002" y="82341"/>
                <a:ext cx="4025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591" name="Shape 508"/>
            <p:cNvSpPr/>
            <p:nvPr/>
          </p:nvSpPr>
          <p:spPr>
            <a:xfrm>
              <a:off x="1192106" y="611857"/>
              <a:ext cx="2260" cy="537353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92" name="Shape 509"/>
            <p:cNvSpPr/>
            <p:nvPr/>
          </p:nvSpPr>
          <p:spPr>
            <a:xfrm flipH="1">
              <a:off x="198684" y="419664"/>
              <a:ext cx="799255" cy="781193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593" name="Shape 510"/>
            <p:cNvSpPr/>
            <p:nvPr/>
          </p:nvSpPr>
          <p:spPr>
            <a:xfrm>
              <a:off x="1376962" y="449297"/>
              <a:ext cx="666046" cy="6931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02" name="Group 519"/>
          <p:cNvGrpSpPr/>
          <p:nvPr/>
        </p:nvGrpSpPr>
        <p:grpSpPr>
          <a:xfrm>
            <a:off x="2762673" y="3886200"/>
            <a:ext cx="659275" cy="1680354"/>
            <a:chOff x="0" y="0"/>
            <a:chExt cx="659274" cy="1680353"/>
          </a:xfrm>
        </p:grpSpPr>
        <p:grpSp>
          <p:nvGrpSpPr>
            <p:cNvPr id="597" name="Group 514"/>
            <p:cNvGrpSpPr/>
            <p:nvPr/>
          </p:nvGrpSpPr>
          <p:grpSpPr>
            <a:xfrm>
              <a:off x="40640" y="-1"/>
              <a:ext cx="618635" cy="596901"/>
              <a:chOff x="0" y="0"/>
              <a:chExt cx="618633" cy="596900"/>
            </a:xfrm>
          </p:grpSpPr>
          <p:sp>
            <p:nvSpPr>
              <p:cNvPr id="595" name="Shape 512"/>
              <p:cNvSpPr/>
              <p:nvPr/>
            </p:nvSpPr>
            <p:spPr>
              <a:xfrm>
                <a:off x="0" y="-1"/>
                <a:ext cx="618635" cy="596901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96" name="Shape 513"/>
              <p:cNvSpPr txBox="1"/>
              <p:nvPr/>
            </p:nvSpPr>
            <p:spPr>
              <a:xfrm>
                <a:off x="127849" y="67384"/>
                <a:ext cx="362932" cy="4674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600" name="Group 517"/>
            <p:cNvGrpSpPr/>
            <p:nvPr/>
          </p:nvGrpSpPr>
          <p:grpSpPr>
            <a:xfrm>
              <a:off x="0" y="1083451"/>
              <a:ext cx="618635" cy="596903"/>
              <a:chOff x="0" y="0"/>
              <a:chExt cx="618633" cy="596901"/>
            </a:xfrm>
          </p:grpSpPr>
          <p:sp>
            <p:nvSpPr>
              <p:cNvPr id="598" name="Shape 515"/>
              <p:cNvSpPr/>
              <p:nvPr/>
            </p:nvSpPr>
            <p:spPr>
              <a:xfrm>
                <a:off x="0" y="0"/>
                <a:ext cx="618635" cy="596902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599" name="Shape 516"/>
              <p:cNvSpPr txBox="1"/>
              <p:nvPr/>
            </p:nvSpPr>
            <p:spPr>
              <a:xfrm>
                <a:off x="137573" y="65408"/>
                <a:ext cx="34348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601" name="Shape 518"/>
            <p:cNvSpPr/>
            <p:nvPr/>
          </p:nvSpPr>
          <p:spPr>
            <a:xfrm>
              <a:off x="347698" y="611575"/>
              <a:ext cx="2259" cy="48316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18" name="Group 535"/>
          <p:cNvGrpSpPr/>
          <p:nvPr/>
        </p:nvGrpSpPr>
        <p:grpSpPr>
          <a:xfrm>
            <a:off x="3525520" y="3886200"/>
            <a:ext cx="1639149" cy="2584876"/>
            <a:chOff x="0" y="0"/>
            <a:chExt cx="1639148" cy="2584875"/>
          </a:xfrm>
        </p:grpSpPr>
        <p:grpSp>
          <p:nvGrpSpPr>
            <p:cNvPr id="605" name="Group 522"/>
            <p:cNvGrpSpPr/>
            <p:nvPr/>
          </p:nvGrpSpPr>
          <p:grpSpPr>
            <a:xfrm>
              <a:off x="605084" y="0"/>
              <a:ext cx="566705" cy="629923"/>
              <a:chOff x="0" y="0"/>
              <a:chExt cx="566704" cy="629922"/>
            </a:xfrm>
          </p:grpSpPr>
          <p:sp>
            <p:nvSpPr>
              <p:cNvPr id="603" name="Shape 520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04" name="Shape 521"/>
              <p:cNvSpPr txBox="1"/>
              <p:nvPr/>
            </p:nvSpPr>
            <p:spPr>
              <a:xfrm>
                <a:off x="82091" y="84317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08" name="Group 525"/>
            <p:cNvGrpSpPr/>
            <p:nvPr/>
          </p:nvGrpSpPr>
          <p:grpSpPr>
            <a:xfrm>
              <a:off x="-1" y="914117"/>
              <a:ext cx="566705" cy="629923"/>
              <a:chOff x="0" y="0"/>
              <a:chExt cx="566704" cy="629922"/>
            </a:xfrm>
          </p:grpSpPr>
          <p:sp>
            <p:nvSpPr>
              <p:cNvPr id="606" name="Shape 523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07" name="Shape 524"/>
              <p:cNvSpPr txBox="1"/>
              <p:nvPr/>
            </p:nvSpPr>
            <p:spPr>
              <a:xfrm>
                <a:off x="82091" y="82341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11" name="Group 528"/>
            <p:cNvGrpSpPr/>
            <p:nvPr/>
          </p:nvGrpSpPr>
          <p:grpSpPr>
            <a:xfrm>
              <a:off x="1072444" y="943469"/>
              <a:ext cx="566705" cy="629923"/>
              <a:chOff x="0" y="0"/>
              <a:chExt cx="566704" cy="629922"/>
            </a:xfrm>
          </p:grpSpPr>
          <p:sp>
            <p:nvSpPr>
              <p:cNvPr id="609" name="Shape 526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10" name="Shape 527"/>
              <p:cNvSpPr txBox="1"/>
              <p:nvPr/>
            </p:nvSpPr>
            <p:spPr>
              <a:xfrm>
                <a:off x="151284" y="82341"/>
                <a:ext cx="264134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612" name="Shape 529"/>
            <p:cNvSpPr/>
            <p:nvPr/>
          </p:nvSpPr>
          <p:spPr>
            <a:xfrm flipH="1">
              <a:off x="433493" y="596900"/>
              <a:ext cx="284482" cy="35898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13" name="Shape 530"/>
            <p:cNvSpPr/>
            <p:nvPr/>
          </p:nvSpPr>
          <p:spPr>
            <a:xfrm>
              <a:off x="1056639" y="596900"/>
              <a:ext cx="284482" cy="35898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616" name="Group 533"/>
            <p:cNvGrpSpPr/>
            <p:nvPr/>
          </p:nvGrpSpPr>
          <p:grpSpPr>
            <a:xfrm>
              <a:off x="1034062" y="1954953"/>
              <a:ext cx="566705" cy="629923"/>
              <a:chOff x="0" y="0"/>
              <a:chExt cx="566704" cy="629922"/>
            </a:xfrm>
          </p:grpSpPr>
          <p:sp>
            <p:nvSpPr>
              <p:cNvPr id="614" name="Shape 531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15" name="Shape 532"/>
              <p:cNvSpPr txBox="1"/>
              <p:nvPr/>
            </p:nvSpPr>
            <p:spPr>
              <a:xfrm>
                <a:off x="141300" y="82341"/>
                <a:ext cx="28410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617" name="Shape 534"/>
            <p:cNvSpPr/>
            <p:nvPr/>
          </p:nvSpPr>
          <p:spPr>
            <a:xfrm>
              <a:off x="1386275" y="1589193"/>
              <a:ext cx="2260" cy="39059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34" name="Group 551"/>
          <p:cNvGrpSpPr/>
          <p:nvPr/>
        </p:nvGrpSpPr>
        <p:grpSpPr>
          <a:xfrm>
            <a:off x="10567388" y="1355794"/>
            <a:ext cx="1937176" cy="2865125"/>
            <a:chOff x="0" y="0"/>
            <a:chExt cx="1937175" cy="2865123"/>
          </a:xfrm>
        </p:grpSpPr>
        <p:grpSp>
          <p:nvGrpSpPr>
            <p:cNvPr id="621" name="Group 538"/>
            <p:cNvGrpSpPr/>
            <p:nvPr/>
          </p:nvGrpSpPr>
          <p:grpSpPr>
            <a:xfrm>
              <a:off x="670559" y="-1"/>
              <a:ext cx="550901" cy="564447"/>
              <a:chOff x="0" y="0"/>
              <a:chExt cx="550899" cy="564446"/>
            </a:xfrm>
          </p:grpSpPr>
          <p:sp>
            <p:nvSpPr>
              <p:cNvPr id="619" name="Shape 536"/>
              <p:cNvSpPr/>
              <p:nvPr/>
            </p:nvSpPr>
            <p:spPr>
              <a:xfrm>
                <a:off x="0" y="-1"/>
                <a:ext cx="550901" cy="564448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20" name="Shape 537"/>
              <p:cNvSpPr txBox="1"/>
              <p:nvPr/>
            </p:nvSpPr>
            <p:spPr>
              <a:xfrm>
                <a:off x="74189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624" name="Group 541"/>
            <p:cNvGrpSpPr/>
            <p:nvPr/>
          </p:nvGrpSpPr>
          <p:grpSpPr>
            <a:xfrm>
              <a:off x="0" y="806026"/>
              <a:ext cx="550901" cy="566705"/>
              <a:chOff x="0" y="0"/>
              <a:chExt cx="550899" cy="566704"/>
            </a:xfrm>
          </p:grpSpPr>
          <p:sp>
            <p:nvSpPr>
              <p:cNvPr id="622" name="Shape 539"/>
              <p:cNvSpPr/>
              <p:nvPr/>
            </p:nvSpPr>
            <p:spPr>
              <a:xfrm>
                <a:off x="0" y="-1"/>
                <a:ext cx="550900" cy="56670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23" name="Shape 540"/>
              <p:cNvSpPr txBox="1"/>
              <p:nvPr/>
            </p:nvSpPr>
            <p:spPr>
              <a:xfrm>
                <a:off x="88515" y="50732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27" name="Group 544"/>
            <p:cNvGrpSpPr/>
            <p:nvPr/>
          </p:nvGrpSpPr>
          <p:grpSpPr>
            <a:xfrm>
              <a:off x="670559" y="1607537"/>
              <a:ext cx="550901" cy="564449"/>
              <a:chOff x="0" y="0"/>
              <a:chExt cx="550899" cy="564448"/>
            </a:xfrm>
          </p:grpSpPr>
          <p:sp>
            <p:nvSpPr>
              <p:cNvPr id="625" name="Shape 542"/>
              <p:cNvSpPr/>
              <p:nvPr/>
            </p:nvSpPr>
            <p:spPr>
              <a:xfrm>
                <a:off x="0" y="0"/>
                <a:ext cx="550901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26" name="Shape 543"/>
              <p:cNvSpPr txBox="1"/>
              <p:nvPr/>
            </p:nvSpPr>
            <p:spPr>
              <a:xfrm>
                <a:off x="83999" y="49603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630" name="Group 547"/>
            <p:cNvGrpSpPr/>
            <p:nvPr/>
          </p:nvGrpSpPr>
          <p:grpSpPr>
            <a:xfrm>
              <a:off x="1386275" y="2300675"/>
              <a:ext cx="550901" cy="564449"/>
              <a:chOff x="0" y="0"/>
              <a:chExt cx="550899" cy="564448"/>
            </a:xfrm>
          </p:grpSpPr>
          <p:sp>
            <p:nvSpPr>
              <p:cNvPr id="628" name="Shape 545"/>
              <p:cNvSpPr/>
              <p:nvPr/>
            </p:nvSpPr>
            <p:spPr>
              <a:xfrm>
                <a:off x="0" y="0"/>
                <a:ext cx="550901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29" name="Shape 546"/>
              <p:cNvSpPr txBox="1"/>
              <p:nvPr/>
            </p:nvSpPr>
            <p:spPr>
              <a:xfrm>
                <a:off x="74189" y="49603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631" name="Shape 548"/>
            <p:cNvSpPr/>
            <p:nvPr/>
          </p:nvSpPr>
          <p:spPr>
            <a:xfrm flipH="1">
              <a:off x="495300" y="501226"/>
              <a:ext cx="275450" cy="40414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32" name="Shape 549"/>
            <p:cNvSpPr/>
            <p:nvPr/>
          </p:nvSpPr>
          <p:spPr>
            <a:xfrm>
              <a:off x="465102" y="1291448"/>
              <a:ext cx="356731" cy="35221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33" name="Shape 550"/>
            <p:cNvSpPr/>
            <p:nvPr/>
          </p:nvSpPr>
          <p:spPr>
            <a:xfrm>
              <a:off x="1130300" y="2104248"/>
              <a:ext cx="331895" cy="32060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42" name="Group 559"/>
          <p:cNvGrpSpPr/>
          <p:nvPr/>
        </p:nvGrpSpPr>
        <p:grpSpPr>
          <a:xfrm>
            <a:off x="10236269" y="4303605"/>
            <a:ext cx="1140181" cy="1469817"/>
            <a:chOff x="0" y="0"/>
            <a:chExt cx="1140179" cy="1469815"/>
          </a:xfrm>
        </p:grpSpPr>
        <p:grpSp>
          <p:nvGrpSpPr>
            <p:cNvPr id="637" name="Group 554"/>
            <p:cNvGrpSpPr/>
            <p:nvPr/>
          </p:nvGrpSpPr>
          <p:grpSpPr>
            <a:xfrm>
              <a:off x="589279" y="-1"/>
              <a:ext cx="550901" cy="566706"/>
              <a:chOff x="0" y="0"/>
              <a:chExt cx="550899" cy="566704"/>
            </a:xfrm>
          </p:grpSpPr>
          <p:sp>
            <p:nvSpPr>
              <p:cNvPr id="635" name="Shape 552"/>
              <p:cNvSpPr/>
              <p:nvPr/>
            </p:nvSpPr>
            <p:spPr>
              <a:xfrm>
                <a:off x="0" y="0"/>
                <a:ext cx="550901" cy="566705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36" name="Shape 553"/>
              <p:cNvSpPr txBox="1"/>
              <p:nvPr/>
            </p:nvSpPr>
            <p:spPr>
              <a:xfrm>
                <a:off x="93983" y="50732"/>
                <a:ext cx="36293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640" name="Group 557"/>
            <p:cNvGrpSpPr/>
            <p:nvPr/>
          </p:nvGrpSpPr>
          <p:grpSpPr>
            <a:xfrm>
              <a:off x="0" y="903111"/>
              <a:ext cx="550901" cy="566705"/>
              <a:chOff x="0" y="0"/>
              <a:chExt cx="550899" cy="566704"/>
            </a:xfrm>
          </p:grpSpPr>
          <p:sp>
            <p:nvSpPr>
              <p:cNvPr id="638" name="Shape 555"/>
              <p:cNvSpPr/>
              <p:nvPr/>
            </p:nvSpPr>
            <p:spPr>
              <a:xfrm>
                <a:off x="0" y="0"/>
                <a:ext cx="550900" cy="566705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39" name="Shape 556"/>
              <p:cNvSpPr txBox="1"/>
              <p:nvPr/>
            </p:nvSpPr>
            <p:spPr>
              <a:xfrm>
                <a:off x="103706" y="50732"/>
                <a:ext cx="34348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641" name="Shape 558"/>
            <p:cNvSpPr/>
            <p:nvPr/>
          </p:nvSpPr>
          <p:spPr>
            <a:xfrm flipH="1">
              <a:off x="433492" y="494453"/>
              <a:ext cx="302545" cy="45833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58" name="Group 575"/>
          <p:cNvGrpSpPr/>
          <p:nvPr/>
        </p:nvGrpSpPr>
        <p:grpSpPr>
          <a:xfrm>
            <a:off x="10394033" y="6245576"/>
            <a:ext cx="1205656" cy="2889961"/>
            <a:chOff x="0" y="0"/>
            <a:chExt cx="1205655" cy="2889959"/>
          </a:xfrm>
        </p:grpSpPr>
        <p:grpSp>
          <p:nvGrpSpPr>
            <p:cNvPr id="645" name="Group 562"/>
            <p:cNvGrpSpPr/>
            <p:nvPr/>
          </p:nvGrpSpPr>
          <p:grpSpPr>
            <a:xfrm>
              <a:off x="568959" y="0"/>
              <a:ext cx="548643" cy="564446"/>
              <a:chOff x="0" y="0"/>
              <a:chExt cx="548641" cy="564445"/>
            </a:xfrm>
          </p:grpSpPr>
          <p:sp>
            <p:nvSpPr>
              <p:cNvPr id="643" name="Shape 560"/>
              <p:cNvSpPr/>
              <p:nvPr/>
            </p:nvSpPr>
            <p:spPr>
              <a:xfrm>
                <a:off x="0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44" name="Shape 561"/>
              <p:cNvSpPr txBox="1"/>
              <p:nvPr/>
            </p:nvSpPr>
            <p:spPr>
              <a:xfrm>
                <a:off x="73059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48" name="Group 565"/>
            <p:cNvGrpSpPr/>
            <p:nvPr/>
          </p:nvGrpSpPr>
          <p:grpSpPr>
            <a:xfrm>
              <a:off x="0" y="817315"/>
              <a:ext cx="548643" cy="564447"/>
              <a:chOff x="0" y="0"/>
              <a:chExt cx="548641" cy="564445"/>
            </a:xfrm>
          </p:grpSpPr>
          <p:sp>
            <p:nvSpPr>
              <p:cNvPr id="646" name="Shape 563"/>
              <p:cNvSpPr/>
              <p:nvPr/>
            </p:nvSpPr>
            <p:spPr>
              <a:xfrm>
                <a:off x="0" y="0"/>
                <a:ext cx="548642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47" name="Shape 564"/>
              <p:cNvSpPr txBox="1"/>
              <p:nvPr/>
            </p:nvSpPr>
            <p:spPr>
              <a:xfrm>
                <a:off x="73059" y="43959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51" name="Group 568"/>
            <p:cNvGrpSpPr/>
            <p:nvPr/>
          </p:nvGrpSpPr>
          <p:grpSpPr>
            <a:xfrm>
              <a:off x="657013" y="1544320"/>
              <a:ext cx="548643" cy="564449"/>
              <a:chOff x="0" y="0"/>
              <a:chExt cx="548641" cy="564448"/>
            </a:xfrm>
          </p:grpSpPr>
          <p:sp>
            <p:nvSpPr>
              <p:cNvPr id="649" name="Shape 566"/>
              <p:cNvSpPr/>
              <p:nvPr/>
            </p:nvSpPr>
            <p:spPr>
              <a:xfrm>
                <a:off x="0" y="-1"/>
                <a:ext cx="548643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50" name="Shape 567"/>
              <p:cNvSpPr txBox="1"/>
              <p:nvPr/>
            </p:nvSpPr>
            <p:spPr>
              <a:xfrm>
                <a:off x="142252" y="49603"/>
                <a:ext cx="26413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652" name="Shape 569"/>
            <p:cNvSpPr/>
            <p:nvPr/>
          </p:nvSpPr>
          <p:spPr>
            <a:xfrm flipH="1">
              <a:off x="419946" y="532835"/>
              <a:ext cx="275451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655" name="Group 572"/>
            <p:cNvGrpSpPr/>
            <p:nvPr/>
          </p:nvGrpSpPr>
          <p:grpSpPr>
            <a:xfrm>
              <a:off x="142240" y="2325511"/>
              <a:ext cx="548643" cy="564449"/>
              <a:chOff x="0" y="0"/>
              <a:chExt cx="548641" cy="564448"/>
            </a:xfrm>
          </p:grpSpPr>
          <p:sp>
            <p:nvSpPr>
              <p:cNvPr id="653" name="Shape 570"/>
              <p:cNvSpPr/>
              <p:nvPr/>
            </p:nvSpPr>
            <p:spPr>
              <a:xfrm>
                <a:off x="0" y="-1"/>
                <a:ext cx="548643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54" name="Shape 571"/>
              <p:cNvSpPr txBox="1"/>
              <p:nvPr/>
            </p:nvSpPr>
            <p:spPr>
              <a:xfrm>
                <a:off x="132268" y="49604"/>
                <a:ext cx="28410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656" name="Shape 573"/>
            <p:cNvSpPr/>
            <p:nvPr/>
          </p:nvSpPr>
          <p:spPr>
            <a:xfrm>
              <a:off x="478649" y="1293706"/>
              <a:ext cx="300286" cy="29577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57" name="Shape 574"/>
            <p:cNvSpPr/>
            <p:nvPr/>
          </p:nvSpPr>
          <p:spPr>
            <a:xfrm flipH="1">
              <a:off x="587022" y="2072923"/>
              <a:ext cx="191913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659" name="Shape 576"/>
          <p:cNvSpPr txBox="1"/>
          <p:nvPr/>
        </p:nvSpPr>
        <p:spPr>
          <a:xfrm>
            <a:off x="1903024" y="25400"/>
            <a:ext cx="88138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森林=&gt;二叉树</a:t>
            </a:r>
          </a:p>
        </p:txBody>
      </p:sp>
      <p:grpSp>
        <p:nvGrpSpPr>
          <p:cNvPr id="675" name="Group 592"/>
          <p:cNvGrpSpPr/>
          <p:nvPr/>
        </p:nvGrpSpPr>
        <p:grpSpPr>
          <a:xfrm>
            <a:off x="5675841" y="1511016"/>
            <a:ext cx="2361639" cy="1792680"/>
            <a:chOff x="0" y="0"/>
            <a:chExt cx="2361638" cy="1792678"/>
          </a:xfrm>
        </p:grpSpPr>
        <p:grpSp>
          <p:nvGrpSpPr>
            <p:cNvPr id="662" name="Group 579"/>
            <p:cNvGrpSpPr/>
            <p:nvPr/>
          </p:nvGrpSpPr>
          <p:grpSpPr>
            <a:xfrm>
              <a:off x="964071" y="-1"/>
              <a:ext cx="444785" cy="629924"/>
              <a:chOff x="0" y="0"/>
              <a:chExt cx="444783" cy="629922"/>
            </a:xfrm>
          </p:grpSpPr>
          <p:sp>
            <p:nvSpPr>
              <p:cNvPr id="660" name="Shape 577"/>
              <p:cNvSpPr/>
              <p:nvPr/>
            </p:nvSpPr>
            <p:spPr>
              <a:xfrm>
                <a:off x="-1" y="0"/>
                <a:ext cx="44478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61" name="Shape 578"/>
              <p:cNvSpPr txBox="1"/>
              <p:nvPr/>
            </p:nvSpPr>
            <p:spPr>
              <a:xfrm>
                <a:off x="21131" y="82341"/>
                <a:ext cx="4025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665" name="Group 582"/>
            <p:cNvGrpSpPr/>
            <p:nvPr/>
          </p:nvGrpSpPr>
          <p:grpSpPr>
            <a:xfrm>
              <a:off x="0" y="1162756"/>
              <a:ext cx="442527" cy="629923"/>
              <a:chOff x="0" y="0"/>
              <a:chExt cx="442525" cy="629922"/>
            </a:xfrm>
          </p:grpSpPr>
          <p:sp>
            <p:nvSpPr>
              <p:cNvPr id="663" name="Shape 580"/>
              <p:cNvSpPr/>
              <p:nvPr/>
            </p:nvSpPr>
            <p:spPr>
              <a:xfrm>
                <a:off x="-1" y="0"/>
                <a:ext cx="442527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64" name="Shape 581"/>
              <p:cNvSpPr txBox="1"/>
              <p:nvPr/>
            </p:nvSpPr>
            <p:spPr>
              <a:xfrm>
                <a:off x="29812" y="82341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68" name="Group 585"/>
            <p:cNvGrpSpPr/>
            <p:nvPr/>
          </p:nvGrpSpPr>
          <p:grpSpPr>
            <a:xfrm>
              <a:off x="964071" y="1144694"/>
              <a:ext cx="444785" cy="629923"/>
              <a:chOff x="0" y="0"/>
              <a:chExt cx="444783" cy="629922"/>
            </a:xfrm>
          </p:grpSpPr>
          <p:sp>
            <p:nvSpPr>
              <p:cNvPr id="666" name="Shape 583"/>
              <p:cNvSpPr/>
              <p:nvPr/>
            </p:nvSpPr>
            <p:spPr>
              <a:xfrm>
                <a:off x="-1" y="0"/>
                <a:ext cx="44478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67" name="Shape 584"/>
              <p:cNvSpPr txBox="1"/>
              <p:nvPr/>
            </p:nvSpPr>
            <p:spPr>
              <a:xfrm>
                <a:off x="30941" y="82341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671" name="Group 588"/>
            <p:cNvGrpSpPr/>
            <p:nvPr/>
          </p:nvGrpSpPr>
          <p:grpSpPr>
            <a:xfrm>
              <a:off x="1919112" y="1126632"/>
              <a:ext cx="442527" cy="629923"/>
              <a:chOff x="0" y="0"/>
              <a:chExt cx="442525" cy="629922"/>
            </a:xfrm>
          </p:grpSpPr>
          <p:sp>
            <p:nvSpPr>
              <p:cNvPr id="669" name="Shape 586"/>
              <p:cNvSpPr/>
              <p:nvPr/>
            </p:nvSpPr>
            <p:spPr>
              <a:xfrm>
                <a:off x="-1" y="0"/>
                <a:ext cx="442527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70" name="Shape 587"/>
              <p:cNvSpPr txBox="1"/>
              <p:nvPr/>
            </p:nvSpPr>
            <p:spPr>
              <a:xfrm>
                <a:off x="20002" y="82341"/>
                <a:ext cx="40251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672" name="Shape 589"/>
            <p:cNvSpPr/>
            <p:nvPr/>
          </p:nvSpPr>
          <p:spPr>
            <a:xfrm>
              <a:off x="1192107" y="611857"/>
              <a:ext cx="2260" cy="537353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73" name="Shape 590"/>
            <p:cNvSpPr/>
            <p:nvPr/>
          </p:nvSpPr>
          <p:spPr>
            <a:xfrm flipH="1">
              <a:off x="198684" y="419664"/>
              <a:ext cx="799255" cy="781193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74" name="Shape 591"/>
            <p:cNvSpPr/>
            <p:nvPr/>
          </p:nvSpPr>
          <p:spPr>
            <a:xfrm>
              <a:off x="1376963" y="449297"/>
              <a:ext cx="666046" cy="6931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676" name="Shape 593"/>
          <p:cNvSpPr/>
          <p:nvPr/>
        </p:nvSpPr>
        <p:spPr>
          <a:xfrm>
            <a:off x="8667432" y="2036627"/>
            <a:ext cx="1421062" cy="752465"/>
          </a:xfrm>
          <a:prstGeom prst="rightArrow">
            <a:avLst>
              <a:gd name="adj1" fmla="val 28440"/>
              <a:gd name="adj2" fmla="val 66055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677" name="Shape 594"/>
          <p:cNvSpPr/>
          <p:nvPr/>
        </p:nvSpPr>
        <p:spPr>
          <a:xfrm flipH="1">
            <a:off x="5420253" y="1128888"/>
            <a:ext cx="1" cy="8099498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685" name="Group 602"/>
          <p:cNvGrpSpPr/>
          <p:nvPr/>
        </p:nvGrpSpPr>
        <p:grpSpPr>
          <a:xfrm>
            <a:off x="6544909" y="4338460"/>
            <a:ext cx="659275" cy="1680355"/>
            <a:chOff x="0" y="0"/>
            <a:chExt cx="659274" cy="1680354"/>
          </a:xfrm>
        </p:grpSpPr>
        <p:grpSp>
          <p:nvGrpSpPr>
            <p:cNvPr id="680" name="Group 597"/>
            <p:cNvGrpSpPr/>
            <p:nvPr/>
          </p:nvGrpSpPr>
          <p:grpSpPr>
            <a:xfrm>
              <a:off x="40640" y="0"/>
              <a:ext cx="618635" cy="596900"/>
              <a:chOff x="0" y="0"/>
              <a:chExt cx="618633" cy="596899"/>
            </a:xfrm>
          </p:grpSpPr>
          <p:sp>
            <p:nvSpPr>
              <p:cNvPr id="678" name="Shape 595"/>
              <p:cNvSpPr/>
              <p:nvPr/>
            </p:nvSpPr>
            <p:spPr>
              <a:xfrm>
                <a:off x="-1" y="0"/>
                <a:ext cx="618635" cy="596900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79" name="Shape 596"/>
              <p:cNvSpPr txBox="1"/>
              <p:nvPr/>
            </p:nvSpPr>
            <p:spPr>
              <a:xfrm>
                <a:off x="127849" y="67384"/>
                <a:ext cx="36293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683" name="Group 600"/>
            <p:cNvGrpSpPr/>
            <p:nvPr/>
          </p:nvGrpSpPr>
          <p:grpSpPr>
            <a:xfrm>
              <a:off x="0" y="1083452"/>
              <a:ext cx="618634" cy="596903"/>
              <a:chOff x="0" y="0"/>
              <a:chExt cx="618633" cy="596901"/>
            </a:xfrm>
          </p:grpSpPr>
          <p:sp>
            <p:nvSpPr>
              <p:cNvPr id="681" name="Shape 598"/>
              <p:cNvSpPr/>
              <p:nvPr/>
            </p:nvSpPr>
            <p:spPr>
              <a:xfrm>
                <a:off x="-1" y="0"/>
                <a:ext cx="618635" cy="59690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82" name="Shape 599"/>
              <p:cNvSpPr txBox="1"/>
              <p:nvPr/>
            </p:nvSpPr>
            <p:spPr>
              <a:xfrm>
                <a:off x="137573" y="65408"/>
                <a:ext cx="34348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684" name="Shape 601"/>
            <p:cNvSpPr/>
            <p:nvPr/>
          </p:nvSpPr>
          <p:spPr>
            <a:xfrm>
              <a:off x="347699" y="611575"/>
              <a:ext cx="2259" cy="48316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701" name="Group 618"/>
          <p:cNvGrpSpPr/>
          <p:nvPr/>
        </p:nvGrpSpPr>
        <p:grpSpPr>
          <a:xfrm>
            <a:off x="6054971" y="6680200"/>
            <a:ext cx="1639150" cy="2584876"/>
            <a:chOff x="0" y="0"/>
            <a:chExt cx="1639148" cy="2584875"/>
          </a:xfrm>
        </p:grpSpPr>
        <p:grpSp>
          <p:nvGrpSpPr>
            <p:cNvPr id="688" name="Group 605"/>
            <p:cNvGrpSpPr/>
            <p:nvPr/>
          </p:nvGrpSpPr>
          <p:grpSpPr>
            <a:xfrm>
              <a:off x="605084" y="0"/>
              <a:ext cx="566705" cy="629923"/>
              <a:chOff x="0" y="0"/>
              <a:chExt cx="566704" cy="629922"/>
            </a:xfrm>
          </p:grpSpPr>
          <p:sp>
            <p:nvSpPr>
              <p:cNvPr id="686" name="Shape 603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87" name="Shape 604"/>
              <p:cNvSpPr txBox="1"/>
              <p:nvPr/>
            </p:nvSpPr>
            <p:spPr>
              <a:xfrm>
                <a:off x="82091" y="84317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91" name="Group 608"/>
            <p:cNvGrpSpPr/>
            <p:nvPr/>
          </p:nvGrpSpPr>
          <p:grpSpPr>
            <a:xfrm>
              <a:off x="-1" y="914117"/>
              <a:ext cx="566705" cy="629923"/>
              <a:chOff x="0" y="0"/>
              <a:chExt cx="566704" cy="629922"/>
            </a:xfrm>
          </p:grpSpPr>
          <p:sp>
            <p:nvSpPr>
              <p:cNvPr id="689" name="Shape 606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90" name="Shape 607"/>
              <p:cNvSpPr txBox="1"/>
              <p:nvPr/>
            </p:nvSpPr>
            <p:spPr>
              <a:xfrm>
                <a:off x="82091" y="82341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94" name="Group 611"/>
            <p:cNvGrpSpPr/>
            <p:nvPr/>
          </p:nvGrpSpPr>
          <p:grpSpPr>
            <a:xfrm>
              <a:off x="1072444" y="943469"/>
              <a:ext cx="566705" cy="629923"/>
              <a:chOff x="0" y="0"/>
              <a:chExt cx="566704" cy="629922"/>
            </a:xfrm>
          </p:grpSpPr>
          <p:sp>
            <p:nvSpPr>
              <p:cNvPr id="692" name="Shape 609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93" name="Shape 610"/>
              <p:cNvSpPr txBox="1"/>
              <p:nvPr/>
            </p:nvSpPr>
            <p:spPr>
              <a:xfrm>
                <a:off x="151284" y="82341"/>
                <a:ext cx="264134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695" name="Shape 612"/>
            <p:cNvSpPr/>
            <p:nvPr/>
          </p:nvSpPr>
          <p:spPr>
            <a:xfrm flipH="1">
              <a:off x="433493" y="596900"/>
              <a:ext cx="284482" cy="35898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696" name="Shape 613"/>
            <p:cNvSpPr/>
            <p:nvPr/>
          </p:nvSpPr>
          <p:spPr>
            <a:xfrm>
              <a:off x="1056639" y="596900"/>
              <a:ext cx="284482" cy="35898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699" name="Group 616"/>
            <p:cNvGrpSpPr/>
            <p:nvPr/>
          </p:nvGrpSpPr>
          <p:grpSpPr>
            <a:xfrm>
              <a:off x="1034062" y="1954953"/>
              <a:ext cx="566705" cy="629923"/>
              <a:chOff x="0" y="0"/>
              <a:chExt cx="566704" cy="629922"/>
            </a:xfrm>
          </p:grpSpPr>
          <p:sp>
            <p:nvSpPr>
              <p:cNvPr id="697" name="Shape 614"/>
              <p:cNvSpPr/>
              <p:nvPr/>
            </p:nvSpPr>
            <p:spPr>
              <a:xfrm>
                <a:off x="0" y="0"/>
                <a:ext cx="566705" cy="62992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698" name="Shape 615"/>
              <p:cNvSpPr txBox="1"/>
              <p:nvPr/>
            </p:nvSpPr>
            <p:spPr>
              <a:xfrm>
                <a:off x="141300" y="82341"/>
                <a:ext cx="28410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700" name="Shape 617"/>
            <p:cNvSpPr/>
            <p:nvPr/>
          </p:nvSpPr>
          <p:spPr>
            <a:xfrm>
              <a:off x="1386275" y="1589193"/>
              <a:ext cx="2260" cy="39059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702" name="Shape 619"/>
          <p:cNvSpPr/>
          <p:nvPr/>
        </p:nvSpPr>
        <p:spPr>
          <a:xfrm>
            <a:off x="8324074" y="4802404"/>
            <a:ext cx="1421061" cy="752466"/>
          </a:xfrm>
          <a:prstGeom prst="rightArrow">
            <a:avLst>
              <a:gd name="adj1" fmla="val 28440"/>
              <a:gd name="adj2" fmla="val 66055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sp>
        <p:nvSpPr>
          <p:cNvPr id="703" name="Shape 620"/>
          <p:cNvSpPr/>
          <p:nvPr/>
        </p:nvSpPr>
        <p:spPr>
          <a:xfrm>
            <a:off x="8476474" y="7444003"/>
            <a:ext cx="1421061" cy="752465"/>
          </a:xfrm>
          <a:prstGeom prst="rightArrow">
            <a:avLst>
              <a:gd name="adj1" fmla="val 28440"/>
              <a:gd name="adj2" fmla="val 66055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03" grpId="10"/>
      <p:bldP build="whole" bldLvl="1" animBg="1" rev="0" advAuto="0" spid="658" grpId="8"/>
      <p:bldP build="whole" bldLvl="1" animBg="1" rev="0" advAuto="0" spid="685" grpId="6"/>
      <p:bldP build="whole" bldLvl="1" animBg="1" rev="0" advAuto="0" spid="677" grpId="1"/>
      <p:bldP build="whole" bldLvl="1" animBg="1" rev="0" advAuto="0" spid="676" grpId="4"/>
      <p:bldP build="whole" bldLvl="1" animBg="1" rev="0" advAuto="0" spid="702" grpId="7"/>
      <p:bldP build="whole" bldLvl="1" animBg="1" rev="0" advAuto="0" spid="634" grpId="2"/>
      <p:bldP build="whole" bldLvl="1" animBg="1" rev="0" advAuto="0" spid="675" grpId="3"/>
      <p:bldP build="whole" bldLvl="1" animBg="1" rev="0" advAuto="0" spid="642" grpId="5"/>
      <p:bldP build="whole" bldLvl="1" animBg="1" rev="0" advAuto="0" spid="701" grpId="9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roup 637"/>
          <p:cNvGrpSpPr/>
          <p:nvPr/>
        </p:nvGrpSpPr>
        <p:grpSpPr>
          <a:xfrm>
            <a:off x="2611402" y="1225972"/>
            <a:ext cx="1932662" cy="2865125"/>
            <a:chOff x="0" y="0"/>
            <a:chExt cx="1932661" cy="2865123"/>
          </a:xfrm>
        </p:grpSpPr>
        <p:grpSp>
          <p:nvGrpSpPr>
            <p:cNvPr id="707" name="Group 624"/>
            <p:cNvGrpSpPr/>
            <p:nvPr/>
          </p:nvGrpSpPr>
          <p:grpSpPr>
            <a:xfrm>
              <a:off x="666044" y="-1"/>
              <a:ext cx="550901" cy="564447"/>
              <a:chOff x="0" y="0"/>
              <a:chExt cx="550899" cy="564446"/>
            </a:xfrm>
          </p:grpSpPr>
          <p:sp>
            <p:nvSpPr>
              <p:cNvPr id="705" name="Shape 622"/>
              <p:cNvSpPr/>
              <p:nvPr/>
            </p:nvSpPr>
            <p:spPr>
              <a:xfrm>
                <a:off x="0" y="-1"/>
                <a:ext cx="550901" cy="564448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06" name="Shape 623"/>
              <p:cNvSpPr txBox="1"/>
              <p:nvPr/>
            </p:nvSpPr>
            <p:spPr>
              <a:xfrm>
                <a:off x="74189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10" name="Group 627"/>
            <p:cNvGrpSpPr/>
            <p:nvPr/>
          </p:nvGrpSpPr>
          <p:grpSpPr>
            <a:xfrm>
              <a:off x="0" y="806026"/>
              <a:ext cx="550901" cy="566707"/>
              <a:chOff x="0" y="0"/>
              <a:chExt cx="550899" cy="566706"/>
            </a:xfrm>
          </p:grpSpPr>
          <p:sp>
            <p:nvSpPr>
              <p:cNvPr id="708" name="Shape 625"/>
              <p:cNvSpPr/>
              <p:nvPr/>
            </p:nvSpPr>
            <p:spPr>
              <a:xfrm>
                <a:off x="0" y="0"/>
                <a:ext cx="550901" cy="566707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09" name="Shape 626"/>
              <p:cNvSpPr txBox="1"/>
              <p:nvPr/>
            </p:nvSpPr>
            <p:spPr>
              <a:xfrm>
                <a:off x="83999" y="50732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713" name="Group 630"/>
            <p:cNvGrpSpPr/>
            <p:nvPr/>
          </p:nvGrpSpPr>
          <p:grpSpPr>
            <a:xfrm>
              <a:off x="666044" y="1607538"/>
              <a:ext cx="550901" cy="564447"/>
              <a:chOff x="0" y="0"/>
              <a:chExt cx="550899" cy="564446"/>
            </a:xfrm>
          </p:grpSpPr>
          <p:sp>
            <p:nvSpPr>
              <p:cNvPr id="711" name="Shape 628"/>
              <p:cNvSpPr/>
              <p:nvPr/>
            </p:nvSpPr>
            <p:spPr>
              <a:xfrm>
                <a:off x="0" y="-1"/>
                <a:ext cx="550901" cy="564448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12" name="Shape 629"/>
              <p:cNvSpPr txBox="1"/>
              <p:nvPr/>
            </p:nvSpPr>
            <p:spPr>
              <a:xfrm>
                <a:off x="83999" y="49603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716" name="Group 633"/>
            <p:cNvGrpSpPr/>
            <p:nvPr/>
          </p:nvGrpSpPr>
          <p:grpSpPr>
            <a:xfrm>
              <a:off x="1381761" y="2300675"/>
              <a:ext cx="550901" cy="564449"/>
              <a:chOff x="0" y="0"/>
              <a:chExt cx="550899" cy="564448"/>
            </a:xfrm>
          </p:grpSpPr>
          <p:sp>
            <p:nvSpPr>
              <p:cNvPr id="714" name="Shape 631"/>
              <p:cNvSpPr/>
              <p:nvPr/>
            </p:nvSpPr>
            <p:spPr>
              <a:xfrm>
                <a:off x="0" y="0"/>
                <a:ext cx="550901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15" name="Shape 632"/>
              <p:cNvSpPr txBox="1"/>
              <p:nvPr/>
            </p:nvSpPr>
            <p:spPr>
              <a:xfrm>
                <a:off x="74188" y="49603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717" name="Shape 634"/>
            <p:cNvSpPr/>
            <p:nvPr/>
          </p:nvSpPr>
          <p:spPr>
            <a:xfrm flipH="1">
              <a:off x="487679" y="496993"/>
              <a:ext cx="275451" cy="40414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18" name="Shape 635"/>
            <p:cNvSpPr/>
            <p:nvPr/>
          </p:nvSpPr>
          <p:spPr>
            <a:xfrm>
              <a:off x="460586" y="1291449"/>
              <a:ext cx="356731" cy="35221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19" name="Shape 636"/>
            <p:cNvSpPr/>
            <p:nvPr/>
          </p:nvSpPr>
          <p:spPr>
            <a:xfrm>
              <a:off x="1119858" y="2104249"/>
              <a:ext cx="331895" cy="32060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728" name="Group 645"/>
          <p:cNvGrpSpPr/>
          <p:nvPr/>
        </p:nvGrpSpPr>
        <p:grpSpPr>
          <a:xfrm>
            <a:off x="2840849" y="4170962"/>
            <a:ext cx="1141875" cy="1534728"/>
            <a:chOff x="0" y="0"/>
            <a:chExt cx="1141873" cy="1534727"/>
          </a:xfrm>
        </p:grpSpPr>
        <p:grpSp>
          <p:nvGrpSpPr>
            <p:cNvPr id="723" name="Group 640"/>
            <p:cNvGrpSpPr/>
            <p:nvPr/>
          </p:nvGrpSpPr>
          <p:grpSpPr>
            <a:xfrm>
              <a:off x="590973" y="-1"/>
              <a:ext cx="550901" cy="566705"/>
              <a:chOff x="0" y="0"/>
              <a:chExt cx="550899" cy="566704"/>
            </a:xfrm>
          </p:grpSpPr>
          <p:sp>
            <p:nvSpPr>
              <p:cNvPr id="721" name="Shape 638"/>
              <p:cNvSpPr/>
              <p:nvPr/>
            </p:nvSpPr>
            <p:spPr>
              <a:xfrm>
                <a:off x="-1" y="-1"/>
                <a:ext cx="550901" cy="56670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22" name="Shape 639"/>
              <p:cNvSpPr txBox="1"/>
              <p:nvPr/>
            </p:nvSpPr>
            <p:spPr>
              <a:xfrm>
                <a:off x="92290" y="47910"/>
                <a:ext cx="362931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726" name="Group 643"/>
            <p:cNvGrpSpPr/>
            <p:nvPr/>
          </p:nvGrpSpPr>
          <p:grpSpPr>
            <a:xfrm>
              <a:off x="0" y="968023"/>
              <a:ext cx="550901" cy="566705"/>
              <a:chOff x="0" y="0"/>
              <a:chExt cx="550899" cy="566704"/>
            </a:xfrm>
          </p:grpSpPr>
          <p:sp>
            <p:nvSpPr>
              <p:cNvPr id="724" name="Shape 641"/>
              <p:cNvSpPr/>
              <p:nvPr/>
            </p:nvSpPr>
            <p:spPr>
              <a:xfrm>
                <a:off x="-1" y="-1"/>
                <a:ext cx="550901" cy="56670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25" name="Shape 642"/>
              <p:cNvSpPr txBox="1"/>
              <p:nvPr/>
            </p:nvSpPr>
            <p:spPr>
              <a:xfrm>
                <a:off x="103310" y="50732"/>
                <a:ext cx="34348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727" name="Shape 644"/>
            <p:cNvSpPr/>
            <p:nvPr/>
          </p:nvSpPr>
          <p:spPr>
            <a:xfrm flipH="1">
              <a:off x="433494" y="559364"/>
              <a:ext cx="302544" cy="45833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744" name="Group 661"/>
          <p:cNvGrpSpPr/>
          <p:nvPr/>
        </p:nvGrpSpPr>
        <p:grpSpPr>
          <a:xfrm>
            <a:off x="2544515" y="6004842"/>
            <a:ext cx="1205656" cy="2889959"/>
            <a:chOff x="0" y="0"/>
            <a:chExt cx="1205655" cy="2889958"/>
          </a:xfrm>
        </p:grpSpPr>
        <p:grpSp>
          <p:nvGrpSpPr>
            <p:cNvPr id="731" name="Group 648"/>
            <p:cNvGrpSpPr/>
            <p:nvPr/>
          </p:nvGrpSpPr>
          <p:grpSpPr>
            <a:xfrm>
              <a:off x="568959" y="0"/>
              <a:ext cx="548643" cy="564446"/>
              <a:chOff x="0" y="0"/>
              <a:chExt cx="548641" cy="564445"/>
            </a:xfrm>
          </p:grpSpPr>
          <p:sp>
            <p:nvSpPr>
              <p:cNvPr id="729" name="Shape 646"/>
              <p:cNvSpPr/>
              <p:nvPr/>
            </p:nvSpPr>
            <p:spPr>
              <a:xfrm>
                <a:off x="0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30" name="Shape 647"/>
              <p:cNvSpPr txBox="1"/>
              <p:nvPr/>
            </p:nvSpPr>
            <p:spPr>
              <a:xfrm>
                <a:off x="73060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734" name="Group 651"/>
            <p:cNvGrpSpPr/>
            <p:nvPr/>
          </p:nvGrpSpPr>
          <p:grpSpPr>
            <a:xfrm>
              <a:off x="0" y="817315"/>
              <a:ext cx="548643" cy="564449"/>
              <a:chOff x="0" y="0"/>
              <a:chExt cx="548641" cy="564448"/>
            </a:xfrm>
          </p:grpSpPr>
          <p:sp>
            <p:nvSpPr>
              <p:cNvPr id="732" name="Shape 649"/>
              <p:cNvSpPr/>
              <p:nvPr/>
            </p:nvSpPr>
            <p:spPr>
              <a:xfrm>
                <a:off x="0" y="-1"/>
                <a:ext cx="548642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33" name="Shape 650"/>
              <p:cNvSpPr txBox="1"/>
              <p:nvPr/>
            </p:nvSpPr>
            <p:spPr>
              <a:xfrm>
                <a:off x="73060" y="49603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737" name="Group 654"/>
            <p:cNvGrpSpPr/>
            <p:nvPr/>
          </p:nvGrpSpPr>
          <p:grpSpPr>
            <a:xfrm>
              <a:off x="657013" y="1544321"/>
              <a:ext cx="548643" cy="564447"/>
              <a:chOff x="0" y="0"/>
              <a:chExt cx="548641" cy="564445"/>
            </a:xfrm>
          </p:grpSpPr>
          <p:sp>
            <p:nvSpPr>
              <p:cNvPr id="735" name="Shape 652"/>
              <p:cNvSpPr/>
              <p:nvPr/>
            </p:nvSpPr>
            <p:spPr>
              <a:xfrm>
                <a:off x="0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36" name="Shape 653"/>
              <p:cNvSpPr txBox="1"/>
              <p:nvPr/>
            </p:nvSpPr>
            <p:spPr>
              <a:xfrm>
                <a:off x="142252" y="49603"/>
                <a:ext cx="26413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738" name="Shape 655"/>
            <p:cNvSpPr/>
            <p:nvPr/>
          </p:nvSpPr>
          <p:spPr>
            <a:xfrm flipH="1">
              <a:off x="419946" y="532835"/>
              <a:ext cx="275451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741" name="Group 658"/>
            <p:cNvGrpSpPr/>
            <p:nvPr/>
          </p:nvGrpSpPr>
          <p:grpSpPr>
            <a:xfrm>
              <a:off x="148166" y="2325512"/>
              <a:ext cx="548643" cy="564447"/>
              <a:chOff x="0" y="0"/>
              <a:chExt cx="548641" cy="564445"/>
            </a:xfrm>
          </p:grpSpPr>
          <p:sp>
            <p:nvSpPr>
              <p:cNvPr id="739" name="Shape 656"/>
              <p:cNvSpPr/>
              <p:nvPr/>
            </p:nvSpPr>
            <p:spPr>
              <a:xfrm>
                <a:off x="0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40" name="Shape 657"/>
              <p:cNvSpPr txBox="1"/>
              <p:nvPr/>
            </p:nvSpPr>
            <p:spPr>
              <a:xfrm>
                <a:off x="126342" y="44524"/>
                <a:ext cx="28410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742" name="Shape 659"/>
            <p:cNvSpPr/>
            <p:nvPr/>
          </p:nvSpPr>
          <p:spPr>
            <a:xfrm>
              <a:off x="478649" y="1293706"/>
              <a:ext cx="300286" cy="29577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743" name="Shape 660"/>
            <p:cNvSpPr/>
            <p:nvPr/>
          </p:nvSpPr>
          <p:spPr>
            <a:xfrm flipH="1">
              <a:off x="587022" y="2074898"/>
              <a:ext cx="191913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745" name="Shape 662"/>
          <p:cNvSpPr/>
          <p:nvPr/>
        </p:nvSpPr>
        <p:spPr>
          <a:xfrm>
            <a:off x="5438140" y="4499891"/>
            <a:ext cx="977902" cy="431803"/>
          </a:xfrm>
          <a:prstGeom prst="leftRightArrow">
            <a:avLst>
              <a:gd name="adj1" fmla="val 50000"/>
              <a:gd name="adj2" fmla="val 31765"/>
            </a:avLst>
          </a:prstGeom>
          <a:solidFill>
            <a:srgbClr val="CC6600">
              <a:alpha val="50195"/>
            </a:srgbClr>
          </a:solidFill>
          <a:ln>
            <a:solidFill>
              <a:srgbClr val="CC66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b="1"/>
            </a:pPr>
          </a:p>
        </p:txBody>
      </p:sp>
      <p:grpSp>
        <p:nvGrpSpPr>
          <p:cNvPr id="790" name="Group 707"/>
          <p:cNvGrpSpPr/>
          <p:nvPr/>
        </p:nvGrpSpPr>
        <p:grpSpPr>
          <a:xfrm>
            <a:off x="7165057" y="3123634"/>
            <a:ext cx="3391189" cy="4772948"/>
            <a:chOff x="0" y="0"/>
            <a:chExt cx="3391187" cy="4772946"/>
          </a:xfrm>
        </p:grpSpPr>
        <p:grpSp>
          <p:nvGrpSpPr>
            <p:cNvPr id="763" name="Group 680"/>
            <p:cNvGrpSpPr/>
            <p:nvPr/>
          </p:nvGrpSpPr>
          <p:grpSpPr>
            <a:xfrm>
              <a:off x="2131341" y="1264355"/>
              <a:ext cx="1259847" cy="3508592"/>
              <a:chOff x="0" y="0"/>
              <a:chExt cx="1259846" cy="3508590"/>
            </a:xfrm>
          </p:grpSpPr>
          <p:grpSp>
            <p:nvGrpSpPr>
              <p:cNvPr id="759" name="Group 676"/>
              <p:cNvGrpSpPr/>
              <p:nvPr/>
            </p:nvGrpSpPr>
            <p:grpSpPr>
              <a:xfrm>
                <a:off x="128693" y="0"/>
                <a:ext cx="1131154" cy="3508591"/>
                <a:chOff x="0" y="0"/>
                <a:chExt cx="1131152" cy="3508591"/>
              </a:xfrm>
            </p:grpSpPr>
            <p:sp>
              <p:nvSpPr>
                <p:cNvPr id="746" name="Shape 663"/>
                <p:cNvSpPr/>
                <p:nvPr/>
              </p:nvSpPr>
              <p:spPr>
                <a:xfrm>
                  <a:off x="42897" y="0"/>
                  <a:ext cx="535096" cy="715717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47" name="Shape 664"/>
                <p:cNvSpPr/>
                <p:nvPr/>
              </p:nvSpPr>
              <p:spPr>
                <a:xfrm flipH="1">
                  <a:off x="252872" y="1065672"/>
                  <a:ext cx="345443" cy="390597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48" name="Shape 665"/>
                <p:cNvSpPr/>
                <p:nvPr/>
              </p:nvSpPr>
              <p:spPr>
                <a:xfrm>
                  <a:off x="370276" y="1880731"/>
                  <a:ext cx="316091" cy="29802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49" name="Shape 666"/>
                <p:cNvSpPr/>
                <p:nvPr/>
              </p:nvSpPr>
              <p:spPr>
                <a:xfrm flipH="1">
                  <a:off x="358987" y="2668695"/>
                  <a:ext cx="327381" cy="528322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752" name="Group 669"/>
                <p:cNvGrpSpPr/>
                <p:nvPr/>
              </p:nvGrpSpPr>
              <p:grpSpPr>
                <a:xfrm>
                  <a:off x="349956" y="526908"/>
                  <a:ext cx="573481" cy="571221"/>
                  <a:chOff x="0" y="0"/>
                  <a:chExt cx="573480" cy="571220"/>
                </a:xfrm>
              </p:grpSpPr>
              <p:sp>
                <p:nvSpPr>
                  <p:cNvPr id="750" name="Shape 667"/>
                  <p:cNvSpPr/>
                  <p:nvPr/>
                </p:nvSpPr>
                <p:spPr>
                  <a:xfrm>
                    <a:off x="-1" y="-1"/>
                    <a:ext cx="573481" cy="571222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751" name="Shape 668"/>
                  <p:cNvSpPr txBox="1"/>
                  <p:nvPr/>
                </p:nvSpPr>
                <p:spPr>
                  <a:xfrm>
                    <a:off x="85477" y="58917"/>
                    <a:ext cx="402520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G</a:t>
                    </a:r>
                  </a:p>
                </p:txBody>
              </p:sp>
            </p:grpSp>
            <p:grpSp>
              <p:nvGrpSpPr>
                <p:cNvPr id="755" name="Group 672"/>
                <p:cNvGrpSpPr/>
                <p:nvPr/>
              </p:nvGrpSpPr>
              <p:grpSpPr>
                <a:xfrm>
                  <a:off x="557673" y="2131344"/>
                  <a:ext cx="573481" cy="571221"/>
                  <a:chOff x="0" y="0"/>
                  <a:chExt cx="573479" cy="571220"/>
                </a:xfrm>
              </p:grpSpPr>
              <p:sp>
                <p:nvSpPr>
                  <p:cNvPr id="753" name="Shape 670"/>
                  <p:cNvSpPr/>
                  <p:nvPr/>
                </p:nvSpPr>
                <p:spPr>
                  <a:xfrm>
                    <a:off x="0" y="-1"/>
                    <a:ext cx="573480" cy="571222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754" name="Shape 671"/>
                  <p:cNvSpPr txBox="1"/>
                  <p:nvPr/>
                </p:nvSpPr>
                <p:spPr>
                  <a:xfrm>
                    <a:off x="154669" y="52990"/>
                    <a:ext cx="264135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I</a:t>
                    </a:r>
                  </a:p>
                </p:txBody>
              </p:sp>
            </p:grpSp>
            <p:grpSp>
              <p:nvGrpSpPr>
                <p:cNvPr id="758" name="Group 675"/>
                <p:cNvGrpSpPr/>
                <p:nvPr/>
              </p:nvGrpSpPr>
              <p:grpSpPr>
                <a:xfrm>
                  <a:off x="0" y="2937371"/>
                  <a:ext cx="575739" cy="571221"/>
                  <a:chOff x="0" y="0"/>
                  <a:chExt cx="575737" cy="571220"/>
                </a:xfrm>
              </p:grpSpPr>
              <p:sp>
                <p:nvSpPr>
                  <p:cNvPr id="756" name="Shape 673"/>
                  <p:cNvSpPr/>
                  <p:nvPr/>
                </p:nvSpPr>
                <p:spPr>
                  <a:xfrm>
                    <a:off x="0" y="-1"/>
                    <a:ext cx="575738" cy="571222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757" name="Shape 674"/>
                  <p:cNvSpPr txBox="1"/>
                  <p:nvPr/>
                </p:nvSpPr>
                <p:spPr>
                  <a:xfrm>
                    <a:off x="145815" y="52991"/>
                    <a:ext cx="284103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J</a:t>
                    </a:r>
                  </a:p>
                </p:txBody>
              </p:sp>
            </p:grpSp>
          </p:grpSp>
          <p:grpSp>
            <p:nvGrpSpPr>
              <p:cNvPr id="762" name="Group 679"/>
              <p:cNvGrpSpPr/>
              <p:nvPr/>
            </p:nvGrpSpPr>
            <p:grpSpPr>
              <a:xfrm>
                <a:off x="-1" y="1397565"/>
                <a:ext cx="573480" cy="571220"/>
                <a:chOff x="0" y="0"/>
                <a:chExt cx="573478" cy="571219"/>
              </a:xfrm>
            </p:grpSpPr>
            <p:sp>
              <p:nvSpPr>
                <p:cNvPr id="760" name="Shape 677"/>
                <p:cNvSpPr/>
                <p:nvPr/>
              </p:nvSpPr>
              <p:spPr>
                <a:xfrm>
                  <a:off x="-1" y="0"/>
                  <a:ext cx="573480" cy="571221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761" name="Shape 678"/>
                <p:cNvSpPr txBox="1"/>
                <p:nvPr/>
              </p:nvSpPr>
              <p:spPr>
                <a:xfrm>
                  <a:off x="85477" y="52990"/>
                  <a:ext cx="4025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H</a:t>
                  </a:r>
                </a:p>
              </p:txBody>
            </p:sp>
          </p:grpSp>
        </p:grpSp>
        <p:grpSp>
          <p:nvGrpSpPr>
            <p:cNvPr id="776" name="Group 693"/>
            <p:cNvGrpSpPr/>
            <p:nvPr/>
          </p:nvGrpSpPr>
          <p:grpSpPr>
            <a:xfrm>
              <a:off x="-1" y="415431"/>
              <a:ext cx="1589479" cy="2836056"/>
              <a:chOff x="0" y="0"/>
              <a:chExt cx="1589477" cy="2836055"/>
            </a:xfrm>
          </p:grpSpPr>
          <p:sp>
            <p:nvSpPr>
              <p:cNvPr id="764" name="Shape 681"/>
              <p:cNvSpPr/>
              <p:nvPr/>
            </p:nvSpPr>
            <p:spPr>
              <a:xfrm>
                <a:off x="318346" y="1036320"/>
                <a:ext cx="342902" cy="43575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65" name="Shape 682"/>
              <p:cNvSpPr/>
              <p:nvPr/>
            </p:nvSpPr>
            <p:spPr>
              <a:xfrm flipH="1">
                <a:off x="478650" y="0"/>
                <a:ext cx="774702" cy="573476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66" name="Shape 683"/>
              <p:cNvSpPr/>
              <p:nvPr/>
            </p:nvSpPr>
            <p:spPr>
              <a:xfrm>
                <a:off x="869244" y="1871699"/>
                <a:ext cx="342902" cy="43575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769" name="Group 686"/>
              <p:cNvGrpSpPr/>
              <p:nvPr/>
            </p:nvGrpSpPr>
            <p:grpSpPr>
              <a:xfrm>
                <a:off x="0" y="487679"/>
                <a:ext cx="573478" cy="571221"/>
                <a:chOff x="0" y="0"/>
                <a:chExt cx="573477" cy="571220"/>
              </a:xfrm>
            </p:grpSpPr>
            <p:sp>
              <p:nvSpPr>
                <p:cNvPr id="767" name="Shape 684"/>
                <p:cNvSpPr/>
                <p:nvPr/>
              </p:nvSpPr>
              <p:spPr>
                <a:xfrm>
                  <a:off x="0" y="-1"/>
                  <a:ext cx="573478" cy="571222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768" name="Shape 685"/>
                <p:cNvSpPr txBox="1"/>
                <p:nvPr/>
              </p:nvSpPr>
              <p:spPr>
                <a:xfrm>
                  <a:off x="95287" y="52990"/>
                  <a:ext cx="38289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772" name="Group 689"/>
              <p:cNvGrpSpPr/>
              <p:nvPr/>
            </p:nvGrpSpPr>
            <p:grpSpPr>
              <a:xfrm>
                <a:off x="417689" y="1440462"/>
                <a:ext cx="575737" cy="568963"/>
                <a:chOff x="0" y="0"/>
                <a:chExt cx="575736" cy="568962"/>
              </a:xfrm>
            </p:grpSpPr>
            <p:sp>
              <p:nvSpPr>
                <p:cNvPr id="770" name="Shape 687"/>
                <p:cNvSpPr/>
                <p:nvPr/>
              </p:nvSpPr>
              <p:spPr>
                <a:xfrm>
                  <a:off x="-1" y="-1"/>
                  <a:ext cx="575738" cy="568964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771" name="Shape 688"/>
                <p:cNvSpPr txBox="1"/>
                <p:nvPr/>
              </p:nvSpPr>
              <p:spPr>
                <a:xfrm>
                  <a:off x="96416" y="57224"/>
                  <a:ext cx="38289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775" name="Group 692"/>
              <p:cNvGrpSpPr/>
              <p:nvPr/>
            </p:nvGrpSpPr>
            <p:grpSpPr>
              <a:xfrm>
                <a:off x="1013741" y="2264835"/>
                <a:ext cx="575737" cy="571221"/>
                <a:chOff x="0" y="0"/>
                <a:chExt cx="575736" cy="571220"/>
              </a:xfrm>
            </p:grpSpPr>
            <p:sp>
              <p:nvSpPr>
                <p:cNvPr id="773" name="Shape 690"/>
                <p:cNvSpPr/>
                <p:nvPr/>
              </p:nvSpPr>
              <p:spPr>
                <a:xfrm>
                  <a:off x="-1" y="0"/>
                  <a:ext cx="575738" cy="571221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774" name="Shape 691"/>
                <p:cNvSpPr txBox="1"/>
                <p:nvPr/>
              </p:nvSpPr>
              <p:spPr>
                <a:xfrm>
                  <a:off x="82091" y="54966"/>
                  <a:ext cx="4025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</p:grpSp>
        <p:grpSp>
          <p:nvGrpSpPr>
            <p:cNvPr id="779" name="Group 696"/>
            <p:cNvGrpSpPr/>
            <p:nvPr/>
          </p:nvGrpSpPr>
          <p:grpSpPr>
            <a:xfrm>
              <a:off x="1158240" y="-1"/>
              <a:ext cx="575737" cy="571221"/>
              <a:chOff x="0" y="0"/>
              <a:chExt cx="575735" cy="571220"/>
            </a:xfrm>
          </p:grpSpPr>
          <p:sp>
            <p:nvSpPr>
              <p:cNvPr id="777" name="Shape 694"/>
              <p:cNvSpPr/>
              <p:nvPr/>
            </p:nvSpPr>
            <p:spPr>
              <a:xfrm>
                <a:off x="0" y="0"/>
                <a:ext cx="575736" cy="571221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778" name="Shape 695"/>
              <p:cNvSpPr txBox="1"/>
              <p:nvPr/>
            </p:nvSpPr>
            <p:spPr>
              <a:xfrm>
                <a:off x="86606" y="52990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89" name="Group 706"/>
            <p:cNvGrpSpPr/>
            <p:nvPr/>
          </p:nvGrpSpPr>
          <p:grpSpPr>
            <a:xfrm>
              <a:off x="1379501" y="447039"/>
              <a:ext cx="1189855" cy="1928148"/>
              <a:chOff x="0" y="0"/>
              <a:chExt cx="1189853" cy="1928147"/>
            </a:xfrm>
          </p:grpSpPr>
          <p:sp>
            <p:nvSpPr>
              <p:cNvPr id="780" name="Shape 697"/>
              <p:cNvSpPr/>
              <p:nvPr/>
            </p:nvSpPr>
            <p:spPr>
              <a:xfrm>
                <a:off x="300284" y="-1"/>
                <a:ext cx="460589" cy="43575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788" name="Group 705"/>
              <p:cNvGrpSpPr/>
              <p:nvPr/>
            </p:nvGrpSpPr>
            <p:grpSpPr>
              <a:xfrm>
                <a:off x="-1" y="401884"/>
                <a:ext cx="1189855" cy="1526264"/>
                <a:chOff x="0" y="0"/>
                <a:chExt cx="1189853" cy="1526263"/>
              </a:xfrm>
            </p:grpSpPr>
            <p:sp>
              <p:nvSpPr>
                <p:cNvPr id="781" name="Shape 698"/>
                <p:cNvSpPr/>
                <p:nvPr/>
              </p:nvSpPr>
              <p:spPr>
                <a:xfrm flipH="1">
                  <a:off x="428979" y="415431"/>
                  <a:ext cx="370279" cy="611860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784" name="Group 701"/>
                <p:cNvGrpSpPr/>
                <p:nvPr/>
              </p:nvGrpSpPr>
              <p:grpSpPr>
                <a:xfrm>
                  <a:off x="616375" y="0"/>
                  <a:ext cx="573479" cy="571221"/>
                  <a:chOff x="0" y="0"/>
                  <a:chExt cx="573477" cy="571220"/>
                </a:xfrm>
              </p:grpSpPr>
              <p:sp>
                <p:nvSpPr>
                  <p:cNvPr id="782" name="Shape 699"/>
                  <p:cNvSpPr/>
                  <p:nvPr/>
                </p:nvSpPr>
                <p:spPr>
                  <a:xfrm>
                    <a:off x="0" y="0"/>
                    <a:ext cx="573478" cy="571221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783" name="Shape 700"/>
                  <p:cNvSpPr txBox="1"/>
                  <p:nvPr/>
                </p:nvSpPr>
                <p:spPr>
                  <a:xfrm>
                    <a:off x="105271" y="52990"/>
                    <a:ext cx="362932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E</a:t>
                    </a:r>
                  </a:p>
                </p:txBody>
              </p:sp>
            </p:grpSp>
            <p:grpSp>
              <p:nvGrpSpPr>
                <p:cNvPr id="787" name="Group 704"/>
                <p:cNvGrpSpPr/>
                <p:nvPr/>
              </p:nvGrpSpPr>
              <p:grpSpPr>
                <a:xfrm>
                  <a:off x="0" y="955041"/>
                  <a:ext cx="573478" cy="571223"/>
                  <a:chOff x="0" y="0"/>
                  <a:chExt cx="573477" cy="571222"/>
                </a:xfrm>
              </p:grpSpPr>
              <p:sp>
                <p:nvSpPr>
                  <p:cNvPr id="785" name="Shape 702"/>
                  <p:cNvSpPr/>
                  <p:nvPr/>
                </p:nvSpPr>
                <p:spPr>
                  <a:xfrm>
                    <a:off x="0" y="-1"/>
                    <a:ext cx="573478" cy="571223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786" name="Shape 703"/>
                  <p:cNvSpPr txBox="1"/>
                  <p:nvPr/>
                </p:nvSpPr>
                <p:spPr>
                  <a:xfrm>
                    <a:off x="114996" y="52990"/>
                    <a:ext cx="343485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F</a:t>
                    </a:r>
                  </a:p>
                </p:txBody>
              </p:sp>
            </p:grpSp>
          </p:grpSp>
        </p:grpSp>
      </p:grpSp>
      <p:sp>
        <p:nvSpPr>
          <p:cNvPr id="791" name="Shape 708"/>
          <p:cNvSpPr txBox="1"/>
          <p:nvPr/>
        </p:nvSpPr>
        <p:spPr>
          <a:xfrm>
            <a:off x="1852224" y="38100"/>
            <a:ext cx="88138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森林=&gt;二叉树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roup 754"/>
          <p:cNvGrpSpPr/>
          <p:nvPr/>
        </p:nvGrpSpPr>
        <p:grpSpPr>
          <a:xfrm>
            <a:off x="2395219" y="2209234"/>
            <a:ext cx="3391189" cy="4772948"/>
            <a:chOff x="0" y="0"/>
            <a:chExt cx="3391187" cy="4772946"/>
          </a:xfrm>
        </p:grpSpPr>
        <p:grpSp>
          <p:nvGrpSpPr>
            <p:cNvPr id="810" name="Group 727"/>
            <p:cNvGrpSpPr/>
            <p:nvPr/>
          </p:nvGrpSpPr>
          <p:grpSpPr>
            <a:xfrm>
              <a:off x="2131342" y="1264355"/>
              <a:ext cx="1259846" cy="3508592"/>
              <a:chOff x="0" y="0"/>
              <a:chExt cx="1259844" cy="3508590"/>
            </a:xfrm>
          </p:grpSpPr>
          <p:grpSp>
            <p:nvGrpSpPr>
              <p:cNvPr id="806" name="Group 723"/>
              <p:cNvGrpSpPr/>
              <p:nvPr/>
            </p:nvGrpSpPr>
            <p:grpSpPr>
              <a:xfrm>
                <a:off x="128693" y="0"/>
                <a:ext cx="1131152" cy="3508591"/>
                <a:chOff x="0" y="0"/>
                <a:chExt cx="1131151" cy="3508591"/>
              </a:xfrm>
            </p:grpSpPr>
            <p:sp>
              <p:nvSpPr>
                <p:cNvPr id="793" name="Shape 710"/>
                <p:cNvSpPr/>
                <p:nvPr/>
              </p:nvSpPr>
              <p:spPr>
                <a:xfrm>
                  <a:off x="43744" y="0"/>
                  <a:ext cx="535096" cy="715717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4" name="Shape 711"/>
                <p:cNvSpPr/>
                <p:nvPr/>
              </p:nvSpPr>
              <p:spPr>
                <a:xfrm flipH="1">
                  <a:off x="252871" y="1065672"/>
                  <a:ext cx="345442" cy="390597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5" name="Shape 712"/>
                <p:cNvSpPr/>
                <p:nvPr/>
              </p:nvSpPr>
              <p:spPr>
                <a:xfrm>
                  <a:off x="370276" y="1880731"/>
                  <a:ext cx="316091" cy="298028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796" name="Shape 713"/>
                <p:cNvSpPr/>
                <p:nvPr/>
              </p:nvSpPr>
              <p:spPr>
                <a:xfrm flipH="1">
                  <a:off x="358987" y="2668695"/>
                  <a:ext cx="327380" cy="528322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799" name="Group 716"/>
                <p:cNvGrpSpPr/>
                <p:nvPr/>
              </p:nvGrpSpPr>
              <p:grpSpPr>
                <a:xfrm>
                  <a:off x="348544" y="532835"/>
                  <a:ext cx="573479" cy="571221"/>
                  <a:chOff x="0" y="0"/>
                  <a:chExt cx="573478" cy="571220"/>
                </a:xfrm>
              </p:grpSpPr>
              <p:sp>
                <p:nvSpPr>
                  <p:cNvPr id="797" name="Shape 714"/>
                  <p:cNvSpPr/>
                  <p:nvPr/>
                </p:nvSpPr>
                <p:spPr>
                  <a:xfrm>
                    <a:off x="-1" y="-1"/>
                    <a:ext cx="573480" cy="571222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798" name="Shape 715"/>
                  <p:cNvSpPr txBox="1"/>
                  <p:nvPr/>
                </p:nvSpPr>
                <p:spPr>
                  <a:xfrm>
                    <a:off x="86889" y="52990"/>
                    <a:ext cx="402520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G</a:t>
                    </a:r>
                  </a:p>
                </p:txBody>
              </p:sp>
            </p:grpSp>
            <p:grpSp>
              <p:nvGrpSpPr>
                <p:cNvPr id="802" name="Group 719"/>
                <p:cNvGrpSpPr/>
                <p:nvPr/>
              </p:nvGrpSpPr>
              <p:grpSpPr>
                <a:xfrm>
                  <a:off x="557671" y="2131344"/>
                  <a:ext cx="573481" cy="571221"/>
                  <a:chOff x="0" y="0"/>
                  <a:chExt cx="573480" cy="571220"/>
                </a:xfrm>
              </p:grpSpPr>
              <p:sp>
                <p:nvSpPr>
                  <p:cNvPr id="800" name="Shape 717"/>
                  <p:cNvSpPr/>
                  <p:nvPr/>
                </p:nvSpPr>
                <p:spPr>
                  <a:xfrm>
                    <a:off x="-1" y="-1"/>
                    <a:ext cx="573481" cy="571222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801" name="Shape 718"/>
                  <p:cNvSpPr txBox="1"/>
                  <p:nvPr/>
                </p:nvSpPr>
                <p:spPr>
                  <a:xfrm>
                    <a:off x="154670" y="52990"/>
                    <a:ext cx="264135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I</a:t>
                    </a:r>
                  </a:p>
                </p:txBody>
              </p:sp>
            </p:grpSp>
            <p:grpSp>
              <p:nvGrpSpPr>
                <p:cNvPr id="805" name="Group 722"/>
                <p:cNvGrpSpPr/>
                <p:nvPr/>
              </p:nvGrpSpPr>
              <p:grpSpPr>
                <a:xfrm>
                  <a:off x="-1" y="2937371"/>
                  <a:ext cx="575738" cy="571221"/>
                  <a:chOff x="0" y="0"/>
                  <a:chExt cx="575736" cy="571220"/>
                </a:xfrm>
              </p:grpSpPr>
              <p:sp>
                <p:nvSpPr>
                  <p:cNvPr id="803" name="Shape 720"/>
                  <p:cNvSpPr/>
                  <p:nvPr/>
                </p:nvSpPr>
                <p:spPr>
                  <a:xfrm>
                    <a:off x="-1" y="-1"/>
                    <a:ext cx="575738" cy="571222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804" name="Shape 721"/>
                  <p:cNvSpPr txBox="1"/>
                  <p:nvPr/>
                </p:nvSpPr>
                <p:spPr>
                  <a:xfrm>
                    <a:off x="145815" y="52991"/>
                    <a:ext cx="284103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J</a:t>
                    </a:r>
                  </a:p>
                </p:txBody>
              </p:sp>
            </p:grpSp>
          </p:grpSp>
          <p:grpSp>
            <p:nvGrpSpPr>
              <p:cNvPr id="809" name="Group 726"/>
              <p:cNvGrpSpPr/>
              <p:nvPr/>
            </p:nvGrpSpPr>
            <p:grpSpPr>
              <a:xfrm>
                <a:off x="-1" y="1397565"/>
                <a:ext cx="573479" cy="571220"/>
                <a:chOff x="0" y="0"/>
                <a:chExt cx="573478" cy="571219"/>
              </a:xfrm>
            </p:grpSpPr>
            <p:sp>
              <p:nvSpPr>
                <p:cNvPr id="807" name="Shape 724"/>
                <p:cNvSpPr/>
                <p:nvPr/>
              </p:nvSpPr>
              <p:spPr>
                <a:xfrm>
                  <a:off x="-1" y="0"/>
                  <a:ext cx="573480" cy="571221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808" name="Shape 725"/>
                <p:cNvSpPr txBox="1"/>
                <p:nvPr/>
              </p:nvSpPr>
              <p:spPr>
                <a:xfrm>
                  <a:off x="85478" y="52990"/>
                  <a:ext cx="4025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H</a:t>
                  </a:r>
                </a:p>
              </p:txBody>
            </p:sp>
          </p:grpSp>
        </p:grpSp>
        <p:grpSp>
          <p:nvGrpSpPr>
            <p:cNvPr id="823" name="Group 740"/>
            <p:cNvGrpSpPr/>
            <p:nvPr/>
          </p:nvGrpSpPr>
          <p:grpSpPr>
            <a:xfrm>
              <a:off x="-1" y="415431"/>
              <a:ext cx="1584964" cy="2838031"/>
              <a:chOff x="0" y="0"/>
              <a:chExt cx="1584962" cy="2838029"/>
            </a:xfrm>
          </p:grpSpPr>
          <p:sp>
            <p:nvSpPr>
              <p:cNvPr id="811" name="Shape 728"/>
              <p:cNvSpPr/>
              <p:nvPr/>
            </p:nvSpPr>
            <p:spPr>
              <a:xfrm>
                <a:off x="318346" y="1036319"/>
                <a:ext cx="342902" cy="43575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12" name="Shape 729"/>
              <p:cNvSpPr/>
              <p:nvPr/>
            </p:nvSpPr>
            <p:spPr>
              <a:xfrm flipH="1">
                <a:off x="474980" y="-1"/>
                <a:ext cx="774702" cy="573477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813" name="Shape 730"/>
              <p:cNvSpPr/>
              <p:nvPr/>
            </p:nvSpPr>
            <p:spPr>
              <a:xfrm>
                <a:off x="869244" y="1871698"/>
                <a:ext cx="342902" cy="43575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816" name="Group 733"/>
              <p:cNvGrpSpPr/>
              <p:nvPr/>
            </p:nvGrpSpPr>
            <p:grpSpPr>
              <a:xfrm>
                <a:off x="0" y="487679"/>
                <a:ext cx="573478" cy="571221"/>
                <a:chOff x="0" y="0"/>
                <a:chExt cx="573477" cy="571220"/>
              </a:xfrm>
            </p:grpSpPr>
            <p:sp>
              <p:nvSpPr>
                <p:cNvPr id="814" name="Shape 731"/>
                <p:cNvSpPr/>
                <p:nvPr/>
              </p:nvSpPr>
              <p:spPr>
                <a:xfrm>
                  <a:off x="0" y="-1"/>
                  <a:ext cx="573478" cy="571222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815" name="Shape 732"/>
                <p:cNvSpPr txBox="1"/>
                <p:nvPr/>
              </p:nvSpPr>
              <p:spPr>
                <a:xfrm>
                  <a:off x="95288" y="52990"/>
                  <a:ext cx="38289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819" name="Group 736"/>
              <p:cNvGrpSpPr/>
              <p:nvPr/>
            </p:nvGrpSpPr>
            <p:grpSpPr>
              <a:xfrm>
                <a:off x="417688" y="1440462"/>
                <a:ext cx="575737" cy="568963"/>
                <a:chOff x="0" y="0"/>
                <a:chExt cx="575736" cy="568962"/>
              </a:xfrm>
            </p:grpSpPr>
            <p:sp>
              <p:nvSpPr>
                <p:cNvPr id="817" name="Shape 734"/>
                <p:cNvSpPr/>
                <p:nvPr/>
              </p:nvSpPr>
              <p:spPr>
                <a:xfrm>
                  <a:off x="-1" y="0"/>
                  <a:ext cx="575738" cy="568963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818" name="Shape 735"/>
                <p:cNvSpPr txBox="1"/>
                <p:nvPr/>
              </p:nvSpPr>
              <p:spPr>
                <a:xfrm>
                  <a:off x="96417" y="51861"/>
                  <a:ext cx="382899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  <p:grpSp>
            <p:nvGrpSpPr>
              <p:cNvPr id="822" name="Group 739"/>
              <p:cNvGrpSpPr/>
              <p:nvPr/>
            </p:nvGrpSpPr>
            <p:grpSpPr>
              <a:xfrm>
                <a:off x="1009226" y="2266809"/>
                <a:ext cx="575737" cy="571221"/>
                <a:chOff x="0" y="0"/>
                <a:chExt cx="575736" cy="571220"/>
              </a:xfrm>
            </p:grpSpPr>
            <p:sp>
              <p:nvSpPr>
                <p:cNvPr id="820" name="Shape 737"/>
                <p:cNvSpPr/>
                <p:nvPr/>
              </p:nvSpPr>
              <p:spPr>
                <a:xfrm>
                  <a:off x="-1" y="-1"/>
                  <a:ext cx="575738" cy="571222"/>
                </a:xfrm>
                <a:prstGeom prst="ellipse">
                  <a:avLst/>
                </a:prstGeom>
                <a:solidFill>
                  <a:srgbClr val="990000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>
                    <a:defRPr b="1"/>
                  </a:pPr>
                </a:p>
              </p:txBody>
            </p:sp>
            <p:sp>
              <p:nvSpPr>
                <p:cNvPr id="821" name="Shape 738"/>
                <p:cNvSpPr txBox="1"/>
                <p:nvPr/>
              </p:nvSpPr>
              <p:spPr>
                <a:xfrm>
                  <a:off x="86606" y="52990"/>
                  <a:ext cx="402520" cy="4674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none" lIns="38100" tIns="38100" rIns="38100" bIns="38100" numCol="1" anchor="ctr">
                  <a:spAutoFit/>
                </a:bodyPr>
                <a:lstStyle>
                  <a:lvl1pPr marR="56816" indent="56816" algn="ctr">
                    <a:spcBef>
                      <a:spcPts val="0"/>
                    </a:spcBef>
                    <a:defRPr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</p:grpSp>
        <p:grpSp>
          <p:nvGrpSpPr>
            <p:cNvPr id="826" name="Group 743"/>
            <p:cNvGrpSpPr/>
            <p:nvPr/>
          </p:nvGrpSpPr>
          <p:grpSpPr>
            <a:xfrm>
              <a:off x="1158240" y="-1"/>
              <a:ext cx="575737" cy="571221"/>
              <a:chOff x="0" y="0"/>
              <a:chExt cx="575735" cy="571220"/>
            </a:xfrm>
          </p:grpSpPr>
          <p:sp>
            <p:nvSpPr>
              <p:cNvPr id="824" name="Shape 741"/>
              <p:cNvSpPr/>
              <p:nvPr/>
            </p:nvSpPr>
            <p:spPr>
              <a:xfrm>
                <a:off x="0" y="0"/>
                <a:ext cx="575736" cy="571221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25" name="Shape 742"/>
              <p:cNvSpPr txBox="1"/>
              <p:nvPr/>
            </p:nvSpPr>
            <p:spPr>
              <a:xfrm>
                <a:off x="86606" y="52990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836" name="Group 753"/>
            <p:cNvGrpSpPr/>
            <p:nvPr/>
          </p:nvGrpSpPr>
          <p:grpSpPr>
            <a:xfrm>
              <a:off x="1379502" y="447039"/>
              <a:ext cx="1192959" cy="1928149"/>
              <a:chOff x="0" y="0"/>
              <a:chExt cx="1192958" cy="1928148"/>
            </a:xfrm>
          </p:grpSpPr>
          <p:sp>
            <p:nvSpPr>
              <p:cNvPr id="827" name="Shape 744"/>
              <p:cNvSpPr/>
              <p:nvPr/>
            </p:nvSpPr>
            <p:spPr>
              <a:xfrm>
                <a:off x="300284" y="0"/>
                <a:ext cx="460589" cy="435753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835" name="Group 752"/>
              <p:cNvGrpSpPr/>
              <p:nvPr/>
            </p:nvGrpSpPr>
            <p:grpSpPr>
              <a:xfrm>
                <a:off x="-1" y="401884"/>
                <a:ext cx="1192960" cy="1526265"/>
                <a:chOff x="0" y="0"/>
                <a:chExt cx="1192958" cy="1526263"/>
              </a:xfrm>
            </p:grpSpPr>
            <p:sp>
              <p:nvSpPr>
                <p:cNvPr id="828" name="Shape 745"/>
                <p:cNvSpPr/>
                <p:nvPr/>
              </p:nvSpPr>
              <p:spPr>
                <a:xfrm flipH="1">
                  <a:off x="428978" y="415431"/>
                  <a:ext cx="370278" cy="611861"/>
                </a:xfrm>
                <a:prstGeom prst="line">
                  <a:avLst/>
                </a:prstGeom>
                <a:noFill/>
                <a:ln w="1905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/>
                </a:p>
              </p:txBody>
            </p:sp>
            <p:grpSp>
              <p:nvGrpSpPr>
                <p:cNvPr id="831" name="Group 748"/>
                <p:cNvGrpSpPr/>
                <p:nvPr/>
              </p:nvGrpSpPr>
              <p:grpSpPr>
                <a:xfrm>
                  <a:off x="619478" y="-1"/>
                  <a:ext cx="573481" cy="571222"/>
                  <a:chOff x="0" y="0"/>
                  <a:chExt cx="573480" cy="571220"/>
                </a:xfrm>
              </p:grpSpPr>
              <p:sp>
                <p:nvSpPr>
                  <p:cNvPr id="829" name="Shape 746"/>
                  <p:cNvSpPr/>
                  <p:nvPr/>
                </p:nvSpPr>
                <p:spPr>
                  <a:xfrm>
                    <a:off x="-1" y="-1"/>
                    <a:ext cx="573481" cy="571222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830" name="Shape 747"/>
                  <p:cNvSpPr txBox="1"/>
                  <p:nvPr/>
                </p:nvSpPr>
                <p:spPr>
                  <a:xfrm>
                    <a:off x="102167" y="52990"/>
                    <a:ext cx="362932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E</a:t>
                    </a:r>
                  </a:p>
                </p:txBody>
              </p:sp>
            </p:grpSp>
            <p:grpSp>
              <p:nvGrpSpPr>
                <p:cNvPr id="834" name="Group 751"/>
                <p:cNvGrpSpPr/>
                <p:nvPr/>
              </p:nvGrpSpPr>
              <p:grpSpPr>
                <a:xfrm>
                  <a:off x="0" y="955041"/>
                  <a:ext cx="573479" cy="571223"/>
                  <a:chOff x="0" y="0"/>
                  <a:chExt cx="573478" cy="571222"/>
                </a:xfrm>
              </p:grpSpPr>
              <p:sp>
                <p:nvSpPr>
                  <p:cNvPr id="832" name="Shape 749"/>
                  <p:cNvSpPr/>
                  <p:nvPr/>
                </p:nvSpPr>
                <p:spPr>
                  <a:xfrm>
                    <a:off x="-1" y="0"/>
                    <a:ext cx="573480" cy="571223"/>
                  </a:xfrm>
                  <a:prstGeom prst="ellipse">
                    <a:avLst/>
                  </a:prstGeom>
                  <a:solidFill>
                    <a:srgbClr val="990000"/>
                  </a:solidFill>
                  <a:ln w="9525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>
                      <a:defRPr b="1"/>
                    </a:pPr>
                  </a:p>
                </p:txBody>
              </p:sp>
              <p:sp>
                <p:nvSpPr>
                  <p:cNvPr id="833" name="Shape 750"/>
                  <p:cNvSpPr txBox="1"/>
                  <p:nvPr/>
                </p:nvSpPr>
                <p:spPr>
                  <a:xfrm>
                    <a:off x="114995" y="52990"/>
                    <a:ext cx="343485" cy="46749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none" lIns="38100" tIns="38100" rIns="38100" bIns="38100" numCol="1" anchor="ctr">
                    <a:spAutoFit/>
                  </a:bodyPr>
                  <a:lstStyle>
                    <a:lvl1pPr marR="56816" indent="56816" algn="ctr">
                      <a:spcBef>
                        <a:spcPts val="0"/>
                      </a:spcBef>
                      <a:defRPr>
                        <a:solidFill>
                          <a:srgbClr val="FEE8F7"/>
                        </a:solidFill>
                        <a:uFill>
                          <a:solidFill>
                            <a:srgbClr val="FEE8F7"/>
                          </a:solidFill>
                        </a:uFill>
                      </a:defRPr>
                    </a:lvl1pPr>
                  </a:lstStyle>
                  <a:p>
                    <a:pPr/>
                    <a:r>
                      <a:t>F</a:t>
                    </a:r>
                  </a:p>
                </p:txBody>
              </p:sp>
            </p:grpSp>
          </p:grpSp>
        </p:grpSp>
      </p:grpSp>
      <p:sp>
        <p:nvSpPr>
          <p:cNvPr id="838" name="Shape 755"/>
          <p:cNvSpPr/>
          <p:nvPr/>
        </p:nvSpPr>
        <p:spPr>
          <a:xfrm flipH="1">
            <a:off x="3932766" y="2620151"/>
            <a:ext cx="609602" cy="408659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9" name="Shape 756"/>
          <p:cNvSpPr/>
          <p:nvPr/>
        </p:nvSpPr>
        <p:spPr>
          <a:xfrm flipH="1">
            <a:off x="4000500" y="2721751"/>
            <a:ext cx="609601" cy="40866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Shape 757"/>
          <p:cNvSpPr/>
          <p:nvPr/>
        </p:nvSpPr>
        <p:spPr>
          <a:xfrm flipH="1">
            <a:off x="4684606" y="3645182"/>
            <a:ext cx="609602" cy="408659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Shape 758"/>
          <p:cNvSpPr/>
          <p:nvPr/>
        </p:nvSpPr>
        <p:spPr>
          <a:xfrm flipH="1">
            <a:off x="4749799" y="3746782"/>
            <a:ext cx="609601" cy="408659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857" name="Group 774"/>
          <p:cNvGrpSpPr/>
          <p:nvPr/>
        </p:nvGrpSpPr>
        <p:grpSpPr>
          <a:xfrm>
            <a:off x="8472875" y="1225972"/>
            <a:ext cx="1932661" cy="2865125"/>
            <a:chOff x="0" y="0"/>
            <a:chExt cx="1932660" cy="2865123"/>
          </a:xfrm>
        </p:grpSpPr>
        <p:grpSp>
          <p:nvGrpSpPr>
            <p:cNvPr id="844" name="Group 761"/>
            <p:cNvGrpSpPr/>
            <p:nvPr/>
          </p:nvGrpSpPr>
          <p:grpSpPr>
            <a:xfrm>
              <a:off x="666044" y="-1"/>
              <a:ext cx="550901" cy="564447"/>
              <a:chOff x="0" y="0"/>
              <a:chExt cx="550899" cy="564446"/>
            </a:xfrm>
          </p:grpSpPr>
          <p:sp>
            <p:nvSpPr>
              <p:cNvPr id="842" name="Shape 759"/>
              <p:cNvSpPr/>
              <p:nvPr/>
            </p:nvSpPr>
            <p:spPr>
              <a:xfrm>
                <a:off x="0" y="-1"/>
                <a:ext cx="550901" cy="564448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43" name="Shape 760"/>
              <p:cNvSpPr txBox="1"/>
              <p:nvPr/>
            </p:nvSpPr>
            <p:spPr>
              <a:xfrm>
                <a:off x="74189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847" name="Group 764"/>
            <p:cNvGrpSpPr/>
            <p:nvPr/>
          </p:nvGrpSpPr>
          <p:grpSpPr>
            <a:xfrm>
              <a:off x="0" y="806026"/>
              <a:ext cx="550901" cy="566707"/>
              <a:chOff x="0" y="0"/>
              <a:chExt cx="550899" cy="566706"/>
            </a:xfrm>
          </p:grpSpPr>
          <p:sp>
            <p:nvSpPr>
              <p:cNvPr id="845" name="Shape 762"/>
              <p:cNvSpPr/>
              <p:nvPr/>
            </p:nvSpPr>
            <p:spPr>
              <a:xfrm>
                <a:off x="0" y="0"/>
                <a:ext cx="550901" cy="566707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46" name="Shape 763"/>
              <p:cNvSpPr txBox="1"/>
              <p:nvPr/>
            </p:nvSpPr>
            <p:spPr>
              <a:xfrm>
                <a:off x="83999" y="50732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50" name="Group 767"/>
            <p:cNvGrpSpPr/>
            <p:nvPr/>
          </p:nvGrpSpPr>
          <p:grpSpPr>
            <a:xfrm>
              <a:off x="666044" y="1607538"/>
              <a:ext cx="550901" cy="564447"/>
              <a:chOff x="0" y="0"/>
              <a:chExt cx="550899" cy="564446"/>
            </a:xfrm>
          </p:grpSpPr>
          <p:sp>
            <p:nvSpPr>
              <p:cNvPr id="848" name="Shape 765"/>
              <p:cNvSpPr/>
              <p:nvPr/>
            </p:nvSpPr>
            <p:spPr>
              <a:xfrm>
                <a:off x="0" y="-1"/>
                <a:ext cx="550901" cy="564448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49" name="Shape 766"/>
              <p:cNvSpPr txBox="1"/>
              <p:nvPr/>
            </p:nvSpPr>
            <p:spPr>
              <a:xfrm>
                <a:off x="83998" y="49603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53" name="Group 770"/>
            <p:cNvGrpSpPr/>
            <p:nvPr/>
          </p:nvGrpSpPr>
          <p:grpSpPr>
            <a:xfrm>
              <a:off x="1381760" y="2300675"/>
              <a:ext cx="550901" cy="564449"/>
              <a:chOff x="0" y="0"/>
              <a:chExt cx="550899" cy="564448"/>
            </a:xfrm>
          </p:grpSpPr>
          <p:sp>
            <p:nvSpPr>
              <p:cNvPr id="851" name="Shape 768"/>
              <p:cNvSpPr/>
              <p:nvPr/>
            </p:nvSpPr>
            <p:spPr>
              <a:xfrm>
                <a:off x="0" y="0"/>
                <a:ext cx="550901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52" name="Shape 769"/>
              <p:cNvSpPr txBox="1"/>
              <p:nvPr/>
            </p:nvSpPr>
            <p:spPr>
              <a:xfrm>
                <a:off x="74189" y="49603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854" name="Shape 771"/>
            <p:cNvSpPr/>
            <p:nvPr/>
          </p:nvSpPr>
          <p:spPr>
            <a:xfrm flipH="1">
              <a:off x="487679" y="501226"/>
              <a:ext cx="275451" cy="40414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55" name="Shape 772"/>
            <p:cNvSpPr/>
            <p:nvPr/>
          </p:nvSpPr>
          <p:spPr>
            <a:xfrm>
              <a:off x="460586" y="1291449"/>
              <a:ext cx="356731" cy="35221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56" name="Shape 773"/>
            <p:cNvSpPr/>
            <p:nvPr/>
          </p:nvSpPr>
          <p:spPr>
            <a:xfrm>
              <a:off x="1119859" y="2104249"/>
              <a:ext cx="331895" cy="32060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65" name="Group 782"/>
          <p:cNvGrpSpPr/>
          <p:nvPr/>
        </p:nvGrpSpPr>
        <p:grpSpPr>
          <a:xfrm>
            <a:off x="8689622" y="4141892"/>
            <a:ext cx="1167275" cy="1469817"/>
            <a:chOff x="0" y="0"/>
            <a:chExt cx="1167274" cy="1469815"/>
          </a:xfrm>
        </p:grpSpPr>
        <p:grpSp>
          <p:nvGrpSpPr>
            <p:cNvPr id="860" name="Group 777"/>
            <p:cNvGrpSpPr/>
            <p:nvPr/>
          </p:nvGrpSpPr>
          <p:grpSpPr>
            <a:xfrm>
              <a:off x="616374" y="-1"/>
              <a:ext cx="550901" cy="566706"/>
              <a:chOff x="0" y="0"/>
              <a:chExt cx="550899" cy="566704"/>
            </a:xfrm>
          </p:grpSpPr>
          <p:sp>
            <p:nvSpPr>
              <p:cNvPr id="858" name="Shape 775"/>
              <p:cNvSpPr/>
              <p:nvPr/>
            </p:nvSpPr>
            <p:spPr>
              <a:xfrm>
                <a:off x="-1" y="0"/>
                <a:ext cx="550901" cy="566705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59" name="Shape 776"/>
              <p:cNvSpPr txBox="1"/>
              <p:nvPr/>
            </p:nvSpPr>
            <p:spPr>
              <a:xfrm>
                <a:off x="93984" y="50733"/>
                <a:ext cx="362931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863" name="Group 780"/>
            <p:cNvGrpSpPr/>
            <p:nvPr/>
          </p:nvGrpSpPr>
          <p:grpSpPr>
            <a:xfrm>
              <a:off x="-1" y="903111"/>
              <a:ext cx="550901" cy="566705"/>
              <a:chOff x="0" y="0"/>
              <a:chExt cx="550899" cy="566704"/>
            </a:xfrm>
          </p:grpSpPr>
          <p:sp>
            <p:nvSpPr>
              <p:cNvPr id="861" name="Shape 778"/>
              <p:cNvSpPr/>
              <p:nvPr/>
            </p:nvSpPr>
            <p:spPr>
              <a:xfrm>
                <a:off x="-1" y="0"/>
                <a:ext cx="550901" cy="566705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62" name="Shape 779"/>
              <p:cNvSpPr txBox="1"/>
              <p:nvPr/>
            </p:nvSpPr>
            <p:spPr>
              <a:xfrm>
                <a:off x="103707" y="50733"/>
                <a:ext cx="34348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864" name="Shape 781"/>
            <p:cNvSpPr/>
            <p:nvPr/>
          </p:nvSpPr>
          <p:spPr>
            <a:xfrm flipH="1">
              <a:off x="433494" y="493324"/>
              <a:ext cx="302544" cy="45833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81" name="Group 798"/>
          <p:cNvGrpSpPr/>
          <p:nvPr/>
        </p:nvGrpSpPr>
        <p:grpSpPr>
          <a:xfrm>
            <a:off x="8556131" y="5807568"/>
            <a:ext cx="1205656" cy="2884032"/>
            <a:chOff x="0" y="0"/>
            <a:chExt cx="1205655" cy="2884031"/>
          </a:xfrm>
        </p:grpSpPr>
        <p:grpSp>
          <p:nvGrpSpPr>
            <p:cNvPr id="868" name="Group 785"/>
            <p:cNvGrpSpPr/>
            <p:nvPr/>
          </p:nvGrpSpPr>
          <p:grpSpPr>
            <a:xfrm>
              <a:off x="568677" y="0"/>
              <a:ext cx="548643" cy="564446"/>
              <a:chOff x="0" y="0"/>
              <a:chExt cx="548641" cy="564445"/>
            </a:xfrm>
          </p:grpSpPr>
          <p:sp>
            <p:nvSpPr>
              <p:cNvPr id="866" name="Shape 783"/>
              <p:cNvSpPr/>
              <p:nvPr/>
            </p:nvSpPr>
            <p:spPr>
              <a:xfrm>
                <a:off x="0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67" name="Shape 784"/>
              <p:cNvSpPr txBox="1"/>
              <p:nvPr/>
            </p:nvSpPr>
            <p:spPr>
              <a:xfrm>
                <a:off x="73342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871" name="Group 788"/>
            <p:cNvGrpSpPr/>
            <p:nvPr/>
          </p:nvGrpSpPr>
          <p:grpSpPr>
            <a:xfrm>
              <a:off x="0" y="817315"/>
              <a:ext cx="548643" cy="564449"/>
              <a:chOff x="0" y="0"/>
              <a:chExt cx="548641" cy="564448"/>
            </a:xfrm>
          </p:grpSpPr>
          <p:sp>
            <p:nvSpPr>
              <p:cNvPr id="869" name="Shape 786"/>
              <p:cNvSpPr/>
              <p:nvPr/>
            </p:nvSpPr>
            <p:spPr>
              <a:xfrm>
                <a:off x="0" y="-1"/>
                <a:ext cx="548642" cy="564449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70" name="Shape 787"/>
              <p:cNvSpPr txBox="1"/>
              <p:nvPr/>
            </p:nvSpPr>
            <p:spPr>
              <a:xfrm>
                <a:off x="73059" y="49603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874" name="Group 791"/>
            <p:cNvGrpSpPr/>
            <p:nvPr/>
          </p:nvGrpSpPr>
          <p:grpSpPr>
            <a:xfrm>
              <a:off x="657013" y="1544321"/>
              <a:ext cx="548643" cy="564447"/>
              <a:chOff x="0" y="0"/>
              <a:chExt cx="548641" cy="564445"/>
            </a:xfrm>
          </p:grpSpPr>
          <p:sp>
            <p:nvSpPr>
              <p:cNvPr id="872" name="Shape 789"/>
              <p:cNvSpPr/>
              <p:nvPr/>
            </p:nvSpPr>
            <p:spPr>
              <a:xfrm>
                <a:off x="0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73" name="Shape 790"/>
              <p:cNvSpPr txBox="1"/>
              <p:nvPr/>
            </p:nvSpPr>
            <p:spPr>
              <a:xfrm>
                <a:off x="142252" y="49603"/>
                <a:ext cx="26413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875" name="Shape 792"/>
            <p:cNvSpPr/>
            <p:nvPr/>
          </p:nvSpPr>
          <p:spPr>
            <a:xfrm flipH="1">
              <a:off x="419946" y="532835"/>
              <a:ext cx="275451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878" name="Group 795"/>
            <p:cNvGrpSpPr/>
            <p:nvPr/>
          </p:nvGrpSpPr>
          <p:grpSpPr>
            <a:xfrm>
              <a:off x="142240" y="2319585"/>
              <a:ext cx="548643" cy="564447"/>
              <a:chOff x="0" y="0"/>
              <a:chExt cx="548641" cy="564445"/>
            </a:xfrm>
          </p:grpSpPr>
          <p:sp>
            <p:nvSpPr>
              <p:cNvPr id="876" name="Shape 793"/>
              <p:cNvSpPr/>
              <p:nvPr/>
            </p:nvSpPr>
            <p:spPr>
              <a:xfrm>
                <a:off x="0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77" name="Shape 794"/>
              <p:cNvSpPr txBox="1"/>
              <p:nvPr/>
            </p:nvSpPr>
            <p:spPr>
              <a:xfrm>
                <a:off x="132268" y="55531"/>
                <a:ext cx="28410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879" name="Shape 796"/>
            <p:cNvSpPr/>
            <p:nvPr/>
          </p:nvSpPr>
          <p:spPr>
            <a:xfrm>
              <a:off x="479777" y="1293706"/>
              <a:ext cx="300287" cy="29577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80" name="Shape 797"/>
            <p:cNvSpPr/>
            <p:nvPr/>
          </p:nvSpPr>
          <p:spPr>
            <a:xfrm flipH="1">
              <a:off x="581377" y="2074898"/>
              <a:ext cx="191913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882" name="Shape 799"/>
          <p:cNvSpPr txBox="1"/>
          <p:nvPr/>
        </p:nvSpPr>
        <p:spPr>
          <a:xfrm>
            <a:off x="1814124" y="12700"/>
            <a:ext cx="88138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二叉树=&gt;森林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Class="entr" nodeType="after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0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5"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38" grpId="2"/>
      <p:bldP build="whole" bldLvl="1" animBg="1" rev="0" advAuto="0" spid="865" grpId="6"/>
      <p:bldP build="whole" bldLvl="1" animBg="1" rev="0" advAuto="0" spid="881" grpId="7"/>
      <p:bldP build="whole" bldLvl="1" animBg="1" rev="0" advAuto="0" spid="839" grpId="1"/>
      <p:bldP build="whole" bldLvl="1" animBg="1" rev="0" advAuto="0" spid="840" grpId="4"/>
      <p:bldP build="whole" bldLvl="1" animBg="1" rev="0" advAuto="0" spid="857" grpId="3"/>
      <p:bldP build="whole" bldLvl="1" animBg="1" rev="0" advAuto="0" spid="841" grpId="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9" name="Group 816"/>
          <p:cNvGrpSpPr/>
          <p:nvPr/>
        </p:nvGrpSpPr>
        <p:grpSpPr>
          <a:xfrm>
            <a:off x="3562491" y="1315865"/>
            <a:ext cx="1932661" cy="2865124"/>
            <a:chOff x="0" y="0"/>
            <a:chExt cx="1932660" cy="2865122"/>
          </a:xfrm>
        </p:grpSpPr>
        <p:grpSp>
          <p:nvGrpSpPr>
            <p:cNvPr id="886" name="Group 803"/>
            <p:cNvGrpSpPr/>
            <p:nvPr/>
          </p:nvGrpSpPr>
          <p:grpSpPr>
            <a:xfrm>
              <a:off x="667455" y="-1"/>
              <a:ext cx="550901" cy="564447"/>
              <a:chOff x="0" y="0"/>
              <a:chExt cx="550899" cy="564445"/>
            </a:xfrm>
          </p:grpSpPr>
          <p:sp>
            <p:nvSpPr>
              <p:cNvPr id="884" name="Shape 801"/>
              <p:cNvSpPr/>
              <p:nvPr/>
            </p:nvSpPr>
            <p:spPr>
              <a:xfrm>
                <a:off x="0" y="0"/>
                <a:ext cx="550901" cy="564447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85" name="Shape 802"/>
              <p:cNvSpPr txBox="1"/>
              <p:nvPr/>
            </p:nvSpPr>
            <p:spPr>
              <a:xfrm>
                <a:off x="72778" y="47346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889" name="Group 806"/>
            <p:cNvGrpSpPr/>
            <p:nvPr/>
          </p:nvGrpSpPr>
          <p:grpSpPr>
            <a:xfrm>
              <a:off x="0" y="801793"/>
              <a:ext cx="550901" cy="566705"/>
              <a:chOff x="0" y="0"/>
              <a:chExt cx="550899" cy="566703"/>
            </a:xfrm>
          </p:grpSpPr>
          <p:sp>
            <p:nvSpPr>
              <p:cNvPr id="887" name="Shape 804"/>
              <p:cNvSpPr/>
              <p:nvPr/>
            </p:nvSpPr>
            <p:spPr>
              <a:xfrm>
                <a:off x="0" y="0"/>
                <a:ext cx="550900" cy="566705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88" name="Shape 805"/>
              <p:cNvSpPr txBox="1"/>
              <p:nvPr/>
            </p:nvSpPr>
            <p:spPr>
              <a:xfrm>
                <a:off x="83999" y="54966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92" name="Group 809"/>
            <p:cNvGrpSpPr/>
            <p:nvPr/>
          </p:nvGrpSpPr>
          <p:grpSpPr>
            <a:xfrm>
              <a:off x="667455" y="1607539"/>
              <a:ext cx="550901" cy="564447"/>
              <a:chOff x="0" y="0"/>
              <a:chExt cx="550899" cy="564445"/>
            </a:xfrm>
          </p:grpSpPr>
          <p:sp>
            <p:nvSpPr>
              <p:cNvPr id="890" name="Shape 807"/>
              <p:cNvSpPr/>
              <p:nvPr/>
            </p:nvSpPr>
            <p:spPr>
              <a:xfrm>
                <a:off x="0" y="0"/>
                <a:ext cx="550901" cy="564447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91" name="Shape 808"/>
              <p:cNvSpPr txBox="1"/>
              <p:nvPr/>
            </p:nvSpPr>
            <p:spPr>
              <a:xfrm>
                <a:off x="82588" y="52708"/>
                <a:ext cx="382899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95" name="Group 812"/>
            <p:cNvGrpSpPr/>
            <p:nvPr/>
          </p:nvGrpSpPr>
          <p:grpSpPr>
            <a:xfrm>
              <a:off x="1381760" y="2300676"/>
              <a:ext cx="550901" cy="564447"/>
              <a:chOff x="0" y="0"/>
              <a:chExt cx="550899" cy="564445"/>
            </a:xfrm>
          </p:grpSpPr>
          <p:sp>
            <p:nvSpPr>
              <p:cNvPr id="893" name="Shape 810"/>
              <p:cNvSpPr/>
              <p:nvPr/>
            </p:nvSpPr>
            <p:spPr>
              <a:xfrm>
                <a:off x="0" y="0"/>
                <a:ext cx="550900" cy="564447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894" name="Shape 811"/>
              <p:cNvSpPr txBox="1"/>
              <p:nvPr/>
            </p:nvSpPr>
            <p:spPr>
              <a:xfrm>
                <a:off x="74189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896" name="Shape 813"/>
            <p:cNvSpPr/>
            <p:nvPr/>
          </p:nvSpPr>
          <p:spPr>
            <a:xfrm flipH="1">
              <a:off x="487680" y="501226"/>
              <a:ext cx="275450" cy="40414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7" name="Shape 814"/>
            <p:cNvSpPr/>
            <p:nvPr/>
          </p:nvSpPr>
          <p:spPr>
            <a:xfrm>
              <a:off x="460586" y="1291449"/>
              <a:ext cx="356731" cy="35221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898" name="Shape 815"/>
            <p:cNvSpPr/>
            <p:nvPr/>
          </p:nvSpPr>
          <p:spPr>
            <a:xfrm>
              <a:off x="1119857" y="2104250"/>
              <a:ext cx="331896" cy="32060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07" name="Group 824"/>
          <p:cNvGrpSpPr/>
          <p:nvPr/>
        </p:nvGrpSpPr>
        <p:grpSpPr>
          <a:xfrm>
            <a:off x="3694571" y="4418334"/>
            <a:ext cx="1167274" cy="1469818"/>
            <a:chOff x="0" y="0"/>
            <a:chExt cx="1167273" cy="1469816"/>
          </a:xfrm>
        </p:grpSpPr>
        <p:grpSp>
          <p:nvGrpSpPr>
            <p:cNvPr id="902" name="Group 819"/>
            <p:cNvGrpSpPr/>
            <p:nvPr/>
          </p:nvGrpSpPr>
          <p:grpSpPr>
            <a:xfrm>
              <a:off x="616373" y="-1"/>
              <a:ext cx="550901" cy="566706"/>
              <a:chOff x="0" y="0"/>
              <a:chExt cx="550899" cy="566704"/>
            </a:xfrm>
          </p:grpSpPr>
          <p:sp>
            <p:nvSpPr>
              <p:cNvPr id="900" name="Shape 817"/>
              <p:cNvSpPr/>
              <p:nvPr/>
            </p:nvSpPr>
            <p:spPr>
              <a:xfrm>
                <a:off x="0" y="0"/>
                <a:ext cx="550901" cy="566705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01" name="Shape 818"/>
              <p:cNvSpPr txBox="1"/>
              <p:nvPr/>
            </p:nvSpPr>
            <p:spPr>
              <a:xfrm>
                <a:off x="93982" y="50732"/>
                <a:ext cx="36293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905" name="Group 822"/>
            <p:cNvGrpSpPr/>
            <p:nvPr/>
          </p:nvGrpSpPr>
          <p:grpSpPr>
            <a:xfrm>
              <a:off x="0" y="903110"/>
              <a:ext cx="550900" cy="566707"/>
              <a:chOff x="0" y="0"/>
              <a:chExt cx="550899" cy="566706"/>
            </a:xfrm>
          </p:grpSpPr>
          <p:sp>
            <p:nvSpPr>
              <p:cNvPr id="903" name="Shape 820"/>
              <p:cNvSpPr/>
              <p:nvPr/>
            </p:nvSpPr>
            <p:spPr>
              <a:xfrm>
                <a:off x="0" y="-1"/>
                <a:ext cx="550900" cy="566707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04" name="Shape 821"/>
              <p:cNvSpPr txBox="1"/>
              <p:nvPr/>
            </p:nvSpPr>
            <p:spPr>
              <a:xfrm>
                <a:off x="103706" y="50733"/>
                <a:ext cx="34348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906" name="Shape 823"/>
            <p:cNvSpPr/>
            <p:nvPr/>
          </p:nvSpPr>
          <p:spPr>
            <a:xfrm flipH="1">
              <a:off x="433493" y="494453"/>
              <a:ext cx="302544" cy="45833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23" name="Group 840"/>
          <p:cNvGrpSpPr/>
          <p:nvPr/>
        </p:nvGrpSpPr>
        <p:grpSpPr>
          <a:xfrm>
            <a:off x="3476245" y="6117897"/>
            <a:ext cx="1205658" cy="2889959"/>
            <a:chOff x="0" y="0"/>
            <a:chExt cx="1205656" cy="2889957"/>
          </a:xfrm>
        </p:grpSpPr>
        <p:grpSp>
          <p:nvGrpSpPr>
            <p:cNvPr id="910" name="Group 827"/>
            <p:cNvGrpSpPr/>
            <p:nvPr/>
          </p:nvGrpSpPr>
          <p:grpSpPr>
            <a:xfrm>
              <a:off x="568960" y="0"/>
              <a:ext cx="548643" cy="564447"/>
              <a:chOff x="0" y="0"/>
              <a:chExt cx="548641" cy="564445"/>
            </a:xfrm>
          </p:grpSpPr>
          <p:sp>
            <p:nvSpPr>
              <p:cNvPr id="908" name="Shape 825"/>
              <p:cNvSpPr/>
              <p:nvPr/>
            </p:nvSpPr>
            <p:spPr>
              <a:xfrm>
                <a:off x="0" y="0"/>
                <a:ext cx="548642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09" name="Shape 826"/>
              <p:cNvSpPr txBox="1"/>
              <p:nvPr/>
            </p:nvSpPr>
            <p:spPr>
              <a:xfrm>
                <a:off x="73060" y="49604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913" name="Group 830"/>
            <p:cNvGrpSpPr/>
            <p:nvPr/>
          </p:nvGrpSpPr>
          <p:grpSpPr>
            <a:xfrm>
              <a:off x="-1" y="813082"/>
              <a:ext cx="548643" cy="564447"/>
              <a:chOff x="0" y="0"/>
              <a:chExt cx="548641" cy="564445"/>
            </a:xfrm>
          </p:grpSpPr>
          <p:sp>
            <p:nvSpPr>
              <p:cNvPr id="911" name="Shape 828"/>
              <p:cNvSpPr/>
              <p:nvPr/>
            </p:nvSpPr>
            <p:spPr>
              <a:xfrm>
                <a:off x="-1" y="0"/>
                <a:ext cx="548643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12" name="Shape 829"/>
              <p:cNvSpPr txBox="1"/>
              <p:nvPr/>
            </p:nvSpPr>
            <p:spPr>
              <a:xfrm>
                <a:off x="73060" y="53837"/>
                <a:ext cx="402520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916" name="Group 833"/>
            <p:cNvGrpSpPr/>
            <p:nvPr/>
          </p:nvGrpSpPr>
          <p:grpSpPr>
            <a:xfrm>
              <a:off x="657014" y="1544320"/>
              <a:ext cx="548643" cy="564447"/>
              <a:chOff x="0" y="0"/>
              <a:chExt cx="548641" cy="564445"/>
            </a:xfrm>
          </p:grpSpPr>
          <p:sp>
            <p:nvSpPr>
              <p:cNvPr id="914" name="Shape 831"/>
              <p:cNvSpPr/>
              <p:nvPr/>
            </p:nvSpPr>
            <p:spPr>
              <a:xfrm>
                <a:off x="0" y="0"/>
                <a:ext cx="548642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15" name="Shape 832"/>
              <p:cNvSpPr txBox="1"/>
              <p:nvPr/>
            </p:nvSpPr>
            <p:spPr>
              <a:xfrm>
                <a:off x="142252" y="49603"/>
                <a:ext cx="26413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917" name="Shape 834"/>
            <p:cNvSpPr/>
            <p:nvPr/>
          </p:nvSpPr>
          <p:spPr>
            <a:xfrm flipH="1">
              <a:off x="419947" y="532835"/>
              <a:ext cx="275451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920" name="Group 837"/>
            <p:cNvGrpSpPr/>
            <p:nvPr/>
          </p:nvGrpSpPr>
          <p:grpSpPr>
            <a:xfrm>
              <a:off x="142240" y="2325511"/>
              <a:ext cx="548643" cy="564447"/>
              <a:chOff x="0" y="0"/>
              <a:chExt cx="548641" cy="564445"/>
            </a:xfrm>
          </p:grpSpPr>
          <p:sp>
            <p:nvSpPr>
              <p:cNvPr id="918" name="Shape 835"/>
              <p:cNvSpPr/>
              <p:nvPr/>
            </p:nvSpPr>
            <p:spPr>
              <a:xfrm>
                <a:off x="0" y="0"/>
                <a:ext cx="548642" cy="564446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19" name="Shape 836"/>
              <p:cNvSpPr txBox="1"/>
              <p:nvPr/>
            </p:nvSpPr>
            <p:spPr>
              <a:xfrm>
                <a:off x="132269" y="49604"/>
                <a:ext cx="284103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921" name="Shape 838"/>
            <p:cNvSpPr/>
            <p:nvPr/>
          </p:nvSpPr>
          <p:spPr>
            <a:xfrm>
              <a:off x="478649" y="1293706"/>
              <a:ext cx="300286" cy="29577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22" name="Shape 839"/>
            <p:cNvSpPr/>
            <p:nvPr/>
          </p:nvSpPr>
          <p:spPr>
            <a:xfrm flipH="1">
              <a:off x="587023" y="2074897"/>
              <a:ext cx="191913" cy="32286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26" name="Group 843"/>
          <p:cNvGrpSpPr/>
          <p:nvPr/>
        </p:nvGrpSpPr>
        <p:grpSpPr>
          <a:xfrm>
            <a:off x="7181708" y="1471223"/>
            <a:ext cx="444785" cy="629923"/>
            <a:chOff x="0" y="0"/>
            <a:chExt cx="444783" cy="629922"/>
          </a:xfrm>
        </p:grpSpPr>
        <p:sp>
          <p:nvSpPr>
            <p:cNvPr id="924" name="Shape 841"/>
            <p:cNvSpPr/>
            <p:nvPr/>
          </p:nvSpPr>
          <p:spPr>
            <a:xfrm>
              <a:off x="0" y="-1"/>
              <a:ext cx="444785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25" name="Shape 842"/>
            <p:cNvSpPr txBox="1"/>
            <p:nvPr/>
          </p:nvSpPr>
          <p:spPr>
            <a:xfrm>
              <a:off x="21131" y="82341"/>
              <a:ext cx="402520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929" name="Group 846"/>
          <p:cNvGrpSpPr/>
          <p:nvPr/>
        </p:nvGrpSpPr>
        <p:grpSpPr>
          <a:xfrm>
            <a:off x="6217637" y="2633978"/>
            <a:ext cx="442527" cy="629923"/>
            <a:chOff x="0" y="0"/>
            <a:chExt cx="442525" cy="629922"/>
          </a:xfrm>
        </p:grpSpPr>
        <p:sp>
          <p:nvSpPr>
            <p:cNvPr id="927" name="Shape 844"/>
            <p:cNvSpPr/>
            <p:nvPr/>
          </p:nvSpPr>
          <p:spPr>
            <a:xfrm>
              <a:off x="-1" y="-1"/>
              <a:ext cx="442527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28" name="Shape 845"/>
            <p:cNvSpPr txBox="1"/>
            <p:nvPr/>
          </p:nvSpPr>
          <p:spPr>
            <a:xfrm>
              <a:off x="29812" y="82342"/>
              <a:ext cx="382899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932" name="Group 849"/>
          <p:cNvGrpSpPr/>
          <p:nvPr/>
        </p:nvGrpSpPr>
        <p:grpSpPr>
          <a:xfrm>
            <a:off x="7181708" y="2615917"/>
            <a:ext cx="444785" cy="629923"/>
            <a:chOff x="0" y="0"/>
            <a:chExt cx="444783" cy="629922"/>
          </a:xfrm>
        </p:grpSpPr>
        <p:sp>
          <p:nvSpPr>
            <p:cNvPr id="930" name="Shape 847"/>
            <p:cNvSpPr/>
            <p:nvPr/>
          </p:nvSpPr>
          <p:spPr>
            <a:xfrm>
              <a:off x="0" y="-1"/>
              <a:ext cx="444785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31" name="Shape 848"/>
            <p:cNvSpPr txBox="1"/>
            <p:nvPr/>
          </p:nvSpPr>
          <p:spPr>
            <a:xfrm>
              <a:off x="30941" y="82341"/>
              <a:ext cx="382899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935" name="Group 852"/>
          <p:cNvGrpSpPr/>
          <p:nvPr/>
        </p:nvGrpSpPr>
        <p:grpSpPr>
          <a:xfrm>
            <a:off x="8136749" y="2597854"/>
            <a:ext cx="442527" cy="629923"/>
            <a:chOff x="0" y="0"/>
            <a:chExt cx="442525" cy="629922"/>
          </a:xfrm>
        </p:grpSpPr>
        <p:sp>
          <p:nvSpPr>
            <p:cNvPr id="933" name="Shape 850"/>
            <p:cNvSpPr/>
            <p:nvPr/>
          </p:nvSpPr>
          <p:spPr>
            <a:xfrm>
              <a:off x="-1" y="-1"/>
              <a:ext cx="442527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34" name="Shape 851"/>
            <p:cNvSpPr txBox="1"/>
            <p:nvPr/>
          </p:nvSpPr>
          <p:spPr>
            <a:xfrm>
              <a:off x="20002" y="82341"/>
              <a:ext cx="402519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936" name="Shape 853"/>
          <p:cNvSpPr/>
          <p:nvPr/>
        </p:nvSpPr>
        <p:spPr>
          <a:xfrm>
            <a:off x="7409743" y="2083082"/>
            <a:ext cx="2260" cy="537352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Shape 854"/>
          <p:cNvSpPr/>
          <p:nvPr/>
        </p:nvSpPr>
        <p:spPr>
          <a:xfrm flipH="1">
            <a:off x="6416322" y="1891170"/>
            <a:ext cx="799255" cy="781193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Shape 855"/>
          <p:cNvSpPr/>
          <p:nvPr/>
        </p:nvSpPr>
        <p:spPr>
          <a:xfrm>
            <a:off x="7592624" y="1920521"/>
            <a:ext cx="666047" cy="693139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946" name="Group 863"/>
          <p:cNvGrpSpPr/>
          <p:nvPr/>
        </p:nvGrpSpPr>
        <p:grpSpPr>
          <a:xfrm>
            <a:off x="7279075" y="4342991"/>
            <a:ext cx="659275" cy="1637740"/>
            <a:chOff x="0" y="0"/>
            <a:chExt cx="659274" cy="1637738"/>
          </a:xfrm>
        </p:grpSpPr>
        <p:grpSp>
          <p:nvGrpSpPr>
            <p:cNvPr id="941" name="Group 858"/>
            <p:cNvGrpSpPr/>
            <p:nvPr/>
          </p:nvGrpSpPr>
          <p:grpSpPr>
            <a:xfrm>
              <a:off x="40640" y="0"/>
              <a:ext cx="618635" cy="596901"/>
              <a:chOff x="0" y="0"/>
              <a:chExt cx="618633" cy="596899"/>
            </a:xfrm>
          </p:grpSpPr>
          <p:sp>
            <p:nvSpPr>
              <p:cNvPr id="939" name="Shape 856"/>
              <p:cNvSpPr/>
              <p:nvPr/>
            </p:nvSpPr>
            <p:spPr>
              <a:xfrm>
                <a:off x="-1" y="0"/>
                <a:ext cx="618635" cy="596900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40" name="Shape 857"/>
              <p:cNvSpPr txBox="1"/>
              <p:nvPr/>
            </p:nvSpPr>
            <p:spPr>
              <a:xfrm>
                <a:off x="127849" y="65408"/>
                <a:ext cx="362932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944" name="Group 861"/>
            <p:cNvGrpSpPr/>
            <p:nvPr/>
          </p:nvGrpSpPr>
          <p:grpSpPr>
            <a:xfrm>
              <a:off x="0" y="1040836"/>
              <a:ext cx="618634" cy="596903"/>
              <a:chOff x="0" y="0"/>
              <a:chExt cx="618633" cy="596901"/>
            </a:xfrm>
          </p:grpSpPr>
          <p:sp>
            <p:nvSpPr>
              <p:cNvPr id="942" name="Shape 859"/>
              <p:cNvSpPr/>
              <p:nvPr/>
            </p:nvSpPr>
            <p:spPr>
              <a:xfrm>
                <a:off x="-1" y="0"/>
                <a:ext cx="618635" cy="596903"/>
              </a:xfrm>
              <a:prstGeom prst="ellipse">
                <a:avLst/>
              </a:prstGeom>
              <a:solidFill>
                <a:srgbClr val="99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43" name="Shape 860"/>
              <p:cNvSpPr txBox="1"/>
              <p:nvPr/>
            </p:nvSpPr>
            <p:spPr>
              <a:xfrm>
                <a:off x="137572" y="69924"/>
                <a:ext cx="343485" cy="4674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>
                  <a:spcBef>
                    <a:spcPts val="0"/>
                  </a:spcBef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945" name="Shape 862"/>
            <p:cNvSpPr/>
            <p:nvPr/>
          </p:nvSpPr>
          <p:spPr>
            <a:xfrm>
              <a:off x="347698" y="573475"/>
              <a:ext cx="2260" cy="48316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949" name="Group 866"/>
          <p:cNvGrpSpPr/>
          <p:nvPr/>
        </p:nvGrpSpPr>
        <p:grpSpPr>
          <a:xfrm>
            <a:off x="7208140" y="6523869"/>
            <a:ext cx="566705" cy="629924"/>
            <a:chOff x="0" y="0"/>
            <a:chExt cx="566704" cy="629922"/>
          </a:xfrm>
        </p:grpSpPr>
        <p:sp>
          <p:nvSpPr>
            <p:cNvPr id="947" name="Shape 864"/>
            <p:cNvSpPr/>
            <p:nvPr/>
          </p:nvSpPr>
          <p:spPr>
            <a:xfrm>
              <a:off x="-1" y="-1"/>
              <a:ext cx="566706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48" name="Shape 865"/>
            <p:cNvSpPr txBox="1"/>
            <p:nvPr/>
          </p:nvSpPr>
          <p:spPr>
            <a:xfrm>
              <a:off x="82091" y="82341"/>
              <a:ext cx="402520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952" name="Group 869"/>
          <p:cNvGrpSpPr/>
          <p:nvPr/>
        </p:nvGrpSpPr>
        <p:grpSpPr>
          <a:xfrm>
            <a:off x="6603056" y="7399887"/>
            <a:ext cx="566705" cy="629923"/>
            <a:chOff x="0" y="0"/>
            <a:chExt cx="566704" cy="629922"/>
          </a:xfrm>
        </p:grpSpPr>
        <p:sp>
          <p:nvSpPr>
            <p:cNvPr id="950" name="Shape 867"/>
            <p:cNvSpPr/>
            <p:nvPr/>
          </p:nvSpPr>
          <p:spPr>
            <a:xfrm>
              <a:off x="-1" y="-1"/>
              <a:ext cx="566706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51" name="Shape 868"/>
            <p:cNvSpPr txBox="1"/>
            <p:nvPr/>
          </p:nvSpPr>
          <p:spPr>
            <a:xfrm>
              <a:off x="82090" y="82341"/>
              <a:ext cx="402520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955" name="Group 872"/>
          <p:cNvGrpSpPr/>
          <p:nvPr/>
        </p:nvGrpSpPr>
        <p:grpSpPr>
          <a:xfrm>
            <a:off x="7675501" y="7429237"/>
            <a:ext cx="566705" cy="629923"/>
            <a:chOff x="0" y="0"/>
            <a:chExt cx="566704" cy="629922"/>
          </a:xfrm>
        </p:grpSpPr>
        <p:sp>
          <p:nvSpPr>
            <p:cNvPr id="953" name="Shape 870"/>
            <p:cNvSpPr/>
            <p:nvPr/>
          </p:nvSpPr>
          <p:spPr>
            <a:xfrm>
              <a:off x="-1" y="-1"/>
              <a:ext cx="566706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54" name="Shape 871"/>
            <p:cNvSpPr txBox="1"/>
            <p:nvPr/>
          </p:nvSpPr>
          <p:spPr>
            <a:xfrm>
              <a:off x="151283" y="82341"/>
              <a:ext cx="264134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sp>
        <p:nvSpPr>
          <p:cNvPr id="956" name="Shape 873"/>
          <p:cNvSpPr/>
          <p:nvPr/>
        </p:nvSpPr>
        <p:spPr>
          <a:xfrm flipH="1">
            <a:off x="7036550" y="7083797"/>
            <a:ext cx="284482" cy="358989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Shape 874"/>
          <p:cNvSpPr/>
          <p:nvPr/>
        </p:nvSpPr>
        <p:spPr>
          <a:xfrm>
            <a:off x="7659696" y="7083797"/>
            <a:ext cx="284482" cy="358989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960" name="Group 877"/>
          <p:cNvGrpSpPr/>
          <p:nvPr/>
        </p:nvGrpSpPr>
        <p:grpSpPr>
          <a:xfrm>
            <a:off x="7637119" y="8440721"/>
            <a:ext cx="566705" cy="629923"/>
            <a:chOff x="0" y="0"/>
            <a:chExt cx="566704" cy="629922"/>
          </a:xfrm>
        </p:grpSpPr>
        <p:sp>
          <p:nvSpPr>
            <p:cNvPr id="958" name="Shape 875"/>
            <p:cNvSpPr/>
            <p:nvPr/>
          </p:nvSpPr>
          <p:spPr>
            <a:xfrm>
              <a:off x="-1" y="-1"/>
              <a:ext cx="566706" cy="629923"/>
            </a:xfrm>
            <a:prstGeom prst="ellipse">
              <a:avLst/>
            </a:prstGeom>
            <a:solidFill>
              <a:srgbClr val="99000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959" name="Shape 876"/>
            <p:cNvSpPr txBox="1"/>
            <p:nvPr/>
          </p:nvSpPr>
          <p:spPr>
            <a:xfrm>
              <a:off x="141300" y="82342"/>
              <a:ext cx="284102" cy="4674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>
                <a:spcBef>
                  <a:spcPts val="0"/>
                </a:spcBef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sp>
        <p:nvSpPr>
          <p:cNvPr id="961" name="Shape 878"/>
          <p:cNvSpPr/>
          <p:nvPr/>
        </p:nvSpPr>
        <p:spPr>
          <a:xfrm>
            <a:off x="7989331" y="8078630"/>
            <a:ext cx="2260" cy="390598"/>
          </a:xfrm>
          <a:prstGeom prst="line">
            <a:avLst/>
          </a:prstGeom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Shape 879"/>
          <p:cNvSpPr/>
          <p:nvPr/>
        </p:nvSpPr>
        <p:spPr>
          <a:xfrm flipH="1">
            <a:off x="3733633" y="7348387"/>
            <a:ext cx="609602" cy="408659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Shape 880"/>
          <p:cNvSpPr/>
          <p:nvPr/>
        </p:nvSpPr>
        <p:spPr>
          <a:xfrm flipH="1">
            <a:off x="3799109" y="7449987"/>
            <a:ext cx="609602" cy="408659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Shape 881"/>
          <p:cNvSpPr/>
          <p:nvPr/>
        </p:nvSpPr>
        <p:spPr>
          <a:xfrm flipH="1">
            <a:off x="3905672" y="2431208"/>
            <a:ext cx="609602" cy="40866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Shape 882"/>
          <p:cNvSpPr/>
          <p:nvPr/>
        </p:nvSpPr>
        <p:spPr>
          <a:xfrm flipH="1">
            <a:off x="3973405" y="2532808"/>
            <a:ext cx="609602" cy="40866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Shape 883"/>
          <p:cNvSpPr/>
          <p:nvPr/>
        </p:nvSpPr>
        <p:spPr>
          <a:xfrm flipH="1">
            <a:off x="4519788" y="3250782"/>
            <a:ext cx="609602" cy="40866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Shape 884"/>
          <p:cNvSpPr/>
          <p:nvPr/>
        </p:nvSpPr>
        <p:spPr>
          <a:xfrm flipH="1">
            <a:off x="4587521" y="3352381"/>
            <a:ext cx="609602" cy="40866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Shape 885"/>
          <p:cNvSpPr txBox="1"/>
          <p:nvPr/>
        </p:nvSpPr>
        <p:spPr>
          <a:xfrm>
            <a:off x="1966524" y="12700"/>
            <a:ext cx="88138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二叉树=&gt;森林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"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Class="entr" nodeType="after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Class="entr" nodeType="after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0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Class="entr" nodeType="after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4"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9"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Class="entr" nodeType="after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3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8"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Class="entr" nodeType="after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7"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Class="entr" nodeType="after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1"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6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1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Class="entr" nodeType="after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5"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0"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Class="entr" nodeType="after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4"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Class="entr" nodeType="after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8"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Class="entr" nodeType="clickEffect" presetSubtype="8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3"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Class="entr" nodeType="afterEffect" presetSubtype="8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7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Class="entr" nodeType="afterEffect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1"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Class="entr" nodeType="afterEffect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5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07" grpId="2"/>
      <p:bldP build="whole" bldLvl="1" animBg="1" rev="0" advAuto="0" spid="966" grpId="12"/>
      <p:bldP build="whole" bldLvl="1" animBg="1" rev="0" advAuto="0" spid="923" grpId="3"/>
      <p:bldP build="whole" bldLvl="1" animBg="1" rev="0" advAuto="0" spid="926" grpId="6"/>
      <p:bldP build="whole" bldLvl="1" animBg="1" rev="0" advAuto="0" spid="962" grpId="16"/>
      <p:bldP build="whole" bldLvl="1" animBg="1" rev="0" advAuto="0" spid="946" grpId="15"/>
      <p:bldP build="whole" bldLvl="1" animBg="1" rev="0" advAuto="0" spid="964" grpId="4"/>
      <p:bldP build="whole" bldLvl="1" animBg="1" rev="0" advAuto="0" spid="967" grpId="11"/>
      <p:bldP build="whole" bldLvl="1" animBg="1" rev="0" advAuto="0" spid="899" grpId="1"/>
      <p:bldP build="whole" bldLvl="1" animBg="1" rev="0" advAuto="0" spid="929" grpId="8"/>
      <p:bldP build="whole" bldLvl="1" animBg="1" rev="0" advAuto="0" spid="949" grpId="18"/>
      <p:bldP build="whole" bldLvl="1" animBg="1" rev="0" advAuto="0" spid="963" grpId="17"/>
      <p:bldP build="whole" bldLvl="1" animBg="1" rev="0" advAuto="0" spid="957" grpId="21"/>
      <p:bldP build="whole" bldLvl="1" animBg="1" rev="0" advAuto="0" spid="932" grpId="10"/>
      <p:bldP build="whole" bldLvl="1" animBg="1" rev="0" advAuto="0" spid="961" grpId="23"/>
      <p:bldP build="whole" bldLvl="1" animBg="1" rev="0" advAuto="0" spid="952" grpId="20"/>
      <p:bldP build="whole" bldLvl="1" animBg="1" rev="0" advAuto="0" spid="937" grpId="7"/>
      <p:bldP build="whole" bldLvl="1" animBg="1" rev="0" advAuto="0" spid="935" grpId="13"/>
      <p:bldP build="whole" bldLvl="1" animBg="1" rev="0" advAuto="0" spid="955" grpId="22"/>
      <p:bldP build="whole" bldLvl="1" animBg="1" rev="0" advAuto="0" spid="938" grpId="14"/>
      <p:bldP build="whole" bldLvl="1" animBg="1" rev="0" advAuto="0" spid="956" grpId="19"/>
      <p:bldP build="whole" bldLvl="1" animBg="1" rev="0" advAuto="0" spid="936" grpId="9"/>
      <p:bldP build="whole" bldLvl="1" animBg="1" rev="0" advAuto="0" spid="960" grpId="24"/>
      <p:bldP build="whole" bldLvl="1" animBg="1" rev="0" advAuto="0" spid="965" grpId="5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roup 895"/>
          <p:cNvGrpSpPr/>
          <p:nvPr/>
        </p:nvGrpSpPr>
        <p:grpSpPr>
          <a:xfrm>
            <a:off x="6026432" y="1820897"/>
            <a:ext cx="691447" cy="1485621"/>
            <a:chOff x="0" y="0"/>
            <a:chExt cx="691446" cy="1485620"/>
          </a:xfrm>
        </p:grpSpPr>
        <p:sp>
          <p:nvSpPr>
            <p:cNvPr id="970" name="Shape 888"/>
            <p:cNvSpPr/>
            <p:nvPr/>
          </p:nvSpPr>
          <p:spPr>
            <a:xfrm>
              <a:off x="293793" y="487680"/>
              <a:ext cx="2260" cy="510259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973" name="Group 891"/>
            <p:cNvGrpSpPr/>
            <p:nvPr/>
          </p:nvGrpSpPr>
          <p:grpSpPr>
            <a:xfrm>
              <a:off x="3386" y="0"/>
              <a:ext cx="684392" cy="609603"/>
              <a:chOff x="0" y="0"/>
              <a:chExt cx="684391" cy="609601"/>
            </a:xfrm>
          </p:grpSpPr>
          <p:sp>
            <p:nvSpPr>
              <p:cNvPr id="971" name="Shape 889"/>
              <p:cNvSpPr/>
              <p:nvPr/>
            </p:nvSpPr>
            <p:spPr>
              <a:xfrm>
                <a:off x="0" y="0"/>
                <a:ext cx="609602" cy="6096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72" name="Shape 890"/>
              <p:cNvSpPr txBox="1"/>
              <p:nvPr/>
            </p:nvSpPr>
            <p:spPr>
              <a:xfrm>
                <a:off x="493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976" name="Group 894"/>
            <p:cNvGrpSpPr/>
            <p:nvPr/>
          </p:nvGrpSpPr>
          <p:grpSpPr>
            <a:xfrm>
              <a:off x="0" y="876018"/>
              <a:ext cx="691447" cy="609603"/>
              <a:chOff x="0" y="0"/>
              <a:chExt cx="691446" cy="609601"/>
            </a:xfrm>
          </p:grpSpPr>
          <p:sp>
            <p:nvSpPr>
              <p:cNvPr id="974" name="Shape 892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75" name="Shape 893"/>
              <p:cNvSpPr txBox="1"/>
              <p:nvPr/>
            </p:nvSpPr>
            <p:spPr>
              <a:xfrm>
                <a:off x="56444" y="43180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</p:grpSp>
      <p:grpSp>
        <p:nvGrpSpPr>
          <p:cNvPr id="989" name="Group 907"/>
          <p:cNvGrpSpPr/>
          <p:nvPr/>
        </p:nvGrpSpPr>
        <p:grpSpPr>
          <a:xfrm>
            <a:off x="4033096" y="1803963"/>
            <a:ext cx="1607823" cy="1519488"/>
            <a:chOff x="0" y="0"/>
            <a:chExt cx="1607822" cy="1519486"/>
          </a:xfrm>
        </p:grpSpPr>
        <p:sp>
          <p:nvSpPr>
            <p:cNvPr id="978" name="Shape 896"/>
            <p:cNvSpPr/>
            <p:nvPr/>
          </p:nvSpPr>
          <p:spPr>
            <a:xfrm flipH="1">
              <a:off x="340924" y="512515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79" name="Shape 897"/>
            <p:cNvSpPr/>
            <p:nvPr/>
          </p:nvSpPr>
          <p:spPr>
            <a:xfrm>
              <a:off x="985520" y="466484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982" name="Group 900"/>
            <p:cNvGrpSpPr/>
            <p:nvPr/>
          </p:nvGrpSpPr>
          <p:grpSpPr>
            <a:xfrm>
              <a:off x="546382" y="-1"/>
              <a:ext cx="691447" cy="609603"/>
              <a:chOff x="0" y="0"/>
              <a:chExt cx="691446" cy="609601"/>
            </a:xfrm>
          </p:grpSpPr>
          <p:sp>
            <p:nvSpPr>
              <p:cNvPr id="980" name="Shape 898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81" name="Shape 899"/>
              <p:cNvSpPr txBox="1"/>
              <p:nvPr/>
            </p:nvSpPr>
            <p:spPr>
              <a:xfrm>
                <a:off x="56443" y="42334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985" name="Group 903"/>
            <p:cNvGrpSpPr/>
            <p:nvPr/>
          </p:nvGrpSpPr>
          <p:grpSpPr>
            <a:xfrm>
              <a:off x="-1" y="900853"/>
              <a:ext cx="697939" cy="609603"/>
              <a:chOff x="0" y="0"/>
              <a:chExt cx="697937" cy="609601"/>
            </a:xfrm>
          </p:grpSpPr>
          <p:sp>
            <p:nvSpPr>
              <p:cNvPr id="983" name="Shape 901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84" name="Shape 902"/>
              <p:cNvSpPr txBox="1"/>
              <p:nvPr/>
            </p:nvSpPr>
            <p:spPr>
              <a:xfrm>
                <a:off x="62935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988" name="Group 906"/>
            <p:cNvGrpSpPr/>
            <p:nvPr/>
          </p:nvGrpSpPr>
          <p:grpSpPr>
            <a:xfrm>
              <a:off x="875735" y="909884"/>
              <a:ext cx="732088" cy="609603"/>
              <a:chOff x="0" y="0"/>
              <a:chExt cx="732087" cy="609601"/>
            </a:xfrm>
          </p:grpSpPr>
          <p:sp>
            <p:nvSpPr>
              <p:cNvPr id="986" name="Shape 90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87" name="Shape 905"/>
              <p:cNvSpPr txBox="1"/>
              <p:nvPr/>
            </p:nvSpPr>
            <p:spPr>
              <a:xfrm>
                <a:off x="97084" y="423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013" name="Group 931"/>
          <p:cNvGrpSpPr/>
          <p:nvPr/>
        </p:nvGrpSpPr>
        <p:grpSpPr>
          <a:xfrm>
            <a:off x="6700943" y="1899072"/>
            <a:ext cx="2270763" cy="3569551"/>
            <a:chOff x="0" y="0"/>
            <a:chExt cx="2270762" cy="3569549"/>
          </a:xfrm>
        </p:grpSpPr>
        <p:sp>
          <p:nvSpPr>
            <p:cNvPr id="990" name="Shape 908"/>
            <p:cNvSpPr/>
            <p:nvPr/>
          </p:nvSpPr>
          <p:spPr>
            <a:xfrm>
              <a:off x="1058897" y="478649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1" name="Shape 909"/>
            <p:cNvSpPr/>
            <p:nvPr/>
          </p:nvSpPr>
          <p:spPr>
            <a:xfrm>
              <a:off x="1058897" y="1365955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2" name="Shape 910"/>
            <p:cNvSpPr/>
            <p:nvPr/>
          </p:nvSpPr>
          <p:spPr>
            <a:xfrm flipH="1">
              <a:off x="442524" y="2379698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3" name="Shape 911"/>
            <p:cNvSpPr/>
            <p:nvPr/>
          </p:nvSpPr>
          <p:spPr>
            <a:xfrm>
              <a:off x="1154288" y="2275840"/>
              <a:ext cx="609603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994" name="Shape 912"/>
            <p:cNvSpPr/>
            <p:nvPr/>
          </p:nvSpPr>
          <p:spPr>
            <a:xfrm>
              <a:off x="1092765" y="2481298"/>
              <a:ext cx="2259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997" name="Group 915"/>
            <p:cNvGrpSpPr/>
            <p:nvPr/>
          </p:nvGrpSpPr>
          <p:grpSpPr>
            <a:xfrm>
              <a:off x="751840" y="0"/>
              <a:ext cx="681851" cy="609602"/>
              <a:chOff x="0" y="0"/>
              <a:chExt cx="681850" cy="609601"/>
            </a:xfrm>
          </p:grpSpPr>
          <p:sp>
            <p:nvSpPr>
              <p:cNvPr id="995" name="Shape 913"/>
              <p:cNvSpPr/>
              <p:nvPr/>
            </p:nvSpPr>
            <p:spPr>
              <a:xfrm>
                <a:off x="0" y="0"/>
                <a:ext cx="609602" cy="6096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96" name="Shape 914"/>
              <p:cNvSpPr txBox="1"/>
              <p:nvPr/>
            </p:nvSpPr>
            <p:spPr>
              <a:xfrm>
                <a:off x="46848" y="42334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000" name="Group 918"/>
            <p:cNvGrpSpPr/>
            <p:nvPr/>
          </p:nvGrpSpPr>
          <p:grpSpPr>
            <a:xfrm>
              <a:off x="751840" y="946008"/>
              <a:ext cx="681851" cy="609603"/>
              <a:chOff x="0" y="0"/>
              <a:chExt cx="681850" cy="609601"/>
            </a:xfrm>
          </p:grpSpPr>
          <p:sp>
            <p:nvSpPr>
              <p:cNvPr id="998" name="Shape 916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999" name="Shape 917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003" name="Group 921"/>
            <p:cNvGrpSpPr/>
            <p:nvPr/>
          </p:nvGrpSpPr>
          <p:grpSpPr>
            <a:xfrm>
              <a:off x="751840" y="1971040"/>
              <a:ext cx="694551" cy="609603"/>
              <a:chOff x="0" y="0"/>
              <a:chExt cx="694550" cy="609601"/>
            </a:xfrm>
          </p:grpSpPr>
          <p:sp>
            <p:nvSpPr>
              <p:cNvPr id="1001" name="Shape 919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02" name="Shape 920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006" name="Group 924"/>
            <p:cNvGrpSpPr/>
            <p:nvPr/>
          </p:nvGrpSpPr>
          <p:grpSpPr>
            <a:xfrm>
              <a:off x="0" y="2959947"/>
              <a:ext cx="752125" cy="609603"/>
              <a:chOff x="0" y="0"/>
              <a:chExt cx="752124" cy="609601"/>
            </a:xfrm>
          </p:grpSpPr>
          <p:sp>
            <p:nvSpPr>
              <p:cNvPr id="1004" name="Shape 922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05" name="Shape 923"/>
              <p:cNvSpPr txBox="1"/>
              <p:nvPr/>
            </p:nvSpPr>
            <p:spPr>
              <a:xfrm>
                <a:off x="117122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009" name="Group 927"/>
            <p:cNvGrpSpPr/>
            <p:nvPr/>
          </p:nvGrpSpPr>
          <p:grpSpPr>
            <a:xfrm>
              <a:off x="796995" y="2959947"/>
              <a:ext cx="725597" cy="609603"/>
              <a:chOff x="0" y="0"/>
              <a:chExt cx="725595" cy="609601"/>
            </a:xfrm>
          </p:grpSpPr>
          <p:sp>
            <p:nvSpPr>
              <p:cNvPr id="1007" name="Shape 925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08" name="Shape 926"/>
              <p:cNvSpPr txBox="1"/>
              <p:nvPr/>
            </p:nvSpPr>
            <p:spPr>
              <a:xfrm>
                <a:off x="90592" y="296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012" name="Group 930"/>
            <p:cNvGrpSpPr/>
            <p:nvPr/>
          </p:nvGrpSpPr>
          <p:grpSpPr>
            <a:xfrm>
              <a:off x="1573671" y="2959947"/>
              <a:ext cx="697092" cy="609603"/>
              <a:chOff x="0" y="0"/>
              <a:chExt cx="697091" cy="609601"/>
            </a:xfrm>
          </p:grpSpPr>
          <p:sp>
            <p:nvSpPr>
              <p:cNvPr id="1010" name="Shape 928"/>
              <p:cNvSpPr/>
              <p:nvPr/>
            </p:nvSpPr>
            <p:spPr>
              <a:xfrm>
                <a:off x="-1" y="0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11" name="Shape 929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1014" name="Shape 708"/>
          <p:cNvSpPr txBox="1"/>
          <p:nvPr/>
        </p:nvSpPr>
        <p:spPr>
          <a:xfrm>
            <a:off x="1966524" y="25400"/>
            <a:ext cx="88138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森林=&gt;二叉树 课堂练习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Shape 933"/>
          <p:cNvSpPr txBox="1"/>
          <p:nvPr/>
        </p:nvSpPr>
        <p:spPr>
          <a:xfrm>
            <a:off x="2349500" y="16792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树和森林的遍历</a:t>
            </a:r>
          </a:p>
        </p:txBody>
      </p:sp>
      <p:sp>
        <p:nvSpPr>
          <p:cNvPr id="1017" name="Shape 934"/>
          <p:cNvSpPr txBox="1"/>
          <p:nvPr/>
        </p:nvSpPr>
        <p:spPr>
          <a:xfrm>
            <a:off x="2190044" y="1756550"/>
            <a:ext cx="546100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400">
                <a:uFillTx/>
              </a:defRPr>
            </a:lvl1pPr>
          </a:lstStyle>
          <a:p>
            <a:pPr/>
            <a:r>
              <a:t>一、树的遍历</a:t>
            </a:r>
          </a:p>
        </p:txBody>
      </p:sp>
      <p:sp>
        <p:nvSpPr>
          <p:cNvPr id="1018" name="Shape 935"/>
          <p:cNvSpPr txBox="1"/>
          <p:nvPr/>
        </p:nvSpPr>
        <p:spPr>
          <a:xfrm>
            <a:off x="2190044" y="2840283"/>
            <a:ext cx="668020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400">
                <a:uFillTx/>
              </a:defRPr>
            </a:lvl1pPr>
          </a:lstStyle>
          <a:p>
            <a:pPr/>
            <a:r>
              <a:t>二、森林的遍历</a:t>
            </a:r>
          </a:p>
        </p:txBody>
      </p:sp>
      <p:sp>
        <p:nvSpPr>
          <p:cNvPr id="1019" name="Shape 936"/>
          <p:cNvSpPr txBox="1"/>
          <p:nvPr/>
        </p:nvSpPr>
        <p:spPr>
          <a:xfrm>
            <a:off x="2190044" y="3863058"/>
            <a:ext cx="749300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400">
                <a:uFillTx/>
              </a:defRPr>
            </a:lvl1pPr>
          </a:lstStyle>
          <a:p>
            <a:pPr/>
            <a:r>
              <a:t>三、树的遍历的应用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Shape 938"/>
          <p:cNvSpPr txBox="1"/>
          <p:nvPr/>
        </p:nvSpPr>
        <p:spPr>
          <a:xfrm>
            <a:off x="2413000" y="16792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树的先根遍历</a:t>
            </a:r>
          </a:p>
        </p:txBody>
      </p:sp>
      <p:sp>
        <p:nvSpPr>
          <p:cNvPr id="1022" name="Shape 939"/>
          <p:cNvSpPr txBox="1"/>
          <p:nvPr/>
        </p:nvSpPr>
        <p:spPr>
          <a:xfrm>
            <a:off x="1110544" y="1665958"/>
            <a:ext cx="1152468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若树不空，则先访问根结点，然后依次（？）先根遍历各棵子树。</a:t>
            </a:r>
          </a:p>
        </p:txBody>
      </p:sp>
      <p:grpSp>
        <p:nvGrpSpPr>
          <p:cNvPr id="1066" name="Group 983"/>
          <p:cNvGrpSpPr/>
          <p:nvPr/>
        </p:nvGrpSpPr>
        <p:grpSpPr>
          <a:xfrm>
            <a:off x="7074975" y="2363917"/>
            <a:ext cx="4011510" cy="4479437"/>
            <a:chOff x="0" y="0"/>
            <a:chExt cx="4011508" cy="4479435"/>
          </a:xfrm>
        </p:grpSpPr>
        <p:sp>
          <p:nvSpPr>
            <p:cNvPr id="1023" name="Shape 940"/>
            <p:cNvSpPr/>
            <p:nvPr/>
          </p:nvSpPr>
          <p:spPr>
            <a:xfrm flipH="1">
              <a:off x="853440" y="467360"/>
              <a:ext cx="715717" cy="679593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24" name="Shape 941"/>
            <p:cNvSpPr/>
            <p:nvPr/>
          </p:nvSpPr>
          <p:spPr>
            <a:xfrm>
              <a:off x="1934916" y="307058"/>
              <a:ext cx="715717" cy="7157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25" name="Shape 942"/>
            <p:cNvSpPr/>
            <p:nvPr/>
          </p:nvSpPr>
          <p:spPr>
            <a:xfrm flipH="1">
              <a:off x="340924" y="1422400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26" name="Shape 943"/>
            <p:cNvSpPr/>
            <p:nvPr/>
          </p:nvSpPr>
          <p:spPr>
            <a:xfrm>
              <a:off x="1036320" y="1286934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27" name="Shape 944"/>
            <p:cNvSpPr/>
            <p:nvPr/>
          </p:nvSpPr>
          <p:spPr>
            <a:xfrm>
              <a:off x="2799644" y="1388534"/>
              <a:ext cx="2260" cy="60960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28" name="Shape 945"/>
            <p:cNvSpPr/>
            <p:nvPr/>
          </p:nvSpPr>
          <p:spPr>
            <a:xfrm>
              <a:off x="2799644" y="2275841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29" name="Shape 946"/>
            <p:cNvSpPr/>
            <p:nvPr/>
          </p:nvSpPr>
          <p:spPr>
            <a:xfrm flipH="1">
              <a:off x="2183271" y="3289584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30" name="Shape 947"/>
            <p:cNvSpPr/>
            <p:nvPr/>
          </p:nvSpPr>
          <p:spPr>
            <a:xfrm>
              <a:off x="2895035" y="3185726"/>
              <a:ext cx="609602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31" name="Shape 948"/>
            <p:cNvSpPr/>
            <p:nvPr/>
          </p:nvSpPr>
          <p:spPr>
            <a:xfrm>
              <a:off x="1774613" y="467360"/>
              <a:ext cx="2260" cy="510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032" name="Shape 949"/>
            <p:cNvSpPr/>
            <p:nvPr/>
          </p:nvSpPr>
          <p:spPr>
            <a:xfrm>
              <a:off x="2833511" y="3391184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035" name="Group 952"/>
            <p:cNvGrpSpPr/>
            <p:nvPr/>
          </p:nvGrpSpPr>
          <p:grpSpPr>
            <a:xfrm>
              <a:off x="1501422" y="0"/>
              <a:ext cx="684392" cy="609602"/>
              <a:chOff x="0" y="0"/>
              <a:chExt cx="684391" cy="609601"/>
            </a:xfrm>
          </p:grpSpPr>
          <p:sp>
            <p:nvSpPr>
              <p:cNvPr id="1033" name="Shape 95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34" name="Shape 951"/>
              <p:cNvSpPr txBox="1"/>
              <p:nvPr/>
            </p:nvSpPr>
            <p:spPr>
              <a:xfrm>
                <a:off x="49389" y="804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038" name="Group 955"/>
            <p:cNvGrpSpPr/>
            <p:nvPr/>
          </p:nvGrpSpPr>
          <p:grpSpPr>
            <a:xfrm>
              <a:off x="546382" y="909884"/>
              <a:ext cx="691446" cy="609603"/>
              <a:chOff x="0" y="0"/>
              <a:chExt cx="691445" cy="609601"/>
            </a:xfrm>
          </p:grpSpPr>
          <p:sp>
            <p:nvSpPr>
              <p:cNvPr id="1036" name="Shape 953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37" name="Shape 954"/>
              <p:cNvSpPr txBox="1"/>
              <p:nvPr/>
            </p:nvSpPr>
            <p:spPr>
              <a:xfrm>
                <a:off x="56443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041" name="Group 958"/>
            <p:cNvGrpSpPr/>
            <p:nvPr/>
          </p:nvGrpSpPr>
          <p:grpSpPr>
            <a:xfrm>
              <a:off x="1498035" y="876018"/>
              <a:ext cx="691447" cy="609603"/>
              <a:chOff x="0" y="0"/>
              <a:chExt cx="691446" cy="609601"/>
            </a:xfrm>
          </p:grpSpPr>
          <p:sp>
            <p:nvSpPr>
              <p:cNvPr id="1039" name="Shape 956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40" name="Shape 957"/>
              <p:cNvSpPr txBox="1"/>
              <p:nvPr/>
            </p:nvSpPr>
            <p:spPr>
              <a:xfrm>
                <a:off x="56444" y="43180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044" name="Group 961"/>
            <p:cNvGrpSpPr/>
            <p:nvPr/>
          </p:nvGrpSpPr>
          <p:grpSpPr>
            <a:xfrm>
              <a:off x="2492587" y="909884"/>
              <a:ext cx="681851" cy="609603"/>
              <a:chOff x="0" y="0"/>
              <a:chExt cx="681850" cy="609601"/>
            </a:xfrm>
          </p:grpSpPr>
          <p:sp>
            <p:nvSpPr>
              <p:cNvPr id="1042" name="Shape 959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43" name="Shape 960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047" name="Group 964"/>
            <p:cNvGrpSpPr/>
            <p:nvPr/>
          </p:nvGrpSpPr>
          <p:grpSpPr>
            <a:xfrm>
              <a:off x="0" y="1810738"/>
              <a:ext cx="697938" cy="609603"/>
              <a:chOff x="0" y="0"/>
              <a:chExt cx="697937" cy="609601"/>
            </a:xfrm>
          </p:grpSpPr>
          <p:sp>
            <p:nvSpPr>
              <p:cNvPr id="1045" name="Shape 96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46" name="Shape 963"/>
              <p:cNvSpPr txBox="1"/>
              <p:nvPr/>
            </p:nvSpPr>
            <p:spPr>
              <a:xfrm>
                <a:off x="62935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050" name="Group 967"/>
            <p:cNvGrpSpPr/>
            <p:nvPr/>
          </p:nvGrpSpPr>
          <p:grpSpPr>
            <a:xfrm>
              <a:off x="875735" y="1819769"/>
              <a:ext cx="732087" cy="609603"/>
              <a:chOff x="0" y="0"/>
              <a:chExt cx="732086" cy="609601"/>
            </a:xfrm>
          </p:grpSpPr>
          <p:sp>
            <p:nvSpPr>
              <p:cNvPr id="1048" name="Shape 965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49" name="Shape 966"/>
              <p:cNvSpPr txBox="1"/>
              <p:nvPr/>
            </p:nvSpPr>
            <p:spPr>
              <a:xfrm>
                <a:off x="97084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053" name="Group 970"/>
            <p:cNvGrpSpPr/>
            <p:nvPr/>
          </p:nvGrpSpPr>
          <p:grpSpPr>
            <a:xfrm>
              <a:off x="2492587" y="1855893"/>
              <a:ext cx="681851" cy="609603"/>
              <a:chOff x="0" y="0"/>
              <a:chExt cx="681850" cy="609601"/>
            </a:xfrm>
          </p:grpSpPr>
          <p:sp>
            <p:nvSpPr>
              <p:cNvPr id="1051" name="Shape 968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52" name="Shape 969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056" name="Group 973"/>
            <p:cNvGrpSpPr/>
            <p:nvPr/>
          </p:nvGrpSpPr>
          <p:grpSpPr>
            <a:xfrm>
              <a:off x="2492587" y="2880926"/>
              <a:ext cx="694551" cy="609603"/>
              <a:chOff x="0" y="0"/>
              <a:chExt cx="694550" cy="609601"/>
            </a:xfrm>
          </p:grpSpPr>
          <p:sp>
            <p:nvSpPr>
              <p:cNvPr id="1054" name="Shape 97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55" name="Shape 972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059" name="Group 976"/>
            <p:cNvGrpSpPr/>
            <p:nvPr/>
          </p:nvGrpSpPr>
          <p:grpSpPr>
            <a:xfrm>
              <a:off x="1740747" y="3869833"/>
              <a:ext cx="752124" cy="609603"/>
              <a:chOff x="0" y="0"/>
              <a:chExt cx="752123" cy="609601"/>
            </a:xfrm>
          </p:grpSpPr>
          <p:sp>
            <p:nvSpPr>
              <p:cNvPr id="1057" name="Shape 974"/>
              <p:cNvSpPr/>
              <p:nvPr/>
            </p:nvSpPr>
            <p:spPr>
              <a:xfrm>
                <a:off x="-1" y="-1"/>
                <a:ext cx="609601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58" name="Shape 975"/>
              <p:cNvSpPr txBox="1"/>
              <p:nvPr/>
            </p:nvSpPr>
            <p:spPr>
              <a:xfrm>
                <a:off x="117122" y="55034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062" name="Group 979"/>
            <p:cNvGrpSpPr/>
            <p:nvPr/>
          </p:nvGrpSpPr>
          <p:grpSpPr>
            <a:xfrm>
              <a:off x="2537742" y="3869833"/>
              <a:ext cx="725595" cy="609603"/>
              <a:chOff x="0" y="0"/>
              <a:chExt cx="725594" cy="609601"/>
            </a:xfrm>
          </p:grpSpPr>
          <p:sp>
            <p:nvSpPr>
              <p:cNvPr id="1060" name="Shape 977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61" name="Shape 978"/>
              <p:cNvSpPr txBox="1"/>
              <p:nvPr/>
            </p:nvSpPr>
            <p:spPr>
              <a:xfrm>
                <a:off x="90592" y="296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065" name="Group 982"/>
            <p:cNvGrpSpPr/>
            <p:nvPr/>
          </p:nvGrpSpPr>
          <p:grpSpPr>
            <a:xfrm>
              <a:off x="3314417" y="3869833"/>
              <a:ext cx="697093" cy="609603"/>
              <a:chOff x="0" y="0"/>
              <a:chExt cx="697091" cy="609601"/>
            </a:xfrm>
          </p:grpSpPr>
          <p:sp>
            <p:nvSpPr>
              <p:cNvPr id="1063" name="Shape 980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064" name="Shape 981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grpSp>
        <p:nvGrpSpPr>
          <p:cNvPr id="1069" name="Group 986"/>
          <p:cNvGrpSpPr/>
          <p:nvPr/>
        </p:nvGrpSpPr>
        <p:grpSpPr>
          <a:xfrm>
            <a:off x="8578653" y="2367329"/>
            <a:ext cx="697091" cy="609603"/>
            <a:chOff x="0" y="0"/>
            <a:chExt cx="697090" cy="609601"/>
          </a:xfrm>
        </p:grpSpPr>
        <p:sp>
          <p:nvSpPr>
            <p:cNvPr id="1067" name="Shape 984"/>
            <p:cNvSpPr/>
            <p:nvPr/>
          </p:nvSpPr>
          <p:spPr>
            <a:xfrm>
              <a:off x="0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68" name="Shape 985"/>
            <p:cNvSpPr txBox="1"/>
            <p:nvPr/>
          </p:nvSpPr>
          <p:spPr>
            <a:xfrm>
              <a:off x="62089" y="29633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072" name="Group 989"/>
          <p:cNvGrpSpPr/>
          <p:nvPr/>
        </p:nvGrpSpPr>
        <p:grpSpPr>
          <a:xfrm>
            <a:off x="7621357" y="3277215"/>
            <a:ext cx="696244" cy="609603"/>
            <a:chOff x="0" y="0"/>
            <a:chExt cx="696243" cy="609601"/>
          </a:xfrm>
        </p:grpSpPr>
        <p:sp>
          <p:nvSpPr>
            <p:cNvPr id="1070" name="Shape 987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71" name="Shape 988"/>
            <p:cNvSpPr txBox="1"/>
            <p:nvPr/>
          </p:nvSpPr>
          <p:spPr>
            <a:xfrm>
              <a:off x="61241" y="29633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075" name="Group 992"/>
          <p:cNvGrpSpPr/>
          <p:nvPr/>
        </p:nvGrpSpPr>
        <p:grpSpPr>
          <a:xfrm>
            <a:off x="8567366" y="3243347"/>
            <a:ext cx="696244" cy="609603"/>
            <a:chOff x="0" y="0"/>
            <a:chExt cx="696243" cy="609601"/>
          </a:xfrm>
        </p:grpSpPr>
        <p:sp>
          <p:nvSpPr>
            <p:cNvPr id="1073" name="Shape 990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74" name="Shape 991"/>
            <p:cNvSpPr txBox="1"/>
            <p:nvPr/>
          </p:nvSpPr>
          <p:spPr>
            <a:xfrm>
              <a:off x="61241" y="423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078" name="Group 995"/>
          <p:cNvGrpSpPr/>
          <p:nvPr/>
        </p:nvGrpSpPr>
        <p:grpSpPr>
          <a:xfrm>
            <a:off x="9567560" y="3277215"/>
            <a:ext cx="696244" cy="609603"/>
            <a:chOff x="0" y="0"/>
            <a:chExt cx="696243" cy="609601"/>
          </a:xfrm>
        </p:grpSpPr>
        <p:sp>
          <p:nvSpPr>
            <p:cNvPr id="1076" name="Shape 993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77" name="Shape 994"/>
            <p:cNvSpPr txBox="1"/>
            <p:nvPr/>
          </p:nvSpPr>
          <p:spPr>
            <a:xfrm>
              <a:off x="61241" y="29633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081" name="Group 998"/>
          <p:cNvGrpSpPr/>
          <p:nvPr/>
        </p:nvGrpSpPr>
        <p:grpSpPr>
          <a:xfrm>
            <a:off x="7074975" y="4178067"/>
            <a:ext cx="728699" cy="609603"/>
            <a:chOff x="0" y="0"/>
            <a:chExt cx="728698" cy="609601"/>
          </a:xfrm>
        </p:grpSpPr>
        <p:sp>
          <p:nvSpPr>
            <p:cNvPr id="1079" name="Shape 996"/>
            <p:cNvSpPr/>
            <p:nvPr/>
          </p:nvSpPr>
          <p:spPr>
            <a:xfrm>
              <a:off x="-1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80" name="Shape 997"/>
            <p:cNvSpPr txBox="1"/>
            <p:nvPr/>
          </p:nvSpPr>
          <p:spPr>
            <a:xfrm>
              <a:off x="93697" y="29633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084" name="Group 1001"/>
          <p:cNvGrpSpPr/>
          <p:nvPr/>
        </p:nvGrpSpPr>
        <p:grpSpPr>
          <a:xfrm>
            <a:off x="7950534" y="4187945"/>
            <a:ext cx="751278" cy="609603"/>
            <a:chOff x="0" y="0"/>
            <a:chExt cx="751277" cy="609601"/>
          </a:xfrm>
        </p:grpSpPr>
        <p:sp>
          <p:nvSpPr>
            <p:cNvPr id="1082" name="Shape 999"/>
            <p:cNvSpPr/>
            <p:nvPr/>
          </p:nvSpPr>
          <p:spPr>
            <a:xfrm>
              <a:off x="-1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83" name="Shape 1000"/>
            <p:cNvSpPr txBox="1"/>
            <p:nvPr/>
          </p:nvSpPr>
          <p:spPr>
            <a:xfrm>
              <a:off x="116275" y="38946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087" name="Group 1004"/>
          <p:cNvGrpSpPr/>
          <p:nvPr/>
        </p:nvGrpSpPr>
        <p:grpSpPr>
          <a:xfrm>
            <a:off x="9567560" y="4228586"/>
            <a:ext cx="696244" cy="609603"/>
            <a:chOff x="0" y="0"/>
            <a:chExt cx="696243" cy="609601"/>
          </a:xfrm>
        </p:grpSpPr>
        <p:sp>
          <p:nvSpPr>
            <p:cNvPr id="1085" name="Shape 1002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86" name="Shape 1003"/>
            <p:cNvSpPr txBox="1"/>
            <p:nvPr/>
          </p:nvSpPr>
          <p:spPr>
            <a:xfrm>
              <a:off x="61241" y="75071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090" name="Group 1007"/>
          <p:cNvGrpSpPr/>
          <p:nvPr/>
        </p:nvGrpSpPr>
        <p:grpSpPr>
          <a:xfrm>
            <a:off x="9567560" y="5244586"/>
            <a:ext cx="696244" cy="609603"/>
            <a:chOff x="0" y="0"/>
            <a:chExt cx="696243" cy="609601"/>
          </a:xfrm>
        </p:grpSpPr>
        <p:sp>
          <p:nvSpPr>
            <p:cNvPr id="1088" name="Shape 1005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89" name="Shape 1006"/>
            <p:cNvSpPr txBox="1"/>
            <p:nvPr/>
          </p:nvSpPr>
          <p:spPr>
            <a:xfrm>
              <a:off x="61241" y="3048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093" name="Group 1010"/>
          <p:cNvGrpSpPr/>
          <p:nvPr/>
        </p:nvGrpSpPr>
        <p:grpSpPr>
          <a:xfrm>
            <a:off x="8815720" y="6237161"/>
            <a:ext cx="761157" cy="609603"/>
            <a:chOff x="0" y="0"/>
            <a:chExt cx="761155" cy="609601"/>
          </a:xfrm>
        </p:grpSpPr>
        <p:sp>
          <p:nvSpPr>
            <p:cNvPr id="1091" name="Shape 1008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92" name="Shape 1009"/>
            <p:cNvSpPr txBox="1"/>
            <p:nvPr/>
          </p:nvSpPr>
          <p:spPr>
            <a:xfrm>
              <a:off x="126153" y="64910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096" name="Group 1013"/>
          <p:cNvGrpSpPr/>
          <p:nvPr/>
        </p:nvGrpSpPr>
        <p:grpSpPr>
          <a:xfrm>
            <a:off x="9612716" y="6237161"/>
            <a:ext cx="747044" cy="609603"/>
            <a:chOff x="0" y="0"/>
            <a:chExt cx="747043" cy="609601"/>
          </a:xfrm>
        </p:grpSpPr>
        <p:sp>
          <p:nvSpPr>
            <p:cNvPr id="1094" name="Shape 1011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95" name="Shape 1012"/>
            <p:cNvSpPr txBox="1"/>
            <p:nvPr/>
          </p:nvSpPr>
          <p:spPr>
            <a:xfrm>
              <a:off x="112041" y="677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099" name="Group 1016"/>
          <p:cNvGrpSpPr/>
          <p:nvPr/>
        </p:nvGrpSpPr>
        <p:grpSpPr>
          <a:xfrm>
            <a:off x="10389392" y="6237161"/>
            <a:ext cx="696244" cy="609603"/>
            <a:chOff x="0" y="0"/>
            <a:chExt cx="696243" cy="609601"/>
          </a:xfrm>
        </p:grpSpPr>
        <p:sp>
          <p:nvSpPr>
            <p:cNvPr id="1097" name="Shape 1014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098" name="Shape 1015"/>
            <p:cNvSpPr txBox="1"/>
            <p:nvPr/>
          </p:nvSpPr>
          <p:spPr>
            <a:xfrm>
              <a:off x="61241" y="550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sp>
        <p:nvSpPr>
          <p:cNvPr id="1100" name="Shape 1017"/>
          <p:cNvSpPr txBox="1"/>
          <p:nvPr/>
        </p:nvSpPr>
        <p:spPr>
          <a:xfrm>
            <a:off x="1270227" y="3521054"/>
            <a:ext cx="520703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101" name="Shape 1018"/>
          <p:cNvSpPr txBox="1"/>
          <p:nvPr/>
        </p:nvSpPr>
        <p:spPr>
          <a:xfrm>
            <a:off x="1839187" y="3543632"/>
            <a:ext cx="16637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B E F</a:t>
            </a:r>
          </a:p>
        </p:txBody>
      </p:sp>
      <p:sp>
        <p:nvSpPr>
          <p:cNvPr id="1102" name="Shape 1019"/>
          <p:cNvSpPr txBox="1"/>
          <p:nvPr/>
        </p:nvSpPr>
        <p:spPr>
          <a:xfrm>
            <a:off x="3216431" y="3543632"/>
            <a:ext cx="7366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103" name="Shape 1020"/>
          <p:cNvSpPr txBox="1"/>
          <p:nvPr/>
        </p:nvSpPr>
        <p:spPr>
          <a:xfrm>
            <a:off x="3661214" y="3543632"/>
            <a:ext cx="32512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D G H I J K</a:t>
            </a:r>
          </a:p>
        </p:txBody>
      </p:sp>
      <p:sp>
        <p:nvSpPr>
          <p:cNvPr id="1104" name="Shape 1021"/>
          <p:cNvSpPr txBox="1"/>
          <p:nvPr/>
        </p:nvSpPr>
        <p:spPr>
          <a:xfrm>
            <a:off x="1166369" y="2744378"/>
            <a:ext cx="51308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先根遍历序列为：</a:t>
            </a:r>
          </a:p>
        </p:txBody>
      </p:sp>
      <p:sp>
        <p:nvSpPr>
          <p:cNvPr id="1105" name="Shape 1022"/>
          <p:cNvSpPr/>
          <p:nvPr/>
        </p:nvSpPr>
        <p:spPr>
          <a:xfrm>
            <a:off x="6797267" y="2333462"/>
            <a:ext cx="2260" cy="5389318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2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7"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2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7" dur="5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2"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7"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7"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2"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7" dur="5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2" dur="5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7"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click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2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7"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Class="entr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2"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84" grpId="9"/>
      <p:bldP build="whole" bldLvl="1" animBg="1" rev="0" advAuto="0" spid="1069" grpId="5"/>
      <p:bldP build="whole" bldLvl="1" animBg="1" rev="0" advAuto="0" spid="1102" grpId="12"/>
      <p:bldP build="whole" bldLvl="1" animBg="1" rev="0" advAuto="0" spid="1078" grpId="13"/>
      <p:bldP build="whole" bldLvl="1" animBg="1" rev="0" advAuto="0" spid="1104" grpId="4"/>
      <p:bldP build="whole" bldLvl="1" animBg="1" rev="0" advAuto="0" spid="1093" grpId="16"/>
      <p:bldP build="whole" bldLvl="1" animBg="1" rev="0" advAuto="0" spid="1066" grpId="2"/>
      <p:bldP build="whole" bldLvl="1" animBg="1" rev="0" advAuto="0" spid="1099" grpId="18"/>
      <p:bldP build="whole" bldLvl="1" animBg="1" rev="0" advAuto="0" spid="1081" grpId="8"/>
      <p:bldP build="whole" bldLvl="1" animBg="1" rev="0" advAuto="0" spid="1105" grpId="3"/>
      <p:bldP build="whole" bldLvl="1" animBg="1" rev="0" advAuto="0" spid="1075" grpId="11"/>
      <p:bldP build="whole" bldLvl="1" animBg="1" rev="0" advAuto="0" spid="1090" grpId="15"/>
      <p:bldP build="whole" bldLvl="1" animBg="1" rev="0" advAuto="0" spid="1101" grpId="10"/>
      <p:bldP build="whole" bldLvl="1" animBg="1" rev="0" advAuto="0" spid="1096" grpId="17"/>
      <p:bldP build="whole" bldLvl="1" animBg="1" rev="0" advAuto="0" spid="1072" grpId="7"/>
      <p:bldP build="whole" bldLvl="1" animBg="1" rev="0" advAuto="0" spid="1087" grpId="14"/>
      <p:bldP build="whole" bldLvl="1" animBg="1" rev="0" advAuto="0" spid="1100" grpId="6"/>
      <p:bldP build="whole" bldLvl="1" animBg="1" rev="0" advAuto="0" spid="1103" grpId="19"/>
      <p:bldP build="whole" bldLvl="1" animBg="1" rev="0" advAuto="0" spid="102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Shape 1069"/>
          <p:cNvSpPr txBox="1"/>
          <p:nvPr/>
        </p:nvSpPr>
        <p:spPr>
          <a:xfrm>
            <a:off x="2524477" y="30198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课堂练习</a:t>
            </a:r>
          </a:p>
        </p:txBody>
      </p:sp>
      <p:grpSp>
        <p:nvGrpSpPr>
          <p:cNvPr id="1137" name="成组"/>
          <p:cNvGrpSpPr/>
          <p:nvPr/>
        </p:nvGrpSpPr>
        <p:grpSpPr>
          <a:xfrm>
            <a:off x="3928812" y="2237492"/>
            <a:ext cx="4308125" cy="4044629"/>
            <a:chOff x="0" y="0"/>
            <a:chExt cx="4308123" cy="4044628"/>
          </a:xfrm>
        </p:grpSpPr>
        <p:sp>
          <p:nvSpPr>
            <p:cNvPr id="1108" name="Shape 2042"/>
            <p:cNvSpPr/>
            <p:nvPr/>
          </p:nvSpPr>
          <p:spPr>
            <a:xfrm>
              <a:off x="2240845" y="1609565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09" name="Shape 2042"/>
            <p:cNvSpPr/>
            <p:nvPr/>
          </p:nvSpPr>
          <p:spPr>
            <a:xfrm>
              <a:off x="3523545" y="1571465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10" name="Shape 2043"/>
            <p:cNvSpPr/>
            <p:nvPr/>
          </p:nvSpPr>
          <p:spPr>
            <a:xfrm>
              <a:off x="2227579" y="718024"/>
              <a:ext cx="2260" cy="5915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11" name="Shape 2044"/>
            <p:cNvSpPr/>
            <p:nvPr/>
          </p:nvSpPr>
          <p:spPr>
            <a:xfrm>
              <a:off x="2461347" y="480393"/>
              <a:ext cx="960133" cy="71262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12" name="Shape 2045"/>
            <p:cNvSpPr/>
            <p:nvPr/>
          </p:nvSpPr>
          <p:spPr>
            <a:xfrm>
              <a:off x="896337" y="1571465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13" name="Shape 2046"/>
            <p:cNvSpPr/>
            <p:nvPr/>
          </p:nvSpPr>
          <p:spPr>
            <a:xfrm flipH="1">
              <a:off x="386079" y="1571465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14" name="Shape 2047"/>
            <p:cNvSpPr/>
            <p:nvPr/>
          </p:nvSpPr>
          <p:spPr>
            <a:xfrm flipH="1">
              <a:off x="1001325" y="598362"/>
              <a:ext cx="997374" cy="62349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15" name="Shape 2048"/>
            <p:cNvSpPr/>
            <p:nvPr/>
          </p:nvSpPr>
          <p:spPr>
            <a:xfrm>
              <a:off x="1888066" y="6824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16" name="Shape 2049"/>
            <p:cNvSpPr/>
            <p:nvPr/>
          </p:nvSpPr>
          <p:spPr>
            <a:xfrm>
              <a:off x="1888066" y="1056973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17" name="Shape 2050"/>
            <p:cNvSpPr/>
            <p:nvPr/>
          </p:nvSpPr>
          <p:spPr>
            <a:xfrm>
              <a:off x="896337" y="2111074"/>
              <a:ext cx="670563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18" name="Shape 2051"/>
            <p:cNvSpPr/>
            <p:nvPr/>
          </p:nvSpPr>
          <p:spPr>
            <a:xfrm>
              <a:off x="0" y="2111074"/>
              <a:ext cx="672818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19" name="Shape 2052"/>
            <p:cNvSpPr/>
            <p:nvPr/>
          </p:nvSpPr>
          <p:spPr>
            <a:xfrm>
              <a:off x="447038" y="1069673"/>
              <a:ext cx="672822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20" name="Shape 2053"/>
            <p:cNvSpPr/>
            <p:nvPr/>
          </p:nvSpPr>
          <p:spPr>
            <a:xfrm>
              <a:off x="3187135" y="1069673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21" name="Shape 2054"/>
            <p:cNvSpPr/>
            <p:nvPr/>
          </p:nvSpPr>
          <p:spPr>
            <a:xfrm>
              <a:off x="3187135" y="2111074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22" name="Shape 2055"/>
            <p:cNvSpPr txBox="1"/>
            <p:nvPr/>
          </p:nvSpPr>
          <p:spPr>
            <a:xfrm>
              <a:off x="533067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23" name="Shape 2056"/>
            <p:cNvSpPr txBox="1"/>
            <p:nvPr/>
          </p:nvSpPr>
          <p:spPr>
            <a:xfrm>
              <a:off x="1947565" y="10704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24" name="Shape 2057"/>
            <p:cNvSpPr txBox="1"/>
            <p:nvPr/>
          </p:nvSpPr>
          <p:spPr>
            <a:xfrm>
              <a:off x="3256463" y="1057769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25" name="Shape 2058"/>
            <p:cNvSpPr txBox="1"/>
            <p:nvPr/>
          </p:nvSpPr>
          <p:spPr>
            <a:xfrm>
              <a:off x="97319" y="210312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126" name="Shape 2059"/>
            <p:cNvSpPr txBox="1"/>
            <p:nvPr/>
          </p:nvSpPr>
          <p:spPr>
            <a:xfrm>
              <a:off x="1006852" y="210312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127" name="Shape 2060"/>
            <p:cNvSpPr txBox="1"/>
            <p:nvPr/>
          </p:nvSpPr>
          <p:spPr>
            <a:xfrm>
              <a:off x="3238400" y="2118644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128" name="Shape 2061"/>
            <p:cNvSpPr txBox="1"/>
            <p:nvPr/>
          </p:nvSpPr>
          <p:spPr>
            <a:xfrm>
              <a:off x="1959651" y="0"/>
              <a:ext cx="520618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29" name="Shape 2054"/>
            <p:cNvSpPr/>
            <p:nvPr/>
          </p:nvSpPr>
          <p:spPr>
            <a:xfrm>
              <a:off x="1904435" y="2149174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30" name="Shape 2060"/>
            <p:cNvSpPr txBox="1"/>
            <p:nvPr/>
          </p:nvSpPr>
          <p:spPr>
            <a:xfrm>
              <a:off x="1955700" y="2169444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131" name="Shape 2045"/>
            <p:cNvSpPr/>
            <p:nvPr/>
          </p:nvSpPr>
          <p:spPr>
            <a:xfrm>
              <a:off x="3637561" y="2796075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32" name="Shape 2046"/>
            <p:cNvSpPr/>
            <p:nvPr/>
          </p:nvSpPr>
          <p:spPr>
            <a:xfrm flipH="1">
              <a:off x="3127304" y="2796075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33" name="Shape 2050"/>
            <p:cNvSpPr/>
            <p:nvPr/>
          </p:nvSpPr>
          <p:spPr>
            <a:xfrm>
              <a:off x="3637561" y="3335683"/>
              <a:ext cx="670563" cy="708946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34" name="Shape 2051"/>
            <p:cNvSpPr/>
            <p:nvPr/>
          </p:nvSpPr>
          <p:spPr>
            <a:xfrm>
              <a:off x="2741224" y="3335683"/>
              <a:ext cx="672819" cy="708946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35" name="Shape 2058"/>
            <p:cNvSpPr txBox="1"/>
            <p:nvPr/>
          </p:nvSpPr>
          <p:spPr>
            <a:xfrm>
              <a:off x="2853936" y="3365831"/>
              <a:ext cx="35990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1136" name="Shape 2059"/>
            <p:cNvSpPr txBox="1"/>
            <p:nvPr/>
          </p:nvSpPr>
          <p:spPr>
            <a:xfrm>
              <a:off x="3708018" y="332773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2" name="Group 1114"/>
          <p:cNvGrpSpPr/>
          <p:nvPr/>
        </p:nvGrpSpPr>
        <p:grpSpPr>
          <a:xfrm>
            <a:off x="7074975" y="2719517"/>
            <a:ext cx="4011510" cy="4479437"/>
            <a:chOff x="0" y="0"/>
            <a:chExt cx="4011508" cy="4479435"/>
          </a:xfrm>
        </p:grpSpPr>
        <p:sp>
          <p:nvSpPr>
            <p:cNvPr id="1139" name="Shape 1071"/>
            <p:cNvSpPr/>
            <p:nvPr/>
          </p:nvSpPr>
          <p:spPr>
            <a:xfrm flipH="1">
              <a:off x="853440" y="467360"/>
              <a:ext cx="715717" cy="679593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0" name="Shape 1072"/>
            <p:cNvSpPr/>
            <p:nvPr/>
          </p:nvSpPr>
          <p:spPr>
            <a:xfrm>
              <a:off x="1934916" y="307058"/>
              <a:ext cx="715717" cy="7157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1" name="Shape 1073"/>
            <p:cNvSpPr/>
            <p:nvPr/>
          </p:nvSpPr>
          <p:spPr>
            <a:xfrm flipH="1">
              <a:off x="340924" y="1422400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2" name="Shape 1074"/>
            <p:cNvSpPr/>
            <p:nvPr/>
          </p:nvSpPr>
          <p:spPr>
            <a:xfrm>
              <a:off x="1036320" y="1286934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3" name="Shape 1075"/>
            <p:cNvSpPr/>
            <p:nvPr/>
          </p:nvSpPr>
          <p:spPr>
            <a:xfrm>
              <a:off x="2799644" y="1388534"/>
              <a:ext cx="2260" cy="60960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4" name="Shape 1076"/>
            <p:cNvSpPr/>
            <p:nvPr/>
          </p:nvSpPr>
          <p:spPr>
            <a:xfrm>
              <a:off x="2799644" y="2275841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5" name="Shape 1077"/>
            <p:cNvSpPr/>
            <p:nvPr/>
          </p:nvSpPr>
          <p:spPr>
            <a:xfrm flipH="1">
              <a:off x="2183271" y="3289584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6" name="Shape 1078"/>
            <p:cNvSpPr/>
            <p:nvPr/>
          </p:nvSpPr>
          <p:spPr>
            <a:xfrm>
              <a:off x="2895035" y="3185726"/>
              <a:ext cx="609602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7" name="Shape 1079"/>
            <p:cNvSpPr/>
            <p:nvPr/>
          </p:nvSpPr>
          <p:spPr>
            <a:xfrm>
              <a:off x="1774613" y="467360"/>
              <a:ext cx="2260" cy="510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148" name="Shape 1080"/>
            <p:cNvSpPr/>
            <p:nvPr/>
          </p:nvSpPr>
          <p:spPr>
            <a:xfrm>
              <a:off x="2833511" y="3391184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151" name="Group 1083"/>
            <p:cNvGrpSpPr/>
            <p:nvPr/>
          </p:nvGrpSpPr>
          <p:grpSpPr>
            <a:xfrm>
              <a:off x="1501422" y="0"/>
              <a:ext cx="684392" cy="609602"/>
              <a:chOff x="0" y="0"/>
              <a:chExt cx="684391" cy="609601"/>
            </a:xfrm>
          </p:grpSpPr>
          <p:sp>
            <p:nvSpPr>
              <p:cNvPr id="1149" name="Shape 108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50" name="Shape 1082"/>
              <p:cNvSpPr txBox="1"/>
              <p:nvPr/>
            </p:nvSpPr>
            <p:spPr>
              <a:xfrm>
                <a:off x="49389" y="804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154" name="Group 1086"/>
            <p:cNvGrpSpPr/>
            <p:nvPr/>
          </p:nvGrpSpPr>
          <p:grpSpPr>
            <a:xfrm>
              <a:off x="546382" y="909884"/>
              <a:ext cx="691446" cy="609603"/>
              <a:chOff x="0" y="0"/>
              <a:chExt cx="691445" cy="609601"/>
            </a:xfrm>
          </p:grpSpPr>
          <p:sp>
            <p:nvSpPr>
              <p:cNvPr id="1152" name="Shape 108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53" name="Shape 1085"/>
              <p:cNvSpPr txBox="1"/>
              <p:nvPr/>
            </p:nvSpPr>
            <p:spPr>
              <a:xfrm>
                <a:off x="56443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157" name="Group 1089"/>
            <p:cNvGrpSpPr/>
            <p:nvPr/>
          </p:nvGrpSpPr>
          <p:grpSpPr>
            <a:xfrm>
              <a:off x="1498035" y="876018"/>
              <a:ext cx="691447" cy="609603"/>
              <a:chOff x="0" y="0"/>
              <a:chExt cx="691446" cy="609601"/>
            </a:xfrm>
          </p:grpSpPr>
          <p:sp>
            <p:nvSpPr>
              <p:cNvPr id="1155" name="Shape 1087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56" name="Shape 1088"/>
              <p:cNvSpPr txBox="1"/>
              <p:nvPr/>
            </p:nvSpPr>
            <p:spPr>
              <a:xfrm>
                <a:off x="56444" y="43180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160" name="Group 1092"/>
            <p:cNvGrpSpPr/>
            <p:nvPr/>
          </p:nvGrpSpPr>
          <p:grpSpPr>
            <a:xfrm>
              <a:off x="2492587" y="909884"/>
              <a:ext cx="681851" cy="609603"/>
              <a:chOff x="0" y="0"/>
              <a:chExt cx="681850" cy="609601"/>
            </a:xfrm>
          </p:grpSpPr>
          <p:sp>
            <p:nvSpPr>
              <p:cNvPr id="1158" name="Shape 109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59" name="Shape 109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163" name="Group 1095"/>
            <p:cNvGrpSpPr/>
            <p:nvPr/>
          </p:nvGrpSpPr>
          <p:grpSpPr>
            <a:xfrm>
              <a:off x="0" y="1810738"/>
              <a:ext cx="697938" cy="609603"/>
              <a:chOff x="0" y="0"/>
              <a:chExt cx="697937" cy="609601"/>
            </a:xfrm>
          </p:grpSpPr>
          <p:sp>
            <p:nvSpPr>
              <p:cNvPr id="1161" name="Shape 1093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62" name="Shape 1094"/>
              <p:cNvSpPr txBox="1"/>
              <p:nvPr/>
            </p:nvSpPr>
            <p:spPr>
              <a:xfrm>
                <a:off x="62935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166" name="Group 1098"/>
            <p:cNvGrpSpPr/>
            <p:nvPr/>
          </p:nvGrpSpPr>
          <p:grpSpPr>
            <a:xfrm>
              <a:off x="875735" y="1819769"/>
              <a:ext cx="732087" cy="609603"/>
              <a:chOff x="0" y="0"/>
              <a:chExt cx="732086" cy="609601"/>
            </a:xfrm>
          </p:grpSpPr>
          <p:sp>
            <p:nvSpPr>
              <p:cNvPr id="1164" name="Shape 1096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65" name="Shape 1097"/>
              <p:cNvSpPr txBox="1"/>
              <p:nvPr/>
            </p:nvSpPr>
            <p:spPr>
              <a:xfrm>
                <a:off x="97084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169" name="Group 1101"/>
            <p:cNvGrpSpPr/>
            <p:nvPr/>
          </p:nvGrpSpPr>
          <p:grpSpPr>
            <a:xfrm>
              <a:off x="2492587" y="1855893"/>
              <a:ext cx="681851" cy="609603"/>
              <a:chOff x="0" y="0"/>
              <a:chExt cx="681850" cy="609601"/>
            </a:xfrm>
          </p:grpSpPr>
          <p:sp>
            <p:nvSpPr>
              <p:cNvPr id="1167" name="Shape 1099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68" name="Shape 1100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172" name="Group 1104"/>
            <p:cNvGrpSpPr/>
            <p:nvPr/>
          </p:nvGrpSpPr>
          <p:grpSpPr>
            <a:xfrm>
              <a:off x="2492587" y="2880926"/>
              <a:ext cx="694551" cy="609603"/>
              <a:chOff x="0" y="0"/>
              <a:chExt cx="694550" cy="609601"/>
            </a:xfrm>
          </p:grpSpPr>
          <p:sp>
            <p:nvSpPr>
              <p:cNvPr id="1170" name="Shape 110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71" name="Shape 1103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175" name="Group 1107"/>
            <p:cNvGrpSpPr/>
            <p:nvPr/>
          </p:nvGrpSpPr>
          <p:grpSpPr>
            <a:xfrm>
              <a:off x="1740747" y="3869833"/>
              <a:ext cx="752124" cy="609603"/>
              <a:chOff x="0" y="0"/>
              <a:chExt cx="752123" cy="609601"/>
            </a:xfrm>
          </p:grpSpPr>
          <p:sp>
            <p:nvSpPr>
              <p:cNvPr id="1173" name="Shape 1105"/>
              <p:cNvSpPr/>
              <p:nvPr/>
            </p:nvSpPr>
            <p:spPr>
              <a:xfrm>
                <a:off x="-1" y="-1"/>
                <a:ext cx="609601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74" name="Shape 1106"/>
              <p:cNvSpPr txBox="1"/>
              <p:nvPr/>
            </p:nvSpPr>
            <p:spPr>
              <a:xfrm>
                <a:off x="117122" y="55034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178" name="Group 1110"/>
            <p:cNvGrpSpPr/>
            <p:nvPr/>
          </p:nvGrpSpPr>
          <p:grpSpPr>
            <a:xfrm>
              <a:off x="2537742" y="3869833"/>
              <a:ext cx="725595" cy="609603"/>
              <a:chOff x="0" y="0"/>
              <a:chExt cx="725594" cy="609601"/>
            </a:xfrm>
          </p:grpSpPr>
          <p:sp>
            <p:nvSpPr>
              <p:cNvPr id="1176" name="Shape 1108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77" name="Shape 1109"/>
              <p:cNvSpPr txBox="1"/>
              <p:nvPr/>
            </p:nvSpPr>
            <p:spPr>
              <a:xfrm>
                <a:off x="90592" y="296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181" name="Group 1113"/>
            <p:cNvGrpSpPr/>
            <p:nvPr/>
          </p:nvGrpSpPr>
          <p:grpSpPr>
            <a:xfrm>
              <a:off x="3314417" y="3869833"/>
              <a:ext cx="697093" cy="609603"/>
              <a:chOff x="0" y="0"/>
              <a:chExt cx="697091" cy="609601"/>
            </a:xfrm>
          </p:grpSpPr>
          <p:sp>
            <p:nvSpPr>
              <p:cNvPr id="1179" name="Shape 1111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180" name="Shape 1112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1183" name="Shape 1115"/>
          <p:cNvSpPr txBox="1"/>
          <p:nvPr/>
        </p:nvSpPr>
        <p:spPr>
          <a:xfrm>
            <a:off x="2473677" y="-847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树的后根遍历</a:t>
            </a:r>
          </a:p>
        </p:txBody>
      </p:sp>
      <p:sp>
        <p:nvSpPr>
          <p:cNvPr id="1184" name="Shape 1116"/>
          <p:cNvSpPr txBox="1"/>
          <p:nvPr/>
        </p:nvSpPr>
        <p:spPr>
          <a:xfrm>
            <a:off x="1162754" y="1404336"/>
            <a:ext cx="10211745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若树不空，则先依次后根遍历各棵子树，然后访问根结点。</a:t>
            </a:r>
          </a:p>
        </p:txBody>
      </p:sp>
      <p:grpSp>
        <p:nvGrpSpPr>
          <p:cNvPr id="1187" name="Group 1119"/>
          <p:cNvGrpSpPr/>
          <p:nvPr/>
        </p:nvGrpSpPr>
        <p:grpSpPr>
          <a:xfrm>
            <a:off x="8588585" y="2722879"/>
            <a:ext cx="709791" cy="609603"/>
            <a:chOff x="0" y="0"/>
            <a:chExt cx="709790" cy="609601"/>
          </a:xfrm>
        </p:grpSpPr>
        <p:sp>
          <p:nvSpPr>
            <p:cNvPr id="1185" name="Shape 1117"/>
            <p:cNvSpPr/>
            <p:nvPr/>
          </p:nvSpPr>
          <p:spPr>
            <a:xfrm>
              <a:off x="-1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86" name="Shape 1118"/>
            <p:cNvSpPr txBox="1"/>
            <p:nvPr/>
          </p:nvSpPr>
          <p:spPr>
            <a:xfrm>
              <a:off x="74789" y="6773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190" name="Group 1122"/>
          <p:cNvGrpSpPr/>
          <p:nvPr/>
        </p:nvGrpSpPr>
        <p:grpSpPr>
          <a:xfrm>
            <a:off x="7631289" y="3632763"/>
            <a:ext cx="721644" cy="609603"/>
            <a:chOff x="0" y="0"/>
            <a:chExt cx="721643" cy="609601"/>
          </a:xfrm>
        </p:grpSpPr>
        <p:sp>
          <p:nvSpPr>
            <p:cNvPr id="1188" name="Shape 1120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89" name="Shape 1121"/>
            <p:cNvSpPr txBox="1"/>
            <p:nvPr/>
          </p:nvSpPr>
          <p:spPr>
            <a:xfrm>
              <a:off x="86641" y="423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193" name="Group 1125"/>
          <p:cNvGrpSpPr/>
          <p:nvPr/>
        </p:nvGrpSpPr>
        <p:grpSpPr>
          <a:xfrm>
            <a:off x="8577298" y="3598897"/>
            <a:ext cx="696244" cy="609602"/>
            <a:chOff x="0" y="0"/>
            <a:chExt cx="696243" cy="609601"/>
          </a:xfrm>
        </p:grpSpPr>
        <p:sp>
          <p:nvSpPr>
            <p:cNvPr id="1191" name="Shape 1123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92" name="Shape 1124"/>
            <p:cNvSpPr txBox="1"/>
            <p:nvPr/>
          </p:nvSpPr>
          <p:spPr>
            <a:xfrm>
              <a:off x="61241" y="550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196" name="Group 1128"/>
          <p:cNvGrpSpPr/>
          <p:nvPr/>
        </p:nvGrpSpPr>
        <p:grpSpPr>
          <a:xfrm>
            <a:off x="9577492" y="3632763"/>
            <a:ext cx="708944" cy="609603"/>
            <a:chOff x="0" y="0"/>
            <a:chExt cx="708943" cy="609601"/>
          </a:xfrm>
        </p:grpSpPr>
        <p:sp>
          <p:nvSpPr>
            <p:cNvPr id="1194" name="Shape 1126"/>
            <p:cNvSpPr/>
            <p:nvPr/>
          </p:nvSpPr>
          <p:spPr>
            <a:xfrm>
              <a:off x="-1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95" name="Shape 1127"/>
            <p:cNvSpPr txBox="1"/>
            <p:nvPr/>
          </p:nvSpPr>
          <p:spPr>
            <a:xfrm>
              <a:off x="73941" y="423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199" name="Group 1131"/>
          <p:cNvGrpSpPr/>
          <p:nvPr/>
        </p:nvGrpSpPr>
        <p:grpSpPr>
          <a:xfrm>
            <a:off x="7084907" y="4533900"/>
            <a:ext cx="728699" cy="609600"/>
            <a:chOff x="0" y="0"/>
            <a:chExt cx="728698" cy="609600"/>
          </a:xfrm>
        </p:grpSpPr>
        <p:sp>
          <p:nvSpPr>
            <p:cNvPr id="1197" name="Shape 1129"/>
            <p:cNvSpPr/>
            <p:nvPr/>
          </p:nvSpPr>
          <p:spPr>
            <a:xfrm>
              <a:off x="-1" y="0"/>
              <a:ext cx="609601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198" name="Shape 1130"/>
            <p:cNvSpPr txBox="1"/>
            <p:nvPr/>
          </p:nvSpPr>
          <p:spPr>
            <a:xfrm>
              <a:off x="93697" y="42050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202" name="Group 1134"/>
          <p:cNvGrpSpPr/>
          <p:nvPr/>
        </p:nvGrpSpPr>
        <p:grpSpPr>
          <a:xfrm>
            <a:off x="7957960" y="4541863"/>
            <a:ext cx="738578" cy="609603"/>
            <a:chOff x="0" y="0"/>
            <a:chExt cx="738577" cy="609601"/>
          </a:xfrm>
        </p:grpSpPr>
        <p:sp>
          <p:nvSpPr>
            <p:cNvPr id="1200" name="Shape 1132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01" name="Shape 1133"/>
            <p:cNvSpPr txBox="1"/>
            <p:nvPr/>
          </p:nvSpPr>
          <p:spPr>
            <a:xfrm>
              <a:off x="103575" y="29633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205" name="Group 1137"/>
          <p:cNvGrpSpPr/>
          <p:nvPr/>
        </p:nvGrpSpPr>
        <p:grpSpPr>
          <a:xfrm>
            <a:off x="9577492" y="4578772"/>
            <a:ext cx="696244" cy="609603"/>
            <a:chOff x="0" y="0"/>
            <a:chExt cx="696243" cy="609601"/>
          </a:xfrm>
        </p:grpSpPr>
        <p:sp>
          <p:nvSpPr>
            <p:cNvPr id="1203" name="Shape 1135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04" name="Shape 1136"/>
            <p:cNvSpPr txBox="1"/>
            <p:nvPr/>
          </p:nvSpPr>
          <p:spPr>
            <a:xfrm>
              <a:off x="61241" y="550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208" name="Group 1140"/>
          <p:cNvGrpSpPr/>
          <p:nvPr/>
        </p:nvGrpSpPr>
        <p:grpSpPr>
          <a:xfrm>
            <a:off x="9577492" y="5600982"/>
            <a:ext cx="683544" cy="609603"/>
            <a:chOff x="0" y="0"/>
            <a:chExt cx="683543" cy="609601"/>
          </a:xfrm>
        </p:grpSpPr>
        <p:sp>
          <p:nvSpPr>
            <p:cNvPr id="1206" name="Shape 1138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07" name="Shape 1139"/>
            <p:cNvSpPr txBox="1"/>
            <p:nvPr/>
          </p:nvSpPr>
          <p:spPr>
            <a:xfrm>
              <a:off x="48541" y="550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211" name="Group 1143"/>
          <p:cNvGrpSpPr/>
          <p:nvPr/>
        </p:nvGrpSpPr>
        <p:grpSpPr>
          <a:xfrm>
            <a:off x="8825652" y="6591300"/>
            <a:ext cx="748457" cy="609600"/>
            <a:chOff x="0" y="0"/>
            <a:chExt cx="748455" cy="609600"/>
          </a:xfrm>
        </p:grpSpPr>
        <p:sp>
          <p:nvSpPr>
            <p:cNvPr id="1209" name="Shape 1141"/>
            <p:cNvSpPr/>
            <p:nvPr/>
          </p:nvSpPr>
          <p:spPr>
            <a:xfrm>
              <a:off x="-1" y="0"/>
              <a:ext cx="609603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10" name="Shape 1142"/>
            <p:cNvSpPr txBox="1"/>
            <p:nvPr/>
          </p:nvSpPr>
          <p:spPr>
            <a:xfrm>
              <a:off x="113453" y="28221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214" name="Group 1146"/>
          <p:cNvGrpSpPr/>
          <p:nvPr/>
        </p:nvGrpSpPr>
        <p:grpSpPr>
          <a:xfrm>
            <a:off x="9622648" y="6591300"/>
            <a:ext cx="734344" cy="609600"/>
            <a:chOff x="0" y="0"/>
            <a:chExt cx="734343" cy="609600"/>
          </a:xfrm>
        </p:grpSpPr>
        <p:sp>
          <p:nvSpPr>
            <p:cNvPr id="1212" name="Shape 1144"/>
            <p:cNvSpPr/>
            <p:nvPr/>
          </p:nvSpPr>
          <p:spPr>
            <a:xfrm>
              <a:off x="-1" y="0"/>
              <a:ext cx="609603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13" name="Shape 1145"/>
            <p:cNvSpPr txBox="1"/>
            <p:nvPr/>
          </p:nvSpPr>
          <p:spPr>
            <a:xfrm>
              <a:off x="99341" y="1834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217" name="Group 1149"/>
          <p:cNvGrpSpPr/>
          <p:nvPr/>
        </p:nvGrpSpPr>
        <p:grpSpPr>
          <a:xfrm>
            <a:off x="10399324" y="6591300"/>
            <a:ext cx="721644" cy="609600"/>
            <a:chOff x="0" y="0"/>
            <a:chExt cx="721643" cy="609600"/>
          </a:xfrm>
        </p:grpSpPr>
        <p:sp>
          <p:nvSpPr>
            <p:cNvPr id="1215" name="Shape 1147"/>
            <p:cNvSpPr/>
            <p:nvPr/>
          </p:nvSpPr>
          <p:spPr>
            <a:xfrm>
              <a:off x="0" y="0"/>
              <a:ext cx="609602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16" name="Shape 1148"/>
            <p:cNvSpPr txBox="1"/>
            <p:nvPr/>
          </p:nvSpPr>
          <p:spPr>
            <a:xfrm>
              <a:off x="86641" y="4374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sp>
        <p:nvSpPr>
          <p:cNvPr id="1218" name="Shape 1150"/>
          <p:cNvSpPr txBox="1"/>
          <p:nvPr/>
        </p:nvSpPr>
        <p:spPr>
          <a:xfrm>
            <a:off x="5705404" y="3910470"/>
            <a:ext cx="5207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219" name="Shape 1151"/>
          <p:cNvSpPr txBox="1"/>
          <p:nvPr/>
        </p:nvSpPr>
        <p:spPr>
          <a:xfrm>
            <a:off x="1176302" y="3924300"/>
            <a:ext cx="1663702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E F B</a:t>
            </a:r>
          </a:p>
        </p:txBody>
      </p:sp>
      <p:sp>
        <p:nvSpPr>
          <p:cNvPr id="1220" name="Shape 1152"/>
          <p:cNvSpPr txBox="1"/>
          <p:nvPr/>
        </p:nvSpPr>
        <p:spPr>
          <a:xfrm>
            <a:off x="2488070" y="3910470"/>
            <a:ext cx="736603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221" name="Shape 1153"/>
          <p:cNvSpPr txBox="1"/>
          <p:nvPr/>
        </p:nvSpPr>
        <p:spPr>
          <a:xfrm>
            <a:off x="2903502" y="3921759"/>
            <a:ext cx="32512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I J K H G D</a:t>
            </a:r>
          </a:p>
        </p:txBody>
      </p:sp>
      <p:sp>
        <p:nvSpPr>
          <p:cNvPr id="1222" name="Shape 1154"/>
          <p:cNvSpPr txBox="1"/>
          <p:nvPr/>
        </p:nvSpPr>
        <p:spPr>
          <a:xfrm>
            <a:off x="1176301" y="3099929"/>
            <a:ext cx="51308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后根遍历序列为：</a:t>
            </a:r>
          </a:p>
        </p:txBody>
      </p:sp>
      <p:sp>
        <p:nvSpPr>
          <p:cNvPr id="1223" name="Shape 1155"/>
          <p:cNvSpPr/>
          <p:nvPr/>
        </p:nvSpPr>
        <p:spPr>
          <a:xfrm flipH="1">
            <a:off x="6809455" y="2351597"/>
            <a:ext cx="4" cy="5726733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5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0"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5"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0" dur="5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5"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0" dur="500"/>
                                        <p:tgtEl>
                                          <p:spTgt spid="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5"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0"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5"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ntr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0"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5"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Class="entr" nodeType="click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0"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5" dur="500"/>
                                        <p:tgtEl>
                                          <p:spTgt spid="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Class="entr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0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19" grpId="8"/>
      <p:bldP build="whole" bldLvl="1" animBg="1" rev="0" advAuto="0" spid="1193" grpId="9"/>
      <p:bldP build="whole" bldLvl="1" animBg="1" rev="0" advAuto="0" spid="1199" grpId="5"/>
      <p:bldP build="whole" bldLvl="1" animBg="1" rev="0" advAuto="0" spid="1223" grpId="3"/>
      <p:bldP build="whole" bldLvl="1" animBg="1" rev="0" advAuto="0" spid="1214" grpId="12"/>
      <p:bldP build="whole" bldLvl="1" animBg="1" rev="0" advAuto="0" spid="1208" grpId="14"/>
      <p:bldP build="whole" bldLvl="1" animBg="1" rev="0" advAuto="0" spid="1221" grpId="17"/>
      <p:bldP build="whole" bldLvl="1" animBg="1" rev="0" advAuto="0" spid="1220" grpId="10"/>
      <p:bldP build="whole" bldLvl="1" animBg="1" rev="0" advAuto="0" spid="1187" grpId="18"/>
      <p:bldP build="whole" bldLvl="1" animBg="1" rev="0" advAuto="0" spid="1190" grpId="7"/>
      <p:bldP build="whole" bldLvl="1" animBg="1" rev="0" advAuto="0" spid="1211" grpId="11"/>
      <p:bldP build="whole" bldLvl="1" animBg="1" rev="0" advAuto="0" spid="1222" grpId="4"/>
      <p:bldP build="whole" bldLvl="1" animBg="1" rev="0" advAuto="0" spid="1202" grpId="6"/>
      <p:bldP build="whole" bldLvl="1" animBg="1" rev="0" advAuto="0" spid="1182" grpId="2"/>
      <p:bldP build="whole" bldLvl="1" animBg="1" rev="0" advAuto="0" spid="1205" grpId="15"/>
      <p:bldP build="whole" bldLvl="1" animBg="1" rev="0" advAuto="0" spid="1217" grpId="13"/>
      <p:bldP build="whole" bldLvl="1" animBg="1" rev="0" advAuto="0" spid="1218" grpId="19"/>
      <p:bldP build="whole" bldLvl="1" animBg="1" rev="0" advAuto="0" spid="1184" grpId="1"/>
      <p:bldP build="whole" bldLvl="1" animBg="1" rev="0" advAuto="0" spid="1196" grpId="16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Shape 1202"/>
          <p:cNvSpPr txBox="1"/>
          <p:nvPr/>
        </p:nvSpPr>
        <p:spPr>
          <a:xfrm>
            <a:off x="2460977" y="30198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课堂练习</a:t>
            </a:r>
          </a:p>
        </p:txBody>
      </p:sp>
      <p:grpSp>
        <p:nvGrpSpPr>
          <p:cNvPr id="1255" name="成组"/>
          <p:cNvGrpSpPr/>
          <p:nvPr/>
        </p:nvGrpSpPr>
        <p:grpSpPr>
          <a:xfrm>
            <a:off x="3928812" y="2237492"/>
            <a:ext cx="4308125" cy="4044629"/>
            <a:chOff x="0" y="0"/>
            <a:chExt cx="4308123" cy="4044628"/>
          </a:xfrm>
        </p:grpSpPr>
        <p:sp>
          <p:nvSpPr>
            <p:cNvPr id="1226" name="Shape 2042"/>
            <p:cNvSpPr/>
            <p:nvPr/>
          </p:nvSpPr>
          <p:spPr>
            <a:xfrm>
              <a:off x="2240845" y="1609565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27" name="Shape 2042"/>
            <p:cNvSpPr/>
            <p:nvPr/>
          </p:nvSpPr>
          <p:spPr>
            <a:xfrm>
              <a:off x="3523545" y="1571465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28" name="Shape 2043"/>
            <p:cNvSpPr/>
            <p:nvPr/>
          </p:nvSpPr>
          <p:spPr>
            <a:xfrm>
              <a:off x="2227579" y="718024"/>
              <a:ext cx="2260" cy="5915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29" name="Shape 2044"/>
            <p:cNvSpPr/>
            <p:nvPr/>
          </p:nvSpPr>
          <p:spPr>
            <a:xfrm>
              <a:off x="2461347" y="480393"/>
              <a:ext cx="960133" cy="71262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30" name="Shape 2045"/>
            <p:cNvSpPr/>
            <p:nvPr/>
          </p:nvSpPr>
          <p:spPr>
            <a:xfrm>
              <a:off x="896337" y="1571465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31" name="Shape 2046"/>
            <p:cNvSpPr/>
            <p:nvPr/>
          </p:nvSpPr>
          <p:spPr>
            <a:xfrm flipH="1">
              <a:off x="386079" y="1571465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32" name="Shape 2047"/>
            <p:cNvSpPr/>
            <p:nvPr/>
          </p:nvSpPr>
          <p:spPr>
            <a:xfrm flipH="1">
              <a:off x="1001325" y="598362"/>
              <a:ext cx="997374" cy="62349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33" name="Shape 2048"/>
            <p:cNvSpPr/>
            <p:nvPr/>
          </p:nvSpPr>
          <p:spPr>
            <a:xfrm>
              <a:off x="1888066" y="6824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34" name="Shape 2049"/>
            <p:cNvSpPr/>
            <p:nvPr/>
          </p:nvSpPr>
          <p:spPr>
            <a:xfrm>
              <a:off x="1888066" y="1056973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35" name="Shape 2050"/>
            <p:cNvSpPr/>
            <p:nvPr/>
          </p:nvSpPr>
          <p:spPr>
            <a:xfrm>
              <a:off x="896337" y="2111074"/>
              <a:ext cx="670563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36" name="Shape 2051"/>
            <p:cNvSpPr/>
            <p:nvPr/>
          </p:nvSpPr>
          <p:spPr>
            <a:xfrm>
              <a:off x="0" y="2111074"/>
              <a:ext cx="672818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37" name="Shape 2052"/>
            <p:cNvSpPr/>
            <p:nvPr/>
          </p:nvSpPr>
          <p:spPr>
            <a:xfrm>
              <a:off x="447038" y="1069673"/>
              <a:ext cx="672822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38" name="Shape 2053"/>
            <p:cNvSpPr/>
            <p:nvPr/>
          </p:nvSpPr>
          <p:spPr>
            <a:xfrm>
              <a:off x="3187135" y="1069673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39" name="Shape 2054"/>
            <p:cNvSpPr/>
            <p:nvPr/>
          </p:nvSpPr>
          <p:spPr>
            <a:xfrm>
              <a:off x="3187135" y="2111074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40" name="Shape 2055"/>
            <p:cNvSpPr txBox="1"/>
            <p:nvPr/>
          </p:nvSpPr>
          <p:spPr>
            <a:xfrm>
              <a:off x="533067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241" name="Shape 2056"/>
            <p:cNvSpPr txBox="1"/>
            <p:nvPr/>
          </p:nvSpPr>
          <p:spPr>
            <a:xfrm>
              <a:off x="1947565" y="10704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242" name="Shape 2057"/>
            <p:cNvSpPr txBox="1"/>
            <p:nvPr/>
          </p:nvSpPr>
          <p:spPr>
            <a:xfrm>
              <a:off x="3256463" y="1057769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243" name="Shape 2058"/>
            <p:cNvSpPr txBox="1"/>
            <p:nvPr/>
          </p:nvSpPr>
          <p:spPr>
            <a:xfrm>
              <a:off x="97319" y="210312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244" name="Shape 2059"/>
            <p:cNvSpPr txBox="1"/>
            <p:nvPr/>
          </p:nvSpPr>
          <p:spPr>
            <a:xfrm>
              <a:off x="1006852" y="210312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245" name="Shape 2060"/>
            <p:cNvSpPr txBox="1"/>
            <p:nvPr/>
          </p:nvSpPr>
          <p:spPr>
            <a:xfrm>
              <a:off x="3238400" y="2118644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1246" name="Shape 2061"/>
            <p:cNvSpPr txBox="1"/>
            <p:nvPr/>
          </p:nvSpPr>
          <p:spPr>
            <a:xfrm>
              <a:off x="1959651" y="0"/>
              <a:ext cx="520618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247" name="Shape 2054"/>
            <p:cNvSpPr/>
            <p:nvPr/>
          </p:nvSpPr>
          <p:spPr>
            <a:xfrm>
              <a:off x="1904435" y="2149174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48" name="Shape 2060"/>
            <p:cNvSpPr txBox="1"/>
            <p:nvPr/>
          </p:nvSpPr>
          <p:spPr>
            <a:xfrm>
              <a:off x="1955700" y="2169444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249" name="Shape 2045"/>
            <p:cNvSpPr/>
            <p:nvPr/>
          </p:nvSpPr>
          <p:spPr>
            <a:xfrm>
              <a:off x="3637561" y="2796075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50" name="Shape 2046"/>
            <p:cNvSpPr/>
            <p:nvPr/>
          </p:nvSpPr>
          <p:spPr>
            <a:xfrm flipH="1">
              <a:off x="3127304" y="2796075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51" name="Shape 2050"/>
            <p:cNvSpPr/>
            <p:nvPr/>
          </p:nvSpPr>
          <p:spPr>
            <a:xfrm>
              <a:off x="3637561" y="3335683"/>
              <a:ext cx="670563" cy="708946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52" name="Shape 2051"/>
            <p:cNvSpPr/>
            <p:nvPr/>
          </p:nvSpPr>
          <p:spPr>
            <a:xfrm>
              <a:off x="2741224" y="3335683"/>
              <a:ext cx="672819" cy="708946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253" name="Shape 2058"/>
            <p:cNvSpPr txBox="1"/>
            <p:nvPr/>
          </p:nvSpPr>
          <p:spPr>
            <a:xfrm>
              <a:off x="2853936" y="3365831"/>
              <a:ext cx="35990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  <p:sp>
          <p:nvSpPr>
            <p:cNvPr id="1254" name="Shape 2059"/>
            <p:cNvSpPr txBox="1"/>
            <p:nvPr/>
          </p:nvSpPr>
          <p:spPr>
            <a:xfrm>
              <a:off x="3708018" y="332773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" name="Group 1247"/>
          <p:cNvGrpSpPr/>
          <p:nvPr/>
        </p:nvGrpSpPr>
        <p:grpSpPr>
          <a:xfrm>
            <a:off x="7087675" y="2960817"/>
            <a:ext cx="4011510" cy="4479437"/>
            <a:chOff x="0" y="0"/>
            <a:chExt cx="4011508" cy="4479435"/>
          </a:xfrm>
        </p:grpSpPr>
        <p:sp>
          <p:nvSpPr>
            <p:cNvPr id="1257" name="Shape 1204"/>
            <p:cNvSpPr/>
            <p:nvPr/>
          </p:nvSpPr>
          <p:spPr>
            <a:xfrm flipH="1">
              <a:off x="853440" y="467360"/>
              <a:ext cx="715717" cy="679593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58" name="Shape 1205"/>
            <p:cNvSpPr/>
            <p:nvPr/>
          </p:nvSpPr>
          <p:spPr>
            <a:xfrm>
              <a:off x="1934916" y="307058"/>
              <a:ext cx="715717" cy="7157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59" name="Shape 1206"/>
            <p:cNvSpPr/>
            <p:nvPr/>
          </p:nvSpPr>
          <p:spPr>
            <a:xfrm flipH="1">
              <a:off x="340924" y="1422400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60" name="Shape 1207"/>
            <p:cNvSpPr/>
            <p:nvPr/>
          </p:nvSpPr>
          <p:spPr>
            <a:xfrm>
              <a:off x="1036320" y="1286934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61" name="Shape 1208"/>
            <p:cNvSpPr/>
            <p:nvPr/>
          </p:nvSpPr>
          <p:spPr>
            <a:xfrm>
              <a:off x="2799644" y="1388534"/>
              <a:ext cx="2260" cy="60960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62" name="Shape 1209"/>
            <p:cNvSpPr/>
            <p:nvPr/>
          </p:nvSpPr>
          <p:spPr>
            <a:xfrm>
              <a:off x="2799644" y="2275841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63" name="Shape 1210"/>
            <p:cNvSpPr/>
            <p:nvPr/>
          </p:nvSpPr>
          <p:spPr>
            <a:xfrm flipH="1">
              <a:off x="2183271" y="3289584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64" name="Shape 1211"/>
            <p:cNvSpPr/>
            <p:nvPr/>
          </p:nvSpPr>
          <p:spPr>
            <a:xfrm>
              <a:off x="2895035" y="3185726"/>
              <a:ext cx="609602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65" name="Shape 1212"/>
            <p:cNvSpPr/>
            <p:nvPr/>
          </p:nvSpPr>
          <p:spPr>
            <a:xfrm>
              <a:off x="1774613" y="467360"/>
              <a:ext cx="2260" cy="510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266" name="Shape 1213"/>
            <p:cNvSpPr/>
            <p:nvPr/>
          </p:nvSpPr>
          <p:spPr>
            <a:xfrm>
              <a:off x="2833511" y="3391184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269" name="Group 1216"/>
            <p:cNvGrpSpPr/>
            <p:nvPr/>
          </p:nvGrpSpPr>
          <p:grpSpPr>
            <a:xfrm>
              <a:off x="1501422" y="0"/>
              <a:ext cx="684392" cy="609602"/>
              <a:chOff x="0" y="0"/>
              <a:chExt cx="684391" cy="609601"/>
            </a:xfrm>
          </p:grpSpPr>
          <p:sp>
            <p:nvSpPr>
              <p:cNvPr id="1267" name="Shape 121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68" name="Shape 1215"/>
              <p:cNvSpPr txBox="1"/>
              <p:nvPr/>
            </p:nvSpPr>
            <p:spPr>
              <a:xfrm>
                <a:off x="493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272" name="Group 1219"/>
            <p:cNvGrpSpPr/>
            <p:nvPr/>
          </p:nvGrpSpPr>
          <p:grpSpPr>
            <a:xfrm>
              <a:off x="546382" y="909884"/>
              <a:ext cx="691446" cy="609603"/>
              <a:chOff x="0" y="0"/>
              <a:chExt cx="691445" cy="609601"/>
            </a:xfrm>
          </p:grpSpPr>
          <p:sp>
            <p:nvSpPr>
              <p:cNvPr id="1270" name="Shape 1217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71" name="Shape 1218"/>
              <p:cNvSpPr txBox="1"/>
              <p:nvPr/>
            </p:nvSpPr>
            <p:spPr>
              <a:xfrm>
                <a:off x="56443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275" name="Group 1222"/>
            <p:cNvGrpSpPr/>
            <p:nvPr/>
          </p:nvGrpSpPr>
          <p:grpSpPr>
            <a:xfrm>
              <a:off x="1498035" y="876018"/>
              <a:ext cx="691447" cy="609603"/>
              <a:chOff x="0" y="0"/>
              <a:chExt cx="691446" cy="609601"/>
            </a:xfrm>
          </p:grpSpPr>
          <p:sp>
            <p:nvSpPr>
              <p:cNvPr id="1273" name="Shape 1220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74" name="Shape 1221"/>
              <p:cNvSpPr txBox="1"/>
              <p:nvPr/>
            </p:nvSpPr>
            <p:spPr>
              <a:xfrm>
                <a:off x="56444" y="43180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278" name="Group 1225"/>
            <p:cNvGrpSpPr/>
            <p:nvPr/>
          </p:nvGrpSpPr>
          <p:grpSpPr>
            <a:xfrm>
              <a:off x="2492587" y="909884"/>
              <a:ext cx="681851" cy="609603"/>
              <a:chOff x="0" y="0"/>
              <a:chExt cx="681850" cy="609601"/>
            </a:xfrm>
          </p:grpSpPr>
          <p:sp>
            <p:nvSpPr>
              <p:cNvPr id="1276" name="Shape 1223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77" name="Shape 1224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281" name="Group 1228"/>
            <p:cNvGrpSpPr/>
            <p:nvPr/>
          </p:nvGrpSpPr>
          <p:grpSpPr>
            <a:xfrm>
              <a:off x="0" y="1810738"/>
              <a:ext cx="697938" cy="609603"/>
              <a:chOff x="0" y="0"/>
              <a:chExt cx="697937" cy="609601"/>
            </a:xfrm>
          </p:grpSpPr>
          <p:sp>
            <p:nvSpPr>
              <p:cNvPr id="1279" name="Shape 1226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80" name="Shape 1227"/>
              <p:cNvSpPr txBox="1"/>
              <p:nvPr/>
            </p:nvSpPr>
            <p:spPr>
              <a:xfrm>
                <a:off x="62935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284" name="Group 1231"/>
            <p:cNvGrpSpPr/>
            <p:nvPr/>
          </p:nvGrpSpPr>
          <p:grpSpPr>
            <a:xfrm>
              <a:off x="875735" y="1819769"/>
              <a:ext cx="732087" cy="609603"/>
              <a:chOff x="0" y="0"/>
              <a:chExt cx="732086" cy="609601"/>
            </a:xfrm>
          </p:grpSpPr>
          <p:sp>
            <p:nvSpPr>
              <p:cNvPr id="1282" name="Shape 1229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83" name="Shape 1230"/>
              <p:cNvSpPr txBox="1"/>
              <p:nvPr/>
            </p:nvSpPr>
            <p:spPr>
              <a:xfrm>
                <a:off x="97084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287" name="Group 1234"/>
            <p:cNvGrpSpPr/>
            <p:nvPr/>
          </p:nvGrpSpPr>
          <p:grpSpPr>
            <a:xfrm>
              <a:off x="2492587" y="1855893"/>
              <a:ext cx="681851" cy="609603"/>
              <a:chOff x="0" y="0"/>
              <a:chExt cx="681850" cy="609601"/>
            </a:xfrm>
          </p:grpSpPr>
          <p:sp>
            <p:nvSpPr>
              <p:cNvPr id="1285" name="Shape 123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86" name="Shape 1233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290" name="Group 1237"/>
            <p:cNvGrpSpPr/>
            <p:nvPr/>
          </p:nvGrpSpPr>
          <p:grpSpPr>
            <a:xfrm>
              <a:off x="2492587" y="2880926"/>
              <a:ext cx="694551" cy="609603"/>
              <a:chOff x="0" y="0"/>
              <a:chExt cx="694550" cy="609601"/>
            </a:xfrm>
          </p:grpSpPr>
          <p:sp>
            <p:nvSpPr>
              <p:cNvPr id="1288" name="Shape 1235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89" name="Shape 1236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293" name="Group 1240"/>
            <p:cNvGrpSpPr/>
            <p:nvPr/>
          </p:nvGrpSpPr>
          <p:grpSpPr>
            <a:xfrm>
              <a:off x="1740747" y="3869833"/>
              <a:ext cx="752124" cy="609603"/>
              <a:chOff x="0" y="0"/>
              <a:chExt cx="752123" cy="609601"/>
            </a:xfrm>
          </p:grpSpPr>
          <p:sp>
            <p:nvSpPr>
              <p:cNvPr id="1291" name="Shape 1238"/>
              <p:cNvSpPr/>
              <p:nvPr/>
            </p:nvSpPr>
            <p:spPr>
              <a:xfrm>
                <a:off x="-1" y="-1"/>
                <a:ext cx="609601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92" name="Shape 1239"/>
              <p:cNvSpPr txBox="1"/>
              <p:nvPr/>
            </p:nvSpPr>
            <p:spPr>
              <a:xfrm>
                <a:off x="117122" y="55034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296" name="Group 1243"/>
            <p:cNvGrpSpPr/>
            <p:nvPr/>
          </p:nvGrpSpPr>
          <p:grpSpPr>
            <a:xfrm>
              <a:off x="2537742" y="3869833"/>
              <a:ext cx="725595" cy="609603"/>
              <a:chOff x="0" y="0"/>
              <a:chExt cx="725594" cy="609601"/>
            </a:xfrm>
          </p:grpSpPr>
          <p:sp>
            <p:nvSpPr>
              <p:cNvPr id="1294" name="Shape 124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95" name="Shape 1242"/>
              <p:cNvSpPr txBox="1"/>
              <p:nvPr/>
            </p:nvSpPr>
            <p:spPr>
              <a:xfrm>
                <a:off x="90592" y="296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299" name="Group 1246"/>
            <p:cNvGrpSpPr/>
            <p:nvPr/>
          </p:nvGrpSpPr>
          <p:grpSpPr>
            <a:xfrm>
              <a:off x="3314417" y="3869833"/>
              <a:ext cx="697093" cy="609603"/>
              <a:chOff x="0" y="0"/>
              <a:chExt cx="697091" cy="609601"/>
            </a:xfrm>
          </p:grpSpPr>
          <p:sp>
            <p:nvSpPr>
              <p:cNvPr id="1297" name="Shape 1244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298" name="Shape 1245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1301" name="Shape 1248"/>
          <p:cNvSpPr txBox="1"/>
          <p:nvPr/>
        </p:nvSpPr>
        <p:spPr>
          <a:xfrm>
            <a:off x="2286000" y="27516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树的层次遍历</a:t>
            </a:r>
          </a:p>
        </p:txBody>
      </p:sp>
      <p:sp>
        <p:nvSpPr>
          <p:cNvPr id="1302" name="Shape 1249"/>
          <p:cNvSpPr txBox="1"/>
          <p:nvPr/>
        </p:nvSpPr>
        <p:spPr>
          <a:xfrm>
            <a:off x="1017631" y="1417602"/>
            <a:ext cx="1092438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若树不空，则自上而下自左至右访问树中每个结点。</a:t>
            </a:r>
          </a:p>
        </p:txBody>
      </p:sp>
      <p:grpSp>
        <p:nvGrpSpPr>
          <p:cNvPr id="1305" name="Group 1252"/>
          <p:cNvGrpSpPr/>
          <p:nvPr/>
        </p:nvGrpSpPr>
        <p:grpSpPr>
          <a:xfrm>
            <a:off x="8588585" y="2966720"/>
            <a:ext cx="684391" cy="609603"/>
            <a:chOff x="0" y="0"/>
            <a:chExt cx="684390" cy="609601"/>
          </a:xfrm>
        </p:grpSpPr>
        <p:sp>
          <p:nvSpPr>
            <p:cNvPr id="1303" name="Shape 1250"/>
            <p:cNvSpPr/>
            <p:nvPr/>
          </p:nvSpPr>
          <p:spPr>
            <a:xfrm>
              <a:off x="-1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04" name="Shape 1251"/>
            <p:cNvSpPr txBox="1"/>
            <p:nvPr/>
          </p:nvSpPr>
          <p:spPr>
            <a:xfrm>
              <a:off x="49389" y="4233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308" name="Group 1255"/>
          <p:cNvGrpSpPr/>
          <p:nvPr/>
        </p:nvGrpSpPr>
        <p:grpSpPr>
          <a:xfrm>
            <a:off x="7631289" y="3876604"/>
            <a:ext cx="721644" cy="609603"/>
            <a:chOff x="0" y="0"/>
            <a:chExt cx="721643" cy="609601"/>
          </a:xfrm>
        </p:grpSpPr>
        <p:sp>
          <p:nvSpPr>
            <p:cNvPr id="1306" name="Shape 1253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07" name="Shape 1254"/>
            <p:cNvSpPr txBox="1"/>
            <p:nvPr/>
          </p:nvSpPr>
          <p:spPr>
            <a:xfrm>
              <a:off x="86641" y="423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311" name="Group 1258"/>
          <p:cNvGrpSpPr/>
          <p:nvPr/>
        </p:nvGrpSpPr>
        <p:grpSpPr>
          <a:xfrm>
            <a:off x="8577298" y="3842737"/>
            <a:ext cx="721644" cy="609603"/>
            <a:chOff x="0" y="0"/>
            <a:chExt cx="721643" cy="609601"/>
          </a:xfrm>
        </p:grpSpPr>
        <p:sp>
          <p:nvSpPr>
            <p:cNvPr id="1309" name="Shape 1256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10" name="Shape 1257"/>
            <p:cNvSpPr txBox="1"/>
            <p:nvPr/>
          </p:nvSpPr>
          <p:spPr>
            <a:xfrm>
              <a:off x="86641" y="804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314" name="Group 1261"/>
          <p:cNvGrpSpPr/>
          <p:nvPr/>
        </p:nvGrpSpPr>
        <p:grpSpPr>
          <a:xfrm>
            <a:off x="9577492" y="3876604"/>
            <a:ext cx="721644" cy="609603"/>
            <a:chOff x="0" y="0"/>
            <a:chExt cx="721643" cy="609601"/>
          </a:xfrm>
        </p:grpSpPr>
        <p:sp>
          <p:nvSpPr>
            <p:cNvPr id="1312" name="Shape 1259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13" name="Shape 1260"/>
            <p:cNvSpPr txBox="1"/>
            <p:nvPr/>
          </p:nvSpPr>
          <p:spPr>
            <a:xfrm>
              <a:off x="86641" y="42333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317" name="Group 1264"/>
          <p:cNvGrpSpPr/>
          <p:nvPr/>
        </p:nvGrpSpPr>
        <p:grpSpPr>
          <a:xfrm>
            <a:off x="7084907" y="4777458"/>
            <a:ext cx="754099" cy="609602"/>
            <a:chOff x="0" y="0"/>
            <a:chExt cx="754098" cy="609601"/>
          </a:xfrm>
        </p:grpSpPr>
        <p:sp>
          <p:nvSpPr>
            <p:cNvPr id="1315" name="Shape 1262"/>
            <p:cNvSpPr/>
            <p:nvPr/>
          </p:nvSpPr>
          <p:spPr>
            <a:xfrm>
              <a:off x="0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16" name="Shape 1263"/>
            <p:cNvSpPr txBox="1"/>
            <p:nvPr/>
          </p:nvSpPr>
          <p:spPr>
            <a:xfrm>
              <a:off x="119097" y="4233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320" name="Group 1267"/>
          <p:cNvGrpSpPr/>
          <p:nvPr/>
        </p:nvGrpSpPr>
        <p:grpSpPr>
          <a:xfrm>
            <a:off x="7964310" y="4774634"/>
            <a:ext cx="776678" cy="609603"/>
            <a:chOff x="0" y="0"/>
            <a:chExt cx="776677" cy="609601"/>
          </a:xfrm>
        </p:grpSpPr>
        <p:sp>
          <p:nvSpPr>
            <p:cNvPr id="1318" name="Shape 1265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19" name="Shape 1266"/>
            <p:cNvSpPr txBox="1"/>
            <p:nvPr/>
          </p:nvSpPr>
          <p:spPr>
            <a:xfrm>
              <a:off x="141675" y="40922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323" name="Group 1270"/>
          <p:cNvGrpSpPr/>
          <p:nvPr/>
        </p:nvGrpSpPr>
        <p:grpSpPr>
          <a:xfrm>
            <a:off x="9577492" y="4813300"/>
            <a:ext cx="708944" cy="609600"/>
            <a:chOff x="0" y="0"/>
            <a:chExt cx="708943" cy="609600"/>
          </a:xfrm>
        </p:grpSpPr>
        <p:sp>
          <p:nvSpPr>
            <p:cNvPr id="1321" name="Shape 1268"/>
            <p:cNvSpPr/>
            <p:nvPr/>
          </p:nvSpPr>
          <p:spPr>
            <a:xfrm>
              <a:off x="-1" y="0"/>
              <a:ext cx="609603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22" name="Shape 1269"/>
            <p:cNvSpPr txBox="1"/>
            <p:nvPr/>
          </p:nvSpPr>
          <p:spPr>
            <a:xfrm>
              <a:off x="73941" y="38945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326" name="Group 1273"/>
          <p:cNvGrpSpPr/>
          <p:nvPr/>
        </p:nvGrpSpPr>
        <p:grpSpPr>
          <a:xfrm>
            <a:off x="9577492" y="5842000"/>
            <a:ext cx="708944" cy="609600"/>
            <a:chOff x="0" y="0"/>
            <a:chExt cx="708943" cy="609600"/>
          </a:xfrm>
        </p:grpSpPr>
        <p:sp>
          <p:nvSpPr>
            <p:cNvPr id="1324" name="Shape 1271"/>
            <p:cNvSpPr/>
            <p:nvPr/>
          </p:nvSpPr>
          <p:spPr>
            <a:xfrm>
              <a:off x="-1" y="0"/>
              <a:ext cx="609603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25" name="Shape 1272"/>
            <p:cNvSpPr txBox="1"/>
            <p:nvPr/>
          </p:nvSpPr>
          <p:spPr>
            <a:xfrm>
              <a:off x="73941" y="19754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329" name="Group 1276"/>
          <p:cNvGrpSpPr/>
          <p:nvPr/>
        </p:nvGrpSpPr>
        <p:grpSpPr>
          <a:xfrm>
            <a:off x="8825652" y="6836550"/>
            <a:ext cx="824657" cy="609603"/>
            <a:chOff x="0" y="0"/>
            <a:chExt cx="824655" cy="609601"/>
          </a:xfrm>
        </p:grpSpPr>
        <p:sp>
          <p:nvSpPr>
            <p:cNvPr id="1327" name="Shape 1274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28" name="Shape 1275"/>
            <p:cNvSpPr txBox="1"/>
            <p:nvPr/>
          </p:nvSpPr>
          <p:spPr>
            <a:xfrm>
              <a:off x="189653" y="52211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332" name="Group 1279"/>
          <p:cNvGrpSpPr/>
          <p:nvPr/>
        </p:nvGrpSpPr>
        <p:grpSpPr>
          <a:xfrm>
            <a:off x="9622648" y="6836550"/>
            <a:ext cx="734344" cy="609603"/>
            <a:chOff x="0" y="0"/>
            <a:chExt cx="734343" cy="609601"/>
          </a:xfrm>
        </p:grpSpPr>
        <p:sp>
          <p:nvSpPr>
            <p:cNvPr id="1330" name="Shape 1277"/>
            <p:cNvSpPr/>
            <p:nvPr/>
          </p:nvSpPr>
          <p:spPr>
            <a:xfrm>
              <a:off x="-1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31" name="Shape 1278"/>
            <p:cNvSpPr txBox="1"/>
            <p:nvPr/>
          </p:nvSpPr>
          <p:spPr>
            <a:xfrm>
              <a:off x="99341" y="29633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335" name="Group 1282"/>
          <p:cNvGrpSpPr/>
          <p:nvPr/>
        </p:nvGrpSpPr>
        <p:grpSpPr>
          <a:xfrm>
            <a:off x="10399324" y="6836550"/>
            <a:ext cx="734344" cy="609603"/>
            <a:chOff x="0" y="0"/>
            <a:chExt cx="734343" cy="609601"/>
          </a:xfrm>
        </p:grpSpPr>
        <p:sp>
          <p:nvSpPr>
            <p:cNvPr id="1333" name="Shape 1280"/>
            <p:cNvSpPr/>
            <p:nvPr/>
          </p:nvSpPr>
          <p:spPr>
            <a:xfrm>
              <a:off x="-1" y="0"/>
              <a:ext cx="609603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34" name="Shape 1281"/>
            <p:cNvSpPr txBox="1"/>
            <p:nvPr/>
          </p:nvSpPr>
          <p:spPr>
            <a:xfrm>
              <a:off x="99341" y="29633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sp>
        <p:nvSpPr>
          <p:cNvPr id="1336" name="Shape 1283"/>
          <p:cNvSpPr txBox="1"/>
          <p:nvPr/>
        </p:nvSpPr>
        <p:spPr>
          <a:xfrm>
            <a:off x="1259839" y="3994008"/>
            <a:ext cx="5207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337" name="Shape 1284"/>
          <p:cNvSpPr txBox="1"/>
          <p:nvPr/>
        </p:nvSpPr>
        <p:spPr>
          <a:xfrm>
            <a:off x="1738488" y="3994008"/>
            <a:ext cx="16637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B C D</a:t>
            </a:r>
          </a:p>
        </p:txBody>
      </p:sp>
      <p:sp>
        <p:nvSpPr>
          <p:cNvPr id="1338" name="Shape 1285"/>
          <p:cNvSpPr txBox="1"/>
          <p:nvPr/>
        </p:nvSpPr>
        <p:spPr>
          <a:xfrm>
            <a:off x="3183465" y="3994008"/>
            <a:ext cx="17526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E F G</a:t>
            </a:r>
          </a:p>
        </p:txBody>
      </p:sp>
      <p:sp>
        <p:nvSpPr>
          <p:cNvPr id="1339" name="Shape 1286"/>
          <p:cNvSpPr txBox="1"/>
          <p:nvPr/>
        </p:nvSpPr>
        <p:spPr>
          <a:xfrm>
            <a:off x="1176301" y="3276034"/>
            <a:ext cx="51308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按层次遍历序列为：</a:t>
            </a:r>
          </a:p>
        </p:txBody>
      </p:sp>
      <p:sp>
        <p:nvSpPr>
          <p:cNvPr id="1340" name="Shape 1287"/>
          <p:cNvSpPr/>
          <p:nvPr/>
        </p:nvSpPr>
        <p:spPr>
          <a:xfrm>
            <a:off x="6696258" y="2638776"/>
            <a:ext cx="2260" cy="5389318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Shape 1288"/>
          <p:cNvSpPr txBox="1"/>
          <p:nvPr/>
        </p:nvSpPr>
        <p:spPr>
          <a:xfrm>
            <a:off x="4549421" y="3994008"/>
            <a:ext cx="7366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342" name="Shape 1289"/>
          <p:cNvSpPr txBox="1"/>
          <p:nvPr/>
        </p:nvSpPr>
        <p:spPr>
          <a:xfrm>
            <a:off x="5082258" y="3994008"/>
            <a:ext cx="166370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I J K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3"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8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3"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8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3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8"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3"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8"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3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8" dur="5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ntr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3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8"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3"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8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Class="entr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3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Class="entr" nodeType="click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8"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05" grpId="5"/>
      <p:bldP build="whole" bldLvl="1" animBg="1" rev="0" advAuto="0" spid="1339" grpId="4"/>
      <p:bldP build="whole" bldLvl="1" animBg="1" rev="0" advAuto="0" spid="1336" grpId="6"/>
      <p:bldP build="whole" bldLvl="1" animBg="1" rev="0" advAuto="0" spid="1308" grpId="7"/>
      <p:bldP build="whole" bldLvl="1" animBg="1" rev="0" advAuto="0" spid="1300" grpId="2"/>
      <p:bldP build="whole" bldLvl="1" animBg="1" rev="0" advAuto="0" spid="1342" grpId="20"/>
      <p:bldP build="whole" bldLvl="1" animBg="1" rev="0" advAuto="0" spid="1340" grpId="3"/>
      <p:bldP build="whole" bldLvl="1" animBg="1" rev="0" advAuto="0" spid="1323" grpId="13"/>
      <p:bldP build="whole" bldLvl="1" animBg="1" rev="0" advAuto="0" spid="1326" grpId="15"/>
      <p:bldP build="whole" bldLvl="1" animBg="1" rev="0" advAuto="0" spid="1311" grpId="8"/>
      <p:bldP build="whole" bldLvl="1" animBg="1" rev="0" advAuto="0" spid="1314" grpId="9"/>
      <p:bldP build="whole" bldLvl="1" animBg="1" rev="0" advAuto="0" spid="1302" grpId="1"/>
      <p:bldP build="whole" bldLvl="1" animBg="1" rev="0" advAuto="0" spid="1329" grpId="17"/>
      <p:bldP build="whole" bldLvl="1" animBg="1" rev="0" advAuto="0" spid="1317" grpId="11"/>
      <p:bldP build="whole" bldLvl="1" animBg="1" rev="0" advAuto="0" spid="1332" grpId="18"/>
      <p:bldP build="whole" bldLvl="1" animBg="1" rev="0" advAuto="0" spid="1320" grpId="12"/>
      <p:bldP build="whole" bldLvl="1" animBg="1" rev="0" advAuto="0" spid="1337" grpId="10"/>
      <p:bldP build="whole" bldLvl="1" animBg="1" rev="0" advAuto="0" spid="1335" grpId="19"/>
      <p:bldP build="whole" bldLvl="1" animBg="1" rev="0" advAuto="0" spid="1338" grpId="14"/>
      <p:bldP build="whole" bldLvl="1" animBg="1" rev="0" advAuto="0" spid="1341" grpId="16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Shape 1291"/>
          <p:cNvSpPr txBox="1"/>
          <p:nvPr/>
        </p:nvSpPr>
        <p:spPr>
          <a:xfrm>
            <a:off x="1579338" y="28504"/>
            <a:ext cx="9846124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200"/>
            </a:lvl1pPr>
          </a:lstStyle>
          <a:p>
            <a:pPr/>
            <a:r>
              <a:t>树的先根遍历和二叉树遍历的对应关系</a:t>
            </a:r>
          </a:p>
        </p:txBody>
      </p:sp>
      <p:grpSp>
        <p:nvGrpSpPr>
          <p:cNvPr id="1365" name="Group 1312"/>
          <p:cNvGrpSpPr/>
          <p:nvPr/>
        </p:nvGrpSpPr>
        <p:grpSpPr>
          <a:xfrm>
            <a:off x="903675" y="1658593"/>
            <a:ext cx="3136056" cy="2820019"/>
            <a:chOff x="0" y="0"/>
            <a:chExt cx="3136055" cy="2820017"/>
          </a:xfrm>
        </p:grpSpPr>
        <p:sp>
          <p:nvSpPr>
            <p:cNvPr id="1345" name="Shape 1292"/>
            <p:cNvSpPr/>
            <p:nvPr/>
          </p:nvSpPr>
          <p:spPr>
            <a:xfrm>
              <a:off x="2799644" y="1571464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46" name="Shape 1293"/>
            <p:cNvSpPr/>
            <p:nvPr/>
          </p:nvSpPr>
          <p:spPr>
            <a:xfrm>
              <a:off x="1792675" y="718024"/>
              <a:ext cx="2260" cy="5915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47" name="Shape 1294"/>
            <p:cNvSpPr/>
            <p:nvPr/>
          </p:nvSpPr>
          <p:spPr>
            <a:xfrm>
              <a:off x="2016195" y="480957"/>
              <a:ext cx="783451" cy="10668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48" name="Shape 1295"/>
            <p:cNvSpPr/>
            <p:nvPr/>
          </p:nvSpPr>
          <p:spPr>
            <a:xfrm>
              <a:off x="896337" y="1571464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49" name="Shape 1296"/>
            <p:cNvSpPr/>
            <p:nvPr/>
          </p:nvSpPr>
          <p:spPr>
            <a:xfrm flipH="1">
              <a:off x="386079" y="1571464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50" name="Shape 1297"/>
            <p:cNvSpPr/>
            <p:nvPr/>
          </p:nvSpPr>
          <p:spPr>
            <a:xfrm flipH="1">
              <a:off x="896337" y="594128"/>
              <a:ext cx="670562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51" name="Shape 1298"/>
            <p:cNvSpPr/>
            <p:nvPr/>
          </p:nvSpPr>
          <p:spPr>
            <a:xfrm>
              <a:off x="1456266" y="6823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52" name="Shape 1299"/>
            <p:cNvSpPr/>
            <p:nvPr/>
          </p:nvSpPr>
          <p:spPr>
            <a:xfrm>
              <a:off x="1456266" y="1063464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53" name="Shape 1300"/>
            <p:cNvSpPr/>
            <p:nvPr/>
          </p:nvSpPr>
          <p:spPr>
            <a:xfrm>
              <a:off x="896337" y="2111073"/>
              <a:ext cx="670563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54" name="Shape 1301"/>
            <p:cNvSpPr/>
            <p:nvPr/>
          </p:nvSpPr>
          <p:spPr>
            <a:xfrm>
              <a:off x="0" y="2111073"/>
              <a:ext cx="672819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55" name="Shape 1302"/>
            <p:cNvSpPr/>
            <p:nvPr/>
          </p:nvSpPr>
          <p:spPr>
            <a:xfrm>
              <a:off x="447039" y="1063464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56" name="Shape 1303"/>
            <p:cNvSpPr/>
            <p:nvPr/>
          </p:nvSpPr>
          <p:spPr>
            <a:xfrm>
              <a:off x="2463235" y="1063464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57" name="Shape 1304"/>
            <p:cNvSpPr/>
            <p:nvPr/>
          </p:nvSpPr>
          <p:spPr>
            <a:xfrm>
              <a:off x="2463235" y="2111073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58" name="Shape 1305"/>
            <p:cNvSpPr txBox="1"/>
            <p:nvPr/>
          </p:nvSpPr>
          <p:spPr>
            <a:xfrm>
              <a:off x="533067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359" name="Shape 1306"/>
            <p:cNvSpPr txBox="1"/>
            <p:nvPr/>
          </p:nvSpPr>
          <p:spPr>
            <a:xfrm>
              <a:off x="1541165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360" name="Shape 1307"/>
            <p:cNvSpPr txBox="1"/>
            <p:nvPr/>
          </p:nvSpPr>
          <p:spPr>
            <a:xfrm>
              <a:off x="2532562" y="1057769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361" name="Shape 1308"/>
            <p:cNvSpPr txBox="1"/>
            <p:nvPr/>
          </p:nvSpPr>
          <p:spPr>
            <a:xfrm>
              <a:off x="97319" y="2103120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362" name="Shape 1309"/>
            <p:cNvSpPr txBox="1"/>
            <p:nvPr/>
          </p:nvSpPr>
          <p:spPr>
            <a:xfrm>
              <a:off x="1006852" y="2103120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363" name="Shape 1310"/>
            <p:cNvSpPr txBox="1"/>
            <p:nvPr/>
          </p:nvSpPr>
          <p:spPr>
            <a:xfrm>
              <a:off x="2514500" y="2080542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364" name="Shape 1311"/>
            <p:cNvSpPr txBox="1"/>
            <p:nvPr/>
          </p:nvSpPr>
          <p:spPr>
            <a:xfrm>
              <a:off x="1527851" y="0"/>
              <a:ext cx="520618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384" name="Group 1331"/>
          <p:cNvGrpSpPr/>
          <p:nvPr/>
        </p:nvGrpSpPr>
        <p:grpSpPr>
          <a:xfrm>
            <a:off x="7499490" y="1253348"/>
            <a:ext cx="3729006" cy="3913913"/>
            <a:chOff x="0" y="0"/>
            <a:chExt cx="3729003" cy="3913912"/>
          </a:xfrm>
        </p:grpSpPr>
        <p:sp>
          <p:nvSpPr>
            <p:cNvPr id="1366" name="Shape 1313"/>
            <p:cNvSpPr/>
            <p:nvPr/>
          </p:nvSpPr>
          <p:spPr>
            <a:xfrm>
              <a:off x="415431" y="1866104"/>
              <a:ext cx="738295" cy="65475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67" name="Shape 1314"/>
            <p:cNvSpPr/>
            <p:nvPr/>
          </p:nvSpPr>
          <p:spPr>
            <a:xfrm flipH="1">
              <a:off x="2497102" y="2823403"/>
              <a:ext cx="742811" cy="65475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68" name="Shape 1315"/>
            <p:cNvSpPr/>
            <p:nvPr/>
          </p:nvSpPr>
          <p:spPr>
            <a:xfrm flipH="1">
              <a:off x="327377" y="394033"/>
              <a:ext cx="1722687" cy="152851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69" name="Shape 1316"/>
            <p:cNvSpPr/>
            <p:nvPr/>
          </p:nvSpPr>
          <p:spPr>
            <a:xfrm>
              <a:off x="1535289" y="1211349"/>
              <a:ext cx="1975557" cy="165721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70" name="Shape 1317"/>
            <p:cNvSpPr/>
            <p:nvPr/>
          </p:nvSpPr>
          <p:spPr>
            <a:xfrm>
              <a:off x="918916" y="687544"/>
              <a:ext cx="742811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71" name="Shape 1318"/>
            <p:cNvSpPr/>
            <p:nvPr/>
          </p:nvSpPr>
          <p:spPr>
            <a:xfrm>
              <a:off x="2990709" y="2365074"/>
              <a:ext cx="738295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72" name="Shape 1319"/>
            <p:cNvSpPr/>
            <p:nvPr/>
          </p:nvSpPr>
          <p:spPr>
            <a:xfrm>
              <a:off x="1948462" y="1534211"/>
              <a:ext cx="742811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73" name="Shape 1320"/>
            <p:cNvSpPr/>
            <p:nvPr/>
          </p:nvSpPr>
          <p:spPr>
            <a:xfrm>
              <a:off x="-1" y="1547757"/>
              <a:ext cx="738295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74" name="Shape 1321"/>
            <p:cNvSpPr txBox="1"/>
            <p:nvPr/>
          </p:nvSpPr>
          <p:spPr>
            <a:xfrm>
              <a:off x="1055743" y="68184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375" name="Shape 1322"/>
            <p:cNvSpPr txBox="1"/>
            <p:nvPr/>
          </p:nvSpPr>
          <p:spPr>
            <a:xfrm>
              <a:off x="2085290" y="1508196"/>
              <a:ext cx="4939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376" name="Shape 1323"/>
            <p:cNvSpPr txBox="1"/>
            <p:nvPr/>
          </p:nvSpPr>
          <p:spPr>
            <a:xfrm>
              <a:off x="128927" y="1496907"/>
              <a:ext cx="46689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377" name="Shape 1324"/>
            <p:cNvSpPr txBox="1"/>
            <p:nvPr/>
          </p:nvSpPr>
          <p:spPr>
            <a:xfrm>
              <a:off x="3095878" y="2318739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378" name="Shape 1325"/>
            <p:cNvSpPr/>
            <p:nvPr/>
          </p:nvSpPr>
          <p:spPr>
            <a:xfrm>
              <a:off x="2007165" y="3261412"/>
              <a:ext cx="738295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79" name="Shape 1326"/>
            <p:cNvSpPr txBox="1"/>
            <p:nvPr/>
          </p:nvSpPr>
          <p:spPr>
            <a:xfrm>
              <a:off x="2110358" y="321056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380" name="Shape 1327"/>
            <p:cNvSpPr/>
            <p:nvPr/>
          </p:nvSpPr>
          <p:spPr>
            <a:xfrm>
              <a:off x="1031804" y="2410230"/>
              <a:ext cx="738295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81" name="Shape 1328"/>
            <p:cNvSpPr txBox="1"/>
            <p:nvPr/>
          </p:nvSpPr>
          <p:spPr>
            <a:xfrm>
              <a:off x="1173928" y="2386472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382" name="Shape 1329"/>
            <p:cNvSpPr/>
            <p:nvPr/>
          </p:nvSpPr>
          <p:spPr>
            <a:xfrm>
              <a:off x="2054577" y="21500"/>
              <a:ext cx="742811" cy="652499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83" name="Shape 1330"/>
            <p:cNvSpPr txBox="1"/>
            <p:nvPr/>
          </p:nvSpPr>
          <p:spPr>
            <a:xfrm>
              <a:off x="2182607" y="0"/>
              <a:ext cx="520618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1385" name="Shape 1332"/>
          <p:cNvSpPr txBox="1"/>
          <p:nvPr/>
        </p:nvSpPr>
        <p:spPr>
          <a:xfrm>
            <a:off x="3356467" y="6223000"/>
            <a:ext cx="486053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solidFill>
                  <a:schemeClr val="accent5"/>
                </a:solidFill>
                <a:uFillTx/>
              </a:defRPr>
            </a:lvl1pPr>
          </a:lstStyle>
          <a:p>
            <a:pPr/>
            <a:r>
              <a:t>结论：先根对应先序</a:t>
            </a:r>
          </a:p>
        </p:txBody>
      </p:sp>
      <p:sp>
        <p:nvSpPr>
          <p:cNvPr id="1386" name="Shape 1333"/>
          <p:cNvSpPr txBox="1"/>
          <p:nvPr/>
        </p:nvSpPr>
        <p:spPr>
          <a:xfrm>
            <a:off x="3365500" y="5003800"/>
            <a:ext cx="594360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0" defTabSz="457200">
              <a:spcBef>
                <a:spcPts val="0"/>
              </a:spcBef>
              <a:defRPr sz="3000">
                <a:uFillTx/>
              </a:defRPr>
            </a:pPr>
            <a:r>
              <a:t>先根遍历 </a:t>
            </a:r>
            <a:r>
              <a:rPr b="1">
                <a:solidFill>
                  <a:srgbClr val="003C78"/>
                </a:solidFill>
                <a:uFill>
                  <a:solidFill>
                    <a:srgbClr val="003C78"/>
                  </a:solidFill>
                </a:uFill>
              </a:rPr>
              <a:t>ABEFCDG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1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1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86" grpId="1"/>
      <p:bldP build="whole" bldLvl="1" animBg="1" rev="0" advAuto="0" spid="1385" grpId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roup 1355"/>
          <p:cNvGrpSpPr/>
          <p:nvPr/>
        </p:nvGrpSpPr>
        <p:grpSpPr>
          <a:xfrm>
            <a:off x="1688817" y="1878419"/>
            <a:ext cx="3136057" cy="2820020"/>
            <a:chOff x="0" y="0"/>
            <a:chExt cx="3136056" cy="2820018"/>
          </a:xfrm>
        </p:grpSpPr>
        <p:sp>
          <p:nvSpPr>
            <p:cNvPr id="1388" name="Shape 1335"/>
            <p:cNvSpPr/>
            <p:nvPr/>
          </p:nvSpPr>
          <p:spPr>
            <a:xfrm>
              <a:off x="2799645" y="1575980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89" name="Shape 1336"/>
            <p:cNvSpPr/>
            <p:nvPr/>
          </p:nvSpPr>
          <p:spPr>
            <a:xfrm>
              <a:off x="1792676" y="718024"/>
              <a:ext cx="2260" cy="5915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90" name="Shape 1337"/>
            <p:cNvSpPr/>
            <p:nvPr/>
          </p:nvSpPr>
          <p:spPr>
            <a:xfrm>
              <a:off x="2016196" y="480957"/>
              <a:ext cx="783451" cy="10668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91" name="Shape 1338"/>
            <p:cNvSpPr/>
            <p:nvPr/>
          </p:nvSpPr>
          <p:spPr>
            <a:xfrm>
              <a:off x="896337" y="1575980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92" name="Shape 1339"/>
            <p:cNvSpPr/>
            <p:nvPr/>
          </p:nvSpPr>
          <p:spPr>
            <a:xfrm flipH="1">
              <a:off x="386079" y="1575980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93" name="Shape 1340"/>
            <p:cNvSpPr/>
            <p:nvPr/>
          </p:nvSpPr>
          <p:spPr>
            <a:xfrm flipH="1">
              <a:off x="896337" y="598362"/>
              <a:ext cx="670563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94" name="Shape 1341"/>
            <p:cNvSpPr/>
            <p:nvPr/>
          </p:nvSpPr>
          <p:spPr>
            <a:xfrm>
              <a:off x="1456266" y="6823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95" name="Shape 1342"/>
            <p:cNvSpPr/>
            <p:nvPr/>
          </p:nvSpPr>
          <p:spPr>
            <a:xfrm>
              <a:off x="1456266" y="1063464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96" name="Shape 1343"/>
            <p:cNvSpPr/>
            <p:nvPr/>
          </p:nvSpPr>
          <p:spPr>
            <a:xfrm>
              <a:off x="896337" y="2111074"/>
              <a:ext cx="670563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97" name="Shape 1344"/>
            <p:cNvSpPr/>
            <p:nvPr/>
          </p:nvSpPr>
          <p:spPr>
            <a:xfrm>
              <a:off x="0" y="2111074"/>
              <a:ext cx="672819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98" name="Shape 1345"/>
            <p:cNvSpPr/>
            <p:nvPr/>
          </p:nvSpPr>
          <p:spPr>
            <a:xfrm>
              <a:off x="447039" y="1063464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399" name="Shape 1346"/>
            <p:cNvSpPr/>
            <p:nvPr/>
          </p:nvSpPr>
          <p:spPr>
            <a:xfrm>
              <a:off x="2463236" y="1063464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00" name="Shape 1347"/>
            <p:cNvSpPr/>
            <p:nvPr/>
          </p:nvSpPr>
          <p:spPr>
            <a:xfrm>
              <a:off x="2463236" y="2111074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01" name="Shape 1348"/>
            <p:cNvSpPr txBox="1"/>
            <p:nvPr/>
          </p:nvSpPr>
          <p:spPr>
            <a:xfrm>
              <a:off x="533067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402" name="Shape 1349"/>
            <p:cNvSpPr txBox="1"/>
            <p:nvPr/>
          </p:nvSpPr>
          <p:spPr>
            <a:xfrm>
              <a:off x="1541166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403" name="Shape 1350"/>
            <p:cNvSpPr txBox="1"/>
            <p:nvPr/>
          </p:nvSpPr>
          <p:spPr>
            <a:xfrm>
              <a:off x="2532563" y="1057769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404" name="Shape 1351"/>
            <p:cNvSpPr txBox="1"/>
            <p:nvPr/>
          </p:nvSpPr>
          <p:spPr>
            <a:xfrm>
              <a:off x="97319" y="210312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405" name="Shape 1352"/>
            <p:cNvSpPr txBox="1"/>
            <p:nvPr/>
          </p:nvSpPr>
          <p:spPr>
            <a:xfrm>
              <a:off x="1006853" y="210312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406" name="Shape 1353"/>
            <p:cNvSpPr txBox="1"/>
            <p:nvPr/>
          </p:nvSpPr>
          <p:spPr>
            <a:xfrm>
              <a:off x="2514501" y="2080544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407" name="Shape 1354"/>
            <p:cNvSpPr txBox="1"/>
            <p:nvPr/>
          </p:nvSpPr>
          <p:spPr>
            <a:xfrm>
              <a:off x="1527851" y="0"/>
              <a:ext cx="520619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427" name="Group 1374"/>
          <p:cNvGrpSpPr/>
          <p:nvPr/>
        </p:nvGrpSpPr>
        <p:grpSpPr>
          <a:xfrm>
            <a:off x="7581899" y="1470890"/>
            <a:ext cx="3734085" cy="3918711"/>
            <a:chOff x="0" y="0"/>
            <a:chExt cx="3734083" cy="3918710"/>
          </a:xfrm>
        </p:grpSpPr>
        <p:sp>
          <p:nvSpPr>
            <p:cNvPr id="1409" name="Shape 1356"/>
            <p:cNvSpPr/>
            <p:nvPr/>
          </p:nvSpPr>
          <p:spPr>
            <a:xfrm>
              <a:off x="419100" y="1866104"/>
              <a:ext cx="738294" cy="65475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10" name="Shape 1357"/>
            <p:cNvSpPr/>
            <p:nvPr/>
          </p:nvSpPr>
          <p:spPr>
            <a:xfrm flipH="1">
              <a:off x="2501335" y="2823403"/>
              <a:ext cx="742811" cy="654757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11" name="Shape 1358"/>
            <p:cNvSpPr/>
            <p:nvPr/>
          </p:nvSpPr>
          <p:spPr>
            <a:xfrm flipH="1">
              <a:off x="331611" y="394033"/>
              <a:ext cx="1722687" cy="1528517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12" name="Shape 1359"/>
            <p:cNvSpPr/>
            <p:nvPr/>
          </p:nvSpPr>
          <p:spPr>
            <a:xfrm>
              <a:off x="1536699" y="1211349"/>
              <a:ext cx="1975558" cy="165721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13" name="Shape 1360"/>
            <p:cNvSpPr/>
            <p:nvPr/>
          </p:nvSpPr>
          <p:spPr>
            <a:xfrm>
              <a:off x="923149" y="687544"/>
              <a:ext cx="742811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14" name="Shape 1361"/>
            <p:cNvSpPr/>
            <p:nvPr/>
          </p:nvSpPr>
          <p:spPr>
            <a:xfrm>
              <a:off x="2995789" y="2365074"/>
              <a:ext cx="738295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15" name="Shape 1362"/>
            <p:cNvSpPr/>
            <p:nvPr/>
          </p:nvSpPr>
          <p:spPr>
            <a:xfrm>
              <a:off x="1952695" y="1534210"/>
              <a:ext cx="742811" cy="657017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16" name="Shape 1363"/>
            <p:cNvSpPr/>
            <p:nvPr/>
          </p:nvSpPr>
          <p:spPr>
            <a:xfrm>
              <a:off x="-1" y="1547757"/>
              <a:ext cx="738295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17" name="Shape 1364"/>
            <p:cNvSpPr txBox="1"/>
            <p:nvPr/>
          </p:nvSpPr>
          <p:spPr>
            <a:xfrm>
              <a:off x="1059976" y="68184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418" name="Shape 1365"/>
            <p:cNvSpPr txBox="1"/>
            <p:nvPr/>
          </p:nvSpPr>
          <p:spPr>
            <a:xfrm>
              <a:off x="2089523" y="1508196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419" name="Shape 1366"/>
            <p:cNvSpPr txBox="1"/>
            <p:nvPr/>
          </p:nvSpPr>
          <p:spPr>
            <a:xfrm>
              <a:off x="133160" y="1496907"/>
              <a:ext cx="466892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420" name="Shape 1367"/>
            <p:cNvSpPr txBox="1"/>
            <p:nvPr/>
          </p:nvSpPr>
          <p:spPr>
            <a:xfrm>
              <a:off x="3100112" y="2318739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421" name="Shape 1368"/>
            <p:cNvSpPr/>
            <p:nvPr/>
          </p:nvSpPr>
          <p:spPr>
            <a:xfrm>
              <a:off x="2011398" y="3266209"/>
              <a:ext cx="738295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22" name="Shape 1369"/>
            <p:cNvSpPr txBox="1"/>
            <p:nvPr/>
          </p:nvSpPr>
          <p:spPr>
            <a:xfrm>
              <a:off x="2114591" y="3210562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423" name="Shape 1370"/>
            <p:cNvSpPr/>
            <p:nvPr/>
          </p:nvSpPr>
          <p:spPr>
            <a:xfrm>
              <a:off x="1036038" y="2410230"/>
              <a:ext cx="738295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24" name="Shape 1371"/>
            <p:cNvSpPr txBox="1"/>
            <p:nvPr/>
          </p:nvSpPr>
          <p:spPr>
            <a:xfrm>
              <a:off x="1178161" y="2386472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425" name="Shape 1372"/>
            <p:cNvSpPr/>
            <p:nvPr/>
          </p:nvSpPr>
          <p:spPr>
            <a:xfrm>
              <a:off x="2058811" y="21499"/>
              <a:ext cx="742811" cy="652499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26" name="Shape 1373"/>
            <p:cNvSpPr txBox="1"/>
            <p:nvPr/>
          </p:nvSpPr>
          <p:spPr>
            <a:xfrm>
              <a:off x="2186840" y="-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1428" name="Shape 1375"/>
          <p:cNvSpPr txBox="1"/>
          <p:nvPr/>
        </p:nvSpPr>
        <p:spPr>
          <a:xfrm>
            <a:off x="3136900" y="5443451"/>
            <a:ext cx="5943600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defRPr sz="3800">
                <a:latin typeface="SimSun"/>
                <a:ea typeface="SimSun"/>
                <a:cs typeface="SimSun"/>
                <a:sym typeface="SimSun"/>
              </a:defRPr>
            </a:pPr>
            <a:r>
              <a:t>后根遍历 </a:t>
            </a:r>
            <a:r>
              <a:rPr>
                <a:solidFill>
                  <a:srgbClr val="003C78"/>
                </a:solidFill>
                <a:uFill>
                  <a:solidFill>
                    <a:srgbClr val="003C78"/>
                  </a:solidFill>
                </a:uFill>
                <a:latin typeface="Tahoma Bold"/>
                <a:ea typeface="Tahoma Bold"/>
                <a:cs typeface="Tahoma Bold"/>
                <a:sym typeface="Tahoma Bold"/>
              </a:rPr>
              <a:t>EFBCGDA</a:t>
            </a:r>
          </a:p>
        </p:txBody>
      </p:sp>
      <p:sp>
        <p:nvSpPr>
          <p:cNvPr id="1429" name="Shape 1377"/>
          <p:cNvSpPr txBox="1"/>
          <p:nvPr/>
        </p:nvSpPr>
        <p:spPr>
          <a:xfrm>
            <a:off x="3254867" y="6591300"/>
            <a:ext cx="4860530" cy="77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E44646"/>
                </a:solid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结论：后根对应中序</a:t>
            </a:r>
          </a:p>
        </p:txBody>
      </p:sp>
      <p:sp>
        <p:nvSpPr>
          <p:cNvPr id="1430" name="Shape 1291"/>
          <p:cNvSpPr txBox="1"/>
          <p:nvPr/>
        </p:nvSpPr>
        <p:spPr>
          <a:xfrm>
            <a:off x="1579338" y="28504"/>
            <a:ext cx="9846124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200"/>
            </a:lvl1pPr>
          </a:lstStyle>
          <a:p>
            <a:pPr/>
            <a:r>
              <a:t>树的后根遍历和二叉树遍历的对应关系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1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1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28" grpId="1"/>
      <p:bldP build="whole" bldLvl="1" animBg="1" rev="0" advAuto="0" spid="1429" grpId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3" name="Group 1390"/>
          <p:cNvGrpSpPr/>
          <p:nvPr/>
        </p:nvGrpSpPr>
        <p:grpSpPr>
          <a:xfrm>
            <a:off x="1176302" y="2097475"/>
            <a:ext cx="1607823" cy="1519488"/>
            <a:chOff x="0" y="0"/>
            <a:chExt cx="1607822" cy="1519487"/>
          </a:xfrm>
        </p:grpSpPr>
        <p:sp>
          <p:nvSpPr>
            <p:cNvPr id="1432" name="Shape 1379"/>
            <p:cNvSpPr/>
            <p:nvPr/>
          </p:nvSpPr>
          <p:spPr>
            <a:xfrm flipH="1">
              <a:off x="334997" y="512515"/>
              <a:ext cx="304802" cy="78345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33" name="Shape 1380"/>
            <p:cNvSpPr/>
            <p:nvPr/>
          </p:nvSpPr>
          <p:spPr>
            <a:xfrm>
              <a:off x="1036320" y="379024"/>
              <a:ext cx="203202" cy="8173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436" name="Group 1383"/>
            <p:cNvGrpSpPr/>
            <p:nvPr/>
          </p:nvGrpSpPr>
          <p:grpSpPr>
            <a:xfrm>
              <a:off x="546382" y="0"/>
              <a:ext cx="691447" cy="609601"/>
              <a:chOff x="0" y="0"/>
              <a:chExt cx="691446" cy="609600"/>
            </a:xfrm>
          </p:grpSpPr>
          <p:sp>
            <p:nvSpPr>
              <p:cNvPr id="1434" name="Shape 1381"/>
              <p:cNvSpPr/>
              <p:nvPr/>
            </p:nvSpPr>
            <p:spPr>
              <a:xfrm>
                <a:off x="0" y="-1"/>
                <a:ext cx="609602" cy="60960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35" name="Shape 1382"/>
              <p:cNvSpPr txBox="1"/>
              <p:nvPr/>
            </p:nvSpPr>
            <p:spPr>
              <a:xfrm>
                <a:off x="56444" y="42333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439" name="Group 1386"/>
            <p:cNvGrpSpPr/>
            <p:nvPr/>
          </p:nvGrpSpPr>
          <p:grpSpPr>
            <a:xfrm>
              <a:off x="-1" y="899725"/>
              <a:ext cx="697092" cy="609603"/>
              <a:chOff x="0" y="0"/>
              <a:chExt cx="697090" cy="609601"/>
            </a:xfrm>
          </p:grpSpPr>
          <p:sp>
            <p:nvSpPr>
              <p:cNvPr id="1437" name="Shape 1384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38" name="Shape 1385"/>
              <p:cNvSpPr txBox="1"/>
              <p:nvPr/>
            </p:nvSpPr>
            <p:spPr>
              <a:xfrm>
                <a:off x="62088" y="43463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442" name="Group 1389"/>
            <p:cNvGrpSpPr/>
            <p:nvPr/>
          </p:nvGrpSpPr>
          <p:grpSpPr>
            <a:xfrm>
              <a:off x="878275" y="909885"/>
              <a:ext cx="729548" cy="609603"/>
              <a:chOff x="0" y="0"/>
              <a:chExt cx="729547" cy="609601"/>
            </a:xfrm>
          </p:grpSpPr>
          <p:sp>
            <p:nvSpPr>
              <p:cNvPr id="1440" name="Shape 1387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41" name="Shape 1388"/>
              <p:cNvSpPr txBox="1"/>
              <p:nvPr/>
            </p:nvSpPr>
            <p:spPr>
              <a:xfrm>
                <a:off x="94544" y="296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446" name="Group 1393"/>
          <p:cNvGrpSpPr/>
          <p:nvPr/>
        </p:nvGrpSpPr>
        <p:grpSpPr>
          <a:xfrm>
            <a:off x="2054576" y="3018649"/>
            <a:ext cx="751279" cy="609603"/>
            <a:chOff x="0" y="0"/>
            <a:chExt cx="751277" cy="609601"/>
          </a:xfrm>
        </p:grpSpPr>
        <p:sp>
          <p:nvSpPr>
            <p:cNvPr id="1444" name="Shape 1391"/>
            <p:cNvSpPr/>
            <p:nvPr/>
          </p:nvSpPr>
          <p:spPr>
            <a:xfrm>
              <a:off x="-1" y="0"/>
              <a:ext cx="609603" cy="609602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45" name="Shape 1392"/>
            <p:cNvSpPr txBox="1"/>
            <p:nvPr/>
          </p:nvSpPr>
          <p:spPr>
            <a:xfrm>
              <a:off x="116275" y="29633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449" name="Group 1396"/>
          <p:cNvGrpSpPr/>
          <p:nvPr/>
        </p:nvGrpSpPr>
        <p:grpSpPr>
          <a:xfrm>
            <a:off x="1176302" y="3007359"/>
            <a:ext cx="728699" cy="609603"/>
            <a:chOff x="0" y="0"/>
            <a:chExt cx="728698" cy="609601"/>
          </a:xfrm>
        </p:grpSpPr>
        <p:sp>
          <p:nvSpPr>
            <p:cNvPr id="1447" name="Shape 1394"/>
            <p:cNvSpPr/>
            <p:nvPr/>
          </p:nvSpPr>
          <p:spPr>
            <a:xfrm>
              <a:off x="-1" y="0"/>
              <a:ext cx="609601" cy="609602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48" name="Shape 1395"/>
            <p:cNvSpPr txBox="1"/>
            <p:nvPr/>
          </p:nvSpPr>
          <p:spPr>
            <a:xfrm>
              <a:off x="93697" y="29633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452" name="Group 1399"/>
          <p:cNvGrpSpPr/>
          <p:nvPr/>
        </p:nvGrpSpPr>
        <p:grpSpPr>
          <a:xfrm>
            <a:off x="2921000" y="2063607"/>
            <a:ext cx="702170" cy="609603"/>
            <a:chOff x="0" y="0"/>
            <a:chExt cx="702169" cy="609601"/>
          </a:xfrm>
        </p:grpSpPr>
        <p:sp>
          <p:nvSpPr>
            <p:cNvPr id="1450" name="Shape 1397"/>
            <p:cNvSpPr/>
            <p:nvPr/>
          </p:nvSpPr>
          <p:spPr>
            <a:xfrm>
              <a:off x="0" y="0"/>
              <a:ext cx="609601" cy="609602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51" name="Shape 1398"/>
            <p:cNvSpPr txBox="1"/>
            <p:nvPr/>
          </p:nvSpPr>
          <p:spPr>
            <a:xfrm>
              <a:off x="67168" y="55034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476" name="Group 1423"/>
          <p:cNvGrpSpPr/>
          <p:nvPr/>
        </p:nvGrpSpPr>
        <p:grpSpPr>
          <a:xfrm>
            <a:off x="3174435" y="2097474"/>
            <a:ext cx="2283463" cy="3566728"/>
            <a:chOff x="0" y="0"/>
            <a:chExt cx="2283462" cy="3566726"/>
          </a:xfrm>
        </p:grpSpPr>
        <p:sp>
          <p:nvSpPr>
            <p:cNvPr id="1453" name="Shape 1400"/>
            <p:cNvSpPr/>
            <p:nvPr/>
          </p:nvSpPr>
          <p:spPr>
            <a:xfrm>
              <a:off x="1058897" y="478649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54" name="Shape 1401"/>
            <p:cNvSpPr/>
            <p:nvPr/>
          </p:nvSpPr>
          <p:spPr>
            <a:xfrm>
              <a:off x="1058897" y="1365956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55" name="Shape 1402"/>
            <p:cNvSpPr/>
            <p:nvPr/>
          </p:nvSpPr>
          <p:spPr>
            <a:xfrm flipH="1">
              <a:off x="442524" y="2379698"/>
              <a:ext cx="457202" cy="7157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56" name="Shape 1403"/>
            <p:cNvSpPr/>
            <p:nvPr/>
          </p:nvSpPr>
          <p:spPr>
            <a:xfrm>
              <a:off x="1156264" y="2275840"/>
              <a:ext cx="609603" cy="819576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57" name="Shape 1404"/>
            <p:cNvSpPr/>
            <p:nvPr/>
          </p:nvSpPr>
          <p:spPr>
            <a:xfrm>
              <a:off x="1092765" y="2481298"/>
              <a:ext cx="2259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460" name="Group 1407"/>
            <p:cNvGrpSpPr/>
            <p:nvPr/>
          </p:nvGrpSpPr>
          <p:grpSpPr>
            <a:xfrm>
              <a:off x="751839" y="-1"/>
              <a:ext cx="696528" cy="609603"/>
              <a:chOff x="0" y="0"/>
              <a:chExt cx="696527" cy="609601"/>
            </a:xfrm>
          </p:grpSpPr>
          <p:sp>
            <p:nvSpPr>
              <p:cNvPr id="1458" name="Shape 1405"/>
              <p:cNvSpPr/>
              <p:nvPr/>
            </p:nvSpPr>
            <p:spPr>
              <a:xfrm>
                <a:off x="-1" y="0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59" name="Shape 1406"/>
              <p:cNvSpPr txBox="1"/>
              <p:nvPr/>
            </p:nvSpPr>
            <p:spPr>
              <a:xfrm>
                <a:off x="61524" y="550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463" name="Group 1410"/>
            <p:cNvGrpSpPr/>
            <p:nvPr/>
          </p:nvGrpSpPr>
          <p:grpSpPr>
            <a:xfrm>
              <a:off x="751839" y="946009"/>
              <a:ext cx="683828" cy="609603"/>
              <a:chOff x="0" y="0"/>
              <a:chExt cx="683827" cy="609601"/>
            </a:xfrm>
          </p:grpSpPr>
          <p:sp>
            <p:nvSpPr>
              <p:cNvPr id="1461" name="Shape 1408"/>
              <p:cNvSpPr/>
              <p:nvPr/>
            </p:nvSpPr>
            <p:spPr>
              <a:xfrm>
                <a:off x="-1" y="0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62" name="Shape 1409"/>
              <p:cNvSpPr txBox="1"/>
              <p:nvPr/>
            </p:nvSpPr>
            <p:spPr>
              <a:xfrm>
                <a:off x="48824" y="550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466" name="Group 1413"/>
            <p:cNvGrpSpPr/>
            <p:nvPr/>
          </p:nvGrpSpPr>
          <p:grpSpPr>
            <a:xfrm>
              <a:off x="751839" y="1971040"/>
              <a:ext cx="709228" cy="609603"/>
              <a:chOff x="0" y="0"/>
              <a:chExt cx="709227" cy="609601"/>
            </a:xfrm>
          </p:grpSpPr>
          <p:sp>
            <p:nvSpPr>
              <p:cNvPr id="1464" name="Shape 1411"/>
              <p:cNvSpPr/>
              <p:nvPr/>
            </p:nvSpPr>
            <p:spPr>
              <a:xfrm>
                <a:off x="-1" y="0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65" name="Shape 1412"/>
              <p:cNvSpPr txBox="1"/>
              <p:nvPr/>
            </p:nvSpPr>
            <p:spPr>
              <a:xfrm>
                <a:off x="74224" y="423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469" name="Group 1416"/>
            <p:cNvGrpSpPr/>
            <p:nvPr/>
          </p:nvGrpSpPr>
          <p:grpSpPr>
            <a:xfrm>
              <a:off x="0" y="2957124"/>
              <a:ext cx="739425" cy="609603"/>
              <a:chOff x="0" y="0"/>
              <a:chExt cx="739424" cy="609601"/>
            </a:xfrm>
          </p:grpSpPr>
          <p:sp>
            <p:nvSpPr>
              <p:cNvPr id="1467" name="Shape 1414"/>
              <p:cNvSpPr/>
              <p:nvPr/>
            </p:nvSpPr>
            <p:spPr>
              <a:xfrm>
                <a:off x="0" y="0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68" name="Shape 1415"/>
              <p:cNvSpPr txBox="1"/>
              <p:nvPr/>
            </p:nvSpPr>
            <p:spPr>
              <a:xfrm>
                <a:off x="104422" y="19756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472" name="Group 1419"/>
            <p:cNvGrpSpPr/>
            <p:nvPr/>
          </p:nvGrpSpPr>
          <p:grpSpPr>
            <a:xfrm>
              <a:off x="796995" y="2957124"/>
              <a:ext cx="727573" cy="609603"/>
              <a:chOff x="0" y="0"/>
              <a:chExt cx="727571" cy="609601"/>
            </a:xfrm>
          </p:grpSpPr>
          <p:sp>
            <p:nvSpPr>
              <p:cNvPr id="1470" name="Shape 1417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71" name="Shape 1418"/>
              <p:cNvSpPr txBox="1"/>
              <p:nvPr/>
            </p:nvSpPr>
            <p:spPr>
              <a:xfrm>
                <a:off x="92568" y="57856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475" name="Group 1422"/>
            <p:cNvGrpSpPr/>
            <p:nvPr/>
          </p:nvGrpSpPr>
          <p:grpSpPr>
            <a:xfrm>
              <a:off x="1573671" y="2957124"/>
              <a:ext cx="709792" cy="609603"/>
              <a:chOff x="0" y="0"/>
              <a:chExt cx="709791" cy="609601"/>
            </a:xfrm>
          </p:grpSpPr>
          <p:sp>
            <p:nvSpPr>
              <p:cNvPr id="1473" name="Shape 1420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474" name="Shape 1421"/>
              <p:cNvSpPr txBox="1"/>
              <p:nvPr/>
            </p:nvSpPr>
            <p:spPr>
              <a:xfrm>
                <a:off x="74788" y="32456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grpSp>
        <p:nvGrpSpPr>
          <p:cNvPr id="1479" name="Group 1426"/>
          <p:cNvGrpSpPr/>
          <p:nvPr/>
        </p:nvGrpSpPr>
        <p:grpSpPr>
          <a:xfrm>
            <a:off x="3167660" y="5054600"/>
            <a:ext cx="773857" cy="609600"/>
            <a:chOff x="0" y="0"/>
            <a:chExt cx="773855" cy="609600"/>
          </a:xfrm>
        </p:grpSpPr>
        <p:sp>
          <p:nvSpPr>
            <p:cNvPr id="1477" name="Shape 1424"/>
            <p:cNvSpPr/>
            <p:nvPr/>
          </p:nvSpPr>
          <p:spPr>
            <a:xfrm>
              <a:off x="0" y="0"/>
              <a:ext cx="609602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78" name="Shape 1425"/>
            <p:cNvSpPr txBox="1"/>
            <p:nvPr/>
          </p:nvSpPr>
          <p:spPr>
            <a:xfrm>
              <a:off x="138853" y="42332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482" name="Group 1429"/>
          <p:cNvGrpSpPr/>
          <p:nvPr/>
        </p:nvGrpSpPr>
        <p:grpSpPr>
          <a:xfrm>
            <a:off x="4741333" y="5054600"/>
            <a:ext cx="708944" cy="609600"/>
            <a:chOff x="0" y="0"/>
            <a:chExt cx="708943" cy="609600"/>
          </a:xfrm>
        </p:grpSpPr>
        <p:sp>
          <p:nvSpPr>
            <p:cNvPr id="1480" name="Shape 1427"/>
            <p:cNvSpPr/>
            <p:nvPr/>
          </p:nvSpPr>
          <p:spPr>
            <a:xfrm>
              <a:off x="0" y="0"/>
              <a:ext cx="609601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81" name="Shape 1428"/>
            <p:cNvSpPr txBox="1"/>
            <p:nvPr/>
          </p:nvSpPr>
          <p:spPr>
            <a:xfrm>
              <a:off x="73942" y="19754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1485" name="Group 1432"/>
          <p:cNvGrpSpPr/>
          <p:nvPr/>
        </p:nvGrpSpPr>
        <p:grpSpPr>
          <a:xfrm>
            <a:off x="3964657" y="5054600"/>
            <a:ext cx="734344" cy="609600"/>
            <a:chOff x="0" y="0"/>
            <a:chExt cx="734342" cy="609600"/>
          </a:xfrm>
        </p:grpSpPr>
        <p:sp>
          <p:nvSpPr>
            <p:cNvPr id="1483" name="Shape 1430"/>
            <p:cNvSpPr/>
            <p:nvPr/>
          </p:nvSpPr>
          <p:spPr>
            <a:xfrm>
              <a:off x="-1" y="0"/>
              <a:ext cx="609601" cy="609600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84" name="Shape 1431"/>
            <p:cNvSpPr txBox="1"/>
            <p:nvPr/>
          </p:nvSpPr>
          <p:spPr>
            <a:xfrm>
              <a:off x="99341" y="45154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488" name="Group 1435"/>
          <p:cNvGrpSpPr/>
          <p:nvPr/>
        </p:nvGrpSpPr>
        <p:grpSpPr>
          <a:xfrm>
            <a:off x="3924299" y="4065692"/>
            <a:ext cx="691447" cy="609603"/>
            <a:chOff x="0" y="0"/>
            <a:chExt cx="691445" cy="609601"/>
          </a:xfrm>
        </p:grpSpPr>
        <p:sp>
          <p:nvSpPr>
            <p:cNvPr id="1486" name="Shape 1433"/>
            <p:cNvSpPr/>
            <p:nvPr/>
          </p:nvSpPr>
          <p:spPr>
            <a:xfrm>
              <a:off x="-1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87" name="Shape 1434"/>
            <p:cNvSpPr txBox="1"/>
            <p:nvPr/>
          </p:nvSpPr>
          <p:spPr>
            <a:xfrm>
              <a:off x="56444" y="8043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491" name="Group 1438"/>
          <p:cNvGrpSpPr/>
          <p:nvPr/>
        </p:nvGrpSpPr>
        <p:grpSpPr>
          <a:xfrm>
            <a:off x="3924299" y="3043484"/>
            <a:ext cx="678747" cy="609602"/>
            <a:chOff x="0" y="0"/>
            <a:chExt cx="678745" cy="609601"/>
          </a:xfrm>
        </p:grpSpPr>
        <p:sp>
          <p:nvSpPr>
            <p:cNvPr id="1489" name="Shape 1436"/>
            <p:cNvSpPr/>
            <p:nvPr/>
          </p:nvSpPr>
          <p:spPr>
            <a:xfrm>
              <a:off x="-1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90" name="Shape 1437"/>
            <p:cNvSpPr txBox="1"/>
            <p:nvPr/>
          </p:nvSpPr>
          <p:spPr>
            <a:xfrm>
              <a:off x="43744" y="4233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494" name="Group 1441"/>
          <p:cNvGrpSpPr/>
          <p:nvPr/>
        </p:nvGrpSpPr>
        <p:grpSpPr>
          <a:xfrm>
            <a:off x="3924300" y="2097475"/>
            <a:ext cx="704146" cy="609603"/>
            <a:chOff x="0" y="0"/>
            <a:chExt cx="704145" cy="609601"/>
          </a:xfrm>
        </p:grpSpPr>
        <p:sp>
          <p:nvSpPr>
            <p:cNvPr id="1492" name="Shape 1439"/>
            <p:cNvSpPr/>
            <p:nvPr/>
          </p:nvSpPr>
          <p:spPr>
            <a:xfrm>
              <a:off x="-1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93" name="Shape 1440"/>
            <p:cNvSpPr txBox="1"/>
            <p:nvPr/>
          </p:nvSpPr>
          <p:spPr>
            <a:xfrm>
              <a:off x="69144" y="5503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497" name="Group 1444"/>
          <p:cNvGrpSpPr/>
          <p:nvPr/>
        </p:nvGrpSpPr>
        <p:grpSpPr>
          <a:xfrm>
            <a:off x="2919305" y="2065865"/>
            <a:ext cx="708945" cy="609603"/>
            <a:chOff x="0" y="0"/>
            <a:chExt cx="708943" cy="609601"/>
          </a:xfrm>
        </p:grpSpPr>
        <p:sp>
          <p:nvSpPr>
            <p:cNvPr id="1495" name="Shape 1442"/>
            <p:cNvSpPr/>
            <p:nvPr/>
          </p:nvSpPr>
          <p:spPr>
            <a:xfrm>
              <a:off x="0" y="0"/>
              <a:ext cx="609601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496" name="Shape 1443"/>
            <p:cNvSpPr txBox="1"/>
            <p:nvPr/>
          </p:nvSpPr>
          <p:spPr>
            <a:xfrm>
              <a:off x="73942" y="55033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sp>
        <p:nvSpPr>
          <p:cNvPr id="1498" name="Shape 1445"/>
          <p:cNvSpPr txBox="1"/>
          <p:nvPr/>
        </p:nvSpPr>
        <p:spPr>
          <a:xfrm>
            <a:off x="2286000" y="52493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森林的遍历</a:t>
            </a:r>
          </a:p>
        </p:txBody>
      </p:sp>
      <p:sp>
        <p:nvSpPr>
          <p:cNvPr id="1499" name="Shape 1446"/>
          <p:cNvSpPr txBox="1"/>
          <p:nvPr/>
        </p:nvSpPr>
        <p:spPr>
          <a:xfrm>
            <a:off x="5578969" y="2643857"/>
            <a:ext cx="68834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1.森林中第一棵树的根点；</a:t>
            </a:r>
          </a:p>
        </p:txBody>
      </p:sp>
      <p:sp>
        <p:nvSpPr>
          <p:cNvPr id="1500" name="Shape 1447"/>
          <p:cNvSpPr txBox="1"/>
          <p:nvPr/>
        </p:nvSpPr>
        <p:spPr>
          <a:xfrm>
            <a:off x="5600700" y="3463430"/>
            <a:ext cx="73533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2.森林中第一棵树的子森林；</a:t>
            </a:r>
          </a:p>
        </p:txBody>
      </p:sp>
      <p:sp>
        <p:nvSpPr>
          <p:cNvPr id="1501" name="Shape 1448"/>
          <p:cNvSpPr txBox="1"/>
          <p:nvPr/>
        </p:nvSpPr>
        <p:spPr>
          <a:xfrm>
            <a:off x="5590258" y="4283004"/>
            <a:ext cx="70485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3.森林中其它树构成的森林。</a:t>
            </a:r>
          </a:p>
        </p:txBody>
      </p:sp>
      <p:sp>
        <p:nvSpPr>
          <p:cNvPr id="1502" name="Shape 1449"/>
          <p:cNvSpPr txBox="1"/>
          <p:nvPr/>
        </p:nvSpPr>
        <p:spPr>
          <a:xfrm>
            <a:off x="5240301" y="1743004"/>
            <a:ext cx="73279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0" defTabSz="457200">
              <a:spcBef>
                <a:spcPts val="0"/>
              </a:spcBef>
              <a:defRPr sz="3000">
                <a:uFillTx/>
              </a:defRPr>
            </a:lvl1pPr>
          </a:lstStyle>
          <a:p>
            <a:pPr/>
            <a:r>
              <a:t>森林可以分解成三部分：</a:t>
            </a:r>
          </a:p>
        </p:txBody>
      </p:sp>
      <p:grpSp>
        <p:nvGrpSpPr>
          <p:cNvPr id="1505" name="Group 1452"/>
          <p:cNvGrpSpPr/>
          <p:nvPr/>
        </p:nvGrpSpPr>
        <p:grpSpPr>
          <a:xfrm>
            <a:off x="1727199" y="2095500"/>
            <a:ext cx="691447" cy="609600"/>
            <a:chOff x="0" y="0"/>
            <a:chExt cx="691445" cy="609600"/>
          </a:xfrm>
        </p:grpSpPr>
        <p:sp>
          <p:nvSpPr>
            <p:cNvPr id="1503" name="Shape 1450"/>
            <p:cNvSpPr/>
            <p:nvPr/>
          </p:nvSpPr>
          <p:spPr>
            <a:xfrm>
              <a:off x="-1" y="0"/>
              <a:ext cx="609601" cy="609600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04" name="Shape 1451"/>
            <p:cNvSpPr txBox="1"/>
            <p:nvPr/>
          </p:nvSpPr>
          <p:spPr>
            <a:xfrm>
              <a:off x="56444" y="42332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9" presetID="15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7" dur="500"/>
                                        <p:tgtEl>
                                          <p:spTgt spid="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Class="entr" nodeType="after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1" dur="5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0"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Class="entr" nodeType="after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4"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Class="entr" nodeType="after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8"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Class="entr" nodeType="after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2" dur="5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Class="entr" nodeType="after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6" dur="500"/>
                                        <p:tgtEl>
                                          <p:spTgt spid="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Class="entr" nodeType="after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0" dur="5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Class="entr" nodeType="after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4" dur="500"/>
                                        <p:tgtEl>
                                          <p:spTgt spid="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49" grpId="9"/>
      <p:bldP build="whole" bldLvl="1" animBg="1" rev="0" advAuto="0" spid="1500" grpId="7"/>
      <p:bldP build="whole" bldLvl="1" animBg="1" rev="0" advAuto="0" spid="1501" grpId="10"/>
      <p:bldP build="whole" bldLvl="1" animBg="1" rev="0" advAuto="0" spid="1494" grpId="12"/>
      <p:bldP build="whole" bldLvl="1" animBg="1" rev="0" advAuto="0" spid="1452" grpId="2"/>
      <p:bldP build="whole" bldLvl="1" animBg="1" rev="0" advAuto="0" spid="1502" grpId="4"/>
      <p:bldP build="whole" bldLvl="1" animBg="1" rev="0" advAuto="0" spid="1488" grpId="14"/>
      <p:bldP build="whole" bldLvl="1" animBg="1" rev="0" advAuto="0" spid="1446" grpId="8"/>
      <p:bldP build="whole" bldLvl="1" animBg="1" rev="0" advAuto="0" spid="1482" grpId="17"/>
      <p:bldP build="whole" bldLvl="1" animBg="1" rev="0" advAuto="0" spid="1479" grpId="15"/>
      <p:bldP build="whole" bldLvl="1" animBg="1" rev="0" advAuto="0" spid="1443" grpId="1"/>
      <p:bldP build="whole" bldLvl="1" animBg="1" rev="0" advAuto="0" spid="1476" grpId="3"/>
      <p:bldP build="whole" bldLvl="1" animBg="1" rev="0" advAuto="0" spid="1505" grpId="6"/>
      <p:bldP build="whole" bldLvl="1" animBg="1" rev="0" advAuto="0" spid="1491" grpId="13"/>
      <p:bldP build="whole" bldLvl="1" animBg="1" rev="0" advAuto="0" spid="1497" grpId="11"/>
      <p:bldP build="whole" bldLvl="1" animBg="1" rev="0" advAuto="0" spid="1499" grpId="5"/>
      <p:bldP build="whole" bldLvl="1" animBg="1" rev="0" advAuto="0" spid="1485" grpId="16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Shape 1454"/>
          <p:cNvSpPr txBox="1"/>
          <p:nvPr/>
        </p:nvSpPr>
        <p:spPr>
          <a:xfrm>
            <a:off x="2346677" y="38100"/>
            <a:ext cx="84328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森林的先序遍历</a:t>
            </a:r>
          </a:p>
        </p:txBody>
      </p:sp>
      <p:sp>
        <p:nvSpPr>
          <p:cNvPr id="1508" name="Shape 1455"/>
          <p:cNvSpPr txBox="1"/>
          <p:nvPr/>
        </p:nvSpPr>
        <p:spPr>
          <a:xfrm>
            <a:off x="1259275" y="1364120"/>
            <a:ext cx="8610601" cy="130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3000"/>
            </a:pPr>
            <a:r>
              <a:t>若森林不空，则</a:t>
            </a:r>
          </a:p>
          <a:p>
            <a:pPr>
              <a:lnSpc>
                <a:spcPct val="125000"/>
              </a:lnSpc>
              <a:spcBef>
                <a:spcPts val="0"/>
              </a:spcBef>
              <a:defRPr sz="3000"/>
            </a:pPr>
            <a:r>
              <a:t>1）访问森林中第一棵树的根结点;</a:t>
            </a:r>
          </a:p>
        </p:txBody>
      </p:sp>
      <p:sp>
        <p:nvSpPr>
          <p:cNvPr id="1509" name="Shape 1456"/>
          <p:cNvSpPr txBox="1"/>
          <p:nvPr/>
        </p:nvSpPr>
        <p:spPr>
          <a:xfrm>
            <a:off x="1294406" y="5363069"/>
            <a:ext cx="10899679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5000"/>
              </a:lnSpc>
              <a:spcBef>
                <a:spcPts val="0"/>
              </a:spcBef>
              <a:defRPr sz="3800">
                <a:solidFill>
                  <a:srgbClr val="E44646"/>
                </a:solid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依次从左至右对森林中的每一棵树进行先根遍历。</a:t>
            </a:r>
          </a:p>
        </p:txBody>
      </p:sp>
      <p:sp>
        <p:nvSpPr>
          <p:cNvPr id="1510" name="Shape 1457"/>
          <p:cNvSpPr txBox="1"/>
          <p:nvPr/>
        </p:nvSpPr>
        <p:spPr>
          <a:xfrm>
            <a:off x="1259275" y="2765636"/>
            <a:ext cx="95377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spcBef>
                <a:spcPts val="0"/>
              </a:spcBef>
              <a:defRPr b="1" sz="3000"/>
            </a:pPr>
            <a:r>
              <a:t>2</a:t>
            </a:r>
            <a:r>
              <a:rPr b="0"/>
              <a:t>）先序遍历森林中第一棵树的子树森林</a:t>
            </a:r>
            <a:r>
              <a:t>;</a:t>
            </a:r>
          </a:p>
        </p:txBody>
      </p:sp>
      <p:sp>
        <p:nvSpPr>
          <p:cNvPr id="1511" name="Shape 1458"/>
          <p:cNvSpPr txBox="1"/>
          <p:nvPr/>
        </p:nvSpPr>
        <p:spPr>
          <a:xfrm>
            <a:off x="1259274" y="3813809"/>
            <a:ext cx="1013207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spcBef>
                <a:spcPts val="0"/>
              </a:spcBef>
              <a:defRPr b="1" sz="3000"/>
            </a:pPr>
            <a:r>
              <a:t>3</a:t>
            </a:r>
            <a:r>
              <a:rPr b="0"/>
              <a:t>）先序遍历森林中</a:t>
            </a:r>
            <a:r>
              <a:t>(</a:t>
            </a:r>
            <a:r>
              <a:rPr b="0"/>
              <a:t>除第一棵树之外</a:t>
            </a:r>
            <a:r>
              <a:t>)</a:t>
            </a:r>
            <a:r>
              <a:rPr b="0"/>
              <a:t>其余树构成的森林。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09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2" name="Group 1479"/>
          <p:cNvGrpSpPr/>
          <p:nvPr/>
        </p:nvGrpSpPr>
        <p:grpSpPr>
          <a:xfrm>
            <a:off x="1314026" y="2210363"/>
            <a:ext cx="2375750" cy="2646121"/>
            <a:chOff x="0" y="0"/>
            <a:chExt cx="2375749" cy="2646119"/>
          </a:xfrm>
        </p:grpSpPr>
        <p:sp>
          <p:nvSpPr>
            <p:cNvPr id="1513" name="Shape 1460"/>
            <p:cNvSpPr/>
            <p:nvPr/>
          </p:nvSpPr>
          <p:spPr>
            <a:xfrm>
              <a:off x="1081475" y="377048"/>
              <a:ext cx="2260" cy="7157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14" name="Shape 1461"/>
            <p:cNvSpPr/>
            <p:nvPr/>
          </p:nvSpPr>
          <p:spPr>
            <a:xfrm flipH="1">
              <a:off x="307057" y="377048"/>
              <a:ext cx="609602" cy="616376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15" name="Shape 1462"/>
            <p:cNvSpPr/>
            <p:nvPr/>
          </p:nvSpPr>
          <p:spPr>
            <a:xfrm>
              <a:off x="1241778" y="410915"/>
              <a:ext cx="698501" cy="5802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16" name="Shape 1463"/>
            <p:cNvSpPr/>
            <p:nvPr/>
          </p:nvSpPr>
          <p:spPr>
            <a:xfrm>
              <a:off x="2002649" y="1444978"/>
              <a:ext cx="2260" cy="7157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519" name="Group 1466"/>
            <p:cNvGrpSpPr/>
            <p:nvPr/>
          </p:nvGrpSpPr>
          <p:grpSpPr>
            <a:xfrm>
              <a:off x="751840" y="-1"/>
              <a:ext cx="691447" cy="643470"/>
              <a:chOff x="0" y="0"/>
              <a:chExt cx="691446" cy="643468"/>
            </a:xfrm>
          </p:grpSpPr>
          <p:sp>
            <p:nvSpPr>
              <p:cNvPr id="1517" name="Shape 1464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18" name="Shape 1465"/>
              <p:cNvSpPr txBox="1"/>
              <p:nvPr/>
            </p:nvSpPr>
            <p:spPr>
              <a:xfrm>
                <a:off x="56444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522" name="Group 1469"/>
            <p:cNvGrpSpPr/>
            <p:nvPr/>
          </p:nvGrpSpPr>
          <p:grpSpPr>
            <a:xfrm>
              <a:off x="0" y="923431"/>
              <a:ext cx="646291" cy="643469"/>
              <a:chOff x="0" y="0"/>
              <a:chExt cx="646289" cy="643468"/>
            </a:xfrm>
          </p:grpSpPr>
          <p:sp>
            <p:nvSpPr>
              <p:cNvPr id="1520" name="Shape 1467"/>
              <p:cNvSpPr/>
              <p:nvPr/>
            </p:nvSpPr>
            <p:spPr>
              <a:xfrm>
                <a:off x="0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21" name="Shape 1468"/>
              <p:cNvSpPr txBox="1"/>
              <p:nvPr/>
            </p:nvSpPr>
            <p:spPr>
              <a:xfrm>
                <a:off x="11288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525" name="Group 1472"/>
            <p:cNvGrpSpPr/>
            <p:nvPr/>
          </p:nvGrpSpPr>
          <p:grpSpPr>
            <a:xfrm>
              <a:off x="1683174" y="926535"/>
              <a:ext cx="692576" cy="649398"/>
              <a:chOff x="0" y="0"/>
              <a:chExt cx="692575" cy="649397"/>
            </a:xfrm>
          </p:grpSpPr>
          <p:sp>
            <p:nvSpPr>
              <p:cNvPr id="1523" name="Shape 1470"/>
              <p:cNvSpPr/>
              <p:nvPr/>
            </p:nvSpPr>
            <p:spPr>
              <a:xfrm>
                <a:off x="0" y="39793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24" name="Shape 1471"/>
              <p:cNvSpPr txBox="1"/>
              <p:nvPr/>
            </p:nvSpPr>
            <p:spPr>
              <a:xfrm>
                <a:off x="57573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528" name="Group 1475"/>
            <p:cNvGrpSpPr/>
            <p:nvPr/>
          </p:nvGrpSpPr>
          <p:grpSpPr>
            <a:xfrm>
              <a:off x="819573" y="946008"/>
              <a:ext cx="635002" cy="628231"/>
              <a:chOff x="0" y="0"/>
              <a:chExt cx="635001" cy="628230"/>
            </a:xfrm>
          </p:grpSpPr>
          <p:sp>
            <p:nvSpPr>
              <p:cNvPr id="1526" name="Shape 1473"/>
              <p:cNvSpPr/>
              <p:nvPr/>
            </p:nvSpPr>
            <p:spPr>
              <a:xfrm>
                <a:off x="0" y="1862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27" name="Shape 1474"/>
              <p:cNvSpPr txBox="1"/>
              <p:nvPr/>
            </p:nvSpPr>
            <p:spPr>
              <a:xfrm>
                <a:off x="-1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531" name="Group 1478"/>
            <p:cNvGrpSpPr/>
            <p:nvPr/>
          </p:nvGrpSpPr>
          <p:grpSpPr>
            <a:xfrm>
              <a:off x="1740747" y="2013938"/>
              <a:ext cx="635002" cy="632182"/>
              <a:chOff x="0" y="0"/>
              <a:chExt cx="635001" cy="632181"/>
            </a:xfrm>
          </p:grpSpPr>
          <p:sp>
            <p:nvSpPr>
              <p:cNvPr id="1529" name="Shape 1476"/>
              <p:cNvSpPr/>
              <p:nvPr/>
            </p:nvSpPr>
            <p:spPr>
              <a:xfrm>
                <a:off x="0" y="22577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30" name="Shape 1477"/>
              <p:cNvSpPr txBox="1"/>
              <p:nvPr/>
            </p:nvSpPr>
            <p:spPr>
              <a:xfrm>
                <a:off x="-1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1540" name="Group 1487"/>
          <p:cNvGrpSpPr/>
          <p:nvPr/>
        </p:nvGrpSpPr>
        <p:grpSpPr>
          <a:xfrm>
            <a:off x="3854026" y="2044700"/>
            <a:ext cx="691448" cy="1709988"/>
            <a:chOff x="0" y="0"/>
            <a:chExt cx="691447" cy="1709987"/>
          </a:xfrm>
        </p:grpSpPr>
        <p:sp>
          <p:nvSpPr>
            <p:cNvPr id="1533" name="Shape 1480"/>
            <p:cNvSpPr/>
            <p:nvPr/>
          </p:nvSpPr>
          <p:spPr>
            <a:xfrm>
              <a:off x="273191" y="508846"/>
              <a:ext cx="2259" cy="7157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536" name="Group 1483"/>
            <p:cNvGrpSpPr/>
            <p:nvPr/>
          </p:nvGrpSpPr>
          <p:grpSpPr>
            <a:xfrm>
              <a:off x="6773" y="1077806"/>
              <a:ext cx="635003" cy="632182"/>
              <a:chOff x="0" y="0"/>
              <a:chExt cx="635001" cy="632181"/>
            </a:xfrm>
          </p:grpSpPr>
          <p:sp>
            <p:nvSpPr>
              <p:cNvPr id="1534" name="Shape 1481"/>
              <p:cNvSpPr/>
              <p:nvPr/>
            </p:nvSpPr>
            <p:spPr>
              <a:xfrm>
                <a:off x="-1" y="22577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35" name="Shape 1482"/>
              <p:cNvSpPr txBox="1"/>
              <p:nvPr/>
            </p:nvSpPr>
            <p:spPr>
              <a:xfrm>
                <a:off x="0" y="-1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539" name="Group 1486"/>
            <p:cNvGrpSpPr/>
            <p:nvPr/>
          </p:nvGrpSpPr>
          <p:grpSpPr>
            <a:xfrm>
              <a:off x="0" y="-1"/>
              <a:ext cx="691448" cy="639801"/>
              <a:chOff x="0" y="0"/>
              <a:chExt cx="691447" cy="639799"/>
            </a:xfrm>
          </p:grpSpPr>
          <p:sp>
            <p:nvSpPr>
              <p:cNvPr id="1537" name="Shape 1484"/>
              <p:cNvSpPr/>
              <p:nvPr/>
            </p:nvSpPr>
            <p:spPr>
              <a:xfrm>
                <a:off x="0" y="30197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38" name="Shape 1485"/>
              <p:cNvSpPr txBox="1"/>
              <p:nvPr/>
            </p:nvSpPr>
            <p:spPr>
              <a:xfrm>
                <a:off x="56444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556" name="Group 1503"/>
          <p:cNvGrpSpPr/>
          <p:nvPr/>
        </p:nvGrpSpPr>
        <p:grpSpPr>
          <a:xfrm>
            <a:off x="4797778" y="2176496"/>
            <a:ext cx="1930967" cy="2689019"/>
            <a:chOff x="0" y="0"/>
            <a:chExt cx="1930966" cy="2689017"/>
          </a:xfrm>
        </p:grpSpPr>
        <p:sp>
          <p:nvSpPr>
            <p:cNvPr id="1541" name="Shape 1488"/>
            <p:cNvSpPr/>
            <p:nvPr/>
          </p:nvSpPr>
          <p:spPr>
            <a:xfrm flipH="1">
              <a:off x="358986" y="439702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42" name="Shape 1489"/>
            <p:cNvSpPr/>
            <p:nvPr/>
          </p:nvSpPr>
          <p:spPr>
            <a:xfrm>
              <a:off x="1194364" y="555413"/>
              <a:ext cx="340926" cy="602829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545" name="Group 1492"/>
            <p:cNvGrpSpPr/>
            <p:nvPr/>
          </p:nvGrpSpPr>
          <p:grpSpPr>
            <a:xfrm>
              <a:off x="668302" y="-1"/>
              <a:ext cx="646292" cy="643470"/>
              <a:chOff x="0" y="0"/>
              <a:chExt cx="646291" cy="643468"/>
            </a:xfrm>
          </p:grpSpPr>
          <p:sp>
            <p:nvSpPr>
              <p:cNvPr id="1543" name="Shape 1490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44" name="Shape 1491"/>
              <p:cNvSpPr txBox="1"/>
              <p:nvPr/>
            </p:nvSpPr>
            <p:spPr>
              <a:xfrm>
                <a:off x="11288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548" name="Group 1495"/>
            <p:cNvGrpSpPr/>
            <p:nvPr/>
          </p:nvGrpSpPr>
          <p:grpSpPr>
            <a:xfrm>
              <a:off x="9030" y="960402"/>
              <a:ext cx="714026" cy="649396"/>
              <a:chOff x="0" y="0"/>
              <a:chExt cx="714025" cy="649395"/>
            </a:xfrm>
          </p:grpSpPr>
          <p:sp>
            <p:nvSpPr>
              <p:cNvPr id="1546" name="Shape 1493"/>
              <p:cNvSpPr/>
              <p:nvPr/>
            </p:nvSpPr>
            <p:spPr>
              <a:xfrm>
                <a:off x="0" y="39793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47" name="Shape 1494"/>
              <p:cNvSpPr txBox="1"/>
              <p:nvPr/>
            </p:nvSpPr>
            <p:spPr>
              <a:xfrm>
                <a:off x="79022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551" name="Group 1498"/>
            <p:cNvGrpSpPr/>
            <p:nvPr/>
          </p:nvGrpSpPr>
          <p:grpSpPr>
            <a:xfrm>
              <a:off x="1239519" y="988906"/>
              <a:ext cx="691448" cy="643471"/>
              <a:chOff x="0" y="0"/>
              <a:chExt cx="691447" cy="643470"/>
            </a:xfrm>
          </p:grpSpPr>
          <p:sp>
            <p:nvSpPr>
              <p:cNvPr id="1549" name="Shape 1496"/>
              <p:cNvSpPr/>
              <p:nvPr/>
            </p:nvSpPr>
            <p:spPr>
              <a:xfrm>
                <a:off x="0" y="33866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50" name="Shape 1497"/>
              <p:cNvSpPr txBox="1"/>
              <p:nvPr/>
            </p:nvSpPr>
            <p:spPr>
              <a:xfrm>
                <a:off x="56444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1552" name="Shape 1499"/>
            <p:cNvSpPr/>
            <p:nvPr/>
          </p:nvSpPr>
          <p:spPr>
            <a:xfrm>
              <a:off x="294921" y="1600765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555" name="Group 1502"/>
            <p:cNvGrpSpPr/>
            <p:nvPr/>
          </p:nvGrpSpPr>
          <p:grpSpPr>
            <a:xfrm>
              <a:off x="-1" y="2045547"/>
              <a:ext cx="691448" cy="643471"/>
              <a:chOff x="0" y="0"/>
              <a:chExt cx="691446" cy="643470"/>
            </a:xfrm>
          </p:grpSpPr>
          <p:sp>
            <p:nvSpPr>
              <p:cNvPr id="1553" name="Shape 1500"/>
              <p:cNvSpPr/>
              <p:nvPr/>
            </p:nvSpPr>
            <p:spPr>
              <a:xfrm>
                <a:off x="-1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554" name="Shape 1501"/>
              <p:cNvSpPr txBox="1"/>
              <p:nvPr/>
            </p:nvSpPr>
            <p:spPr>
              <a:xfrm>
                <a:off x="56444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grpSp>
        <p:nvGrpSpPr>
          <p:cNvPr id="1559" name="Group 1506"/>
          <p:cNvGrpSpPr/>
          <p:nvPr/>
        </p:nvGrpSpPr>
        <p:grpSpPr>
          <a:xfrm>
            <a:off x="2081671" y="2199075"/>
            <a:ext cx="646291" cy="643469"/>
            <a:chOff x="0" y="0"/>
            <a:chExt cx="646290" cy="643468"/>
          </a:xfrm>
        </p:grpSpPr>
        <p:sp>
          <p:nvSpPr>
            <p:cNvPr id="1557" name="Shape 1504"/>
            <p:cNvSpPr/>
            <p:nvPr/>
          </p:nvSpPr>
          <p:spPr>
            <a:xfrm>
              <a:off x="0" y="33866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58" name="Shape 1505"/>
            <p:cNvSpPr txBox="1"/>
            <p:nvPr/>
          </p:nvSpPr>
          <p:spPr>
            <a:xfrm>
              <a:off x="11288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562" name="Group 1509"/>
          <p:cNvGrpSpPr/>
          <p:nvPr/>
        </p:nvGrpSpPr>
        <p:grpSpPr>
          <a:xfrm>
            <a:off x="1302736" y="3131537"/>
            <a:ext cx="635002" cy="643469"/>
            <a:chOff x="0" y="0"/>
            <a:chExt cx="635001" cy="643468"/>
          </a:xfrm>
        </p:grpSpPr>
        <p:sp>
          <p:nvSpPr>
            <p:cNvPr id="1560" name="Shape 1507"/>
            <p:cNvSpPr/>
            <p:nvPr/>
          </p:nvSpPr>
          <p:spPr>
            <a:xfrm>
              <a:off x="2257" y="33866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61" name="Shape 1508"/>
            <p:cNvSpPr txBox="1"/>
            <p:nvPr/>
          </p:nvSpPr>
          <p:spPr>
            <a:xfrm>
              <a:off x="-1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565" name="Group 1512"/>
          <p:cNvGrpSpPr/>
          <p:nvPr/>
        </p:nvGrpSpPr>
        <p:grpSpPr>
          <a:xfrm>
            <a:off x="2135857" y="3136900"/>
            <a:ext cx="635002" cy="649396"/>
            <a:chOff x="0" y="0"/>
            <a:chExt cx="635001" cy="649395"/>
          </a:xfrm>
        </p:grpSpPr>
        <p:sp>
          <p:nvSpPr>
            <p:cNvPr id="1563" name="Shape 1510"/>
            <p:cNvSpPr/>
            <p:nvPr/>
          </p:nvSpPr>
          <p:spPr>
            <a:xfrm>
              <a:off x="2257" y="39793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64" name="Shape 1511"/>
            <p:cNvSpPr txBox="1"/>
            <p:nvPr/>
          </p:nvSpPr>
          <p:spPr>
            <a:xfrm>
              <a:off x="-1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568" name="Group 1515"/>
          <p:cNvGrpSpPr/>
          <p:nvPr/>
        </p:nvGrpSpPr>
        <p:grpSpPr>
          <a:xfrm>
            <a:off x="3000586" y="3131537"/>
            <a:ext cx="635002" cy="643469"/>
            <a:chOff x="0" y="0"/>
            <a:chExt cx="635001" cy="643468"/>
          </a:xfrm>
        </p:grpSpPr>
        <p:sp>
          <p:nvSpPr>
            <p:cNvPr id="1566" name="Shape 1513"/>
            <p:cNvSpPr/>
            <p:nvPr/>
          </p:nvSpPr>
          <p:spPr>
            <a:xfrm>
              <a:off x="2257" y="33866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67" name="Shape 1514"/>
            <p:cNvSpPr txBox="1"/>
            <p:nvPr/>
          </p:nvSpPr>
          <p:spPr>
            <a:xfrm>
              <a:off x="-1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571" name="Group 1518"/>
          <p:cNvGrpSpPr/>
          <p:nvPr/>
        </p:nvGrpSpPr>
        <p:grpSpPr>
          <a:xfrm>
            <a:off x="3054773" y="4203982"/>
            <a:ext cx="677900" cy="643469"/>
            <a:chOff x="0" y="0"/>
            <a:chExt cx="677899" cy="643468"/>
          </a:xfrm>
        </p:grpSpPr>
        <p:sp>
          <p:nvSpPr>
            <p:cNvPr id="1569" name="Shape 1516"/>
            <p:cNvSpPr/>
            <p:nvPr/>
          </p:nvSpPr>
          <p:spPr>
            <a:xfrm>
              <a:off x="0" y="33866"/>
              <a:ext cx="609603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70" name="Shape 1517"/>
            <p:cNvSpPr txBox="1"/>
            <p:nvPr/>
          </p:nvSpPr>
          <p:spPr>
            <a:xfrm>
              <a:off x="42897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574" name="Group 1521"/>
          <p:cNvGrpSpPr/>
          <p:nvPr/>
        </p:nvGrpSpPr>
        <p:grpSpPr>
          <a:xfrm>
            <a:off x="3863058" y="2029741"/>
            <a:ext cx="700477" cy="643469"/>
            <a:chOff x="0" y="0"/>
            <a:chExt cx="700476" cy="643468"/>
          </a:xfrm>
        </p:grpSpPr>
        <p:sp>
          <p:nvSpPr>
            <p:cNvPr id="1572" name="Shape 1519"/>
            <p:cNvSpPr/>
            <p:nvPr/>
          </p:nvSpPr>
          <p:spPr>
            <a:xfrm>
              <a:off x="-1" y="33866"/>
              <a:ext cx="609601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73" name="Shape 1520"/>
            <p:cNvSpPr txBox="1"/>
            <p:nvPr/>
          </p:nvSpPr>
          <p:spPr>
            <a:xfrm>
              <a:off x="65475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577" name="Group 1524"/>
          <p:cNvGrpSpPr/>
          <p:nvPr/>
        </p:nvGrpSpPr>
        <p:grpSpPr>
          <a:xfrm>
            <a:off x="3876604" y="3097670"/>
            <a:ext cx="635002" cy="643469"/>
            <a:chOff x="0" y="0"/>
            <a:chExt cx="635001" cy="643468"/>
          </a:xfrm>
        </p:grpSpPr>
        <p:sp>
          <p:nvSpPr>
            <p:cNvPr id="1575" name="Shape 1522"/>
            <p:cNvSpPr/>
            <p:nvPr/>
          </p:nvSpPr>
          <p:spPr>
            <a:xfrm>
              <a:off x="2258" y="33866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76" name="Shape 1523"/>
            <p:cNvSpPr txBox="1"/>
            <p:nvPr/>
          </p:nvSpPr>
          <p:spPr>
            <a:xfrm>
              <a:off x="-1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580" name="Group 1527"/>
          <p:cNvGrpSpPr/>
          <p:nvPr/>
        </p:nvGrpSpPr>
        <p:grpSpPr>
          <a:xfrm>
            <a:off x="5457049" y="2176497"/>
            <a:ext cx="635002" cy="643469"/>
            <a:chOff x="0" y="0"/>
            <a:chExt cx="635001" cy="643468"/>
          </a:xfrm>
        </p:grpSpPr>
        <p:sp>
          <p:nvSpPr>
            <p:cNvPr id="1578" name="Shape 1525"/>
            <p:cNvSpPr/>
            <p:nvPr/>
          </p:nvSpPr>
          <p:spPr>
            <a:xfrm>
              <a:off x="2257" y="33866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79" name="Shape 1526"/>
            <p:cNvSpPr txBox="1"/>
            <p:nvPr/>
          </p:nvSpPr>
          <p:spPr>
            <a:xfrm>
              <a:off x="-1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583" name="Group 1530"/>
          <p:cNvGrpSpPr/>
          <p:nvPr/>
        </p:nvGrpSpPr>
        <p:grpSpPr>
          <a:xfrm>
            <a:off x="4806808" y="3156373"/>
            <a:ext cx="717693" cy="620893"/>
            <a:chOff x="0" y="0"/>
            <a:chExt cx="717692" cy="620892"/>
          </a:xfrm>
        </p:grpSpPr>
        <p:sp>
          <p:nvSpPr>
            <p:cNvPr id="1581" name="Shape 1528"/>
            <p:cNvSpPr/>
            <p:nvPr/>
          </p:nvSpPr>
          <p:spPr>
            <a:xfrm>
              <a:off x="-1" y="11288"/>
              <a:ext cx="609601" cy="609605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82" name="Shape 1529"/>
            <p:cNvSpPr txBox="1"/>
            <p:nvPr/>
          </p:nvSpPr>
          <p:spPr>
            <a:xfrm>
              <a:off x="82691" y="-1"/>
              <a:ext cx="63500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586" name="Group 1533"/>
          <p:cNvGrpSpPr/>
          <p:nvPr/>
        </p:nvGrpSpPr>
        <p:grpSpPr>
          <a:xfrm>
            <a:off x="6026008" y="3156373"/>
            <a:ext cx="635002" cy="643469"/>
            <a:chOff x="0" y="0"/>
            <a:chExt cx="635001" cy="643468"/>
          </a:xfrm>
        </p:grpSpPr>
        <p:sp>
          <p:nvSpPr>
            <p:cNvPr id="1584" name="Shape 1531"/>
            <p:cNvSpPr/>
            <p:nvPr/>
          </p:nvSpPr>
          <p:spPr>
            <a:xfrm>
              <a:off x="2258" y="33866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85" name="Shape 1532"/>
            <p:cNvSpPr txBox="1"/>
            <p:nvPr/>
          </p:nvSpPr>
          <p:spPr>
            <a:xfrm>
              <a:off x="-1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589" name="Group 1536"/>
          <p:cNvGrpSpPr/>
          <p:nvPr/>
        </p:nvGrpSpPr>
        <p:grpSpPr>
          <a:xfrm>
            <a:off x="4787900" y="4224301"/>
            <a:ext cx="635000" cy="643469"/>
            <a:chOff x="0" y="0"/>
            <a:chExt cx="635000" cy="643468"/>
          </a:xfrm>
        </p:grpSpPr>
        <p:sp>
          <p:nvSpPr>
            <p:cNvPr id="1587" name="Shape 1534"/>
            <p:cNvSpPr/>
            <p:nvPr/>
          </p:nvSpPr>
          <p:spPr>
            <a:xfrm>
              <a:off x="845" y="33866"/>
              <a:ext cx="609603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588" name="Shape 1535"/>
            <p:cNvSpPr txBox="1"/>
            <p:nvPr/>
          </p:nvSpPr>
          <p:spPr>
            <a:xfrm>
              <a:off x="0" y="0"/>
              <a:ext cx="6350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sp>
        <p:nvSpPr>
          <p:cNvPr id="1590" name="Shape 1537"/>
          <p:cNvSpPr txBox="1"/>
          <p:nvPr/>
        </p:nvSpPr>
        <p:spPr>
          <a:xfrm>
            <a:off x="1176301" y="5145475"/>
            <a:ext cx="45212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先序遍历序列为：</a:t>
            </a:r>
          </a:p>
        </p:txBody>
      </p:sp>
      <p:sp>
        <p:nvSpPr>
          <p:cNvPr id="1591" name="Shape 1538"/>
          <p:cNvSpPr txBox="1"/>
          <p:nvPr/>
        </p:nvSpPr>
        <p:spPr>
          <a:xfrm>
            <a:off x="1327573" y="6046329"/>
            <a:ext cx="5207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592" name="Shape 1539"/>
          <p:cNvSpPr txBox="1"/>
          <p:nvPr/>
        </p:nvSpPr>
        <p:spPr>
          <a:xfrm>
            <a:off x="1803400" y="6046329"/>
            <a:ext cx="2349500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B C D E</a:t>
            </a:r>
          </a:p>
        </p:txBody>
      </p:sp>
      <p:sp>
        <p:nvSpPr>
          <p:cNvPr id="1593" name="Shape 1540"/>
          <p:cNvSpPr txBox="1"/>
          <p:nvPr/>
        </p:nvSpPr>
        <p:spPr>
          <a:xfrm>
            <a:off x="3734363" y="6046329"/>
            <a:ext cx="11938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F G</a:t>
            </a:r>
          </a:p>
        </p:txBody>
      </p:sp>
      <p:sp>
        <p:nvSpPr>
          <p:cNvPr id="1594" name="Shape 1541"/>
          <p:cNvSpPr txBox="1"/>
          <p:nvPr/>
        </p:nvSpPr>
        <p:spPr>
          <a:xfrm>
            <a:off x="4788746" y="6023750"/>
            <a:ext cx="21717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H I K J</a:t>
            </a:r>
          </a:p>
        </p:txBody>
      </p:sp>
      <p:sp>
        <p:nvSpPr>
          <p:cNvPr id="1595" name="Shape 1542"/>
          <p:cNvSpPr/>
          <p:nvPr/>
        </p:nvSpPr>
        <p:spPr>
          <a:xfrm>
            <a:off x="6922345" y="1740745"/>
            <a:ext cx="2260" cy="5389319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6" name="Shape 1543"/>
          <p:cNvSpPr txBox="1"/>
          <p:nvPr/>
        </p:nvSpPr>
        <p:spPr>
          <a:xfrm>
            <a:off x="2524477" y="42898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森林的先序遍历</a:t>
            </a:r>
          </a:p>
        </p:txBody>
      </p:sp>
      <p:grpSp>
        <p:nvGrpSpPr>
          <p:cNvPr id="1640" name="Group 1587"/>
          <p:cNvGrpSpPr/>
          <p:nvPr/>
        </p:nvGrpSpPr>
        <p:grpSpPr>
          <a:xfrm>
            <a:off x="7321973" y="2381954"/>
            <a:ext cx="3296924" cy="4113677"/>
            <a:chOff x="0" y="0"/>
            <a:chExt cx="3296922" cy="4113675"/>
          </a:xfrm>
        </p:grpSpPr>
        <p:sp>
          <p:nvSpPr>
            <p:cNvPr id="1597" name="Shape 1544"/>
            <p:cNvSpPr/>
            <p:nvPr/>
          </p:nvSpPr>
          <p:spPr>
            <a:xfrm flipH="1">
              <a:off x="320604" y="512515"/>
              <a:ext cx="609602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98" name="Shape 1545"/>
            <p:cNvSpPr/>
            <p:nvPr/>
          </p:nvSpPr>
          <p:spPr>
            <a:xfrm>
              <a:off x="1444978" y="408657"/>
              <a:ext cx="478651" cy="47865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99" name="Shape 1546"/>
            <p:cNvSpPr/>
            <p:nvPr/>
          </p:nvSpPr>
          <p:spPr>
            <a:xfrm>
              <a:off x="284480" y="1332089"/>
              <a:ext cx="408659" cy="6096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00" name="Shape 1547"/>
            <p:cNvSpPr/>
            <p:nvPr/>
          </p:nvSpPr>
          <p:spPr>
            <a:xfrm>
              <a:off x="796995" y="2151944"/>
              <a:ext cx="408660" cy="6096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01" name="Shape 1548"/>
            <p:cNvSpPr/>
            <p:nvPr/>
          </p:nvSpPr>
          <p:spPr>
            <a:xfrm flipH="1">
              <a:off x="618631" y="2966720"/>
              <a:ext cx="609602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02" name="Shape 1549"/>
            <p:cNvSpPr/>
            <p:nvPr/>
          </p:nvSpPr>
          <p:spPr>
            <a:xfrm flipH="1">
              <a:off x="1630116" y="1228231"/>
              <a:ext cx="498970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03" name="Shape 1550"/>
            <p:cNvSpPr/>
            <p:nvPr/>
          </p:nvSpPr>
          <p:spPr>
            <a:xfrm>
              <a:off x="2332284" y="1241777"/>
              <a:ext cx="609602" cy="6985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04" name="Shape 1551"/>
            <p:cNvSpPr/>
            <p:nvPr/>
          </p:nvSpPr>
          <p:spPr>
            <a:xfrm flipH="1">
              <a:off x="2366151" y="2253262"/>
              <a:ext cx="408660" cy="51251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05" name="Shape 1552"/>
            <p:cNvSpPr/>
            <p:nvPr/>
          </p:nvSpPr>
          <p:spPr>
            <a:xfrm flipH="1">
              <a:off x="1718169" y="3052516"/>
              <a:ext cx="498971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06" name="Shape 1553"/>
            <p:cNvSpPr/>
            <p:nvPr/>
          </p:nvSpPr>
          <p:spPr>
            <a:xfrm>
              <a:off x="2420338" y="3066062"/>
              <a:ext cx="609602" cy="6985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609" name="Group 1556"/>
            <p:cNvGrpSpPr/>
            <p:nvPr/>
          </p:nvGrpSpPr>
          <p:grpSpPr>
            <a:xfrm>
              <a:off x="898595" y="0"/>
              <a:ext cx="691448" cy="643469"/>
              <a:chOff x="0" y="0"/>
              <a:chExt cx="691447" cy="643468"/>
            </a:xfrm>
          </p:grpSpPr>
          <p:sp>
            <p:nvSpPr>
              <p:cNvPr id="1607" name="Shape 1554"/>
              <p:cNvSpPr/>
              <p:nvPr/>
            </p:nvSpPr>
            <p:spPr>
              <a:xfrm>
                <a:off x="-1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08" name="Shape 1555"/>
              <p:cNvSpPr txBox="1"/>
              <p:nvPr/>
            </p:nvSpPr>
            <p:spPr>
              <a:xfrm>
                <a:off x="56444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612" name="Group 1559"/>
            <p:cNvGrpSpPr/>
            <p:nvPr/>
          </p:nvGrpSpPr>
          <p:grpSpPr>
            <a:xfrm>
              <a:off x="-1" y="819573"/>
              <a:ext cx="640929" cy="643469"/>
              <a:chOff x="0" y="0"/>
              <a:chExt cx="640927" cy="643468"/>
            </a:xfrm>
          </p:grpSpPr>
          <p:sp>
            <p:nvSpPr>
              <p:cNvPr id="1610" name="Shape 1557"/>
              <p:cNvSpPr/>
              <p:nvPr/>
            </p:nvSpPr>
            <p:spPr>
              <a:xfrm>
                <a:off x="0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11" name="Shape 1558"/>
              <p:cNvSpPr txBox="1"/>
              <p:nvPr/>
            </p:nvSpPr>
            <p:spPr>
              <a:xfrm>
                <a:off x="5926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615" name="Group 1562"/>
            <p:cNvGrpSpPr/>
            <p:nvPr/>
          </p:nvGrpSpPr>
          <p:grpSpPr>
            <a:xfrm>
              <a:off x="1000195" y="2558062"/>
              <a:ext cx="691448" cy="643469"/>
              <a:chOff x="0" y="0"/>
              <a:chExt cx="691447" cy="643468"/>
            </a:xfrm>
          </p:grpSpPr>
          <p:sp>
            <p:nvSpPr>
              <p:cNvPr id="1613" name="Shape 1560"/>
              <p:cNvSpPr/>
              <p:nvPr/>
            </p:nvSpPr>
            <p:spPr>
              <a:xfrm>
                <a:off x="-1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14" name="Shape 1561"/>
              <p:cNvSpPr txBox="1"/>
              <p:nvPr/>
            </p:nvSpPr>
            <p:spPr>
              <a:xfrm>
                <a:off x="56444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618" name="Group 1565"/>
            <p:cNvGrpSpPr/>
            <p:nvPr/>
          </p:nvGrpSpPr>
          <p:grpSpPr>
            <a:xfrm>
              <a:off x="442524" y="1774613"/>
              <a:ext cx="635002" cy="632182"/>
              <a:chOff x="0" y="0"/>
              <a:chExt cx="635000" cy="632181"/>
            </a:xfrm>
          </p:grpSpPr>
          <p:sp>
            <p:nvSpPr>
              <p:cNvPr id="1616" name="Shape 1563"/>
              <p:cNvSpPr/>
              <p:nvPr/>
            </p:nvSpPr>
            <p:spPr>
              <a:xfrm>
                <a:off x="0" y="22577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17" name="Shape 1564"/>
              <p:cNvSpPr txBox="1"/>
              <p:nvPr/>
            </p:nvSpPr>
            <p:spPr>
              <a:xfrm>
                <a:off x="0" y="0"/>
                <a:ext cx="635001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621" name="Group 1568"/>
            <p:cNvGrpSpPr/>
            <p:nvPr/>
          </p:nvGrpSpPr>
          <p:grpSpPr>
            <a:xfrm>
              <a:off x="284480" y="3481494"/>
              <a:ext cx="635002" cy="632182"/>
              <a:chOff x="0" y="0"/>
              <a:chExt cx="635000" cy="632181"/>
            </a:xfrm>
          </p:grpSpPr>
          <p:sp>
            <p:nvSpPr>
              <p:cNvPr id="1619" name="Shape 1566"/>
              <p:cNvSpPr/>
              <p:nvPr/>
            </p:nvSpPr>
            <p:spPr>
              <a:xfrm>
                <a:off x="0" y="22577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20" name="Shape 1567"/>
              <p:cNvSpPr txBox="1"/>
              <p:nvPr/>
            </p:nvSpPr>
            <p:spPr>
              <a:xfrm>
                <a:off x="0" y="0"/>
                <a:ext cx="635001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624" name="Group 1571"/>
            <p:cNvGrpSpPr/>
            <p:nvPr/>
          </p:nvGrpSpPr>
          <p:grpSpPr>
            <a:xfrm>
              <a:off x="1411111" y="1740746"/>
              <a:ext cx="635002" cy="632182"/>
              <a:chOff x="0" y="0"/>
              <a:chExt cx="635000" cy="632181"/>
            </a:xfrm>
          </p:grpSpPr>
          <p:sp>
            <p:nvSpPr>
              <p:cNvPr id="1622" name="Shape 1569"/>
              <p:cNvSpPr/>
              <p:nvPr/>
            </p:nvSpPr>
            <p:spPr>
              <a:xfrm>
                <a:off x="0" y="22577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23" name="Shape 1570"/>
              <p:cNvSpPr txBox="1"/>
              <p:nvPr/>
            </p:nvSpPr>
            <p:spPr>
              <a:xfrm>
                <a:off x="0" y="0"/>
                <a:ext cx="635001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627" name="Group 1574"/>
            <p:cNvGrpSpPr/>
            <p:nvPr/>
          </p:nvGrpSpPr>
          <p:grpSpPr>
            <a:xfrm>
              <a:off x="1819769" y="715715"/>
              <a:ext cx="691447" cy="643471"/>
              <a:chOff x="0" y="0"/>
              <a:chExt cx="691446" cy="643470"/>
            </a:xfrm>
          </p:grpSpPr>
          <p:sp>
            <p:nvSpPr>
              <p:cNvPr id="1625" name="Shape 1572"/>
              <p:cNvSpPr/>
              <p:nvPr/>
            </p:nvSpPr>
            <p:spPr>
              <a:xfrm>
                <a:off x="0" y="33866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26" name="Shape 1573"/>
              <p:cNvSpPr txBox="1"/>
              <p:nvPr/>
            </p:nvSpPr>
            <p:spPr>
              <a:xfrm>
                <a:off x="56443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630" name="Group 1577"/>
            <p:cNvGrpSpPr/>
            <p:nvPr/>
          </p:nvGrpSpPr>
          <p:grpSpPr>
            <a:xfrm>
              <a:off x="2639342" y="1738489"/>
              <a:ext cx="646292" cy="642058"/>
              <a:chOff x="0" y="0"/>
              <a:chExt cx="646291" cy="642057"/>
            </a:xfrm>
          </p:grpSpPr>
          <p:sp>
            <p:nvSpPr>
              <p:cNvPr id="1628" name="Shape 1575"/>
              <p:cNvSpPr/>
              <p:nvPr/>
            </p:nvSpPr>
            <p:spPr>
              <a:xfrm>
                <a:off x="0" y="32455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29" name="Shape 1576"/>
              <p:cNvSpPr txBox="1"/>
              <p:nvPr/>
            </p:nvSpPr>
            <p:spPr>
              <a:xfrm>
                <a:off x="11288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633" name="Group 1580"/>
            <p:cNvGrpSpPr/>
            <p:nvPr/>
          </p:nvGrpSpPr>
          <p:grpSpPr>
            <a:xfrm>
              <a:off x="2037926" y="2540000"/>
              <a:ext cx="710356" cy="643469"/>
              <a:chOff x="0" y="0"/>
              <a:chExt cx="710355" cy="643468"/>
            </a:xfrm>
          </p:grpSpPr>
          <p:sp>
            <p:nvSpPr>
              <p:cNvPr id="1631" name="Shape 1578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32" name="Shape 1579"/>
              <p:cNvSpPr txBox="1"/>
              <p:nvPr/>
            </p:nvSpPr>
            <p:spPr>
              <a:xfrm>
                <a:off x="75353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636" name="Group 1583"/>
            <p:cNvGrpSpPr/>
            <p:nvPr/>
          </p:nvGrpSpPr>
          <p:grpSpPr>
            <a:xfrm>
              <a:off x="2605475" y="3413759"/>
              <a:ext cx="691448" cy="643471"/>
              <a:chOff x="0" y="0"/>
              <a:chExt cx="691447" cy="643470"/>
            </a:xfrm>
          </p:grpSpPr>
          <p:sp>
            <p:nvSpPr>
              <p:cNvPr id="1634" name="Shape 1581"/>
              <p:cNvSpPr/>
              <p:nvPr/>
            </p:nvSpPr>
            <p:spPr>
              <a:xfrm>
                <a:off x="-1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35" name="Shape 1582"/>
              <p:cNvSpPr txBox="1"/>
              <p:nvPr/>
            </p:nvSpPr>
            <p:spPr>
              <a:xfrm>
                <a:off x="56444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639" name="Group 1586"/>
            <p:cNvGrpSpPr/>
            <p:nvPr/>
          </p:nvGrpSpPr>
          <p:grpSpPr>
            <a:xfrm>
              <a:off x="1514969" y="3421944"/>
              <a:ext cx="691447" cy="637544"/>
              <a:chOff x="0" y="0"/>
              <a:chExt cx="691446" cy="637542"/>
            </a:xfrm>
          </p:grpSpPr>
          <p:sp>
            <p:nvSpPr>
              <p:cNvPr id="1637" name="Shape 1584"/>
              <p:cNvSpPr/>
              <p:nvPr/>
            </p:nvSpPr>
            <p:spPr>
              <a:xfrm>
                <a:off x="0" y="2794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38" name="Shape 1585"/>
              <p:cNvSpPr txBox="1"/>
              <p:nvPr/>
            </p:nvSpPr>
            <p:spPr>
              <a:xfrm>
                <a:off x="56443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1641" name="Shape 1588"/>
          <p:cNvSpPr txBox="1"/>
          <p:nvPr/>
        </p:nvSpPr>
        <p:spPr>
          <a:xfrm>
            <a:off x="7023945" y="1663981"/>
            <a:ext cx="5130802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森林对应的二叉链表</a:t>
            </a:r>
          </a:p>
        </p:txBody>
      </p:sp>
      <p:grpSp>
        <p:nvGrpSpPr>
          <p:cNvPr id="1644" name="Group 1591"/>
          <p:cNvGrpSpPr/>
          <p:nvPr/>
        </p:nvGrpSpPr>
        <p:grpSpPr>
          <a:xfrm>
            <a:off x="8231857" y="2381955"/>
            <a:ext cx="691447" cy="643469"/>
            <a:chOff x="0" y="0"/>
            <a:chExt cx="691445" cy="643468"/>
          </a:xfrm>
        </p:grpSpPr>
        <p:sp>
          <p:nvSpPr>
            <p:cNvPr id="1642" name="Shape 1589"/>
            <p:cNvSpPr/>
            <p:nvPr/>
          </p:nvSpPr>
          <p:spPr>
            <a:xfrm>
              <a:off x="-1" y="33866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43" name="Shape 1590"/>
            <p:cNvSpPr txBox="1"/>
            <p:nvPr/>
          </p:nvSpPr>
          <p:spPr>
            <a:xfrm>
              <a:off x="56444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647" name="Group 1594"/>
          <p:cNvGrpSpPr/>
          <p:nvPr/>
        </p:nvGrpSpPr>
        <p:grpSpPr>
          <a:xfrm>
            <a:off x="7327900" y="3201529"/>
            <a:ext cx="651653" cy="643469"/>
            <a:chOff x="0" y="0"/>
            <a:chExt cx="651651" cy="643468"/>
          </a:xfrm>
        </p:grpSpPr>
        <p:sp>
          <p:nvSpPr>
            <p:cNvPr id="1645" name="Shape 1592"/>
            <p:cNvSpPr/>
            <p:nvPr/>
          </p:nvSpPr>
          <p:spPr>
            <a:xfrm>
              <a:off x="0" y="33866"/>
              <a:ext cx="609602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46" name="Shape 1593"/>
            <p:cNvSpPr txBox="1"/>
            <p:nvPr/>
          </p:nvSpPr>
          <p:spPr>
            <a:xfrm>
              <a:off x="16650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650" name="Group 1597"/>
          <p:cNvGrpSpPr/>
          <p:nvPr/>
        </p:nvGrpSpPr>
        <p:grpSpPr>
          <a:xfrm>
            <a:off x="8333458" y="4953563"/>
            <a:ext cx="693703" cy="629922"/>
            <a:chOff x="0" y="0"/>
            <a:chExt cx="693702" cy="629921"/>
          </a:xfrm>
        </p:grpSpPr>
        <p:sp>
          <p:nvSpPr>
            <p:cNvPr id="1648" name="Shape 1595"/>
            <p:cNvSpPr/>
            <p:nvPr/>
          </p:nvSpPr>
          <p:spPr>
            <a:xfrm>
              <a:off x="-1" y="20319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49" name="Shape 1596"/>
            <p:cNvSpPr txBox="1"/>
            <p:nvPr/>
          </p:nvSpPr>
          <p:spPr>
            <a:xfrm>
              <a:off x="58701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653" name="Group 1600"/>
          <p:cNvGrpSpPr/>
          <p:nvPr/>
        </p:nvGrpSpPr>
        <p:grpSpPr>
          <a:xfrm>
            <a:off x="7775785" y="4156569"/>
            <a:ext cx="635002" cy="632180"/>
            <a:chOff x="0" y="0"/>
            <a:chExt cx="635001" cy="632179"/>
          </a:xfrm>
        </p:grpSpPr>
        <p:sp>
          <p:nvSpPr>
            <p:cNvPr id="1651" name="Shape 1598"/>
            <p:cNvSpPr/>
            <p:nvPr/>
          </p:nvSpPr>
          <p:spPr>
            <a:xfrm>
              <a:off x="0" y="22577"/>
              <a:ext cx="609602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52" name="Shape 1599"/>
            <p:cNvSpPr txBox="1"/>
            <p:nvPr/>
          </p:nvSpPr>
          <p:spPr>
            <a:xfrm>
              <a:off x="-1" y="-1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656" name="Group 1603"/>
          <p:cNvGrpSpPr/>
          <p:nvPr/>
        </p:nvGrpSpPr>
        <p:grpSpPr>
          <a:xfrm>
            <a:off x="7617742" y="5886026"/>
            <a:ext cx="680158" cy="609602"/>
            <a:chOff x="0" y="0"/>
            <a:chExt cx="680157" cy="609601"/>
          </a:xfrm>
        </p:grpSpPr>
        <p:sp>
          <p:nvSpPr>
            <p:cNvPr id="1654" name="Shape 1601"/>
            <p:cNvSpPr/>
            <p:nvPr/>
          </p:nvSpPr>
          <p:spPr>
            <a:xfrm>
              <a:off x="0" y="0"/>
              <a:ext cx="609603" cy="609602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55" name="Shape 1602"/>
            <p:cNvSpPr txBox="1"/>
            <p:nvPr/>
          </p:nvSpPr>
          <p:spPr>
            <a:xfrm>
              <a:off x="45155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659" name="Group 1606"/>
          <p:cNvGrpSpPr/>
          <p:nvPr/>
        </p:nvGrpSpPr>
        <p:grpSpPr>
          <a:xfrm>
            <a:off x="8744373" y="4122701"/>
            <a:ext cx="635002" cy="632180"/>
            <a:chOff x="0" y="0"/>
            <a:chExt cx="635001" cy="632179"/>
          </a:xfrm>
        </p:grpSpPr>
        <p:sp>
          <p:nvSpPr>
            <p:cNvPr id="1657" name="Shape 1604"/>
            <p:cNvSpPr/>
            <p:nvPr/>
          </p:nvSpPr>
          <p:spPr>
            <a:xfrm>
              <a:off x="0" y="22577"/>
              <a:ext cx="609602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58" name="Shape 1605"/>
            <p:cNvSpPr txBox="1"/>
            <p:nvPr/>
          </p:nvSpPr>
          <p:spPr>
            <a:xfrm>
              <a:off x="-1" y="-1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662" name="Group 1609"/>
          <p:cNvGrpSpPr/>
          <p:nvPr/>
        </p:nvGrpSpPr>
        <p:grpSpPr>
          <a:xfrm>
            <a:off x="9153031" y="3097670"/>
            <a:ext cx="691446" cy="643469"/>
            <a:chOff x="0" y="0"/>
            <a:chExt cx="691445" cy="643468"/>
          </a:xfrm>
        </p:grpSpPr>
        <p:sp>
          <p:nvSpPr>
            <p:cNvPr id="1660" name="Shape 1607"/>
            <p:cNvSpPr/>
            <p:nvPr/>
          </p:nvSpPr>
          <p:spPr>
            <a:xfrm>
              <a:off x="-1" y="33866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61" name="Shape 1608"/>
            <p:cNvSpPr txBox="1"/>
            <p:nvPr/>
          </p:nvSpPr>
          <p:spPr>
            <a:xfrm>
              <a:off x="56444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665" name="Group 1612"/>
          <p:cNvGrpSpPr/>
          <p:nvPr/>
        </p:nvGrpSpPr>
        <p:grpSpPr>
          <a:xfrm>
            <a:off x="9972603" y="4120443"/>
            <a:ext cx="646292" cy="642058"/>
            <a:chOff x="0" y="0"/>
            <a:chExt cx="646290" cy="642057"/>
          </a:xfrm>
        </p:grpSpPr>
        <p:sp>
          <p:nvSpPr>
            <p:cNvPr id="1663" name="Shape 1610"/>
            <p:cNvSpPr/>
            <p:nvPr/>
          </p:nvSpPr>
          <p:spPr>
            <a:xfrm>
              <a:off x="0" y="32455"/>
              <a:ext cx="609602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64" name="Shape 1611"/>
            <p:cNvSpPr txBox="1"/>
            <p:nvPr/>
          </p:nvSpPr>
          <p:spPr>
            <a:xfrm>
              <a:off x="11289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668" name="Group 1615"/>
          <p:cNvGrpSpPr/>
          <p:nvPr/>
        </p:nvGrpSpPr>
        <p:grpSpPr>
          <a:xfrm>
            <a:off x="9367521" y="4921956"/>
            <a:ext cx="716281" cy="643469"/>
            <a:chOff x="0" y="0"/>
            <a:chExt cx="716280" cy="643468"/>
          </a:xfrm>
        </p:grpSpPr>
        <p:sp>
          <p:nvSpPr>
            <p:cNvPr id="1666" name="Shape 1613"/>
            <p:cNvSpPr/>
            <p:nvPr/>
          </p:nvSpPr>
          <p:spPr>
            <a:xfrm>
              <a:off x="-1" y="33866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67" name="Shape 1614"/>
            <p:cNvSpPr txBox="1"/>
            <p:nvPr/>
          </p:nvSpPr>
          <p:spPr>
            <a:xfrm>
              <a:off x="81279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671" name="Group 1618"/>
          <p:cNvGrpSpPr/>
          <p:nvPr/>
        </p:nvGrpSpPr>
        <p:grpSpPr>
          <a:xfrm>
            <a:off x="9938739" y="5795714"/>
            <a:ext cx="691445" cy="643469"/>
            <a:chOff x="0" y="0"/>
            <a:chExt cx="691444" cy="643468"/>
          </a:xfrm>
        </p:grpSpPr>
        <p:sp>
          <p:nvSpPr>
            <p:cNvPr id="1669" name="Shape 1616"/>
            <p:cNvSpPr/>
            <p:nvPr/>
          </p:nvSpPr>
          <p:spPr>
            <a:xfrm>
              <a:off x="0" y="33866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70" name="Shape 1617"/>
            <p:cNvSpPr txBox="1"/>
            <p:nvPr/>
          </p:nvSpPr>
          <p:spPr>
            <a:xfrm>
              <a:off x="56443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674" name="Group 1621"/>
          <p:cNvGrpSpPr/>
          <p:nvPr/>
        </p:nvGrpSpPr>
        <p:grpSpPr>
          <a:xfrm>
            <a:off x="8848229" y="5818292"/>
            <a:ext cx="668869" cy="623151"/>
            <a:chOff x="0" y="0"/>
            <a:chExt cx="668868" cy="623150"/>
          </a:xfrm>
        </p:grpSpPr>
        <p:sp>
          <p:nvSpPr>
            <p:cNvPr id="1672" name="Shape 1619"/>
            <p:cNvSpPr/>
            <p:nvPr/>
          </p:nvSpPr>
          <p:spPr>
            <a:xfrm>
              <a:off x="0" y="13546"/>
              <a:ext cx="609602" cy="609605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673" name="Shape 1620"/>
            <p:cNvSpPr txBox="1"/>
            <p:nvPr/>
          </p:nvSpPr>
          <p:spPr>
            <a:xfrm>
              <a:off x="33866" y="-1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5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" dur="5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500"/>
                                        <p:tgtEl>
                                          <p:spTgt spid="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Class="entr" nodeType="after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5" dur="500"/>
                                        <p:tgtEl>
                                          <p:spTgt spid="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0" dur="500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5" dur="500"/>
                                        <p:tgtEl>
                                          <p:spTgt spid="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Class="entr" nodeType="after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9" dur="500"/>
                                        <p:tgtEl>
                                          <p:spTgt spid="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4" dur="500"/>
                                        <p:tgtEl>
                                          <p:spTgt spid="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Class="entr" nodeType="after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8" dur="500"/>
                                        <p:tgtEl>
                                          <p:spTgt spid="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3" dur="5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Class="entr" nodeType="after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7" dur="5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click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2" dur="500"/>
                                        <p:tgtEl>
                                          <p:spTgt spid="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Class="entr" nodeType="after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6" dur="500"/>
                                        <p:tgtEl>
                                          <p:spTgt spid="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1"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Class="entr" nodeType="click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6" dur="5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Class="entr" nodeType="after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0" dur="500"/>
                                        <p:tgtEl>
                                          <p:spTgt spid="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8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5" dur="5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Class="entr" nodeType="afterEffect" presetSubtype="8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9" dur="500"/>
                                        <p:tgtEl>
                                          <p:spTgt spid="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Class="entr" nodeType="clickEffect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4" dur="5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Class="entr" nodeType="clickEffect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9" dur="5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Class="entr" nodeType="afterEffect" presetSubtype="8" presetID="2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3" dur="5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Class="entr" nodeType="clickEffect" presetSubtype="8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8" dur="500"/>
                                        <p:tgtEl>
                                          <p:spTgt spid="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Class="entr" nodeType="afterEffect" presetSubtype="8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2"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Class="entr" nodeType="clickEffect" presetSubtype="8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7" dur="500"/>
                                        <p:tgtEl>
                                          <p:spTgt spid="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Class="entr" nodeType="afterEffect" presetSubtype="8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1" dur="500"/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Class="entr" nodeType="clickEffect" presetSubtype="8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6" dur="500"/>
                                        <p:tgtEl>
                                          <p:spTgt spid="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Class="entr" nodeType="afterEffect" presetSubtype="8" presetID="2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0"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Class="entr" nodeType="clickEffect" presetSubtype="8" presetID="22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5" dur="500"/>
                                        <p:tgtEl>
                                          <p:spTgt spid="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74" grpId="29"/>
      <p:bldP build="whole" bldLvl="1" animBg="1" rev="0" advAuto="0" spid="1586" grpId="30"/>
      <p:bldP build="whole" bldLvl="1" animBg="1" rev="0" advAuto="0" spid="1650" grpId="15"/>
      <p:bldP build="whole" bldLvl="1" animBg="1" rev="0" advAuto="0" spid="1653" grpId="13"/>
      <p:bldP build="whole" bldLvl="1" animBg="1" rev="0" advAuto="0" spid="1556" grpId="3"/>
      <p:bldP build="whole" bldLvl="1" animBg="1" rev="0" advAuto="0" spid="1589" grpId="28"/>
      <p:bldP build="whole" bldLvl="1" animBg="1" rev="0" advAuto="0" spid="1640" grpId="5"/>
      <p:bldP build="whole" bldLvl="1" animBg="1" rev="0" advAuto="0" spid="1559" grpId="7"/>
      <p:bldP build="whole" bldLvl="1" animBg="1" rev="0" advAuto="0" spid="1656" grpId="17"/>
      <p:bldP build="whole" bldLvl="1" animBg="1" rev="0" advAuto="0" spid="1540" grpId="2"/>
      <p:bldP build="whole" bldLvl="1" animBg="1" rev="0" advAuto="0" spid="1590" grpId="6"/>
      <p:bldP build="whole" bldLvl="1" animBg="1" rev="0" advAuto="0" spid="1562" grpId="10"/>
      <p:bldP build="whole" bldLvl="1" animBg="1" rev="0" advAuto="0" spid="1641" grpId="4"/>
      <p:bldP build="whole" bldLvl="1" animBg="1" rev="0" advAuto="0" spid="1591" grpId="9"/>
      <p:bldP build="whole" bldLvl="1" animBg="1" rev="0" advAuto="0" spid="1662" grpId="20"/>
      <p:bldP build="whole" bldLvl="1" animBg="1" rev="0" advAuto="0" spid="1659" grpId="22"/>
      <p:bldP build="whole" bldLvl="1" animBg="1" rev="0" advAuto="0" spid="1565" grpId="12"/>
      <p:bldP build="whole" bldLvl="1" animBg="1" rev="0" advAuto="0" spid="1592" grpId="18"/>
      <p:bldP build="whole" bldLvl="1" animBg="1" rev="0" advAuto="0" spid="1577" grpId="21"/>
      <p:bldP build="whole" bldLvl="1" animBg="1" rev="0" advAuto="0" spid="1568" grpId="14"/>
      <p:bldP build="whole" bldLvl="1" animBg="1" rev="0" advAuto="0" spid="1593" grpId="23"/>
      <p:bldP build="whole" bldLvl="1" animBg="1" rev="0" advAuto="0" spid="1665" grpId="25"/>
      <p:bldP build="whole" bldLvl="1" animBg="1" rev="0" advAuto="0" spid="1644" grpId="8"/>
      <p:bldP build="whole" bldLvl="1" animBg="1" rev="0" advAuto="0" spid="1571" grpId="16"/>
      <p:bldP build="whole" bldLvl="1" animBg="1" rev="0" advAuto="0" spid="1580" grpId="24"/>
      <p:bldP build="whole" bldLvl="1" animBg="1" rev="0" advAuto="0" spid="1532" grpId="1"/>
      <p:bldP build="whole" bldLvl="1" animBg="1" rev="0" advAuto="0" spid="1668" grpId="27"/>
      <p:bldP build="whole" bldLvl="1" animBg="1" rev="0" advAuto="0" spid="1583" grpId="26"/>
      <p:bldP build="whole" bldLvl="1" animBg="1" rev="0" advAuto="0" spid="1647" grpId="11"/>
      <p:bldP build="whole" bldLvl="1" animBg="1" rev="0" advAuto="0" spid="1574" grpId="19"/>
      <p:bldP build="whole" bldLvl="1" animBg="1" rev="0" advAuto="0" spid="1594" grpId="32"/>
      <p:bldP build="whole" bldLvl="1" animBg="1" rev="0" advAuto="0" spid="1671" grpId="3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Shape 1623"/>
          <p:cNvSpPr txBox="1"/>
          <p:nvPr/>
        </p:nvSpPr>
        <p:spPr>
          <a:xfrm>
            <a:off x="2524477" y="17498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课堂练习</a:t>
            </a:r>
          </a:p>
        </p:txBody>
      </p:sp>
      <p:grpSp>
        <p:nvGrpSpPr>
          <p:cNvPr id="1684" name="Group 1631"/>
          <p:cNvGrpSpPr/>
          <p:nvPr/>
        </p:nvGrpSpPr>
        <p:grpSpPr>
          <a:xfrm>
            <a:off x="6026432" y="1820897"/>
            <a:ext cx="691447" cy="1485621"/>
            <a:chOff x="0" y="0"/>
            <a:chExt cx="691446" cy="1485620"/>
          </a:xfrm>
        </p:grpSpPr>
        <p:sp>
          <p:nvSpPr>
            <p:cNvPr id="1677" name="Shape 1624"/>
            <p:cNvSpPr/>
            <p:nvPr/>
          </p:nvSpPr>
          <p:spPr>
            <a:xfrm>
              <a:off x="293793" y="487680"/>
              <a:ext cx="2260" cy="510259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680" name="Group 1627"/>
            <p:cNvGrpSpPr/>
            <p:nvPr/>
          </p:nvGrpSpPr>
          <p:grpSpPr>
            <a:xfrm>
              <a:off x="3386" y="0"/>
              <a:ext cx="684392" cy="609603"/>
              <a:chOff x="0" y="0"/>
              <a:chExt cx="684391" cy="609601"/>
            </a:xfrm>
          </p:grpSpPr>
          <p:sp>
            <p:nvSpPr>
              <p:cNvPr id="1678" name="Shape 1625"/>
              <p:cNvSpPr/>
              <p:nvPr/>
            </p:nvSpPr>
            <p:spPr>
              <a:xfrm>
                <a:off x="0" y="0"/>
                <a:ext cx="609602" cy="6096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79" name="Shape 1626"/>
              <p:cNvSpPr txBox="1"/>
              <p:nvPr/>
            </p:nvSpPr>
            <p:spPr>
              <a:xfrm>
                <a:off x="493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683" name="Group 1630"/>
            <p:cNvGrpSpPr/>
            <p:nvPr/>
          </p:nvGrpSpPr>
          <p:grpSpPr>
            <a:xfrm>
              <a:off x="0" y="876018"/>
              <a:ext cx="691447" cy="609603"/>
              <a:chOff x="0" y="0"/>
              <a:chExt cx="691446" cy="609601"/>
            </a:xfrm>
          </p:grpSpPr>
          <p:sp>
            <p:nvSpPr>
              <p:cNvPr id="1681" name="Shape 1628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82" name="Shape 1629"/>
              <p:cNvSpPr txBox="1"/>
              <p:nvPr/>
            </p:nvSpPr>
            <p:spPr>
              <a:xfrm>
                <a:off x="56444" y="43180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</p:grpSp>
      <p:grpSp>
        <p:nvGrpSpPr>
          <p:cNvPr id="1696" name="Group 1643"/>
          <p:cNvGrpSpPr/>
          <p:nvPr/>
        </p:nvGrpSpPr>
        <p:grpSpPr>
          <a:xfrm>
            <a:off x="4033096" y="1803963"/>
            <a:ext cx="1607823" cy="1519488"/>
            <a:chOff x="0" y="0"/>
            <a:chExt cx="1607822" cy="1519486"/>
          </a:xfrm>
        </p:grpSpPr>
        <p:sp>
          <p:nvSpPr>
            <p:cNvPr id="1685" name="Shape 1632"/>
            <p:cNvSpPr/>
            <p:nvPr/>
          </p:nvSpPr>
          <p:spPr>
            <a:xfrm flipH="1">
              <a:off x="340924" y="512515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86" name="Shape 1633"/>
            <p:cNvSpPr/>
            <p:nvPr/>
          </p:nvSpPr>
          <p:spPr>
            <a:xfrm>
              <a:off x="985520" y="466484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689" name="Group 1636"/>
            <p:cNvGrpSpPr/>
            <p:nvPr/>
          </p:nvGrpSpPr>
          <p:grpSpPr>
            <a:xfrm>
              <a:off x="546382" y="-1"/>
              <a:ext cx="691447" cy="609603"/>
              <a:chOff x="0" y="0"/>
              <a:chExt cx="691446" cy="609601"/>
            </a:xfrm>
          </p:grpSpPr>
          <p:sp>
            <p:nvSpPr>
              <p:cNvPr id="1687" name="Shape 1634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88" name="Shape 1635"/>
              <p:cNvSpPr txBox="1"/>
              <p:nvPr/>
            </p:nvSpPr>
            <p:spPr>
              <a:xfrm>
                <a:off x="56443" y="42334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692" name="Group 1639"/>
            <p:cNvGrpSpPr/>
            <p:nvPr/>
          </p:nvGrpSpPr>
          <p:grpSpPr>
            <a:xfrm>
              <a:off x="-1" y="900853"/>
              <a:ext cx="697939" cy="609603"/>
              <a:chOff x="0" y="0"/>
              <a:chExt cx="697937" cy="609601"/>
            </a:xfrm>
          </p:grpSpPr>
          <p:sp>
            <p:nvSpPr>
              <p:cNvPr id="1690" name="Shape 1637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91" name="Shape 1638"/>
              <p:cNvSpPr txBox="1"/>
              <p:nvPr/>
            </p:nvSpPr>
            <p:spPr>
              <a:xfrm>
                <a:off x="62935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695" name="Group 1642"/>
            <p:cNvGrpSpPr/>
            <p:nvPr/>
          </p:nvGrpSpPr>
          <p:grpSpPr>
            <a:xfrm>
              <a:off x="875735" y="909884"/>
              <a:ext cx="732088" cy="609603"/>
              <a:chOff x="0" y="0"/>
              <a:chExt cx="732087" cy="609601"/>
            </a:xfrm>
          </p:grpSpPr>
          <p:sp>
            <p:nvSpPr>
              <p:cNvPr id="1693" name="Shape 164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694" name="Shape 1641"/>
              <p:cNvSpPr txBox="1"/>
              <p:nvPr/>
            </p:nvSpPr>
            <p:spPr>
              <a:xfrm>
                <a:off x="97084" y="423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720" name="Group 1667"/>
          <p:cNvGrpSpPr/>
          <p:nvPr/>
        </p:nvGrpSpPr>
        <p:grpSpPr>
          <a:xfrm>
            <a:off x="6700943" y="1899072"/>
            <a:ext cx="2270763" cy="3569551"/>
            <a:chOff x="0" y="0"/>
            <a:chExt cx="2270762" cy="3569549"/>
          </a:xfrm>
        </p:grpSpPr>
        <p:sp>
          <p:nvSpPr>
            <p:cNvPr id="1697" name="Shape 1644"/>
            <p:cNvSpPr/>
            <p:nvPr/>
          </p:nvSpPr>
          <p:spPr>
            <a:xfrm>
              <a:off x="1058897" y="478649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98" name="Shape 1645"/>
            <p:cNvSpPr/>
            <p:nvPr/>
          </p:nvSpPr>
          <p:spPr>
            <a:xfrm>
              <a:off x="1058897" y="1365955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99" name="Shape 1646"/>
            <p:cNvSpPr/>
            <p:nvPr/>
          </p:nvSpPr>
          <p:spPr>
            <a:xfrm flipH="1">
              <a:off x="442524" y="2379698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0" name="Shape 1647"/>
            <p:cNvSpPr/>
            <p:nvPr/>
          </p:nvSpPr>
          <p:spPr>
            <a:xfrm>
              <a:off x="1154288" y="2275840"/>
              <a:ext cx="609603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1" name="Shape 1648"/>
            <p:cNvSpPr/>
            <p:nvPr/>
          </p:nvSpPr>
          <p:spPr>
            <a:xfrm>
              <a:off x="1092765" y="2481298"/>
              <a:ext cx="2259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704" name="Group 1651"/>
            <p:cNvGrpSpPr/>
            <p:nvPr/>
          </p:nvGrpSpPr>
          <p:grpSpPr>
            <a:xfrm>
              <a:off x="751840" y="0"/>
              <a:ext cx="681851" cy="609602"/>
              <a:chOff x="0" y="0"/>
              <a:chExt cx="681850" cy="609601"/>
            </a:xfrm>
          </p:grpSpPr>
          <p:sp>
            <p:nvSpPr>
              <p:cNvPr id="1702" name="Shape 1649"/>
              <p:cNvSpPr/>
              <p:nvPr/>
            </p:nvSpPr>
            <p:spPr>
              <a:xfrm>
                <a:off x="0" y="0"/>
                <a:ext cx="609602" cy="6096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03" name="Shape 1650"/>
              <p:cNvSpPr txBox="1"/>
              <p:nvPr/>
            </p:nvSpPr>
            <p:spPr>
              <a:xfrm>
                <a:off x="46848" y="42334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707" name="Group 1654"/>
            <p:cNvGrpSpPr/>
            <p:nvPr/>
          </p:nvGrpSpPr>
          <p:grpSpPr>
            <a:xfrm>
              <a:off x="751840" y="946008"/>
              <a:ext cx="681851" cy="609603"/>
              <a:chOff x="0" y="0"/>
              <a:chExt cx="681850" cy="609601"/>
            </a:xfrm>
          </p:grpSpPr>
          <p:sp>
            <p:nvSpPr>
              <p:cNvPr id="1705" name="Shape 1652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06" name="Shape 1653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710" name="Group 1657"/>
            <p:cNvGrpSpPr/>
            <p:nvPr/>
          </p:nvGrpSpPr>
          <p:grpSpPr>
            <a:xfrm>
              <a:off x="751840" y="1971040"/>
              <a:ext cx="694551" cy="609603"/>
              <a:chOff x="0" y="0"/>
              <a:chExt cx="694550" cy="609601"/>
            </a:xfrm>
          </p:grpSpPr>
          <p:sp>
            <p:nvSpPr>
              <p:cNvPr id="1708" name="Shape 1655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09" name="Shape 1656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713" name="Group 1660"/>
            <p:cNvGrpSpPr/>
            <p:nvPr/>
          </p:nvGrpSpPr>
          <p:grpSpPr>
            <a:xfrm>
              <a:off x="0" y="2959947"/>
              <a:ext cx="752125" cy="609603"/>
              <a:chOff x="0" y="0"/>
              <a:chExt cx="752124" cy="609601"/>
            </a:xfrm>
          </p:grpSpPr>
          <p:sp>
            <p:nvSpPr>
              <p:cNvPr id="1711" name="Shape 1658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12" name="Shape 1659"/>
              <p:cNvSpPr txBox="1"/>
              <p:nvPr/>
            </p:nvSpPr>
            <p:spPr>
              <a:xfrm>
                <a:off x="117122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716" name="Group 1663"/>
            <p:cNvGrpSpPr/>
            <p:nvPr/>
          </p:nvGrpSpPr>
          <p:grpSpPr>
            <a:xfrm>
              <a:off x="796995" y="2959947"/>
              <a:ext cx="725597" cy="609603"/>
              <a:chOff x="0" y="0"/>
              <a:chExt cx="725595" cy="609601"/>
            </a:xfrm>
          </p:grpSpPr>
          <p:sp>
            <p:nvSpPr>
              <p:cNvPr id="1714" name="Shape 1661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15" name="Shape 1662"/>
              <p:cNvSpPr txBox="1"/>
              <p:nvPr/>
            </p:nvSpPr>
            <p:spPr>
              <a:xfrm>
                <a:off x="90592" y="296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719" name="Group 1666"/>
            <p:cNvGrpSpPr/>
            <p:nvPr/>
          </p:nvGrpSpPr>
          <p:grpSpPr>
            <a:xfrm>
              <a:off x="1573671" y="2959947"/>
              <a:ext cx="697092" cy="609603"/>
              <a:chOff x="0" y="0"/>
              <a:chExt cx="697091" cy="609601"/>
            </a:xfrm>
          </p:grpSpPr>
          <p:sp>
            <p:nvSpPr>
              <p:cNvPr id="1717" name="Shape 1664"/>
              <p:cNvSpPr/>
              <p:nvPr/>
            </p:nvSpPr>
            <p:spPr>
              <a:xfrm>
                <a:off x="-1" y="0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18" name="Shape 1665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Shape 1669"/>
          <p:cNvSpPr txBox="1"/>
          <p:nvPr/>
        </p:nvSpPr>
        <p:spPr>
          <a:xfrm>
            <a:off x="2286000" y="16792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森林的中序遍历</a:t>
            </a:r>
          </a:p>
        </p:txBody>
      </p:sp>
      <p:sp>
        <p:nvSpPr>
          <p:cNvPr id="1723" name="Shape 1670"/>
          <p:cNvSpPr txBox="1"/>
          <p:nvPr/>
        </p:nvSpPr>
        <p:spPr>
          <a:xfrm>
            <a:off x="1790417" y="1546577"/>
            <a:ext cx="10147302" cy="130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3000"/>
            </a:pPr>
            <a:r>
              <a:t>森林不空，则</a:t>
            </a:r>
          </a:p>
          <a:p>
            <a:pPr>
              <a:lnSpc>
                <a:spcPct val="125000"/>
              </a:lnSpc>
              <a:spcBef>
                <a:spcPts val="0"/>
              </a:spcBef>
              <a:defRPr sz="3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pPr>
            <a:r>
              <a:t>中序遍历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森林中第一棵树的子树森林</a:t>
            </a:r>
          </a:p>
        </p:txBody>
      </p:sp>
      <p:sp>
        <p:nvSpPr>
          <p:cNvPr id="1724" name="Shape 1671"/>
          <p:cNvSpPr txBox="1"/>
          <p:nvPr/>
        </p:nvSpPr>
        <p:spPr>
          <a:xfrm>
            <a:off x="1037648" y="5509259"/>
            <a:ext cx="10884349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 sz="3800">
                <a:solidFill>
                  <a:srgbClr val="E44646"/>
                </a:solidFill>
                <a:uFill>
                  <a:solidFill>
                    <a:srgbClr val="CC66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依次从左至右对森林中的每一棵</a:t>
            </a:r>
            <a:r>
              <a:rPr>
                <a:uFill>
                  <a:solidFill>
                    <a:srgbClr val="990000"/>
                  </a:solidFill>
                </a:uFill>
              </a:rPr>
              <a:t>树</a:t>
            </a:r>
            <a:r>
              <a:t>进行</a:t>
            </a:r>
            <a:r>
              <a:rPr>
                <a:uFill>
                  <a:solidFill>
                    <a:srgbClr val="990000"/>
                  </a:solidFill>
                </a:uFill>
              </a:rPr>
              <a:t>后根遍历</a:t>
            </a:r>
            <a:r>
              <a:t>。</a:t>
            </a:r>
          </a:p>
        </p:txBody>
      </p:sp>
      <p:sp>
        <p:nvSpPr>
          <p:cNvPr id="1725" name="Shape 1672"/>
          <p:cNvSpPr txBox="1"/>
          <p:nvPr/>
        </p:nvSpPr>
        <p:spPr>
          <a:xfrm>
            <a:off x="1790417" y="3060981"/>
            <a:ext cx="101473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000"/>
            </a:lvl1pPr>
          </a:lstStyle>
          <a:p>
            <a:pPr/>
            <a:r>
              <a:t>访问森林中第一棵树的根结点</a:t>
            </a:r>
          </a:p>
        </p:txBody>
      </p:sp>
      <p:sp>
        <p:nvSpPr>
          <p:cNvPr id="1726" name="Shape 1673"/>
          <p:cNvSpPr txBox="1"/>
          <p:nvPr/>
        </p:nvSpPr>
        <p:spPr>
          <a:xfrm>
            <a:off x="1790417" y="4005296"/>
            <a:ext cx="101600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spcBef>
                <a:spcPts val="0"/>
              </a:spcBef>
              <a:defRPr sz="30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defRPr>
            </a:pPr>
            <a:r>
              <a:t>中序遍历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森林中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除第一棵树之外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)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其余树构成的森林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2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Shape 1675"/>
          <p:cNvSpPr txBox="1"/>
          <p:nvPr/>
        </p:nvSpPr>
        <p:spPr>
          <a:xfrm>
            <a:off x="1688817" y="5222240"/>
            <a:ext cx="4521202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中序遍历序列为：</a:t>
            </a:r>
          </a:p>
        </p:txBody>
      </p:sp>
      <p:sp>
        <p:nvSpPr>
          <p:cNvPr id="1729" name="Shape 1676"/>
          <p:cNvSpPr txBox="1"/>
          <p:nvPr/>
        </p:nvSpPr>
        <p:spPr>
          <a:xfrm>
            <a:off x="3768230" y="6121400"/>
            <a:ext cx="520702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730" name="Shape 1677"/>
          <p:cNvSpPr txBox="1"/>
          <p:nvPr/>
        </p:nvSpPr>
        <p:spPr>
          <a:xfrm>
            <a:off x="1853634" y="6120834"/>
            <a:ext cx="21336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B C E D</a:t>
            </a:r>
          </a:p>
        </p:txBody>
      </p:sp>
      <p:sp>
        <p:nvSpPr>
          <p:cNvPr id="1731" name="Shape 1678"/>
          <p:cNvSpPr txBox="1"/>
          <p:nvPr/>
        </p:nvSpPr>
        <p:spPr>
          <a:xfrm>
            <a:off x="4246879" y="6134382"/>
            <a:ext cx="11938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G F</a:t>
            </a:r>
          </a:p>
        </p:txBody>
      </p:sp>
      <p:sp>
        <p:nvSpPr>
          <p:cNvPr id="1732" name="Shape 1679"/>
          <p:cNvSpPr txBox="1"/>
          <p:nvPr/>
        </p:nvSpPr>
        <p:spPr>
          <a:xfrm>
            <a:off x="5301262" y="6100514"/>
            <a:ext cx="217170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pPr/>
            <a:r>
              <a:t>K I J H</a:t>
            </a:r>
          </a:p>
        </p:txBody>
      </p:sp>
      <p:sp>
        <p:nvSpPr>
          <p:cNvPr id="1733" name="Shape 1680"/>
          <p:cNvSpPr/>
          <p:nvPr/>
        </p:nvSpPr>
        <p:spPr>
          <a:xfrm>
            <a:off x="7412284" y="1536700"/>
            <a:ext cx="2260" cy="5389316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4" name="Shape 1681"/>
          <p:cNvSpPr txBox="1"/>
          <p:nvPr/>
        </p:nvSpPr>
        <p:spPr>
          <a:xfrm>
            <a:off x="2549877" y="28504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森林的中序遍历</a:t>
            </a:r>
          </a:p>
        </p:txBody>
      </p:sp>
      <p:grpSp>
        <p:nvGrpSpPr>
          <p:cNvPr id="1754" name="Group 1701"/>
          <p:cNvGrpSpPr/>
          <p:nvPr/>
        </p:nvGrpSpPr>
        <p:grpSpPr>
          <a:xfrm>
            <a:off x="1826541" y="2183270"/>
            <a:ext cx="2375751" cy="2646120"/>
            <a:chOff x="0" y="0"/>
            <a:chExt cx="2375749" cy="2646118"/>
          </a:xfrm>
        </p:grpSpPr>
        <p:sp>
          <p:nvSpPr>
            <p:cNvPr id="1735" name="Shape 1682"/>
            <p:cNvSpPr/>
            <p:nvPr/>
          </p:nvSpPr>
          <p:spPr>
            <a:xfrm>
              <a:off x="1081757" y="377048"/>
              <a:ext cx="2260" cy="7157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6" name="Shape 1683"/>
            <p:cNvSpPr/>
            <p:nvPr/>
          </p:nvSpPr>
          <p:spPr>
            <a:xfrm flipH="1">
              <a:off x="307057" y="377048"/>
              <a:ext cx="609602" cy="616376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7" name="Shape 1684"/>
            <p:cNvSpPr/>
            <p:nvPr/>
          </p:nvSpPr>
          <p:spPr>
            <a:xfrm>
              <a:off x="1241778" y="410915"/>
              <a:ext cx="698501" cy="5802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8" name="Shape 1685"/>
            <p:cNvSpPr/>
            <p:nvPr/>
          </p:nvSpPr>
          <p:spPr>
            <a:xfrm>
              <a:off x="2008858" y="1444977"/>
              <a:ext cx="2260" cy="7157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741" name="Group 1688"/>
            <p:cNvGrpSpPr/>
            <p:nvPr/>
          </p:nvGrpSpPr>
          <p:grpSpPr>
            <a:xfrm>
              <a:off x="751840" y="0"/>
              <a:ext cx="691447" cy="643469"/>
              <a:chOff x="0" y="0"/>
              <a:chExt cx="691446" cy="643468"/>
            </a:xfrm>
          </p:grpSpPr>
          <p:sp>
            <p:nvSpPr>
              <p:cNvPr id="1739" name="Shape 1686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40" name="Shape 1687"/>
              <p:cNvSpPr txBox="1"/>
              <p:nvPr/>
            </p:nvSpPr>
            <p:spPr>
              <a:xfrm>
                <a:off x="56444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744" name="Group 1691"/>
            <p:cNvGrpSpPr/>
            <p:nvPr/>
          </p:nvGrpSpPr>
          <p:grpSpPr>
            <a:xfrm>
              <a:off x="0" y="928228"/>
              <a:ext cx="646292" cy="638673"/>
              <a:chOff x="0" y="0"/>
              <a:chExt cx="646291" cy="638672"/>
            </a:xfrm>
          </p:grpSpPr>
          <p:sp>
            <p:nvSpPr>
              <p:cNvPr id="1742" name="Shape 1689"/>
              <p:cNvSpPr/>
              <p:nvPr/>
            </p:nvSpPr>
            <p:spPr>
              <a:xfrm>
                <a:off x="0" y="29068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43" name="Shape 1690"/>
              <p:cNvSpPr txBox="1"/>
              <p:nvPr/>
            </p:nvSpPr>
            <p:spPr>
              <a:xfrm>
                <a:off x="11289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747" name="Group 1694"/>
            <p:cNvGrpSpPr/>
            <p:nvPr/>
          </p:nvGrpSpPr>
          <p:grpSpPr>
            <a:xfrm>
              <a:off x="1684303" y="932462"/>
              <a:ext cx="691447" cy="643469"/>
              <a:chOff x="0" y="0"/>
              <a:chExt cx="691446" cy="643468"/>
            </a:xfrm>
          </p:grpSpPr>
          <p:sp>
            <p:nvSpPr>
              <p:cNvPr id="1745" name="Shape 1692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46" name="Shape 1693"/>
              <p:cNvSpPr txBox="1"/>
              <p:nvPr/>
            </p:nvSpPr>
            <p:spPr>
              <a:xfrm>
                <a:off x="56444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750" name="Group 1697"/>
            <p:cNvGrpSpPr/>
            <p:nvPr/>
          </p:nvGrpSpPr>
          <p:grpSpPr>
            <a:xfrm>
              <a:off x="819573" y="946008"/>
              <a:ext cx="635002" cy="632182"/>
              <a:chOff x="0" y="0"/>
              <a:chExt cx="635001" cy="632181"/>
            </a:xfrm>
          </p:grpSpPr>
          <p:sp>
            <p:nvSpPr>
              <p:cNvPr id="1748" name="Shape 1695"/>
              <p:cNvSpPr/>
              <p:nvPr/>
            </p:nvSpPr>
            <p:spPr>
              <a:xfrm>
                <a:off x="0" y="22577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49" name="Shape 1696"/>
              <p:cNvSpPr txBox="1"/>
              <p:nvPr/>
            </p:nvSpPr>
            <p:spPr>
              <a:xfrm>
                <a:off x="-1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753" name="Group 1700"/>
            <p:cNvGrpSpPr/>
            <p:nvPr/>
          </p:nvGrpSpPr>
          <p:grpSpPr>
            <a:xfrm>
              <a:off x="1740747" y="2013937"/>
              <a:ext cx="635002" cy="632182"/>
              <a:chOff x="0" y="0"/>
              <a:chExt cx="635001" cy="632181"/>
            </a:xfrm>
          </p:grpSpPr>
          <p:sp>
            <p:nvSpPr>
              <p:cNvPr id="1751" name="Shape 1698"/>
              <p:cNvSpPr/>
              <p:nvPr/>
            </p:nvSpPr>
            <p:spPr>
              <a:xfrm>
                <a:off x="0" y="22577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52" name="Shape 1699"/>
              <p:cNvSpPr txBox="1"/>
              <p:nvPr/>
            </p:nvSpPr>
            <p:spPr>
              <a:xfrm>
                <a:off x="-1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1762" name="Group 1709"/>
          <p:cNvGrpSpPr/>
          <p:nvPr/>
        </p:nvGrpSpPr>
        <p:grpSpPr>
          <a:xfrm>
            <a:off x="4366540" y="2013936"/>
            <a:ext cx="691449" cy="1713659"/>
            <a:chOff x="0" y="0"/>
            <a:chExt cx="691447" cy="1713657"/>
          </a:xfrm>
        </p:grpSpPr>
        <p:sp>
          <p:nvSpPr>
            <p:cNvPr id="1755" name="Shape 1702"/>
            <p:cNvSpPr/>
            <p:nvPr/>
          </p:nvSpPr>
          <p:spPr>
            <a:xfrm>
              <a:off x="273191" y="512515"/>
              <a:ext cx="2259" cy="71571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758" name="Group 1705"/>
            <p:cNvGrpSpPr/>
            <p:nvPr/>
          </p:nvGrpSpPr>
          <p:grpSpPr>
            <a:xfrm>
              <a:off x="11288" y="1081476"/>
              <a:ext cx="635003" cy="632182"/>
              <a:chOff x="0" y="0"/>
              <a:chExt cx="635001" cy="632181"/>
            </a:xfrm>
          </p:grpSpPr>
          <p:sp>
            <p:nvSpPr>
              <p:cNvPr id="1756" name="Shape 1703"/>
              <p:cNvSpPr/>
              <p:nvPr/>
            </p:nvSpPr>
            <p:spPr>
              <a:xfrm>
                <a:off x="-1" y="22577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57" name="Shape 1704"/>
              <p:cNvSpPr txBox="1"/>
              <p:nvPr/>
            </p:nvSpPr>
            <p:spPr>
              <a:xfrm>
                <a:off x="0" y="0"/>
                <a:ext cx="635002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761" name="Group 1708"/>
            <p:cNvGrpSpPr/>
            <p:nvPr/>
          </p:nvGrpSpPr>
          <p:grpSpPr>
            <a:xfrm>
              <a:off x="0" y="-1"/>
              <a:ext cx="691448" cy="643470"/>
              <a:chOff x="0" y="0"/>
              <a:chExt cx="691447" cy="643468"/>
            </a:xfrm>
          </p:grpSpPr>
          <p:sp>
            <p:nvSpPr>
              <p:cNvPr id="1759" name="Shape 1706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60" name="Shape 1707"/>
              <p:cNvSpPr txBox="1"/>
              <p:nvPr/>
            </p:nvSpPr>
            <p:spPr>
              <a:xfrm>
                <a:off x="56444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778" name="Group 1725"/>
          <p:cNvGrpSpPr/>
          <p:nvPr/>
        </p:nvGrpSpPr>
        <p:grpSpPr>
          <a:xfrm>
            <a:off x="5308600" y="2146299"/>
            <a:ext cx="1932661" cy="2692121"/>
            <a:chOff x="0" y="0"/>
            <a:chExt cx="1932660" cy="2692119"/>
          </a:xfrm>
        </p:grpSpPr>
        <p:sp>
          <p:nvSpPr>
            <p:cNvPr id="1763" name="Shape 1710"/>
            <p:cNvSpPr/>
            <p:nvPr/>
          </p:nvSpPr>
          <p:spPr>
            <a:xfrm flipH="1">
              <a:off x="360680" y="445629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64" name="Shape 1711"/>
            <p:cNvSpPr/>
            <p:nvPr/>
          </p:nvSpPr>
          <p:spPr>
            <a:xfrm>
              <a:off x="1196058" y="558517"/>
              <a:ext cx="340926" cy="602829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767" name="Group 1714"/>
            <p:cNvGrpSpPr/>
            <p:nvPr/>
          </p:nvGrpSpPr>
          <p:grpSpPr>
            <a:xfrm>
              <a:off x="673100" y="-1"/>
              <a:ext cx="643187" cy="646575"/>
              <a:chOff x="0" y="0"/>
              <a:chExt cx="643186" cy="646573"/>
            </a:xfrm>
          </p:grpSpPr>
          <p:sp>
            <p:nvSpPr>
              <p:cNvPr id="1765" name="Shape 1712"/>
              <p:cNvSpPr/>
              <p:nvPr/>
            </p:nvSpPr>
            <p:spPr>
              <a:xfrm>
                <a:off x="-1" y="3697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66" name="Shape 1713"/>
              <p:cNvSpPr txBox="1"/>
              <p:nvPr/>
            </p:nvSpPr>
            <p:spPr>
              <a:xfrm>
                <a:off x="8184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770" name="Group 1717"/>
            <p:cNvGrpSpPr/>
            <p:nvPr/>
          </p:nvGrpSpPr>
          <p:grpSpPr>
            <a:xfrm>
              <a:off x="10724" y="969433"/>
              <a:ext cx="714025" cy="643469"/>
              <a:chOff x="0" y="0"/>
              <a:chExt cx="714024" cy="643468"/>
            </a:xfrm>
          </p:grpSpPr>
          <p:sp>
            <p:nvSpPr>
              <p:cNvPr id="1768" name="Shape 1715"/>
              <p:cNvSpPr/>
              <p:nvPr/>
            </p:nvSpPr>
            <p:spPr>
              <a:xfrm>
                <a:off x="0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69" name="Shape 1716"/>
              <p:cNvSpPr txBox="1"/>
              <p:nvPr/>
            </p:nvSpPr>
            <p:spPr>
              <a:xfrm>
                <a:off x="79022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773" name="Group 1720"/>
            <p:cNvGrpSpPr/>
            <p:nvPr/>
          </p:nvGrpSpPr>
          <p:grpSpPr>
            <a:xfrm>
              <a:off x="1241213" y="992011"/>
              <a:ext cx="691448" cy="643469"/>
              <a:chOff x="0" y="0"/>
              <a:chExt cx="691447" cy="643468"/>
            </a:xfrm>
          </p:grpSpPr>
          <p:sp>
            <p:nvSpPr>
              <p:cNvPr id="1771" name="Shape 1718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72" name="Shape 1719"/>
              <p:cNvSpPr txBox="1"/>
              <p:nvPr/>
            </p:nvSpPr>
            <p:spPr>
              <a:xfrm>
                <a:off x="56444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sp>
          <p:nvSpPr>
            <p:cNvPr id="1774" name="Shape 1721"/>
            <p:cNvSpPr/>
            <p:nvPr/>
          </p:nvSpPr>
          <p:spPr>
            <a:xfrm>
              <a:off x="297462" y="1603869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777" name="Group 1724"/>
            <p:cNvGrpSpPr/>
            <p:nvPr/>
          </p:nvGrpSpPr>
          <p:grpSpPr>
            <a:xfrm>
              <a:off x="0" y="2048651"/>
              <a:ext cx="693140" cy="643469"/>
              <a:chOff x="0" y="0"/>
              <a:chExt cx="693139" cy="643468"/>
            </a:xfrm>
          </p:grpSpPr>
          <p:sp>
            <p:nvSpPr>
              <p:cNvPr id="1775" name="Shape 1722"/>
              <p:cNvSpPr/>
              <p:nvPr/>
            </p:nvSpPr>
            <p:spPr>
              <a:xfrm>
                <a:off x="0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776" name="Shape 1723"/>
              <p:cNvSpPr txBox="1"/>
              <p:nvPr/>
            </p:nvSpPr>
            <p:spPr>
              <a:xfrm>
                <a:off x="58137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grpSp>
        <p:nvGrpSpPr>
          <p:cNvPr id="1781" name="Group 1728"/>
          <p:cNvGrpSpPr/>
          <p:nvPr/>
        </p:nvGrpSpPr>
        <p:grpSpPr>
          <a:xfrm>
            <a:off x="2594186" y="2171981"/>
            <a:ext cx="646291" cy="643470"/>
            <a:chOff x="0" y="0"/>
            <a:chExt cx="646290" cy="643468"/>
          </a:xfrm>
        </p:grpSpPr>
        <p:sp>
          <p:nvSpPr>
            <p:cNvPr id="1779" name="Shape 1726"/>
            <p:cNvSpPr/>
            <p:nvPr/>
          </p:nvSpPr>
          <p:spPr>
            <a:xfrm>
              <a:off x="0" y="33866"/>
              <a:ext cx="609602" cy="609603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80" name="Shape 1727"/>
            <p:cNvSpPr txBox="1"/>
            <p:nvPr/>
          </p:nvSpPr>
          <p:spPr>
            <a:xfrm>
              <a:off x="11288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784" name="Group 1731"/>
          <p:cNvGrpSpPr/>
          <p:nvPr/>
        </p:nvGrpSpPr>
        <p:grpSpPr>
          <a:xfrm>
            <a:off x="1817509" y="3138310"/>
            <a:ext cx="708945" cy="609603"/>
            <a:chOff x="0" y="0"/>
            <a:chExt cx="708944" cy="609601"/>
          </a:xfrm>
        </p:grpSpPr>
        <p:sp>
          <p:nvSpPr>
            <p:cNvPr id="1782" name="Shape 1729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83" name="Shape 1730"/>
            <p:cNvSpPr/>
            <p:nvPr/>
          </p:nvSpPr>
          <p:spPr>
            <a:xfrm>
              <a:off x="73942" y="29633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787" name="Group 1734"/>
          <p:cNvGrpSpPr/>
          <p:nvPr/>
        </p:nvGrpSpPr>
        <p:grpSpPr>
          <a:xfrm>
            <a:off x="2650630" y="3149599"/>
            <a:ext cx="670845" cy="609603"/>
            <a:chOff x="0" y="0"/>
            <a:chExt cx="670844" cy="609601"/>
          </a:xfrm>
        </p:grpSpPr>
        <p:sp>
          <p:nvSpPr>
            <p:cNvPr id="1785" name="Shape 1732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86" name="Shape 1733"/>
            <p:cNvSpPr/>
            <p:nvPr/>
          </p:nvSpPr>
          <p:spPr>
            <a:xfrm>
              <a:off x="35842" y="42333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790" name="Group 1737"/>
          <p:cNvGrpSpPr/>
          <p:nvPr/>
        </p:nvGrpSpPr>
        <p:grpSpPr>
          <a:xfrm>
            <a:off x="3515359" y="3138310"/>
            <a:ext cx="708944" cy="609603"/>
            <a:chOff x="0" y="0"/>
            <a:chExt cx="708943" cy="609601"/>
          </a:xfrm>
        </p:grpSpPr>
        <p:sp>
          <p:nvSpPr>
            <p:cNvPr id="1788" name="Shape 1735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89" name="Shape 1736"/>
            <p:cNvSpPr/>
            <p:nvPr/>
          </p:nvSpPr>
          <p:spPr>
            <a:xfrm>
              <a:off x="73941" y="55033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793" name="Group 1740"/>
          <p:cNvGrpSpPr/>
          <p:nvPr/>
        </p:nvGrpSpPr>
        <p:grpSpPr>
          <a:xfrm>
            <a:off x="3567288" y="4210754"/>
            <a:ext cx="716000" cy="609603"/>
            <a:chOff x="0" y="0"/>
            <a:chExt cx="715999" cy="609601"/>
          </a:xfrm>
        </p:grpSpPr>
        <p:sp>
          <p:nvSpPr>
            <p:cNvPr id="1791" name="Shape 1738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92" name="Shape 1739"/>
            <p:cNvSpPr/>
            <p:nvPr/>
          </p:nvSpPr>
          <p:spPr>
            <a:xfrm>
              <a:off x="80997" y="42333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796" name="Group 1743"/>
          <p:cNvGrpSpPr/>
          <p:nvPr/>
        </p:nvGrpSpPr>
        <p:grpSpPr>
          <a:xfrm>
            <a:off x="4375574" y="2036514"/>
            <a:ext cx="700477" cy="609603"/>
            <a:chOff x="0" y="0"/>
            <a:chExt cx="700476" cy="609601"/>
          </a:xfrm>
        </p:grpSpPr>
        <p:sp>
          <p:nvSpPr>
            <p:cNvPr id="1794" name="Shape 1741"/>
            <p:cNvSpPr/>
            <p:nvPr/>
          </p:nvSpPr>
          <p:spPr>
            <a:xfrm>
              <a:off x="0" y="0"/>
              <a:ext cx="609600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95" name="Shape 1742"/>
            <p:cNvSpPr/>
            <p:nvPr/>
          </p:nvSpPr>
          <p:spPr>
            <a:xfrm>
              <a:off x="65475" y="67733"/>
              <a:ext cx="635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799" name="Group 1746"/>
          <p:cNvGrpSpPr/>
          <p:nvPr/>
        </p:nvGrpSpPr>
        <p:grpSpPr>
          <a:xfrm>
            <a:off x="4391376" y="3104444"/>
            <a:ext cx="675925" cy="609603"/>
            <a:chOff x="0" y="0"/>
            <a:chExt cx="675923" cy="609601"/>
          </a:xfrm>
        </p:grpSpPr>
        <p:sp>
          <p:nvSpPr>
            <p:cNvPr id="1797" name="Shape 1744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798" name="Shape 1745"/>
            <p:cNvSpPr/>
            <p:nvPr/>
          </p:nvSpPr>
          <p:spPr>
            <a:xfrm>
              <a:off x="40921" y="57855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802" name="Group 1749"/>
          <p:cNvGrpSpPr/>
          <p:nvPr/>
        </p:nvGrpSpPr>
        <p:grpSpPr>
          <a:xfrm>
            <a:off x="5971820" y="2183271"/>
            <a:ext cx="683545" cy="609603"/>
            <a:chOff x="0" y="0"/>
            <a:chExt cx="683544" cy="609601"/>
          </a:xfrm>
        </p:grpSpPr>
        <p:sp>
          <p:nvSpPr>
            <p:cNvPr id="1800" name="Shape 1747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01" name="Shape 1748"/>
            <p:cNvSpPr/>
            <p:nvPr/>
          </p:nvSpPr>
          <p:spPr>
            <a:xfrm>
              <a:off x="48542" y="26528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805" name="Group 1752"/>
          <p:cNvGrpSpPr/>
          <p:nvPr/>
        </p:nvGrpSpPr>
        <p:grpSpPr>
          <a:xfrm>
            <a:off x="5319324" y="3140567"/>
            <a:ext cx="761156" cy="609603"/>
            <a:chOff x="0" y="0"/>
            <a:chExt cx="761155" cy="609601"/>
          </a:xfrm>
        </p:grpSpPr>
        <p:sp>
          <p:nvSpPr>
            <p:cNvPr id="1803" name="Shape 1750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04" name="Shape 1751"/>
            <p:cNvSpPr/>
            <p:nvPr/>
          </p:nvSpPr>
          <p:spPr>
            <a:xfrm>
              <a:off x="126153" y="39511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808" name="Group 1755"/>
          <p:cNvGrpSpPr/>
          <p:nvPr/>
        </p:nvGrpSpPr>
        <p:grpSpPr>
          <a:xfrm>
            <a:off x="6540782" y="3163145"/>
            <a:ext cx="736318" cy="609603"/>
            <a:chOff x="0" y="0"/>
            <a:chExt cx="736318" cy="609601"/>
          </a:xfrm>
        </p:grpSpPr>
        <p:sp>
          <p:nvSpPr>
            <p:cNvPr id="1806" name="Shape 1753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07" name="Shape 1754"/>
            <p:cNvSpPr/>
            <p:nvPr/>
          </p:nvSpPr>
          <p:spPr>
            <a:xfrm>
              <a:off x="101318" y="42333"/>
              <a:ext cx="635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811" name="Group 1758"/>
          <p:cNvGrpSpPr/>
          <p:nvPr/>
        </p:nvGrpSpPr>
        <p:grpSpPr>
          <a:xfrm>
            <a:off x="5301262" y="4231074"/>
            <a:ext cx="696244" cy="609603"/>
            <a:chOff x="0" y="0"/>
            <a:chExt cx="696243" cy="609601"/>
          </a:xfrm>
        </p:grpSpPr>
        <p:sp>
          <p:nvSpPr>
            <p:cNvPr id="1809" name="Shape 1756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EE8F7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10" name="Shape 1757"/>
            <p:cNvSpPr/>
            <p:nvPr/>
          </p:nvSpPr>
          <p:spPr>
            <a:xfrm>
              <a:off x="61241" y="16933"/>
              <a:ext cx="6350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CC"/>
                  </a:solidFill>
                  <a:uFill>
                    <a:solidFill>
                      <a:srgbClr val="3333CC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1855" name="Group 1802"/>
          <p:cNvGrpSpPr/>
          <p:nvPr/>
        </p:nvGrpSpPr>
        <p:grpSpPr>
          <a:xfrm>
            <a:off x="7764498" y="1740746"/>
            <a:ext cx="3296923" cy="4113676"/>
            <a:chOff x="0" y="0"/>
            <a:chExt cx="3296921" cy="4113675"/>
          </a:xfrm>
        </p:grpSpPr>
        <p:sp>
          <p:nvSpPr>
            <p:cNvPr id="1812" name="Shape 1759"/>
            <p:cNvSpPr/>
            <p:nvPr/>
          </p:nvSpPr>
          <p:spPr>
            <a:xfrm flipH="1">
              <a:off x="320604" y="512515"/>
              <a:ext cx="609602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3" name="Shape 1760"/>
            <p:cNvSpPr/>
            <p:nvPr/>
          </p:nvSpPr>
          <p:spPr>
            <a:xfrm>
              <a:off x="1444977" y="405553"/>
              <a:ext cx="478651" cy="478651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4" name="Shape 1761"/>
            <p:cNvSpPr/>
            <p:nvPr/>
          </p:nvSpPr>
          <p:spPr>
            <a:xfrm>
              <a:off x="284479" y="1332089"/>
              <a:ext cx="408660" cy="6096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5" name="Shape 1762"/>
            <p:cNvSpPr/>
            <p:nvPr/>
          </p:nvSpPr>
          <p:spPr>
            <a:xfrm>
              <a:off x="795301" y="2151662"/>
              <a:ext cx="408660" cy="6096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6" name="Shape 1763"/>
            <p:cNvSpPr/>
            <p:nvPr/>
          </p:nvSpPr>
          <p:spPr>
            <a:xfrm flipH="1">
              <a:off x="618631" y="2966720"/>
              <a:ext cx="609602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7" name="Shape 1764"/>
            <p:cNvSpPr/>
            <p:nvPr/>
          </p:nvSpPr>
          <p:spPr>
            <a:xfrm flipH="1">
              <a:off x="1630115" y="1228231"/>
              <a:ext cx="498971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8" name="Shape 1765"/>
            <p:cNvSpPr/>
            <p:nvPr/>
          </p:nvSpPr>
          <p:spPr>
            <a:xfrm>
              <a:off x="2332001" y="1241777"/>
              <a:ext cx="609602" cy="6985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19" name="Shape 1766"/>
            <p:cNvSpPr/>
            <p:nvPr/>
          </p:nvSpPr>
          <p:spPr>
            <a:xfrm flipH="1">
              <a:off x="2366150" y="2253262"/>
              <a:ext cx="408660" cy="51251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20" name="Shape 1767"/>
            <p:cNvSpPr/>
            <p:nvPr/>
          </p:nvSpPr>
          <p:spPr>
            <a:xfrm flipH="1">
              <a:off x="1722401" y="3052516"/>
              <a:ext cx="498971" cy="6163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21" name="Shape 1768"/>
            <p:cNvSpPr/>
            <p:nvPr/>
          </p:nvSpPr>
          <p:spPr>
            <a:xfrm>
              <a:off x="2420337" y="3066062"/>
              <a:ext cx="609602" cy="6985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824" name="Group 1771"/>
            <p:cNvGrpSpPr/>
            <p:nvPr/>
          </p:nvGrpSpPr>
          <p:grpSpPr>
            <a:xfrm>
              <a:off x="898595" y="0"/>
              <a:ext cx="691448" cy="643469"/>
              <a:chOff x="0" y="0"/>
              <a:chExt cx="691447" cy="643468"/>
            </a:xfrm>
          </p:grpSpPr>
          <p:sp>
            <p:nvSpPr>
              <p:cNvPr id="1822" name="Shape 1769"/>
              <p:cNvSpPr/>
              <p:nvPr/>
            </p:nvSpPr>
            <p:spPr>
              <a:xfrm>
                <a:off x="-1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23" name="Shape 1770"/>
              <p:cNvSpPr txBox="1"/>
              <p:nvPr/>
            </p:nvSpPr>
            <p:spPr>
              <a:xfrm>
                <a:off x="56444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27" name="Group 1774"/>
            <p:cNvGrpSpPr/>
            <p:nvPr/>
          </p:nvGrpSpPr>
          <p:grpSpPr>
            <a:xfrm>
              <a:off x="0" y="819573"/>
              <a:ext cx="646291" cy="643471"/>
              <a:chOff x="0" y="0"/>
              <a:chExt cx="646289" cy="643470"/>
            </a:xfrm>
          </p:grpSpPr>
          <p:sp>
            <p:nvSpPr>
              <p:cNvPr id="1825" name="Shape 1772"/>
              <p:cNvSpPr/>
              <p:nvPr/>
            </p:nvSpPr>
            <p:spPr>
              <a:xfrm>
                <a:off x="0" y="33866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26" name="Shape 1773"/>
              <p:cNvSpPr txBox="1"/>
              <p:nvPr/>
            </p:nvSpPr>
            <p:spPr>
              <a:xfrm>
                <a:off x="11288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30" name="Group 1777"/>
            <p:cNvGrpSpPr/>
            <p:nvPr/>
          </p:nvGrpSpPr>
          <p:grpSpPr>
            <a:xfrm>
              <a:off x="1000195" y="2551853"/>
              <a:ext cx="691448" cy="649680"/>
              <a:chOff x="0" y="0"/>
              <a:chExt cx="691447" cy="649679"/>
            </a:xfrm>
          </p:grpSpPr>
          <p:sp>
            <p:nvSpPr>
              <p:cNvPr id="1828" name="Shape 1775"/>
              <p:cNvSpPr/>
              <p:nvPr/>
            </p:nvSpPr>
            <p:spPr>
              <a:xfrm>
                <a:off x="-1" y="40075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29" name="Shape 1776"/>
              <p:cNvSpPr txBox="1"/>
              <p:nvPr/>
            </p:nvSpPr>
            <p:spPr>
              <a:xfrm>
                <a:off x="56444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833" name="Group 1780"/>
            <p:cNvGrpSpPr/>
            <p:nvPr/>
          </p:nvGrpSpPr>
          <p:grpSpPr>
            <a:xfrm>
              <a:off x="442524" y="1774613"/>
              <a:ext cx="635002" cy="632182"/>
              <a:chOff x="0" y="0"/>
              <a:chExt cx="635000" cy="632181"/>
            </a:xfrm>
          </p:grpSpPr>
          <p:sp>
            <p:nvSpPr>
              <p:cNvPr id="1831" name="Shape 1778"/>
              <p:cNvSpPr/>
              <p:nvPr/>
            </p:nvSpPr>
            <p:spPr>
              <a:xfrm>
                <a:off x="0" y="22577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32" name="Shape 1779"/>
              <p:cNvSpPr txBox="1"/>
              <p:nvPr/>
            </p:nvSpPr>
            <p:spPr>
              <a:xfrm>
                <a:off x="0" y="0"/>
                <a:ext cx="635001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836" name="Group 1783"/>
            <p:cNvGrpSpPr/>
            <p:nvPr/>
          </p:nvGrpSpPr>
          <p:grpSpPr>
            <a:xfrm>
              <a:off x="284479" y="3481494"/>
              <a:ext cx="635002" cy="632182"/>
              <a:chOff x="0" y="0"/>
              <a:chExt cx="635000" cy="632181"/>
            </a:xfrm>
          </p:grpSpPr>
          <p:sp>
            <p:nvSpPr>
              <p:cNvPr id="1834" name="Shape 1781"/>
              <p:cNvSpPr/>
              <p:nvPr/>
            </p:nvSpPr>
            <p:spPr>
              <a:xfrm>
                <a:off x="0" y="22577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35" name="Shape 1782"/>
              <p:cNvSpPr txBox="1"/>
              <p:nvPr/>
            </p:nvSpPr>
            <p:spPr>
              <a:xfrm>
                <a:off x="0" y="0"/>
                <a:ext cx="635001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839" name="Group 1786"/>
            <p:cNvGrpSpPr/>
            <p:nvPr/>
          </p:nvGrpSpPr>
          <p:grpSpPr>
            <a:xfrm>
              <a:off x="1404901" y="1740746"/>
              <a:ext cx="635002" cy="633311"/>
              <a:chOff x="0" y="0"/>
              <a:chExt cx="635000" cy="633310"/>
            </a:xfrm>
          </p:grpSpPr>
          <p:sp>
            <p:nvSpPr>
              <p:cNvPr id="1837" name="Shape 1784"/>
              <p:cNvSpPr/>
              <p:nvPr/>
            </p:nvSpPr>
            <p:spPr>
              <a:xfrm>
                <a:off x="0" y="23706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38" name="Shape 1785"/>
              <p:cNvSpPr txBox="1"/>
              <p:nvPr/>
            </p:nvSpPr>
            <p:spPr>
              <a:xfrm>
                <a:off x="0" y="0"/>
                <a:ext cx="635001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842" name="Group 1789"/>
            <p:cNvGrpSpPr/>
            <p:nvPr/>
          </p:nvGrpSpPr>
          <p:grpSpPr>
            <a:xfrm>
              <a:off x="1819768" y="710353"/>
              <a:ext cx="691448" cy="648832"/>
              <a:chOff x="0" y="0"/>
              <a:chExt cx="691447" cy="648831"/>
            </a:xfrm>
          </p:grpSpPr>
          <p:sp>
            <p:nvSpPr>
              <p:cNvPr id="1840" name="Shape 1787"/>
              <p:cNvSpPr/>
              <p:nvPr/>
            </p:nvSpPr>
            <p:spPr>
              <a:xfrm>
                <a:off x="-1" y="39229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41" name="Shape 1788"/>
              <p:cNvSpPr txBox="1"/>
              <p:nvPr/>
            </p:nvSpPr>
            <p:spPr>
              <a:xfrm>
                <a:off x="56444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845" name="Group 1792"/>
            <p:cNvGrpSpPr/>
            <p:nvPr/>
          </p:nvGrpSpPr>
          <p:grpSpPr>
            <a:xfrm>
              <a:off x="2636801" y="1738489"/>
              <a:ext cx="648833" cy="643469"/>
              <a:chOff x="0" y="0"/>
              <a:chExt cx="648832" cy="643468"/>
            </a:xfrm>
          </p:grpSpPr>
          <p:sp>
            <p:nvSpPr>
              <p:cNvPr id="1843" name="Shape 1790"/>
              <p:cNvSpPr/>
              <p:nvPr/>
            </p:nvSpPr>
            <p:spPr>
              <a:xfrm>
                <a:off x="0" y="33866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44" name="Shape 1791"/>
              <p:cNvSpPr txBox="1"/>
              <p:nvPr/>
            </p:nvSpPr>
            <p:spPr>
              <a:xfrm>
                <a:off x="13829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848" name="Group 1795"/>
            <p:cNvGrpSpPr/>
            <p:nvPr/>
          </p:nvGrpSpPr>
          <p:grpSpPr>
            <a:xfrm>
              <a:off x="2034258" y="2539153"/>
              <a:ext cx="714024" cy="644316"/>
              <a:chOff x="0" y="0"/>
              <a:chExt cx="714023" cy="644315"/>
            </a:xfrm>
          </p:grpSpPr>
          <p:sp>
            <p:nvSpPr>
              <p:cNvPr id="1846" name="Shape 1793"/>
              <p:cNvSpPr/>
              <p:nvPr/>
            </p:nvSpPr>
            <p:spPr>
              <a:xfrm>
                <a:off x="0" y="34713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47" name="Shape 1794"/>
              <p:cNvSpPr txBox="1"/>
              <p:nvPr/>
            </p:nvSpPr>
            <p:spPr>
              <a:xfrm>
                <a:off x="79021" y="0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851" name="Group 1798"/>
            <p:cNvGrpSpPr/>
            <p:nvPr/>
          </p:nvGrpSpPr>
          <p:grpSpPr>
            <a:xfrm>
              <a:off x="2605475" y="3413759"/>
              <a:ext cx="691447" cy="643471"/>
              <a:chOff x="0" y="0"/>
              <a:chExt cx="691446" cy="643470"/>
            </a:xfrm>
          </p:grpSpPr>
          <p:sp>
            <p:nvSpPr>
              <p:cNvPr id="1849" name="Shape 1796"/>
              <p:cNvSpPr/>
              <p:nvPr/>
            </p:nvSpPr>
            <p:spPr>
              <a:xfrm>
                <a:off x="0" y="33866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50" name="Shape 1797"/>
              <p:cNvSpPr txBox="1"/>
              <p:nvPr/>
            </p:nvSpPr>
            <p:spPr>
              <a:xfrm>
                <a:off x="56444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854" name="Group 1801"/>
            <p:cNvGrpSpPr/>
            <p:nvPr/>
          </p:nvGrpSpPr>
          <p:grpSpPr>
            <a:xfrm>
              <a:off x="1514968" y="3416017"/>
              <a:ext cx="691448" cy="643471"/>
              <a:chOff x="0" y="0"/>
              <a:chExt cx="691447" cy="643470"/>
            </a:xfrm>
          </p:grpSpPr>
          <p:sp>
            <p:nvSpPr>
              <p:cNvPr id="1852" name="Shape 1799"/>
              <p:cNvSpPr/>
              <p:nvPr/>
            </p:nvSpPr>
            <p:spPr>
              <a:xfrm>
                <a:off x="-1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53" name="Shape 1800"/>
              <p:cNvSpPr txBox="1"/>
              <p:nvPr/>
            </p:nvSpPr>
            <p:spPr>
              <a:xfrm>
                <a:off x="56444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grpSp>
        <p:nvGrpSpPr>
          <p:cNvPr id="1858" name="Group 1805"/>
          <p:cNvGrpSpPr/>
          <p:nvPr/>
        </p:nvGrpSpPr>
        <p:grpSpPr>
          <a:xfrm>
            <a:off x="8663092" y="1740746"/>
            <a:ext cx="691448" cy="643469"/>
            <a:chOff x="0" y="0"/>
            <a:chExt cx="691446" cy="643468"/>
          </a:xfrm>
        </p:grpSpPr>
        <p:sp>
          <p:nvSpPr>
            <p:cNvPr id="1856" name="Shape 1803"/>
            <p:cNvSpPr/>
            <p:nvPr/>
          </p:nvSpPr>
          <p:spPr>
            <a:xfrm>
              <a:off x="0" y="33866"/>
              <a:ext cx="609603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57" name="Shape 1804"/>
            <p:cNvSpPr txBox="1"/>
            <p:nvPr/>
          </p:nvSpPr>
          <p:spPr>
            <a:xfrm>
              <a:off x="56444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861" name="Group 1808"/>
          <p:cNvGrpSpPr/>
          <p:nvPr/>
        </p:nvGrpSpPr>
        <p:grpSpPr>
          <a:xfrm>
            <a:off x="7764498" y="2594186"/>
            <a:ext cx="684390" cy="609603"/>
            <a:chOff x="0" y="0"/>
            <a:chExt cx="684389" cy="609601"/>
          </a:xfrm>
        </p:grpSpPr>
        <p:sp>
          <p:nvSpPr>
            <p:cNvPr id="1859" name="Shape 1806"/>
            <p:cNvSpPr/>
            <p:nvPr/>
          </p:nvSpPr>
          <p:spPr>
            <a:xfrm>
              <a:off x="0" y="0"/>
              <a:ext cx="609600" cy="609602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60" name="Shape 1807"/>
            <p:cNvSpPr/>
            <p:nvPr/>
          </p:nvSpPr>
          <p:spPr>
            <a:xfrm>
              <a:off x="49388" y="42333"/>
              <a:ext cx="635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864" name="Group 1811"/>
          <p:cNvGrpSpPr/>
          <p:nvPr/>
        </p:nvGrpSpPr>
        <p:grpSpPr>
          <a:xfrm>
            <a:off x="8764692" y="4312356"/>
            <a:ext cx="693705" cy="629923"/>
            <a:chOff x="0" y="0"/>
            <a:chExt cx="693703" cy="629922"/>
          </a:xfrm>
        </p:grpSpPr>
        <p:sp>
          <p:nvSpPr>
            <p:cNvPr id="1862" name="Shape 1809"/>
            <p:cNvSpPr/>
            <p:nvPr/>
          </p:nvSpPr>
          <p:spPr>
            <a:xfrm>
              <a:off x="0" y="20320"/>
              <a:ext cx="609603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63" name="Shape 1810"/>
            <p:cNvSpPr txBox="1"/>
            <p:nvPr/>
          </p:nvSpPr>
          <p:spPr>
            <a:xfrm>
              <a:off x="58701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867" name="Group 1814"/>
          <p:cNvGrpSpPr/>
          <p:nvPr/>
        </p:nvGrpSpPr>
        <p:grpSpPr>
          <a:xfrm>
            <a:off x="8207022" y="3537936"/>
            <a:ext cx="698502" cy="609603"/>
            <a:chOff x="0" y="0"/>
            <a:chExt cx="698500" cy="609601"/>
          </a:xfrm>
        </p:grpSpPr>
        <p:sp>
          <p:nvSpPr>
            <p:cNvPr id="1865" name="Shape 1812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66" name="Shape 1813"/>
            <p:cNvSpPr/>
            <p:nvPr/>
          </p:nvSpPr>
          <p:spPr>
            <a:xfrm>
              <a:off x="63499" y="53622"/>
              <a:ext cx="63500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870" name="Group 1817"/>
          <p:cNvGrpSpPr/>
          <p:nvPr/>
        </p:nvGrpSpPr>
        <p:grpSpPr>
          <a:xfrm>
            <a:off x="8048976" y="5244817"/>
            <a:ext cx="680159" cy="609603"/>
            <a:chOff x="0" y="0"/>
            <a:chExt cx="680158" cy="609601"/>
          </a:xfrm>
        </p:grpSpPr>
        <p:sp>
          <p:nvSpPr>
            <p:cNvPr id="1868" name="Shape 1815"/>
            <p:cNvSpPr/>
            <p:nvPr/>
          </p:nvSpPr>
          <p:spPr>
            <a:xfrm>
              <a:off x="0" y="0"/>
              <a:ext cx="609602" cy="609602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69" name="Shape 1816"/>
            <p:cNvSpPr txBox="1"/>
            <p:nvPr/>
          </p:nvSpPr>
          <p:spPr>
            <a:xfrm>
              <a:off x="45156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873" name="Group 1820"/>
          <p:cNvGrpSpPr/>
          <p:nvPr/>
        </p:nvGrpSpPr>
        <p:grpSpPr>
          <a:xfrm>
            <a:off x="9169399" y="3481492"/>
            <a:ext cx="635001" cy="633309"/>
            <a:chOff x="0" y="0"/>
            <a:chExt cx="635000" cy="633308"/>
          </a:xfrm>
        </p:grpSpPr>
        <p:sp>
          <p:nvSpPr>
            <p:cNvPr id="1871" name="Shape 1818"/>
            <p:cNvSpPr/>
            <p:nvPr/>
          </p:nvSpPr>
          <p:spPr>
            <a:xfrm>
              <a:off x="-1" y="23706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72" name="Shape 1819"/>
            <p:cNvSpPr txBox="1"/>
            <p:nvPr/>
          </p:nvSpPr>
          <p:spPr>
            <a:xfrm>
              <a:off x="0" y="0"/>
              <a:ext cx="6350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876" name="Group 1823"/>
          <p:cNvGrpSpPr/>
          <p:nvPr/>
        </p:nvGrpSpPr>
        <p:grpSpPr>
          <a:xfrm>
            <a:off x="9584266" y="2451100"/>
            <a:ext cx="691447" cy="648832"/>
            <a:chOff x="0" y="0"/>
            <a:chExt cx="691446" cy="648831"/>
          </a:xfrm>
        </p:grpSpPr>
        <p:sp>
          <p:nvSpPr>
            <p:cNvPr id="1874" name="Shape 1821"/>
            <p:cNvSpPr/>
            <p:nvPr/>
          </p:nvSpPr>
          <p:spPr>
            <a:xfrm>
              <a:off x="0" y="39229"/>
              <a:ext cx="609603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75" name="Shape 1822"/>
            <p:cNvSpPr txBox="1"/>
            <p:nvPr/>
          </p:nvSpPr>
          <p:spPr>
            <a:xfrm>
              <a:off x="56444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879" name="Group 1826"/>
          <p:cNvGrpSpPr/>
          <p:nvPr/>
        </p:nvGrpSpPr>
        <p:grpSpPr>
          <a:xfrm>
            <a:off x="10401300" y="3479234"/>
            <a:ext cx="648832" cy="643470"/>
            <a:chOff x="0" y="0"/>
            <a:chExt cx="648830" cy="643468"/>
          </a:xfrm>
        </p:grpSpPr>
        <p:sp>
          <p:nvSpPr>
            <p:cNvPr id="1877" name="Shape 1824"/>
            <p:cNvSpPr/>
            <p:nvPr/>
          </p:nvSpPr>
          <p:spPr>
            <a:xfrm>
              <a:off x="0" y="33866"/>
              <a:ext cx="609602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78" name="Shape 1825"/>
            <p:cNvSpPr txBox="1"/>
            <p:nvPr/>
          </p:nvSpPr>
          <p:spPr>
            <a:xfrm>
              <a:off x="13829" y="0"/>
              <a:ext cx="635003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882" name="Group 1829"/>
          <p:cNvGrpSpPr/>
          <p:nvPr/>
        </p:nvGrpSpPr>
        <p:grpSpPr>
          <a:xfrm>
            <a:off x="9798756" y="4279900"/>
            <a:ext cx="714023" cy="644316"/>
            <a:chOff x="0" y="0"/>
            <a:chExt cx="714022" cy="644315"/>
          </a:xfrm>
        </p:grpSpPr>
        <p:sp>
          <p:nvSpPr>
            <p:cNvPr id="1880" name="Shape 1827"/>
            <p:cNvSpPr/>
            <p:nvPr/>
          </p:nvSpPr>
          <p:spPr>
            <a:xfrm>
              <a:off x="-1" y="34713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81" name="Shape 1828"/>
            <p:cNvSpPr txBox="1"/>
            <p:nvPr/>
          </p:nvSpPr>
          <p:spPr>
            <a:xfrm>
              <a:off x="79021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</p:grpSp>
      <p:grpSp>
        <p:nvGrpSpPr>
          <p:cNvPr id="1885" name="Group 1832"/>
          <p:cNvGrpSpPr/>
          <p:nvPr/>
        </p:nvGrpSpPr>
        <p:grpSpPr>
          <a:xfrm>
            <a:off x="10369973" y="5154505"/>
            <a:ext cx="691446" cy="643470"/>
            <a:chOff x="0" y="0"/>
            <a:chExt cx="691445" cy="643468"/>
          </a:xfrm>
        </p:grpSpPr>
        <p:sp>
          <p:nvSpPr>
            <p:cNvPr id="1883" name="Shape 1830"/>
            <p:cNvSpPr/>
            <p:nvPr/>
          </p:nvSpPr>
          <p:spPr>
            <a:xfrm>
              <a:off x="-1" y="33866"/>
              <a:ext cx="609601" cy="609603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84" name="Shape 1831"/>
            <p:cNvSpPr txBox="1"/>
            <p:nvPr/>
          </p:nvSpPr>
          <p:spPr>
            <a:xfrm>
              <a:off x="56444" y="0"/>
              <a:ext cx="635002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J</a:t>
              </a:r>
            </a:p>
          </p:txBody>
        </p:sp>
      </p:grpSp>
      <p:grpSp>
        <p:nvGrpSpPr>
          <p:cNvPr id="1888" name="Group 1835"/>
          <p:cNvGrpSpPr/>
          <p:nvPr/>
        </p:nvGrpSpPr>
        <p:grpSpPr>
          <a:xfrm>
            <a:off x="9279466" y="5177083"/>
            <a:ext cx="668869" cy="623152"/>
            <a:chOff x="0" y="0"/>
            <a:chExt cx="668868" cy="623150"/>
          </a:xfrm>
        </p:grpSpPr>
        <p:sp>
          <p:nvSpPr>
            <p:cNvPr id="1886" name="Shape 1833"/>
            <p:cNvSpPr/>
            <p:nvPr/>
          </p:nvSpPr>
          <p:spPr>
            <a:xfrm>
              <a:off x="0" y="13546"/>
              <a:ext cx="609602" cy="609605"/>
            </a:xfrm>
            <a:prstGeom prst="ellipse">
              <a:avLst/>
            </a:prstGeom>
            <a:solidFill>
              <a:srgbClr val="F81F08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887" name="Shape 1834"/>
            <p:cNvSpPr txBox="1"/>
            <p:nvPr/>
          </p:nvSpPr>
          <p:spPr>
            <a:xfrm>
              <a:off x="33866" y="-1"/>
              <a:ext cx="635003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>
                <a:defRPr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" dur="500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Class="entr" nodeType="after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9" dur="5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4" dur="500"/>
                                        <p:tgtEl>
                                          <p:spTgt spid="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Class="entr" nodeType="afterEffect" presetSubtype="8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8" dur="500"/>
                                        <p:tgtEl>
                                          <p:spTgt spid="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8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3" dur="500"/>
                                        <p:tgtEl>
                                          <p:spTgt spid="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Class="entr" nodeType="afterEffect" presetSubtype="8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7" dur="500"/>
                                        <p:tgtEl>
                                          <p:spTgt spid="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8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2" dur="500"/>
                                        <p:tgtEl>
                                          <p:spTgt spid="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Class="entr" nodeType="afterEffect" presetSubtype="8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56" dur="500"/>
                                        <p:tgtEl>
                                          <p:spTgt spid="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entr" nodeType="clickEffect" presetSubtype="8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1"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Subtype="8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6" dur="500"/>
                                        <p:tgtEl>
                                          <p:spTgt spid="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Class="entr" nodeType="afterEffect" presetSubtype="8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0" dur="500"/>
                                        <p:tgtEl>
                                          <p:spTgt spid="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8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5" dur="500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Class="entr" nodeType="clickEffect" presetSubtype="8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0" dur="500"/>
                                        <p:tgtEl>
                                          <p:spTgt spid="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Class="entr" nodeType="after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4" dur="500"/>
                                        <p:tgtEl>
                                          <p:spTgt spid="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Class="entr" nodeType="click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89" dur="500"/>
                                        <p:tgtEl>
                                          <p:spTgt spid="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Class="entr" nodeType="afterEffect" presetSubtype="8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3" dur="500"/>
                                        <p:tgtEl>
                                          <p:spTgt spid="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Class="entr" nodeType="clickEffect" presetSubtype="8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98" dur="500"/>
                                        <p:tgtEl>
                                          <p:spTgt spid="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8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3" dur="500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Class="entr" nodeType="afterEffect" presetSubtype="8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7" dur="500"/>
                                        <p:tgtEl>
                                          <p:spTgt spid="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Class="entr" nodeType="clickEffect" presetSubtype="8" presetID="2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2" dur="500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Class="entr" nodeType="afterEffect" presetSubtype="8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6" dur="500"/>
                                        <p:tgtEl>
                                          <p:spTgt spid="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Class="entr" nodeType="clickEffect" presetSubtype="8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1" dur="500"/>
                                        <p:tgtEl>
                                          <p:spTgt spid="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Class="entr" nodeType="afterEffect" presetSubtype="8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5" dur="500"/>
                                        <p:tgtEl>
                                          <p:spTgt spid="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Class="entr" nodeType="clickEffect" presetSubtype="8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0" dur="500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Class="entr" nodeType="afterEffect" presetSubtype="8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4" dur="500"/>
                                        <p:tgtEl>
                                          <p:spTgt spid="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Class="entr" nodeType="clickEffect" presetSubtype="8" presetID="2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39" dur="500"/>
                                        <p:tgtEl>
                                          <p:spTgt spid="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58" grpId="16"/>
      <p:bldP build="whole" bldLvl="1" animBg="1" rev="0" advAuto="0" spid="1867" grpId="9"/>
      <p:bldP build="whole" bldLvl="1" animBg="1" rev="0" advAuto="0" spid="1784" grpId="6"/>
      <p:bldP build="whole" bldLvl="1" animBg="1" rev="0" advAuto="0" spid="1762" grpId="2"/>
      <p:bldP build="whole" bldLvl="1" animBg="1" rev="0" advAuto="0" spid="1864" grpId="13"/>
      <p:bldP build="whole" bldLvl="1" animBg="1" rev="0" advAuto="0" spid="1787" grpId="8"/>
      <p:bldP build="whole" bldLvl="1" animBg="1" rev="0" advAuto="0" spid="1781" grpId="15"/>
      <p:bldP build="whole" bldLvl="1" animBg="1" rev="0" advAuto="0" spid="1870" grpId="11"/>
      <p:bldP build="whole" bldLvl="1" animBg="1" rev="0" advAuto="0" spid="1796" grpId="20"/>
      <p:bldP build="whole" bldLvl="1" animBg="1" rev="0" advAuto="0" spid="1799" grpId="18"/>
      <p:bldP build="whole" bldLvl="1" animBg="1" rev="0" advAuto="0" spid="1790" grpId="12"/>
      <p:bldP build="whole" bldLvl="1" animBg="1" rev="0" advAuto="0" spid="1793" grpId="10"/>
      <p:bldP build="whole" bldLvl="1" animBg="1" rev="0" advAuto="0" spid="1728" grpId="5"/>
      <p:bldP build="whole" bldLvl="1" animBg="1" rev="0" advAuto="0" spid="1873" grpId="19"/>
      <p:bldP build="whole" bldLvl="1" animBg="1" rev="0" advAuto="0" spid="1730" grpId="14"/>
      <p:bldP build="whole" bldLvl="1" animBg="1" rev="0" advAuto="0" spid="1754" grpId="1"/>
      <p:bldP build="whole" bldLvl="1" animBg="1" rev="0" advAuto="0" spid="1729" grpId="17"/>
      <p:bldP build="whole" bldLvl="1" animBg="1" rev="0" advAuto="0" spid="1876" grpId="21"/>
      <p:bldP build="whole" bldLvl="1" animBg="1" rev="0" advAuto="0" spid="1855" grpId="4"/>
      <p:bldP build="whole" bldLvl="1" animBg="1" rev="0" advAuto="0" spid="1731" grpId="22"/>
      <p:bldP build="whole" bldLvl="1" animBg="1" rev="0" advAuto="0" spid="1811" grpId="23"/>
      <p:bldP build="whole" bldLvl="1" animBg="1" rev="0" advAuto="0" spid="1805" grpId="25"/>
      <p:bldP build="whole" bldLvl="1" animBg="1" rev="0" advAuto="0" spid="1808" grpId="27"/>
      <p:bldP build="whole" bldLvl="1" animBg="1" rev="0" advAuto="0" spid="1802" grpId="29"/>
      <p:bldP build="whole" bldLvl="1" animBg="1" rev="0" advAuto="0" spid="1732" grpId="31"/>
      <p:bldP build="whole" bldLvl="1" animBg="1" rev="0" advAuto="0" spid="1778" grpId="3"/>
      <p:bldP build="whole" bldLvl="1" animBg="1" rev="0" advAuto="0" spid="1861" grpId="7"/>
      <p:bldP build="whole" bldLvl="1" animBg="1" rev="0" advAuto="0" spid="1882" grpId="26"/>
      <p:bldP build="whole" bldLvl="1" animBg="1" rev="0" advAuto="0" spid="1879" grpId="30"/>
      <p:bldP build="whole" bldLvl="1" animBg="1" rev="0" advAuto="0" spid="1888" grpId="24"/>
      <p:bldP build="whole" bldLvl="1" animBg="1" rev="0" advAuto="0" spid="1885" grpId="28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Shape 1837"/>
          <p:cNvSpPr txBox="1"/>
          <p:nvPr/>
        </p:nvSpPr>
        <p:spPr>
          <a:xfrm>
            <a:off x="2537177" y="41204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课堂练习</a:t>
            </a:r>
          </a:p>
        </p:txBody>
      </p:sp>
      <p:grpSp>
        <p:nvGrpSpPr>
          <p:cNvPr id="1898" name="Group 1845"/>
          <p:cNvGrpSpPr/>
          <p:nvPr/>
        </p:nvGrpSpPr>
        <p:grpSpPr>
          <a:xfrm>
            <a:off x="6277609" y="1973297"/>
            <a:ext cx="691448" cy="1485621"/>
            <a:chOff x="0" y="0"/>
            <a:chExt cx="691447" cy="1485620"/>
          </a:xfrm>
        </p:grpSpPr>
        <p:sp>
          <p:nvSpPr>
            <p:cNvPr id="1891" name="Shape 1838"/>
            <p:cNvSpPr/>
            <p:nvPr/>
          </p:nvSpPr>
          <p:spPr>
            <a:xfrm>
              <a:off x="293793" y="487680"/>
              <a:ext cx="2260" cy="510259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894" name="Group 1841"/>
            <p:cNvGrpSpPr/>
            <p:nvPr/>
          </p:nvGrpSpPr>
          <p:grpSpPr>
            <a:xfrm>
              <a:off x="3386" y="0"/>
              <a:ext cx="684393" cy="609603"/>
              <a:chOff x="0" y="0"/>
              <a:chExt cx="684392" cy="609601"/>
            </a:xfrm>
          </p:grpSpPr>
          <p:sp>
            <p:nvSpPr>
              <p:cNvPr id="1892" name="Shape 1839"/>
              <p:cNvSpPr/>
              <p:nvPr/>
            </p:nvSpPr>
            <p:spPr>
              <a:xfrm>
                <a:off x="0" y="0"/>
                <a:ext cx="609602" cy="6096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93" name="Shape 1840"/>
              <p:cNvSpPr txBox="1"/>
              <p:nvPr/>
            </p:nvSpPr>
            <p:spPr>
              <a:xfrm>
                <a:off x="49389" y="423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97" name="Group 1844"/>
            <p:cNvGrpSpPr/>
            <p:nvPr/>
          </p:nvGrpSpPr>
          <p:grpSpPr>
            <a:xfrm>
              <a:off x="0" y="876018"/>
              <a:ext cx="691448" cy="609603"/>
              <a:chOff x="0" y="0"/>
              <a:chExt cx="691447" cy="609601"/>
            </a:xfrm>
          </p:grpSpPr>
          <p:sp>
            <p:nvSpPr>
              <p:cNvPr id="1895" name="Shape 184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896" name="Shape 1843"/>
              <p:cNvSpPr txBox="1"/>
              <p:nvPr/>
            </p:nvSpPr>
            <p:spPr>
              <a:xfrm>
                <a:off x="56444" y="43180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</p:grpSp>
      <p:grpSp>
        <p:nvGrpSpPr>
          <p:cNvPr id="1910" name="Group 1857"/>
          <p:cNvGrpSpPr/>
          <p:nvPr/>
        </p:nvGrpSpPr>
        <p:grpSpPr>
          <a:xfrm>
            <a:off x="4284274" y="1956363"/>
            <a:ext cx="1607824" cy="1519488"/>
            <a:chOff x="0" y="0"/>
            <a:chExt cx="1607822" cy="1519486"/>
          </a:xfrm>
        </p:grpSpPr>
        <p:sp>
          <p:nvSpPr>
            <p:cNvPr id="1899" name="Shape 1846"/>
            <p:cNvSpPr/>
            <p:nvPr/>
          </p:nvSpPr>
          <p:spPr>
            <a:xfrm flipH="1">
              <a:off x="340924" y="512515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00" name="Shape 1847"/>
            <p:cNvSpPr/>
            <p:nvPr/>
          </p:nvSpPr>
          <p:spPr>
            <a:xfrm>
              <a:off x="985520" y="466484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903" name="Group 1850"/>
            <p:cNvGrpSpPr/>
            <p:nvPr/>
          </p:nvGrpSpPr>
          <p:grpSpPr>
            <a:xfrm>
              <a:off x="546382" y="-1"/>
              <a:ext cx="691447" cy="609603"/>
              <a:chOff x="0" y="0"/>
              <a:chExt cx="691446" cy="609601"/>
            </a:xfrm>
          </p:grpSpPr>
          <p:sp>
            <p:nvSpPr>
              <p:cNvPr id="1901" name="Shape 1848"/>
              <p:cNvSpPr/>
              <p:nvPr/>
            </p:nvSpPr>
            <p:spPr>
              <a:xfrm>
                <a:off x="0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02" name="Shape 1849"/>
              <p:cNvSpPr txBox="1"/>
              <p:nvPr/>
            </p:nvSpPr>
            <p:spPr>
              <a:xfrm>
                <a:off x="56443" y="42334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906" name="Group 1853"/>
            <p:cNvGrpSpPr/>
            <p:nvPr/>
          </p:nvGrpSpPr>
          <p:grpSpPr>
            <a:xfrm>
              <a:off x="-1" y="900853"/>
              <a:ext cx="697939" cy="609603"/>
              <a:chOff x="0" y="0"/>
              <a:chExt cx="697937" cy="609601"/>
            </a:xfrm>
          </p:grpSpPr>
          <p:sp>
            <p:nvSpPr>
              <p:cNvPr id="1904" name="Shape 1851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05" name="Shape 1852"/>
              <p:cNvSpPr txBox="1"/>
              <p:nvPr/>
            </p:nvSpPr>
            <p:spPr>
              <a:xfrm>
                <a:off x="62935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909" name="Group 1856"/>
            <p:cNvGrpSpPr/>
            <p:nvPr/>
          </p:nvGrpSpPr>
          <p:grpSpPr>
            <a:xfrm>
              <a:off x="875735" y="909884"/>
              <a:ext cx="732088" cy="609603"/>
              <a:chOff x="0" y="0"/>
              <a:chExt cx="732087" cy="609601"/>
            </a:xfrm>
          </p:grpSpPr>
          <p:sp>
            <p:nvSpPr>
              <p:cNvPr id="1907" name="Shape 185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08" name="Shape 1855"/>
              <p:cNvSpPr txBox="1"/>
              <p:nvPr/>
            </p:nvSpPr>
            <p:spPr>
              <a:xfrm>
                <a:off x="97084" y="423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</p:grpSp>
      <p:grpSp>
        <p:nvGrpSpPr>
          <p:cNvPr id="1934" name="Group 1881"/>
          <p:cNvGrpSpPr/>
          <p:nvPr/>
        </p:nvGrpSpPr>
        <p:grpSpPr>
          <a:xfrm>
            <a:off x="6952121" y="2051472"/>
            <a:ext cx="2270763" cy="3569551"/>
            <a:chOff x="0" y="0"/>
            <a:chExt cx="2270762" cy="3569549"/>
          </a:xfrm>
        </p:grpSpPr>
        <p:sp>
          <p:nvSpPr>
            <p:cNvPr id="1911" name="Shape 1858"/>
            <p:cNvSpPr/>
            <p:nvPr/>
          </p:nvSpPr>
          <p:spPr>
            <a:xfrm>
              <a:off x="1058897" y="478649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12" name="Shape 1859"/>
            <p:cNvSpPr/>
            <p:nvPr/>
          </p:nvSpPr>
          <p:spPr>
            <a:xfrm>
              <a:off x="1058897" y="1365955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13" name="Shape 1860"/>
            <p:cNvSpPr/>
            <p:nvPr/>
          </p:nvSpPr>
          <p:spPr>
            <a:xfrm flipH="1">
              <a:off x="442524" y="2379698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14" name="Shape 1861"/>
            <p:cNvSpPr/>
            <p:nvPr/>
          </p:nvSpPr>
          <p:spPr>
            <a:xfrm>
              <a:off x="1154288" y="2275840"/>
              <a:ext cx="609603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15" name="Shape 1862"/>
            <p:cNvSpPr/>
            <p:nvPr/>
          </p:nvSpPr>
          <p:spPr>
            <a:xfrm>
              <a:off x="1092765" y="2481298"/>
              <a:ext cx="2259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1918" name="Group 1865"/>
            <p:cNvGrpSpPr/>
            <p:nvPr/>
          </p:nvGrpSpPr>
          <p:grpSpPr>
            <a:xfrm>
              <a:off x="751840" y="0"/>
              <a:ext cx="681851" cy="609602"/>
              <a:chOff x="0" y="0"/>
              <a:chExt cx="681850" cy="609601"/>
            </a:xfrm>
          </p:grpSpPr>
          <p:sp>
            <p:nvSpPr>
              <p:cNvPr id="1916" name="Shape 1863"/>
              <p:cNvSpPr/>
              <p:nvPr/>
            </p:nvSpPr>
            <p:spPr>
              <a:xfrm>
                <a:off x="0" y="0"/>
                <a:ext cx="609602" cy="6096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17" name="Shape 1864"/>
              <p:cNvSpPr txBox="1"/>
              <p:nvPr/>
            </p:nvSpPr>
            <p:spPr>
              <a:xfrm>
                <a:off x="46848" y="42334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921" name="Group 1868"/>
            <p:cNvGrpSpPr/>
            <p:nvPr/>
          </p:nvGrpSpPr>
          <p:grpSpPr>
            <a:xfrm>
              <a:off x="751840" y="946008"/>
              <a:ext cx="681851" cy="609603"/>
              <a:chOff x="0" y="0"/>
              <a:chExt cx="681850" cy="609601"/>
            </a:xfrm>
          </p:grpSpPr>
          <p:sp>
            <p:nvSpPr>
              <p:cNvPr id="1919" name="Shape 1866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20" name="Shape 1867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1924" name="Group 1871"/>
            <p:cNvGrpSpPr/>
            <p:nvPr/>
          </p:nvGrpSpPr>
          <p:grpSpPr>
            <a:xfrm>
              <a:off x="751840" y="1971040"/>
              <a:ext cx="694551" cy="609603"/>
              <a:chOff x="0" y="0"/>
              <a:chExt cx="694550" cy="609601"/>
            </a:xfrm>
          </p:grpSpPr>
          <p:sp>
            <p:nvSpPr>
              <p:cNvPr id="1922" name="Shape 1869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23" name="Shape 1870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927" name="Group 1874"/>
            <p:cNvGrpSpPr/>
            <p:nvPr/>
          </p:nvGrpSpPr>
          <p:grpSpPr>
            <a:xfrm>
              <a:off x="0" y="2959947"/>
              <a:ext cx="752125" cy="609603"/>
              <a:chOff x="0" y="0"/>
              <a:chExt cx="752124" cy="609601"/>
            </a:xfrm>
          </p:grpSpPr>
          <p:sp>
            <p:nvSpPr>
              <p:cNvPr id="1925" name="Shape 1872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26" name="Shape 1873"/>
              <p:cNvSpPr txBox="1"/>
              <p:nvPr/>
            </p:nvSpPr>
            <p:spPr>
              <a:xfrm>
                <a:off x="117122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1930" name="Group 1877"/>
            <p:cNvGrpSpPr/>
            <p:nvPr/>
          </p:nvGrpSpPr>
          <p:grpSpPr>
            <a:xfrm>
              <a:off x="796995" y="2959947"/>
              <a:ext cx="725597" cy="609603"/>
              <a:chOff x="0" y="0"/>
              <a:chExt cx="725595" cy="609601"/>
            </a:xfrm>
          </p:grpSpPr>
          <p:sp>
            <p:nvSpPr>
              <p:cNvPr id="1928" name="Shape 1875"/>
              <p:cNvSpPr/>
              <p:nvPr/>
            </p:nvSpPr>
            <p:spPr>
              <a:xfrm>
                <a:off x="0" y="0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29" name="Shape 1876"/>
              <p:cNvSpPr txBox="1"/>
              <p:nvPr/>
            </p:nvSpPr>
            <p:spPr>
              <a:xfrm>
                <a:off x="90592" y="29634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1933" name="Group 1880"/>
            <p:cNvGrpSpPr/>
            <p:nvPr/>
          </p:nvGrpSpPr>
          <p:grpSpPr>
            <a:xfrm>
              <a:off x="1573671" y="2959947"/>
              <a:ext cx="697092" cy="609603"/>
              <a:chOff x="0" y="0"/>
              <a:chExt cx="697091" cy="609601"/>
            </a:xfrm>
          </p:grpSpPr>
          <p:sp>
            <p:nvSpPr>
              <p:cNvPr id="1931" name="Shape 1878"/>
              <p:cNvSpPr/>
              <p:nvPr/>
            </p:nvSpPr>
            <p:spPr>
              <a:xfrm>
                <a:off x="-1" y="0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1932" name="Shape 1879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Shape 1883"/>
          <p:cNvSpPr txBox="1"/>
          <p:nvPr/>
        </p:nvSpPr>
        <p:spPr>
          <a:xfrm>
            <a:off x="1961844" y="29492"/>
            <a:ext cx="8827394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遍历的对应关系</a:t>
            </a:r>
          </a:p>
        </p:txBody>
      </p:sp>
      <p:sp>
        <p:nvSpPr>
          <p:cNvPr id="1937" name="Shape 1884"/>
          <p:cNvSpPr txBox="1"/>
          <p:nvPr/>
        </p:nvSpPr>
        <p:spPr>
          <a:xfrm>
            <a:off x="2082800" y="3020905"/>
            <a:ext cx="2477289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</a:defRPr>
            </a:lvl1pPr>
          </a:lstStyle>
          <a:p>
            <a:pPr/>
            <a:r>
              <a:t>先根遍历</a:t>
            </a:r>
          </a:p>
        </p:txBody>
      </p:sp>
      <p:sp>
        <p:nvSpPr>
          <p:cNvPr id="1938" name="Shape 1885"/>
          <p:cNvSpPr txBox="1"/>
          <p:nvPr/>
        </p:nvSpPr>
        <p:spPr>
          <a:xfrm>
            <a:off x="2082800" y="4249137"/>
            <a:ext cx="242119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</a:defRPr>
            </a:lvl1pPr>
          </a:lstStyle>
          <a:p>
            <a:pPr/>
            <a:r>
              <a:t>后根遍历</a:t>
            </a:r>
          </a:p>
        </p:txBody>
      </p:sp>
      <p:sp>
        <p:nvSpPr>
          <p:cNvPr id="1939" name="Shape 1886"/>
          <p:cNvSpPr txBox="1"/>
          <p:nvPr/>
        </p:nvSpPr>
        <p:spPr>
          <a:xfrm>
            <a:off x="2609991" y="1991360"/>
            <a:ext cx="12700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</a:defRPr>
            </a:lvl1pPr>
          </a:lstStyle>
          <a:p>
            <a:pPr/>
            <a:r>
              <a:t>树</a:t>
            </a:r>
          </a:p>
        </p:txBody>
      </p:sp>
      <p:sp>
        <p:nvSpPr>
          <p:cNvPr id="1940" name="Shape 1887"/>
          <p:cNvSpPr txBox="1"/>
          <p:nvPr/>
        </p:nvSpPr>
        <p:spPr>
          <a:xfrm>
            <a:off x="8281528" y="1991360"/>
            <a:ext cx="27432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二叉树</a:t>
            </a:r>
          </a:p>
        </p:txBody>
      </p:sp>
      <p:sp>
        <p:nvSpPr>
          <p:cNvPr id="1941" name="Shape 1888"/>
          <p:cNvSpPr txBox="1"/>
          <p:nvPr/>
        </p:nvSpPr>
        <p:spPr>
          <a:xfrm>
            <a:off x="5375769" y="1991360"/>
            <a:ext cx="1638302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lvl1pPr>
          </a:lstStyle>
          <a:p>
            <a:pPr/>
            <a:r>
              <a:t>森林</a:t>
            </a:r>
          </a:p>
        </p:txBody>
      </p:sp>
      <p:sp>
        <p:nvSpPr>
          <p:cNvPr id="1942" name="Shape 1889"/>
          <p:cNvSpPr txBox="1"/>
          <p:nvPr/>
        </p:nvSpPr>
        <p:spPr>
          <a:xfrm>
            <a:off x="5048391" y="3020905"/>
            <a:ext cx="200090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lvl1pPr>
          </a:lstStyle>
          <a:p>
            <a:pPr/>
            <a:r>
              <a:t>先序遍历</a:t>
            </a:r>
          </a:p>
        </p:txBody>
      </p:sp>
      <p:sp>
        <p:nvSpPr>
          <p:cNvPr id="1943" name="Shape 1890"/>
          <p:cNvSpPr txBox="1"/>
          <p:nvPr/>
        </p:nvSpPr>
        <p:spPr>
          <a:xfrm>
            <a:off x="8077200" y="3020905"/>
            <a:ext cx="242119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先序遍历</a:t>
            </a:r>
          </a:p>
        </p:txBody>
      </p:sp>
      <p:sp>
        <p:nvSpPr>
          <p:cNvPr id="1944" name="Shape 1891"/>
          <p:cNvSpPr txBox="1"/>
          <p:nvPr/>
        </p:nvSpPr>
        <p:spPr>
          <a:xfrm>
            <a:off x="5048391" y="4249137"/>
            <a:ext cx="2345267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1C1C1C"/>
                </a:solidFill>
                <a:uFill>
                  <a:solidFill>
                    <a:srgbClr val="1C1C1C"/>
                  </a:solidFill>
                </a:uFill>
              </a:defRPr>
            </a:lvl1pPr>
          </a:lstStyle>
          <a:p>
            <a:pPr/>
            <a:r>
              <a:t>中序遍历</a:t>
            </a:r>
          </a:p>
        </p:txBody>
      </p:sp>
      <p:sp>
        <p:nvSpPr>
          <p:cNvPr id="1945" name="Shape 1892"/>
          <p:cNvSpPr txBox="1"/>
          <p:nvPr/>
        </p:nvSpPr>
        <p:spPr>
          <a:xfrm>
            <a:off x="8077200" y="4249137"/>
            <a:ext cx="2421190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0"/>
              </a:spcBef>
              <a:defRPr sz="36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</a:defRPr>
            </a:lvl1pPr>
          </a:lstStyle>
          <a:p>
            <a:pPr/>
            <a:r>
              <a:t>中序遍历</a:t>
            </a:r>
          </a:p>
        </p:txBody>
      </p:sp>
      <p:sp>
        <p:nvSpPr>
          <p:cNvPr id="1946" name="Shape 1893"/>
          <p:cNvSpPr/>
          <p:nvPr/>
        </p:nvSpPr>
        <p:spPr>
          <a:xfrm>
            <a:off x="7734299" y="1381760"/>
            <a:ext cx="2260" cy="5389317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7" name="Shape 1894"/>
          <p:cNvSpPr/>
          <p:nvPr/>
        </p:nvSpPr>
        <p:spPr>
          <a:xfrm>
            <a:off x="4863252" y="1381760"/>
            <a:ext cx="2261" cy="5389317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Shape 1896"/>
          <p:cNvSpPr txBox="1"/>
          <p:nvPr/>
        </p:nvSpPr>
        <p:spPr>
          <a:xfrm>
            <a:off x="2324100" y="42192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求树的深度</a:t>
            </a:r>
          </a:p>
        </p:txBody>
      </p:sp>
      <p:grpSp>
        <p:nvGrpSpPr>
          <p:cNvPr id="1970" name="Group 1917"/>
          <p:cNvGrpSpPr/>
          <p:nvPr/>
        </p:nvGrpSpPr>
        <p:grpSpPr>
          <a:xfrm>
            <a:off x="9268176" y="1849068"/>
            <a:ext cx="3136058" cy="2820019"/>
            <a:chOff x="0" y="0"/>
            <a:chExt cx="3136056" cy="2820017"/>
          </a:xfrm>
        </p:grpSpPr>
        <p:sp>
          <p:nvSpPr>
            <p:cNvPr id="1950" name="Shape 1897"/>
            <p:cNvSpPr/>
            <p:nvPr/>
          </p:nvSpPr>
          <p:spPr>
            <a:xfrm>
              <a:off x="2799645" y="1571464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51" name="Shape 1898"/>
            <p:cNvSpPr/>
            <p:nvPr/>
          </p:nvSpPr>
          <p:spPr>
            <a:xfrm>
              <a:off x="1792676" y="718024"/>
              <a:ext cx="2260" cy="5915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52" name="Shape 1899"/>
            <p:cNvSpPr/>
            <p:nvPr/>
          </p:nvSpPr>
          <p:spPr>
            <a:xfrm>
              <a:off x="2016196" y="475031"/>
              <a:ext cx="783451" cy="10668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53" name="Shape 1900"/>
            <p:cNvSpPr/>
            <p:nvPr/>
          </p:nvSpPr>
          <p:spPr>
            <a:xfrm>
              <a:off x="896338" y="1571464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54" name="Shape 1901"/>
            <p:cNvSpPr/>
            <p:nvPr/>
          </p:nvSpPr>
          <p:spPr>
            <a:xfrm flipH="1">
              <a:off x="386080" y="1571464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55" name="Shape 1902"/>
            <p:cNvSpPr/>
            <p:nvPr/>
          </p:nvSpPr>
          <p:spPr>
            <a:xfrm flipH="1">
              <a:off x="896339" y="598362"/>
              <a:ext cx="670562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56" name="Shape 1903"/>
            <p:cNvSpPr/>
            <p:nvPr/>
          </p:nvSpPr>
          <p:spPr>
            <a:xfrm>
              <a:off x="1456266" y="6823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57" name="Shape 1904"/>
            <p:cNvSpPr/>
            <p:nvPr/>
          </p:nvSpPr>
          <p:spPr>
            <a:xfrm>
              <a:off x="1456266" y="1063464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58" name="Shape 1905"/>
            <p:cNvSpPr/>
            <p:nvPr/>
          </p:nvSpPr>
          <p:spPr>
            <a:xfrm>
              <a:off x="896338" y="2111073"/>
              <a:ext cx="670563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59" name="Shape 1906"/>
            <p:cNvSpPr/>
            <p:nvPr/>
          </p:nvSpPr>
          <p:spPr>
            <a:xfrm>
              <a:off x="0" y="2111073"/>
              <a:ext cx="672819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60" name="Shape 1907"/>
            <p:cNvSpPr/>
            <p:nvPr/>
          </p:nvSpPr>
          <p:spPr>
            <a:xfrm>
              <a:off x="447040" y="1063464"/>
              <a:ext cx="672819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61" name="Shape 1908"/>
            <p:cNvSpPr/>
            <p:nvPr/>
          </p:nvSpPr>
          <p:spPr>
            <a:xfrm>
              <a:off x="2463236" y="1063464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62" name="Shape 1909"/>
            <p:cNvSpPr/>
            <p:nvPr/>
          </p:nvSpPr>
          <p:spPr>
            <a:xfrm>
              <a:off x="2463236" y="2111073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63" name="Shape 1910"/>
            <p:cNvSpPr txBox="1"/>
            <p:nvPr/>
          </p:nvSpPr>
          <p:spPr>
            <a:xfrm>
              <a:off x="533068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964" name="Shape 1911"/>
            <p:cNvSpPr txBox="1"/>
            <p:nvPr/>
          </p:nvSpPr>
          <p:spPr>
            <a:xfrm>
              <a:off x="1541166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965" name="Shape 1912"/>
            <p:cNvSpPr txBox="1"/>
            <p:nvPr/>
          </p:nvSpPr>
          <p:spPr>
            <a:xfrm>
              <a:off x="2532564" y="1057769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966" name="Shape 1913"/>
            <p:cNvSpPr txBox="1"/>
            <p:nvPr/>
          </p:nvSpPr>
          <p:spPr>
            <a:xfrm>
              <a:off x="97319" y="2103120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967" name="Shape 1914"/>
            <p:cNvSpPr txBox="1"/>
            <p:nvPr/>
          </p:nvSpPr>
          <p:spPr>
            <a:xfrm>
              <a:off x="1006853" y="2103120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968" name="Shape 1915"/>
            <p:cNvSpPr txBox="1"/>
            <p:nvPr/>
          </p:nvSpPr>
          <p:spPr>
            <a:xfrm>
              <a:off x="2514501" y="2080542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969" name="Shape 1916"/>
            <p:cNvSpPr txBox="1"/>
            <p:nvPr/>
          </p:nvSpPr>
          <p:spPr>
            <a:xfrm>
              <a:off x="1527852" y="0"/>
              <a:ext cx="520619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1971" name="Shape 1918"/>
          <p:cNvSpPr txBox="1"/>
          <p:nvPr/>
        </p:nvSpPr>
        <p:spPr>
          <a:xfrm>
            <a:off x="371686" y="1419294"/>
            <a:ext cx="10871201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1、如果为空，则树的深度为0</a:t>
            </a:r>
          </a:p>
        </p:txBody>
      </p:sp>
      <p:sp>
        <p:nvSpPr>
          <p:cNvPr id="1972" name="Shape 1919"/>
          <p:cNvSpPr txBox="1"/>
          <p:nvPr/>
        </p:nvSpPr>
        <p:spPr>
          <a:xfrm>
            <a:off x="371686" y="2442068"/>
            <a:ext cx="10871201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2、否则，求出每棵子树的深度</a:t>
            </a:r>
          </a:p>
        </p:txBody>
      </p:sp>
      <p:sp>
        <p:nvSpPr>
          <p:cNvPr id="1973" name="Shape 1920"/>
          <p:cNvSpPr txBox="1"/>
          <p:nvPr/>
        </p:nvSpPr>
        <p:spPr>
          <a:xfrm>
            <a:off x="371686" y="3568698"/>
            <a:ext cx="8509001" cy="160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  <a:defRPr sz="3800"/>
            </a:lvl1pPr>
          </a:lstStyle>
          <a:p>
            <a:pPr/>
            <a:r>
              <a:t>3、从所有子树的深度中取最大，然后加1，即为树的深度。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72" grpId="2"/>
      <p:bldP build="whole" bldLvl="1" animBg="1" rev="0" advAuto="0" spid="1973" grpId="3"/>
      <p:bldP build="whole" bldLvl="1" animBg="1" rev="0" advAuto="0" spid="1971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Shape 1922"/>
          <p:cNvSpPr txBox="1"/>
          <p:nvPr/>
        </p:nvSpPr>
        <p:spPr>
          <a:xfrm>
            <a:off x="1542556" y="1006531"/>
            <a:ext cx="10871202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int Depth(Tree T){//只考虑逻辑结构</a:t>
            </a:r>
          </a:p>
        </p:txBody>
      </p:sp>
      <p:sp>
        <p:nvSpPr>
          <p:cNvPr id="1976" name="Shape 1923"/>
          <p:cNvSpPr txBox="1"/>
          <p:nvPr/>
        </p:nvSpPr>
        <p:spPr>
          <a:xfrm>
            <a:off x="2258272" y="2029305"/>
            <a:ext cx="5740402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if(!T) return(0);</a:t>
            </a:r>
          </a:p>
        </p:txBody>
      </p:sp>
      <p:sp>
        <p:nvSpPr>
          <p:cNvPr id="1977" name="Shape 1924"/>
          <p:cNvSpPr txBox="1"/>
          <p:nvPr/>
        </p:nvSpPr>
        <p:spPr>
          <a:xfrm>
            <a:off x="1849614" y="3054336"/>
            <a:ext cx="6972302" cy="7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defRPr sz="3800"/>
            </a:pPr>
            <a:r>
              <a:t>   for(p=T</a:t>
            </a:r>
            <a:r>
              <a:rPr baseline="-20000"/>
              <a:t>1</a:t>
            </a:r>
            <a:r>
              <a:t>,T</a:t>
            </a:r>
            <a:r>
              <a:rPr baseline="-20000"/>
              <a:t>2</a:t>
            </a:r>
            <a:r>
              <a:t>,…T</a:t>
            </a:r>
            <a:r>
              <a:rPr baseline="-20000"/>
              <a:t>n</a:t>
            </a:r>
            <a:r>
              <a:t>){//每棵子树</a:t>
            </a:r>
          </a:p>
        </p:txBody>
      </p:sp>
      <p:sp>
        <p:nvSpPr>
          <p:cNvPr id="1978" name="Shape 1925"/>
          <p:cNvSpPr txBox="1"/>
          <p:nvPr/>
        </p:nvSpPr>
        <p:spPr>
          <a:xfrm>
            <a:off x="2770788" y="3975509"/>
            <a:ext cx="6972302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   d[p]=Depth(p)</a:t>
            </a:r>
          </a:p>
        </p:txBody>
      </p:sp>
      <p:sp>
        <p:nvSpPr>
          <p:cNvPr id="1979" name="Shape 1926"/>
          <p:cNvSpPr txBox="1"/>
          <p:nvPr/>
        </p:nvSpPr>
        <p:spPr>
          <a:xfrm>
            <a:off x="1849614" y="4876362"/>
            <a:ext cx="6972302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   a=max(d[1],d[2],…d[n])</a:t>
            </a:r>
          </a:p>
        </p:txBody>
      </p:sp>
      <p:sp>
        <p:nvSpPr>
          <p:cNvPr id="1980" name="Shape 1927"/>
          <p:cNvSpPr txBox="1"/>
          <p:nvPr/>
        </p:nvSpPr>
        <p:spPr>
          <a:xfrm>
            <a:off x="1849614" y="5797535"/>
            <a:ext cx="6972302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   return(a+1)</a:t>
            </a:r>
          </a:p>
        </p:txBody>
      </p:sp>
      <p:sp>
        <p:nvSpPr>
          <p:cNvPr id="1981" name="Shape 1928"/>
          <p:cNvSpPr txBox="1"/>
          <p:nvPr/>
        </p:nvSpPr>
        <p:spPr>
          <a:xfrm>
            <a:off x="1337099" y="6411651"/>
            <a:ext cx="6972302" cy="6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800"/>
            </a:lvl1pPr>
          </a:lstStyle>
          <a:p>
            <a:pPr/>
            <a:r>
              <a:t>   }</a:t>
            </a:r>
          </a:p>
        </p:txBody>
      </p:sp>
      <p:sp>
        <p:nvSpPr>
          <p:cNvPr id="1982" name="Shape 1929"/>
          <p:cNvSpPr txBox="1"/>
          <p:nvPr/>
        </p:nvSpPr>
        <p:spPr>
          <a:xfrm>
            <a:off x="2298700" y="42192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求树的深度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4" name="Group 1959"/>
          <p:cNvGrpSpPr/>
          <p:nvPr/>
        </p:nvGrpSpPr>
        <p:grpSpPr>
          <a:xfrm>
            <a:off x="1986646" y="1238672"/>
            <a:ext cx="2927536" cy="2656590"/>
            <a:chOff x="0" y="0"/>
            <a:chExt cx="2927535" cy="2656589"/>
          </a:xfrm>
        </p:grpSpPr>
        <p:sp>
          <p:nvSpPr>
            <p:cNvPr id="1984" name="Shape 1939"/>
            <p:cNvSpPr/>
            <p:nvPr/>
          </p:nvSpPr>
          <p:spPr>
            <a:xfrm>
              <a:off x="2613492" y="1480393"/>
              <a:ext cx="2110" cy="669986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85" name="Shape 1940"/>
            <p:cNvSpPr/>
            <p:nvPr/>
          </p:nvSpPr>
          <p:spPr>
            <a:xfrm>
              <a:off x="1673478" y="676412"/>
              <a:ext cx="2109" cy="55725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86" name="Shape 1941"/>
            <p:cNvSpPr/>
            <p:nvPr/>
          </p:nvSpPr>
          <p:spPr>
            <a:xfrm>
              <a:off x="1882135" y="453084"/>
              <a:ext cx="731359" cy="100497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87" name="Shape 1942"/>
            <p:cNvSpPr/>
            <p:nvPr/>
          </p:nvSpPr>
          <p:spPr>
            <a:xfrm>
              <a:off x="836738" y="1480393"/>
              <a:ext cx="314043" cy="66998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88" name="Shape 1943"/>
            <p:cNvSpPr/>
            <p:nvPr/>
          </p:nvSpPr>
          <p:spPr>
            <a:xfrm flipH="1">
              <a:off x="360408" y="1480393"/>
              <a:ext cx="267674" cy="66998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89" name="Shape 1944"/>
            <p:cNvSpPr/>
            <p:nvPr/>
          </p:nvSpPr>
          <p:spPr>
            <a:xfrm flipH="1">
              <a:off x="836738" y="563685"/>
              <a:ext cx="625976" cy="66998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90" name="Shape 1945"/>
            <p:cNvSpPr/>
            <p:nvPr/>
          </p:nvSpPr>
          <p:spPr>
            <a:xfrm>
              <a:off x="1359437" y="6428"/>
              <a:ext cx="625976" cy="669987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1" name="Shape 1946"/>
            <p:cNvSpPr/>
            <p:nvPr/>
          </p:nvSpPr>
          <p:spPr>
            <a:xfrm>
              <a:off x="1359437" y="1001833"/>
              <a:ext cx="625976" cy="669986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2" name="Shape 1947"/>
            <p:cNvSpPr/>
            <p:nvPr/>
          </p:nvSpPr>
          <p:spPr>
            <a:xfrm>
              <a:off x="836738" y="1988730"/>
              <a:ext cx="625977" cy="667860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3" name="Shape 1948"/>
            <p:cNvSpPr/>
            <p:nvPr/>
          </p:nvSpPr>
          <p:spPr>
            <a:xfrm>
              <a:off x="0" y="1988730"/>
              <a:ext cx="628082" cy="667860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4" name="Shape 1949"/>
            <p:cNvSpPr/>
            <p:nvPr/>
          </p:nvSpPr>
          <p:spPr>
            <a:xfrm>
              <a:off x="417314" y="1001833"/>
              <a:ext cx="628085" cy="669986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5" name="Shape 1950"/>
            <p:cNvSpPr/>
            <p:nvPr/>
          </p:nvSpPr>
          <p:spPr>
            <a:xfrm>
              <a:off x="2299451" y="1001833"/>
              <a:ext cx="628085" cy="669986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6" name="Shape 1951"/>
            <p:cNvSpPr/>
            <p:nvPr/>
          </p:nvSpPr>
          <p:spPr>
            <a:xfrm>
              <a:off x="2299451" y="1988730"/>
              <a:ext cx="628085" cy="667860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1997" name="Shape 1952"/>
            <p:cNvSpPr txBox="1"/>
            <p:nvPr/>
          </p:nvSpPr>
          <p:spPr>
            <a:xfrm>
              <a:off x="497622" y="996468"/>
              <a:ext cx="461145" cy="60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998" name="Shape 1953"/>
            <p:cNvSpPr txBox="1"/>
            <p:nvPr/>
          </p:nvSpPr>
          <p:spPr>
            <a:xfrm>
              <a:off x="1438691" y="996468"/>
              <a:ext cx="461144" cy="60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999" name="Shape 1954"/>
            <p:cNvSpPr txBox="1"/>
            <p:nvPr/>
          </p:nvSpPr>
          <p:spPr>
            <a:xfrm>
              <a:off x="2364169" y="996468"/>
              <a:ext cx="486001" cy="60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000" name="Shape 1955"/>
            <p:cNvSpPr txBox="1"/>
            <p:nvPr/>
          </p:nvSpPr>
          <p:spPr>
            <a:xfrm>
              <a:off x="90848" y="1981238"/>
              <a:ext cx="435847" cy="60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001" name="Shape 1956"/>
            <p:cNvSpPr txBox="1"/>
            <p:nvPr/>
          </p:nvSpPr>
          <p:spPr>
            <a:xfrm>
              <a:off x="939905" y="1981238"/>
              <a:ext cx="411210" cy="60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002" name="Shape 1957"/>
            <p:cNvSpPr txBox="1"/>
            <p:nvPr/>
          </p:nvSpPr>
          <p:spPr>
            <a:xfrm>
              <a:off x="2347308" y="1959968"/>
              <a:ext cx="486001" cy="60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2003" name="Shape 1958"/>
            <p:cNvSpPr txBox="1"/>
            <p:nvPr/>
          </p:nvSpPr>
          <p:spPr>
            <a:xfrm>
              <a:off x="1426262" y="0"/>
              <a:ext cx="486002" cy="60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2023" name="Group 1978"/>
          <p:cNvGrpSpPr/>
          <p:nvPr/>
        </p:nvGrpSpPr>
        <p:grpSpPr>
          <a:xfrm>
            <a:off x="7150804" y="1004400"/>
            <a:ext cx="3326553" cy="3462707"/>
            <a:chOff x="0" y="0"/>
            <a:chExt cx="3326552" cy="3462705"/>
          </a:xfrm>
        </p:grpSpPr>
        <p:sp>
          <p:nvSpPr>
            <p:cNvPr id="2005" name="Shape 1960"/>
            <p:cNvSpPr/>
            <p:nvPr/>
          </p:nvSpPr>
          <p:spPr>
            <a:xfrm>
              <a:off x="373953" y="1650974"/>
              <a:ext cx="658764" cy="57927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06" name="Shape 1961"/>
            <p:cNvSpPr/>
            <p:nvPr/>
          </p:nvSpPr>
          <p:spPr>
            <a:xfrm flipH="1">
              <a:off x="2226597" y="2497913"/>
              <a:ext cx="662794" cy="579275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07" name="Shape 1962"/>
            <p:cNvSpPr/>
            <p:nvPr/>
          </p:nvSpPr>
          <p:spPr>
            <a:xfrm flipH="1">
              <a:off x="290601" y="348607"/>
              <a:ext cx="1537115" cy="1352307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08" name="Shape 1963"/>
            <p:cNvSpPr/>
            <p:nvPr/>
          </p:nvSpPr>
          <p:spPr>
            <a:xfrm>
              <a:off x="1371162" y="1071701"/>
              <a:ext cx="1762746" cy="146616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09" name="Shape 1964"/>
            <p:cNvSpPr/>
            <p:nvPr/>
          </p:nvSpPr>
          <p:spPr>
            <a:xfrm>
              <a:off x="818416" y="608282"/>
              <a:ext cx="662794" cy="577279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10" name="Shape 1965"/>
            <p:cNvSpPr/>
            <p:nvPr/>
          </p:nvSpPr>
          <p:spPr>
            <a:xfrm>
              <a:off x="2667787" y="2092421"/>
              <a:ext cx="658766" cy="58127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11" name="Shape 1966"/>
            <p:cNvSpPr/>
            <p:nvPr/>
          </p:nvSpPr>
          <p:spPr>
            <a:xfrm>
              <a:off x="1737058" y="1357343"/>
              <a:ext cx="662793" cy="581272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12" name="Shape 1967"/>
            <p:cNvSpPr/>
            <p:nvPr/>
          </p:nvSpPr>
          <p:spPr>
            <a:xfrm>
              <a:off x="-1" y="1369328"/>
              <a:ext cx="658765" cy="577277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13" name="Shape 1968"/>
            <p:cNvSpPr txBox="1"/>
            <p:nvPr/>
          </p:nvSpPr>
          <p:spPr>
            <a:xfrm>
              <a:off x="940505" y="603243"/>
              <a:ext cx="440777" cy="5661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014" name="Shape 1969"/>
            <p:cNvSpPr txBox="1"/>
            <p:nvPr/>
          </p:nvSpPr>
          <p:spPr>
            <a:xfrm>
              <a:off x="1859146" y="1334327"/>
              <a:ext cx="440777" cy="5661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015" name="Shape 1970"/>
            <p:cNvSpPr txBox="1"/>
            <p:nvPr/>
          </p:nvSpPr>
          <p:spPr>
            <a:xfrm>
              <a:off x="113528" y="1324339"/>
              <a:ext cx="416596" cy="5661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016" name="Shape 1971"/>
            <p:cNvSpPr txBox="1"/>
            <p:nvPr/>
          </p:nvSpPr>
          <p:spPr>
            <a:xfrm>
              <a:off x="2760872" y="2051428"/>
              <a:ext cx="464536" cy="5661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017" name="Shape 1972"/>
            <p:cNvSpPr/>
            <p:nvPr/>
          </p:nvSpPr>
          <p:spPr>
            <a:xfrm>
              <a:off x="1789437" y="2885427"/>
              <a:ext cx="658764" cy="577279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18" name="Shape 1973"/>
            <p:cNvSpPr txBox="1"/>
            <p:nvPr/>
          </p:nvSpPr>
          <p:spPr>
            <a:xfrm>
              <a:off x="1881515" y="2840439"/>
              <a:ext cx="464536" cy="5661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2019" name="Shape 1974"/>
            <p:cNvSpPr/>
            <p:nvPr/>
          </p:nvSpPr>
          <p:spPr>
            <a:xfrm>
              <a:off x="919145" y="2136865"/>
              <a:ext cx="658764" cy="581274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20" name="Shape 1975"/>
            <p:cNvSpPr txBox="1"/>
            <p:nvPr/>
          </p:nvSpPr>
          <p:spPr>
            <a:xfrm>
              <a:off x="1045959" y="2111352"/>
              <a:ext cx="393047" cy="5661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021" name="Shape 1976"/>
            <p:cNvSpPr/>
            <p:nvPr/>
          </p:nvSpPr>
          <p:spPr>
            <a:xfrm>
              <a:off x="1831742" y="19021"/>
              <a:ext cx="662794" cy="577277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022" name="Shape 1977"/>
            <p:cNvSpPr txBox="1"/>
            <p:nvPr/>
          </p:nvSpPr>
          <p:spPr>
            <a:xfrm>
              <a:off x="1945981" y="0"/>
              <a:ext cx="464536" cy="5661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sp>
        <p:nvSpPr>
          <p:cNvPr id="2024" name="Shape 1979"/>
          <p:cNvSpPr txBox="1"/>
          <p:nvPr/>
        </p:nvSpPr>
        <p:spPr>
          <a:xfrm>
            <a:off x="2286000" y="29492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求树的深度</a:t>
            </a:r>
          </a:p>
        </p:txBody>
      </p:sp>
      <p:grpSp>
        <p:nvGrpSpPr>
          <p:cNvPr id="2074" name="成组"/>
          <p:cNvGrpSpPr/>
          <p:nvPr/>
        </p:nvGrpSpPr>
        <p:grpSpPr>
          <a:xfrm>
            <a:off x="6254840" y="4739778"/>
            <a:ext cx="6420700" cy="4862424"/>
            <a:chOff x="0" y="0"/>
            <a:chExt cx="6420698" cy="4862422"/>
          </a:xfrm>
        </p:grpSpPr>
        <p:grpSp>
          <p:nvGrpSpPr>
            <p:cNvPr id="2027" name="Group 1629"/>
            <p:cNvGrpSpPr/>
            <p:nvPr/>
          </p:nvGrpSpPr>
          <p:grpSpPr>
            <a:xfrm>
              <a:off x="2918509" y="480633"/>
              <a:ext cx="1789695" cy="729898"/>
              <a:chOff x="0" y="0"/>
              <a:chExt cx="1789694" cy="729897"/>
            </a:xfrm>
          </p:grpSpPr>
          <p:sp>
            <p:nvSpPr>
              <p:cNvPr id="2025" name="Shape 1627"/>
              <p:cNvSpPr/>
              <p:nvPr/>
            </p:nvSpPr>
            <p:spPr>
              <a:xfrm>
                <a:off x="-1" y="95784"/>
                <a:ext cx="1789695" cy="548491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>
                  <a:defRPr b="1" sz="3400"/>
                </a:pPr>
              </a:p>
            </p:txBody>
          </p:sp>
          <p:sp>
            <p:nvSpPr>
              <p:cNvPr id="2026" name="Shape 1628"/>
              <p:cNvSpPr txBox="1"/>
              <p:nvPr/>
            </p:nvSpPr>
            <p:spPr>
              <a:xfrm>
                <a:off x="611120" y="-1"/>
                <a:ext cx="567449" cy="7298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>
                  <a:spcBef>
                    <a:spcPts val="0"/>
                  </a:spcBef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028" name="Shape 1630"/>
            <p:cNvSpPr/>
            <p:nvPr/>
          </p:nvSpPr>
          <p:spPr>
            <a:xfrm>
              <a:off x="3365425" y="576418"/>
              <a:ext cx="2034" cy="548489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29" name="Shape 1631"/>
            <p:cNvSpPr/>
            <p:nvPr/>
          </p:nvSpPr>
          <p:spPr>
            <a:xfrm>
              <a:off x="4261285" y="576418"/>
              <a:ext cx="2034" cy="548489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grpSp>
          <p:nvGrpSpPr>
            <p:cNvPr id="2032" name="Group 1634"/>
            <p:cNvGrpSpPr/>
            <p:nvPr/>
          </p:nvGrpSpPr>
          <p:grpSpPr>
            <a:xfrm>
              <a:off x="3686391" y="4132525"/>
              <a:ext cx="1789694" cy="729898"/>
              <a:chOff x="0" y="0"/>
              <a:chExt cx="1789693" cy="729897"/>
            </a:xfrm>
          </p:grpSpPr>
          <p:sp>
            <p:nvSpPr>
              <p:cNvPr id="2030" name="Shape 1632"/>
              <p:cNvSpPr/>
              <p:nvPr/>
            </p:nvSpPr>
            <p:spPr>
              <a:xfrm>
                <a:off x="-1" y="92229"/>
                <a:ext cx="1789695" cy="548491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>
                  <a:defRPr b="1" sz="3400"/>
                </a:pPr>
              </a:p>
            </p:txBody>
          </p:sp>
          <p:sp>
            <p:nvSpPr>
              <p:cNvPr id="2031" name="Shape 1633"/>
              <p:cNvSpPr txBox="1"/>
              <p:nvPr/>
            </p:nvSpPr>
            <p:spPr>
              <a:xfrm>
                <a:off x="595221" y="0"/>
                <a:ext cx="599251" cy="7298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>
                  <a:spcBef>
                    <a:spcPts val="0"/>
                  </a:spcBef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2033" name="Shape 1635"/>
            <p:cNvSpPr/>
            <p:nvPr/>
          </p:nvSpPr>
          <p:spPr>
            <a:xfrm>
              <a:off x="4123147" y="4206471"/>
              <a:ext cx="2034" cy="548489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34" name="Shape 1636"/>
            <p:cNvSpPr/>
            <p:nvPr/>
          </p:nvSpPr>
          <p:spPr>
            <a:xfrm>
              <a:off x="5029166" y="4224754"/>
              <a:ext cx="2033" cy="548488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35" name="Shape 1637"/>
            <p:cNvSpPr txBox="1"/>
            <p:nvPr/>
          </p:nvSpPr>
          <p:spPr>
            <a:xfrm>
              <a:off x="3712037" y="4289760"/>
              <a:ext cx="385524" cy="45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>
                <a:spcBef>
                  <a:spcPts val="0"/>
                </a:spcBef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036" name="Shape 1638"/>
            <p:cNvSpPr txBox="1"/>
            <p:nvPr/>
          </p:nvSpPr>
          <p:spPr>
            <a:xfrm>
              <a:off x="5035767" y="4261320"/>
              <a:ext cx="385524" cy="45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>
                <a:spcBef>
                  <a:spcPts val="0"/>
                </a:spcBef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39" name="Group 1641"/>
            <p:cNvGrpSpPr/>
            <p:nvPr/>
          </p:nvGrpSpPr>
          <p:grpSpPr>
            <a:xfrm>
              <a:off x="4631005" y="3238950"/>
              <a:ext cx="1789694" cy="729898"/>
              <a:chOff x="0" y="0"/>
              <a:chExt cx="1789693" cy="729897"/>
            </a:xfrm>
          </p:grpSpPr>
          <p:sp>
            <p:nvSpPr>
              <p:cNvPr id="2037" name="Shape 1639"/>
              <p:cNvSpPr/>
              <p:nvPr/>
            </p:nvSpPr>
            <p:spPr>
              <a:xfrm>
                <a:off x="-1" y="96038"/>
                <a:ext cx="1789695" cy="548490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>
                  <a:defRPr b="1" sz="3400"/>
                </a:pPr>
              </a:p>
            </p:txBody>
          </p:sp>
          <p:sp>
            <p:nvSpPr>
              <p:cNvPr id="2038" name="Shape 1640"/>
              <p:cNvSpPr txBox="1"/>
              <p:nvPr/>
            </p:nvSpPr>
            <p:spPr>
              <a:xfrm>
                <a:off x="611121" y="0"/>
                <a:ext cx="567449" cy="7298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>
                  <a:spcBef>
                    <a:spcPts val="0"/>
                  </a:spcBef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040" name="Shape 1642"/>
            <p:cNvSpPr/>
            <p:nvPr/>
          </p:nvSpPr>
          <p:spPr>
            <a:xfrm>
              <a:off x="5077920" y="3334987"/>
              <a:ext cx="2033" cy="548489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41" name="Shape 1643"/>
            <p:cNvSpPr/>
            <p:nvPr/>
          </p:nvSpPr>
          <p:spPr>
            <a:xfrm>
              <a:off x="5976066" y="3334987"/>
              <a:ext cx="2034" cy="548489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42" name="Shape 1644"/>
            <p:cNvSpPr txBox="1"/>
            <p:nvPr/>
          </p:nvSpPr>
          <p:spPr>
            <a:xfrm>
              <a:off x="5975812" y="3371553"/>
              <a:ext cx="385524" cy="4589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>
                <a:spcBef>
                  <a:spcPts val="0"/>
                </a:spcBef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45" name="Group 1647"/>
            <p:cNvGrpSpPr/>
            <p:nvPr/>
          </p:nvGrpSpPr>
          <p:grpSpPr>
            <a:xfrm>
              <a:off x="2902258" y="2428154"/>
              <a:ext cx="1782583" cy="729898"/>
              <a:chOff x="0" y="0"/>
              <a:chExt cx="1782581" cy="729897"/>
            </a:xfrm>
          </p:grpSpPr>
          <p:sp>
            <p:nvSpPr>
              <p:cNvPr id="2043" name="Shape 1645"/>
              <p:cNvSpPr/>
              <p:nvPr/>
            </p:nvSpPr>
            <p:spPr>
              <a:xfrm>
                <a:off x="-1" y="90198"/>
                <a:ext cx="1782583" cy="548490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>
                  <a:defRPr b="1" sz="3400"/>
                </a:pPr>
              </a:p>
            </p:txBody>
          </p:sp>
          <p:sp>
            <p:nvSpPr>
              <p:cNvPr id="2044" name="Shape 1646"/>
              <p:cNvSpPr txBox="1"/>
              <p:nvPr/>
            </p:nvSpPr>
            <p:spPr>
              <a:xfrm>
                <a:off x="610105" y="-1"/>
                <a:ext cx="567449" cy="7298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>
                  <a:spcBef>
                    <a:spcPts val="0"/>
                  </a:spcBef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2046" name="Shape 1648"/>
            <p:cNvSpPr/>
            <p:nvPr/>
          </p:nvSpPr>
          <p:spPr>
            <a:xfrm>
              <a:off x="3349173" y="2518352"/>
              <a:ext cx="2034" cy="548489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47" name="Shape 1649"/>
            <p:cNvSpPr/>
            <p:nvPr/>
          </p:nvSpPr>
          <p:spPr>
            <a:xfrm>
              <a:off x="4243001" y="2518352"/>
              <a:ext cx="2034" cy="548489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48" name="Shape 1650"/>
            <p:cNvSpPr txBox="1"/>
            <p:nvPr/>
          </p:nvSpPr>
          <p:spPr>
            <a:xfrm>
              <a:off x="2915716" y="2556949"/>
              <a:ext cx="385524" cy="45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>
                <a:spcBef>
                  <a:spcPts val="0"/>
                </a:spcBef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51" name="Group 1660"/>
            <p:cNvGrpSpPr/>
            <p:nvPr/>
          </p:nvGrpSpPr>
          <p:grpSpPr>
            <a:xfrm>
              <a:off x="1372591" y="1423725"/>
              <a:ext cx="1782582" cy="729898"/>
              <a:chOff x="0" y="0"/>
              <a:chExt cx="1782580" cy="729897"/>
            </a:xfrm>
          </p:grpSpPr>
          <p:sp>
            <p:nvSpPr>
              <p:cNvPr id="2049" name="Shape 1658"/>
              <p:cNvSpPr/>
              <p:nvPr/>
            </p:nvSpPr>
            <p:spPr>
              <a:xfrm>
                <a:off x="-1" y="96038"/>
                <a:ext cx="1782582" cy="546459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>
                  <a:defRPr b="1" sz="3400"/>
                </a:pPr>
              </a:p>
            </p:txBody>
          </p:sp>
          <p:sp>
            <p:nvSpPr>
              <p:cNvPr id="2050" name="Shape 1659"/>
              <p:cNvSpPr txBox="1"/>
              <p:nvPr/>
            </p:nvSpPr>
            <p:spPr>
              <a:xfrm>
                <a:off x="625866" y="-1"/>
                <a:ext cx="535924" cy="7298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>
                  <a:spcBef>
                    <a:spcPts val="0"/>
                  </a:spcBef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sp>
          <p:nvSpPr>
            <p:cNvPr id="2052" name="Shape 1661"/>
            <p:cNvSpPr/>
            <p:nvPr/>
          </p:nvSpPr>
          <p:spPr>
            <a:xfrm>
              <a:off x="1819507" y="1519763"/>
              <a:ext cx="2033" cy="546458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53" name="Shape 1662"/>
            <p:cNvSpPr/>
            <p:nvPr/>
          </p:nvSpPr>
          <p:spPr>
            <a:xfrm>
              <a:off x="2713336" y="1519763"/>
              <a:ext cx="2034" cy="546458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54" name="Shape 1664"/>
            <p:cNvSpPr/>
            <p:nvPr/>
          </p:nvSpPr>
          <p:spPr>
            <a:xfrm flipH="1">
              <a:off x="2207509" y="840504"/>
              <a:ext cx="952744" cy="660217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55" name="Shape 1665"/>
            <p:cNvSpPr/>
            <p:nvPr/>
          </p:nvSpPr>
          <p:spPr>
            <a:xfrm>
              <a:off x="3013987" y="1799226"/>
              <a:ext cx="889768" cy="688657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56" name="Shape 1667"/>
            <p:cNvSpPr/>
            <p:nvPr/>
          </p:nvSpPr>
          <p:spPr>
            <a:xfrm>
              <a:off x="4503024" y="2827130"/>
              <a:ext cx="830858" cy="483483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57" name="Shape 1668"/>
            <p:cNvSpPr/>
            <p:nvPr/>
          </p:nvSpPr>
          <p:spPr>
            <a:xfrm flipH="1">
              <a:off x="4614753" y="3626751"/>
              <a:ext cx="228539" cy="595212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58" name="Shape 1669"/>
            <p:cNvSpPr/>
            <p:nvPr/>
          </p:nvSpPr>
          <p:spPr>
            <a:xfrm>
              <a:off x="1667149" y="0"/>
              <a:ext cx="2045653" cy="542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800" y="164"/>
                    <a:pt x="15600" y="327"/>
                    <a:pt x="17280" y="1964"/>
                  </a:cubicBezTo>
                  <a:cubicBezTo>
                    <a:pt x="18960" y="3600"/>
                    <a:pt x="9360" y="6545"/>
                    <a:pt x="10080" y="9818"/>
                  </a:cubicBezTo>
                  <a:cubicBezTo>
                    <a:pt x="10800" y="13091"/>
                    <a:pt x="19680" y="19636"/>
                    <a:pt x="21600" y="21600"/>
                  </a:cubicBezTo>
                </a:path>
              </a:pathLst>
            </a:custGeom>
            <a:noFill/>
            <a:ln w="38100" cap="sq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>
                <a:defRPr b="1" sz="3400"/>
              </a:pPr>
            </a:p>
          </p:txBody>
        </p:sp>
        <p:grpSp>
          <p:nvGrpSpPr>
            <p:cNvPr id="2061" name="Group 1653"/>
            <p:cNvGrpSpPr/>
            <p:nvPr/>
          </p:nvGrpSpPr>
          <p:grpSpPr>
            <a:xfrm>
              <a:off x="0" y="2277489"/>
              <a:ext cx="1782582" cy="729898"/>
              <a:chOff x="0" y="0"/>
              <a:chExt cx="1782581" cy="729897"/>
            </a:xfrm>
          </p:grpSpPr>
          <p:sp>
            <p:nvSpPr>
              <p:cNvPr id="2059" name="Shape 1651"/>
              <p:cNvSpPr/>
              <p:nvPr/>
            </p:nvSpPr>
            <p:spPr>
              <a:xfrm>
                <a:off x="-1" y="93245"/>
                <a:ext cx="1782583" cy="546459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>
                  <a:defRPr b="1" sz="3400"/>
                </a:pPr>
              </a:p>
            </p:txBody>
          </p:sp>
          <p:sp>
            <p:nvSpPr>
              <p:cNvPr id="2060" name="Shape 1652"/>
              <p:cNvSpPr txBox="1"/>
              <p:nvPr/>
            </p:nvSpPr>
            <p:spPr>
              <a:xfrm>
                <a:off x="625868" y="0"/>
                <a:ext cx="535924" cy="7298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>
                  <a:spcBef>
                    <a:spcPts val="0"/>
                  </a:spcBef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sp>
          <p:nvSpPr>
            <p:cNvPr id="2062" name="Shape 1654"/>
            <p:cNvSpPr/>
            <p:nvPr/>
          </p:nvSpPr>
          <p:spPr>
            <a:xfrm>
              <a:off x="446914" y="2370732"/>
              <a:ext cx="2034" cy="546458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63" name="Shape 1655"/>
            <p:cNvSpPr/>
            <p:nvPr/>
          </p:nvSpPr>
          <p:spPr>
            <a:xfrm>
              <a:off x="1340744" y="2370732"/>
              <a:ext cx="2034" cy="546458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64" name="Shape 1656"/>
            <p:cNvSpPr txBox="1"/>
            <p:nvPr/>
          </p:nvSpPr>
          <p:spPr>
            <a:xfrm>
              <a:off x="54341" y="2403743"/>
              <a:ext cx="385524" cy="45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>
                <a:spcBef>
                  <a:spcPts val="0"/>
                </a:spcBef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grpSp>
          <p:nvGrpSpPr>
            <p:cNvPr id="2067" name="Group 1653"/>
            <p:cNvGrpSpPr/>
            <p:nvPr/>
          </p:nvGrpSpPr>
          <p:grpSpPr>
            <a:xfrm>
              <a:off x="893172" y="3383439"/>
              <a:ext cx="1782583" cy="729899"/>
              <a:chOff x="0" y="0"/>
              <a:chExt cx="1782581" cy="729897"/>
            </a:xfrm>
          </p:grpSpPr>
          <p:sp>
            <p:nvSpPr>
              <p:cNvPr id="2065" name="Shape 1651"/>
              <p:cNvSpPr/>
              <p:nvPr/>
            </p:nvSpPr>
            <p:spPr>
              <a:xfrm>
                <a:off x="-1" y="93245"/>
                <a:ext cx="1782583" cy="546459"/>
              </a:xfrm>
              <a:prstGeom prst="rect">
                <a:avLst/>
              </a:prstGeom>
              <a:solidFill>
                <a:srgbClr val="CAF2CE">
                  <a:alpha val="50195"/>
                </a:srgbClr>
              </a:solidFill>
              <a:ln w="25400" cap="sq">
                <a:solidFill>
                  <a:srgbClr val="1C1C1C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>
                  <a:defRPr b="1" sz="3400"/>
                </a:pPr>
              </a:p>
            </p:txBody>
          </p:sp>
          <p:sp>
            <p:nvSpPr>
              <p:cNvPr id="2066" name="Shape 1652"/>
              <p:cNvSpPr txBox="1"/>
              <p:nvPr/>
            </p:nvSpPr>
            <p:spPr>
              <a:xfrm>
                <a:off x="610104" y="-1"/>
                <a:ext cx="567449" cy="7298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marR="57797" indent="57797" algn="ctr">
                  <a:spcBef>
                    <a:spcPts val="0"/>
                  </a:spcBef>
                  <a:defRPr b="1" sz="5000">
                    <a:solidFill>
                      <a:srgbClr val="005400"/>
                    </a:solidFill>
                    <a:uFill>
                      <a:solidFill>
                        <a:srgbClr val="0054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2068" name="Shape 1654"/>
            <p:cNvSpPr/>
            <p:nvPr/>
          </p:nvSpPr>
          <p:spPr>
            <a:xfrm>
              <a:off x="1340087" y="3476684"/>
              <a:ext cx="2034" cy="546458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69" name="Shape 1655"/>
            <p:cNvSpPr/>
            <p:nvPr/>
          </p:nvSpPr>
          <p:spPr>
            <a:xfrm>
              <a:off x="2233916" y="3476684"/>
              <a:ext cx="2035" cy="546458"/>
            </a:xfrm>
            <a:prstGeom prst="line">
              <a:avLst/>
            </a:prstGeom>
            <a:noFill/>
            <a:ln w="127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70" name="Shape 1656"/>
            <p:cNvSpPr txBox="1"/>
            <p:nvPr/>
          </p:nvSpPr>
          <p:spPr>
            <a:xfrm>
              <a:off x="947513" y="3509695"/>
              <a:ext cx="385524" cy="45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>
                <a:spcBef>
                  <a:spcPts val="0"/>
                </a:spcBef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071" name="Shape 1657"/>
            <p:cNvSpPr txBox="1"/>
            <p:nvPr/>
          </p:nvSpPr>
          <p:spPr>
            <a:xfrm>
              <a:off x="2237725" y="3513251"/>
              <a:ext cx="385524" cy="45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>
                <a:spcBef>
                  <a:spcPts val="0"/>
                </a:spcBef>
                <a:defRPr sz="3400">
                  <a:solidFill>
                    <a:srgbClr val="FF3300"/>
                  </a:solidFill>
                  <a:uFill>
                    <a:solidFill>
                      <a:srgbClr val="FF3300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∧</a:t>
              </a:r>
            </a:p>
          </p:txBody>
        </p:sp>
        <p:sp>
          <p:nvSpPr>
            <p:cNvPr id="2072" name="Shape 1666"/>
            <p:cNvSpPr/>
            <p:nvPr/>
          </p:nvSpPr>
          <p:spPr>
            <a:xfrm>
              <a:off x="1580547" y="2658831"/>
              <a:ext cx="340532" cy="787386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  <p:sp>
          <p:nvSpPr>
            <p:cNvPr id="2073" name="Shape 1664"/>
            <p:cNvSpPr/>
            <p:nvPr/>
          </p:nvSpPr>
          <p:spPr>
            <a:xfrm flipH="1">
              <a:off x="816686" y="1852179"/>
              <a:ext cx="826238" cy="559640"/>
            </a:xfrm>
            <a:prstGeom prst="line">
              <a:avLst/>
            </a:prstGeom>
            <a:noFill/>
            <a:ln w="38100" cap="sq">
              <a:solidFill>
                <a:srgbClr val="0054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0" indent="57797" defTabSz="457200">
                <a:spcBef>
                  <a:spcPts val="0"/>
                </a:spcBef>
                <a:defRPr sz="2900">
                  <a:uFillTx/>
                </a:defRPr>
              </a:pPr>
            </a:p>
          </p:txBody>
        </p:sp>
      </p:grpSp>
      <p:sp>
        <p:nvSpPr>
          <p:cNvPr id="2075" name="线条"/>
          <p:cNvSpPr/>
          <p:nvPr/>
        </p:nvSpPr>
        <p:spPr>
          <a:xfrm>
            <a:off x="819046" y="4508564"/>
            <a:ext cx="11199622" cy="1"/>
          </a:xfrm>
          <a:prstGeom prst="line">
            <a:avLst/>
          </a:prstGeom>
          <a:ln w="381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逻辑结构"/>
          <p:cNvSpPr txBox="1"/>
          <p:nvPr/>
        </p:nvSpPr>
        <p:spPr>
          <a:xfrm>
            <a:off x="441000" y="1375338"/>
            <a:ext cx="15945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逻辑结构</a:t>
            </a:r>
          </a:p>
        </p:txBody>
      </p:sp>
      <p:sp>
        <p:nvSpPr>
          <p:cNvPr id="2077" name="存储结构"/>
          <p:cNvSpPr txBox="1"/>
          <p:nvPr/>
        </p:nvSpPr>
        <p:spPr>
          <a:xfrm>
            <a:off x="5690988" y="4572000"/>
            <a:ext cx="15945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存储结构</a:t>
            </a:r>
          </a:p>
        </p:txBody>
      </p:sp>
      <p:sp>
        <p:nvSpPr>
          <p:cNvPr id="2078" name="箭头"/>
          <p:cNvSpPr/>
          <p:nvPr/>
        </p:nvSpPr>
        <p:spPr>
          <a:xfrm>
            <a:off x="5137665" y="2247791"/>
            <a:ext cx="1789655" cy="899726"/>
          </a:xfrm>
          <a:prstGeom prst="rightArrow">
            <a:avLst>
              <a:gd name="adj1" fmla="val 32000"/>
              <a:gd name="adj2" fmla="val 8654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Shape 1979"/>
          <p:cNvSpPr txBox="1"/>
          <p:nvPr/>
        </p:nvSpPr>
        <p:spPr>
          <a:xfrm>
            <a:off x="2286000" y="29492"/>
            <a:ext cx="84328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求树的深度</a:t>
            </a:r>
          </a:p>
        </p:txBody>
      </p:sp>
      <p:sp>
        <p:nvSpPr>
          <p:cNvPr id="2081" name="public int treeDepth() {…"/>
          <p:cNvSpPr txBox="1"/>
          <p:nvPr/>
        </p:nvSpPr>
        <p:spPr>
          <a:xfrm>
            <a:off x="827075" y="1025345"/>
            <a:ext cx="6790433" cy="6578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treeDepth() {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treeDepth(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treeDepth(Node&lt;T&gt;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if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 ==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) 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    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0;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7E504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depth</a:t>
            </a:r>
            <a:r>
              <a:rPr>
                <a:solidFill>
                  <a:srgbClr val="000000"/>
                </a:solidFill>
              </a:rPr>
              <a:t> = 0;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lchild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7E504F"/>
                </a:solidFill>
              </a:rPr>
              <a:t>child</a:t>
            </a:r>
            <a:r>
              <a:rPr>
                <a:solidFill>
                  <a:srgbClr val="000000"/>
                </a:solidFill>
              </a:rPr>
              <a:t> !=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treeDepth(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7E504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(</a:t>
            </a:r>
            <a:r>
              <a:t>depth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t>tmp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7E504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depth</a:t>
            </a:r>
            <a:r>
              <a:rPr>
                <a:solidFill>
                  <a:srgbClr val="000000"/>
                </a:solidFill>
              </a:rPr>
              <a:t> = </a:t>
            </a:r>
            <a:r>
              <a:t>tmp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child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child</a:t>
            </a:r>
            <a:r>
              <a:rPr>
                <a:solidFill>
                  <a:srgbClr val="000000"/>
                </a:solidFill>
              </a:rPr>
              <a:t>.</a:t>
            </a:r>
            <a:r>
              <a:t>rchild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depth</a:t>
            </a:r>
            <a:r>
              <a:rPr>
                <a:solidFill>
                  <a:srgbClr val="000000"/>
                </a:solidFill>
              </a:rPr>
              <a:t> + 1;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6" name="Group 2024"/>
          <p:cNvGrpSpPr/>
          <p:nvPr/>
        </p:nvGrpSpPr>
        <p:grpSpPr>
          <a:xfrm>
            <a:off x="915809" y="1518073"/>
            <a:ext cx="3960711" cy="4513302"/>
            <a:chOff x="0" y="0"/>
            <a:chExt cx="3960709" cy="4513301"/>
          </a:xfrm>
        </p:grpSpPr>
        <p:sp>
          <p:nvSpPr>
            <p:cNvPr id="2083" name="Shape 1981"/>
            <p:cNvSpPr/>
            <p:nvPr/>
          </p:nvSpPr>
          <p:spPr>
            <a:xfrm flipH="1">
              <a:off x="853439" y="501226"/>
              <a:ext cx="715718" cy="679593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84" name="Shape 1982"/>
            <p:cNvSpPr/>
            <p:nvPr/>
          </p:nvSpPr>
          <p:spPr>
            <a:xfrm>
              <a:off x="1934915" y="340924"/>
              <a:ext cx="715718" cy="7157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85" name="Shape 1983"/>
            <p:cNvSpPr/>
            <p:nvPr/>
          </p:nvSpPr>
          <p:spPr>
            <a:xfrm flipH="1">
              <a:off x="341488" y="1459935"/>
              <a:ext cx="304802" cy="783451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86" name="Shape 1984"/>
            <p:cNvSpPr/>
            <p:nvPr/>
          </p:nvSpPr>
          <p:spPr>
            <a:xfrm>
              <a:off x="1036320" y="1320800"/>
              <a:ext cx="203202" cy="8173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87" name="Shape 1985"/>
            <p:cNvSpPr/>
            <p:nvPr/>
          </p:nvSpPr>
          <p:spPr>
            <a:xfrm>
              <a:off x="2799645" y="1422400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88" name="Shape 1986"/>
            <p:cNvSpPr/>
            <p:nvPr/>
          </p:nvSpPr>
          <p:spPr>
            <a:xfrm>
              <a:off x="2799645" y="2309706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89" name="Shape 1987"/>
            <p:cNvSpPr/>
            <p:nvPr/>
          </p:nvSpPr>
          <p:spPr>
            <a:xfrm flipH="1">
              <a:off x="2182989" y="3323449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90" name="Shape 1988"/>
            <p:cNvSpPr/>
            <p:nvPr/>
          </p:nvSpPr>
          <p:spPr>
            <a:xfrm>
              <a:off x="2901245" y="3219591"/>
              <a:ext cx="609602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91" name="Shape 1989"/>
            <p:cNvSpPr/>
            <p:nvPr/>
          </p:nvSpPr>
          <p:spPr>
            <a:xfrm>
              <a:off x="1774613" y="501226"/>
              <a:ext cx="2260" cy="510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092" name="Shape 1990"/>
            <p:cNvSpPr/>
            <p:nvPr/>
          </p:nvSpPr>
          <p:spPr>
            <a:xfrm>
              <a:off x="2830689" y="3428435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2095" name="Group 1993"/>
            <p:cNvGrpSpPr/>
            <p:nvPr/>
          </p:nvGrpSpPr>
          <p:grpSpPr>
            <a:xfrm>
              <a:off x="1501422" y="0"/>
              <a:ext cx="646292" cy="643469"/>
              <a:chOff x="0" y="0"/>
              <a:chExt cx="646291" cy="643468"/>
            </a:xfrm>
          </p:grpSpPr>
          <p:sp>
            <p:nvSpPr>
              <p:cNvPr id="2093" name="Shape 1991"/>
              <p:cNvSpPr/>
              <p:nvPr/>
            </p:nvSpPr>
            <p:spPr>
              <a:xfrm>
                <a:off x="0" y="33866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094" name="Shape 1992"/>
              <p:cNvSpPr txBox="1"/>
              <p:nvPr/>
            </p:nvSpPr>
            <p:spPr>
              <a:xfrm>
                <a:off x="11288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098" name="Group 1996"/>
            <p:cNvGrpSpPr/>
            <p:nvPr/>
          </p:nvGrpSpPr>
          <p:grpSpPr>
            <a:xfrm>
              <a:off x="546382" y="909884"/>
              <a:ext cx="691447" cy="643471"/>
              <a:chOff x="0" y="0"/>
              <a:chExt cx="691446" cy="643470"/>
            </a:xfrm>
          </p:grpSpPr>
          <p:sp>
            <p:nvSpPr>
              <p:cNvPr id="2096" name="Shape 1994"/>
              <p:cNvSpPr/>
              <p:nvPr/>
            </p:nvSpPr>
            <p:spPr>
              <a:xfrm>
                <a:off x="-1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097" name="Shape 1995"/>
              <p:cNvSpPr txBox="1"/>
              <p:nvPr/>
            </p:nvSpPr>
            <p:spPr>
              <a:xfrm>
                <a:off x="56444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101" name="Group 1999"/>
            <p:cNvGrpSpPr/>
            <p:nvPr/>
          </p:nvGrpSpPr>
          <p:grpSpPr>
            <a:xfrm>
              <a:off x="1492391" y="876017"/>
              <a:ext cx="646292" cy="643471"/>
              <a:chOff x="0" y="0"/>
              <a:chExt cx="646291" cy="643470"/>
            </a:xfrm>
          </p:grpSpPr>
          <p:sp>
            <p:nvSpPr>
              <p:cNvPr id="2099" name="Shape 1997"/>
              <p:cNvSpPr/>
              <p:nvPr/>
            </p:nvSpPr>
            <p:spPr>
              <a:xfrm>
                <a:off x="-1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00" name="Shape 1998"/>
              <p:cNvSpPr txBox="1"/>
              <p:nvPr/>
            </p:nvSpPr>
            <p:spPr>
              <a:xfrm>
                <a:off x="11289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104" name="Group 2002"/>
            <p:cNvGrpSpPr/>
            <p:nvPr/>
          </p:nvGrpSpPr>
          <p:grpSpPr>
            <a:xfrm>
              <a:off x="2492587" y="909884"/>
              <a:ext cx="646292" cy="643471"/>
              <a:chOff x="0" y="0"/>
              <a:chExt cx="646291" cy="643470"/>
            </a:xfrm>
          </p:grpSpPr>
          <p:sp>
            <p:nvSpPr>
              <p:cNvPr id="2102" name="Shape 2000"/>
              <p:cNvSpPr/>
              <p:nvPr/>
            </p:nvSpPr>
            <p:spPr>
              <a:xfrm>
                <a:off x="0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03" name="Shape 2001"/>
              <p:cNvSpPr txBox="1"/>
              <p:nvPr/>
            </p:nvSpPr>
            <p:spPr>
              <a:xfrm>
                <a:off x="11288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107" name="Group 2005"/>
            <p:cNvGrpSpPr/>
            <p:nvPr/>
          </p:nvGrpSpPr>
          <p:grpSpPr>
            <a:xfrm>
              <a:off x="-1" y="1810737"/>
              <a:ext cx="646291" cy="643471"/>
              <a:chOff x="0" y="0"/>
              <a:chExt cx="646290" cy="643470"/>
            </a:xfrm>
          </p:grpSpPr>
          <p:sp>
            <p:nvSpPr>
              <p:cNvPr id="2105" name="Shape 2003"/>
              <p:cNvSpPr/>
              <p:nvPr/>
            </p:nvSpPr>
            <p:spPr>
              <a:xfrm>
                <a:off x="0" y="33866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06" name="Shape 2004"/>
              <p:cNvSpPr txBox="1"/>
              <p:nvPr/>
            </p:nvSpPr>
            <p:spPr>
              <a:xfrm>
                <a:off x="11288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110" name="Group 2008"/>
            <p:cNvGrpSpPr/>
            <p:nvPr/>
          </p:nvGrpSpPr>
          <p:grpSpPr>
            <a:xfrm>
              <a:off x="878275" y="1819768"/>
              <a:ext cx="691448" cy="643471"/>
              <a:chOff x="0" y="0"/>
              <a:chExt cx="691447" cy="643470"/>
            </a:xfrm>
          </p:grpSpPr>
          <p:sp>
            <p:nvSpPr>
              <p:cNvPr id="2108" name="Shape 2006"/>
              <p:cNvSpPr/>
              <p:nvPr/>
            </p:nvSpPr>
            <p:spPr>
              <a:xfrm>
                <a:off x="0" y="33866"/>
                <a:ext cx="609602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09" name="Shape 2007"/>
              <p:cNvSpPr txBox="1"/>
              <p:nvPr/>
            </p:nvSpPr>
            <p:spPr>
              <a:xfrm>
                <a:off x="56444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113" name="Group 2011"/>
            <p:cNvGrpSpPr/>
            <p:nvPr/>
          </p:nvGrpSpPr>
          <p:grpSpPr>
            <a:xfrm>
              <a:off x="2492587" y="1855893"/>
              <a:ext cx="646292" cy="645446"/>
              <a:chOff x="0" y="0"/>
              <a:chExt cx="646291" cy="645445"/>
            </a:xfrm>
          </p:grpSpPr>
          <p:sp>
            <p:nvSpPr>
              <p:cNvPr id="2111" name="Shape 2009"/>
              <p:cNvSpPr/>
              <p:nvPr/>
            </p:nvSpPr>
            <p:spPr>
              <a:xfrm>
                <a:off x="0" y="35841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12" name="Shape 2010"/>
              <p:cNvSpPr txBox="1"/>
              <p:nvPr/>
            </p:nvSpPr>
            <p:spPr>
              <a:xfrm>
                <a:off x="11288" y="0"/>
                <a:ext cx="635004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116" name="Group 2014"/>
            <p:cNvGrpSpPr/>
            <p:nvPr/>
          </p:nvGrpSpPr>
          <p:grpSpPr>
            <a:xfrm>
              <a:off x="2492587" y="2880924"/>
              <a:ext cx="646292" cy="643471"/>
              <a:chOff x="0" y="0"/>
              <a:chExt cx="646291" cy="643470"/>
            </a:xfrm>
          </p:grpSpPr>
          <p:sp>
            <p:nvSpPr>
              <p:cNvPr id="2114" name="Shape 2012"/>
              <p:cNvSpPr/>
              <p:nvPr/>
            </p:nvSpPr>
            <p:spPr>
              <a:xfrm>
                <a:off x="0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15" name="Shape 2013"/>
              <p:cNvSpPr txBox="1"/>
              <p:nvPr/>
            </p:nvSpPr>
            <p:spPr>
              <a:xfrm>
                <a:off x="11288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119" name="Group 2017"/>
            <p:cNvGrpSpPr/>
            <p:nvPr/>
          </p:nvGrpSpPr>
          <p:grpSpPr>
            <a:xfrm>
              <a:off x="1740746" y="3869831"/>
              <a:ext cx="714025" cy="643471"/>
              <a:chOff x="0" y="0"/>
              <a:chExt cx="714024" cy="643470"/>
            </a:xfrm>
          </p:grpSpPr>
          <p:sp>
            <p:nvSpPr>
              <p:cNvPr id="2117" name="Shape 2015"/>
              <p:cNvSpPr/>
              <p:nvPr/>
            </p:nvSpPr>
            <p:spPr>
              <a:xfrm>
                <a:off x="0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18" name="Shape 2016"/>
              <p:cNvSpPr txBox="1"/>
              <p:nvPr/>
            </p:nvSpPr>
            <p:spPr>
              <a:xfrm>
                <a:off x="79022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2122" name="Group 2020"/>
            <p:cNvGrpSpPr/>
            <p:nvPr/>
          </p:nvGrpSpPr>
          <p:grpSpPr>
            <a:xfrm>
              <a:off x="2537743" y="3869831"/>
              <a:ext cx="691447" cy="643471"/>
              <a:chOff x="0" y="0"/>
              <a:chExt cx="691446" cy="643470"/>
            </a:xfrm>
          </p:grpSpPr>
          <p:sp>
            <p:nvSpPr>
              <p:cNvPr id="2120" name="Shape 2018"/>
              <p:cNvSpPr/>
              <p:nvPr/>
            </p:nvSpPr>
            <p:spPr>
              <a:xfrm>
                <a:off x="-1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21" name="Shape 2019"/>
              <p:cNvSpPr txBox="1"/>
              <p:nvPr/>
            </p:nvSpPr>
            <p:spPr>
              <a:xfrm>
                <a:off x="56444" y="-1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2125" name="Group 2023"/>
            <p:cNvGrpSpPr/>
            <p:nvPr/>
          </p:nvGrpSpPr>
          <p:grpSpPr>
            <a:xfrm>
              <a:off x="3314418" y="3869831"/>
              <a:ext cx="646292" cy="643471"/>
              <a:chOff x="0" y="0"/>
              <a:chExt cx="646291" cy="643470"/>
            </a:xfrm>
          </p:grpSpPr>
          <p:sp>
            <p:nvSpPr>
              <p:cNvPr id="2123" name="Shape 2021"/>
              <p:cNvSpPr/>
              <p:nvPr/>
            </p:nvSpPr>
            <p:spPr>
              <a:xfrm>
                <a:off x="0" y="33866"/>
                <a:ext cx="609603" cy="60960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124" name="Shape 2022"/>
              <p:cNvSpPr txBox="1"/>
              <p:nvPr/>
            </p:nvSpPr>
            <p:spPr>
              <a:xfrm>
                <a:off x="11288" y="-1"/>
                <a:ext cx="635004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2127" name="Shape 2025"/>
          <p:cNvSpPr txBox="1"/>
          <p:nvPr/>
        </p:nvSpPr>
        <p:spPr>
          <a:xfrm>
            <a:off x="9506373" y="1812571"/>
            <a:ext cx="2398234" cy="4337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A B E</a:t>
            </a:r>
          </a:p>
          <a:p>
            <a:pPr>
              <a:lnSpc>
                <a:spcPct val="125000"/>
              </a:lnSpc>
              <a:spcBef>
                <a:spcPts val="0"/>
              </a:spcBef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A B F</a:t>
            </a:r>
          </a:p>
          <a:p>
            <a:pPr>
              <a:lnSpc>
                <a:spcPct val="125000"/>
              </a:lnSpc>
              <a:spcBef>
                <a:spcPts val="0"/>
              </a:spcBef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A C</a:t>
            </a:r>
          </a:p>
          <a:p>
            <a:pPr>
              <a:lnSpc>
                <a:spcPct val="125000"/>
              </a:lnSpc>
              <a:spcBef>
                <a:spcPts val="0"/>
              </a:spcBef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A D G H I</a:t>
            </a:r>
          </a:p>
          <a:p>
            <a:pPr>
              <a:lnSpc>
                <a:spcPct val="125000"/>
              </a:lnSpc>
              <a:spcBef>
                <a:spcPts val="0"/>
              </a:spcBef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A D G H J</a:t>
            </a:r>
          </a:p>
          <a:p>
            <a:pPr>
              <a:lnSpc>
                <a:spcPct val="125000"/>
              </a:lnSpc>
              <a:spcBef>
                <a:spcPts val="0"/>
              </a:spcBef>
              <a:defRPr sz="3800">
                <a:solidFill>
                  <a:srgbClr val="990000"/>
                </a:solidFill>
                <a:uFill>
                  <a:solidFill>
                    <a:srgbClr val="99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A D G H K</a:t>
            </a:r>
          </a:p>
        </p:txBody>
      </p:sp>
      <p:sp>
        <p:nvSpPr>
          <p:cNvPr id="2128" name="Shape 2026"/>
          <p:cNvSpPr txBox="1"/>
          <p:nvPr/>
        </p:nvSpPr>
        <p:spPr>
          <a:xfrm>
            <a:off x="2240561" y="421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求根到所有叶子结点的路径</a:t>
            </a:r>
          </a:p>
        </p:txBody>
      </p:sp>
      <p:sp>
        <p:nvSpPr>
          <p:cNvPr id="2129" name="Shape 2027"/>
          <p:cNvSpPr txBox="1"/>
          <p:nvPr/>
        </p:nvSpPr>
        <p:spPr>
          <a:xfrm>
            <a:off x="5159049" y="1797050"/>
            <a:ext cx="33725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左图的输出结果为：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127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Shape 2029"/>
          <p:cNvSpPr txBox="1"/>
          <p:nvPr/>
        </p:nvSpPr>
        <p:spPr>
          <a:xfrm>
            <a:off x="251459" y="1133121"/>
            <a:ext cx="1188097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000"/>
            </a:lvl1pPr>
          </a:lstStyle>
          <a:p>
            <a:pPr/>
            <a:r>
              <a:t>对树先根遍历(深度优先) ，设立一个栈，保存先根遍历经过的结点T</a:t>
            </a:r>
          </a:p>
        </p:txBody>
      </p:sp>
      <p:sp>
        <p:nvSpPr>
          <p:cNvPr id="2132" name="Shape 2030"/>
          <p:cNvSpPr txBox="1"/>
          <p:nvPr/>
        </p:nvSpPr>
        <p:spPr>
          <a:xfrm>
            <a:off x="763974" y="1914594"/>
            <a:ext cx="1213251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000"/>
            </a:lvl1pPr>
          </a:lstStyle>
          <a:p>
            <a:pPr/>
            <a:r>
              <a:t>1、T为叶子结点，则栈中存放的是从根到T的父结点的路径</a:t>
            </a:r>
          </a:p>
        </p:txBody>
      </p:sp>
      <p:sp>
        <p:nvSpPr>
          <p:cNvPr id="2133" name="Shape 2031"/>
          <p:cNvSpPr txBox="1"/>
          <p:nvPr/>
        </p:nvSpPr>
        <p:spPr>
          <a:xfrm>
            <a:off x="763975" y="2903501"/>
            <a:ext cx="100584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000"/>
            </a:lvl1pPr>
          </a:lstStyle>
          <a:p>
            <a:pPr/>
            <a:r>
              <a:t>2、将T压栈，栈中存放的是从根到T的路径</a:t>
            </a:r>
          </a:p>
        </p:txBody>
      </p:sp>
      <p:sp>
        <p:nvSpPr>
          <p:cNvPr id="2134" name="Shape 2032"/>
          <p:cNvSpPr txBox="1"/>
          <p:nvPr/>
        </p:nvSpPr>
        <p:spPr>
          <a:xfrm>
            <a:off x="763974" y="3860800"/>
            <a:ext cx="6070603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000"/>
            </a:lvl1pPr>
          </a:lstStyle>
          <a:p>
            <a:pPr/>
            <a:r>
              <a:t>3、递归访问T的子树</a:t>
            </a:r>
          </a:p>
        </p:txBody>
      </p:sp>
      <p:sp>
        <p:nvSpPr>
          <p:cNvPr id="2135" name="Shape 2033"/>
          <p:cNvSpPr txBox="1"/>
          <p:nvPr/>
        </p:nvSpPr>
        <p:spPr>
          <a:xfrm>
            <a:off x="763975" y="4745849"/>
            <a:ext cx="87249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defRPr sz="3000"/>
            </a:lvl1pPr>
          </a:lstStyle>
          <a:p>
            <a:pPr/>
            <a:r>
              <a:t>4、将T出栈</a:t>
            </a:r>
          </a:p>
        </p:txBody>
      </p:sp>
      <p:sp>
        <p:nvSpPr>
          <p:cNvPr id="2136" name="Shape 2034"/>
          <p:cNvSpPr txBox="1"/>
          <p:nvPr/>
        </p:nvSpPr>
        <p:spPr>
          <a:xfrm>
            <a:off x="2151661" y="294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求根到所有叶子结点的路径</a:t>
            </a:r>
          </a:p>
        </p:txBody>
      </p:sp>
      <p:grpSp>
        <p:nvGrpSpPr>
          <p:cNvPr id="2157" name="Group 2062"/>
          <p:cNvGrpSpPr/>
          <p:nvPr/>
        </p:nvGrpSpPr>
        <p:grpSpPr>
          <a:xfrm>
            <a:off x="9062719" y="2740326"/>
            <a:ext cx="3136057" cy="2820020"/>
            <a:chOff x="0" y="0"/>
            <a:chExt cx="3136055" cy="2820018"/>
          </a:xfrm>
        </p:grpSpPr>
        <p:sp>
          <p:nvSpPr>
            <p:cNvPr id="2137" name="Shape 2042"/>
            <p:cNvSpPr/>
            <p:nvPr/>
          </p:nvSpPr>
          <p:spPr>
            <a:xfrm>
              <a:off x="2799644" y="1571465"/>
              <a:ext cx="226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38" name="Shape 2043"/>
            <p:cNvSpPr/>
            <p:nvPr/>
          </p:nvSpPr>
          <p:spPr>
            <a:xfrm>
              <a:off x="1795779" y="718024"/>
              <a:ext cx="2260" cy="59154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39" name="Shape 2044"/>
            <p:cNvSpPr/>
            <p:nvPr/>
          </p:nvSpPr>
          <p:spPr>
            <a:xfrm>
              <a:off x="2016195" y="480957"/>
              <a:ext cx="783451" cy="10668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40" name="Shape 2045"/>
            <p:cNvSpPr/>
            <p:nvPr/>
          </p:nvSpPr>
          <p:spPr>
            <a:xfrm>
              <a:off x="896337" y="1571465"/>
              <a:ext cx="336411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41" name="Shape 2046"/>
            <p:cNvSpPr/>
            <p:nvPr/>
          </p:nvSpPr>
          <p:spPr>
            <a:xfrm flipH="1">
              <a:off x="386079" y="1571465"/>
              <a:ext cx="286740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42" name="Shape 2047"/>
            <p:cNvSpPr/>
            <p:nvPr/>
          </p:nvSpPr>
          <p:spPr>
            <a:xfrm flipH="1">
              <a:off x="896337" y="598362"/>
              <a:ext cx="670562" cy="711202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43" name="Shape 2048"/>
            <p:cNvSpPr/>
            <p:nvPr/>
          </p:nvSpPr>
          <p:spPr>
            <a:xfrm>
              <a:off x="1456266" y="6823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44" name="Shape 2049"/>
            <p:cNvSpPr/>
            <p:nvPr/>
          </p:nvSpPr>
          <p:spPr>
            <a:xfrm>
              <a:off x="1456266" y="1069673"/>
              <a:ext cx="670563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45" name="Shape 2050"/>
            <p:cNvSpPr/>
            <p:nvPr/>
          </p:nvSpPr>
          <p:spPr>
            <a:xfrm>
              <a:off x="896337" y="2111074"/>
              <a:ext cx="670563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46" name="Shape 2051"/>
            <p:cNvSpPr/>
            <p:nvPr/>
          </p:nvSpPr>
          <p:spPr>
            <a:xfrm>
              <a:off x="0" y="2111074"/>
              <a:ext cx="672819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47" name="Shape 2052"/>
            <p:cNvSpPr/>
            <p:nvPr/>
          </p:nvSpPr>
          <p:spPr>
            <a:xfrm>
              <a:off x="447039" y="1069673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48" name="Shape 2053"/>
            <p:cNvSpPr/>
            <p:nvPr/>
          </p:nvSpPr>
          <p:spPr>
            <a:xfrm>
              <a:off x="2463235" y="1069673"/>
              <a:ext cx="672821" cy="711203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49" name="Shape 2054"/>
            <p:cNvSpPr/>
            <p:nvPr/>
          </p:nvSpPr>
          <p:spPr>
            <a:xfrm>
              <a:off x="2463235" y="2111074"/>
              <a:ext cx="672821" cy="70894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50" name="Shape 2055"/>
            <p:cNvSpPr txBox="1"/>
            <p:nvPr/>
          </p:nvSpPr>
          <p:spPr>
            <a:xfrm>
              <a:off x="533067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151" name="Shape 2056"/>
            <p:cNvSpPr txBox="1"/>
            <p:nvPr/>
          </p:nvSpPr>
          <p:spPr>
            <a:xfrm>
              <a:off x="1541165" y="105776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152" name="Shape 2057"/>
            <p:cNvSpPr txBox="1"/>
            <p:nvPr/>
          </p:nvSpPr>
          <p:spPr>
            <a:xfrm>
              <a:off x="2532562" y="1057769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153" name="Shape 2058"/>
            <p:cNvSpPr txBox="1"/>
            <p:nvPr/>
          </p:nvSpPr>
          <p:spPr>
            <a:xfrm>
              <a:off x="97319" y="210312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154" name="Shape 2059"/>
            <p:cNvSpPr txBox="1"/>
            <p:nvPr/>
          </p:nvSpPr>
          <p:spPr>
            <a:xfrm>
              <a:off x="1006852" y="2103121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155" name="Shape 2060"/>
            <p:cNvSpPr txBox="1"/>
            <p:nvPr/>
          </p:nvSpPr>
          <p:spPr>
            <a:xfrm>
              <a:off x="2514500" y="2080544"/>
              <a:ext cx="52061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2156" name="Shape 2061"/>
            <p:cNvSpPr txBox="1"/>
            <p:nvPr/>
          </p:nvSpPr>
          <p:spPr>
            <a:xfrm>
              <a:off x="1527851" y="0"/>
              <a:ext cx="520618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2176" name="Group 2081"/>
          <p:cNvGrpSpPr/>
          <p:nvPr/>
        </p:nvGrpSpPr>
        <p:grpSpPr>
          <a:xfrm>
            <a:off x="8608907" y="5685032"/>
            <a:ext cx="3729851" cy="3913912"/>
            <a:chOff x="0" y="0"/>
            <a:chExt cx="3729850" cy="3913910"/>
          </a:xfrm>
        </p:grpSpPr>
        <p:sp>
          <p:nvSpPr>
            <p:cNvPr id="2158" name="Shape 2063"/>
            <p:cNvSpPr/>
            <p:nvPr/>
          </p:nvSpPr>
          <p:spPr>
            <a:xfrm>
              <a:off x="415431" y="1866104"/>
              <a:ext cx="738295" cy="654758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59" name="Shape 2064"/>
            <p:cNvSpPr/>
            <p:nvPr/>
          </p:nvSpPr>
          <p:spPr>
            <a:xfrm flipH="1">
              <a:off x="2497102" y="2823403"/>
              <a:ext cx="742811" cy="654757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60" name="Shape 2065"/>
            <p:cNvSpPr/>
            <p:nvPr/>
          </p:nvSpPr>
          <p:spPr>
            <a:xfrm flipH="1">
              <a:off x="327378" y="398266"/>
              <a:ext cx="1722687" cy="152851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61" name="Shape 2066"/>
            <p:cNvSpPr/>
            <p:nvPr/>
          </p:nvSpPr>
          <p:spPr>
            <a:xfrm>
              <a:off x="1535288" y="1211349"/>
              <a:ext cx="1975557" cy="165721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62" name="Shape 2067"/>
            <p:cNvSpPr/>
            <p:nvPr/>
          </p:nvSpPr>
          <p:spPr>
            <a:xfrm>
              <a:off x="918915" y="687544"/>
              <a:ext cx="742811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63" name="Shape 2068"/>
            <p:cNvSpPr/>
            <p:nvPr/>
          </p:nvSpPr>
          <p:spPr>
            <a:xfrm>
              <a:off x="2991556" y="2365074"/>
              <a:ext cx="738295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64" name="Shape 2069"/>
            <p:cNvSpPr/>
            <p:nvPr/>
          </p:nvSpPr>
          <p:spPr>
            <a:xfrm>
              <a:off x="1948461" y="1534211"/>
              <a:ext cx="742811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65" name="Shape 2070"/>
            <p:cNvSpPr/>
            <p:nvPr/>
          </p:nvSpPr>
          <p:spPr>
            <a:xfrm>
              <a:off x="0" y="1547757"/>
              <a:ext cx="738295" cy="652501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66" name="Shape 2071"/>
            <p:cNvSpPr txBox="1"/>
            <p:nvPr/>
          </p:nvSpPr>
          <p:spPr>
            <a:xfrm>
              <a:off x="1055743" y="681849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167" name="Shape 2072"/>
            <p:cNvSpPr txBox="1"/>
            <p:nvPr/>
          </p:nvSpPr>
          <p:spPr>
            <a:xfrm>
              <a:off x="2085290" y="1508196"/>
              <a:ext cx="493990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168" name="Shape 2073"/>
            <p:cNvSpPr txBox="1"/>
            <p:nvPr/>
          </p:nvSpPr>
          <p:spPr>
            <a:xfrm>
              <a:off x="128927" y="1496906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169" name="Shape 2074"/>
            <p:cNvSpPr txBox="1"/>
            <p:nvPr/>
          </p:nvSpPr>
          <p:spPr>
            <a:xfrm>
              <a:off x="3095879" y="2318739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170" name="Shape 2075"/>
            <p:cNvSpPr/>
            <p:nvPr/>
          </p:nvSpPr>
          <p:spPr>
            <a:xfrm>
              <a:off x="2007164" y="3261412"/>
              <a:ext cx="738295" cy="652499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71" name="Shape 2076"/>
            <p:cNvSpPr txBox="1"/>
            <p:nvPr/>
          </p:nvSpPr>
          <p:spPr>
            <a:xfrm>
              <a:off x="2110359" y="321056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2172" name="Shape 2077"/>
            <p:cNvSpPr/>
            <p:nvPr/>
          </p:nvSpPr>
          <p:spPr>
            <a:xfrm>
              <a:off x="1031804" y="2410230"/>
              <a:ext cx="738295" cy="657015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73" name="Shape 2078"/>
            <p:cNvSpPr txBox="1"/>
            <p:nvPr/>
          </p:nvSpPr>
          <p:spPr>
            <a:xfrm>
              <a:off x="1173928" y="2386472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174" name="Shape 2079"/>
            <p:cNvSpPr/>
            <p:nvPr/>
          </p:nvSpPr>
          <p:spPr>
            <a:xfrm>
              <a:off x="2054578" y="21500"/>
              <a:ext cx="742811" cy="652499"/>
            </a:xfrm>
            <a:prstGeom prst="ellipse">
              <a:avLst/>
            </a:prstGeom>
            <a:solidFill>
              <a:srgbClr val="99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175" name="Shape 2080"/>
            <p:cNvSpPr txBox="1"/>
            <p:nvPr/>
          </p:nvSpPr>
          <p:spPr>
            <a:xfrm>
              <a:off x="2182607" y="0"/>
              <a:ext cx="520619" cy="6398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Shape 2034"/>
          <p:cNvSpPr txBox="1"/>
          <p:nvPr/>
        </p:nvSpPr>
        <p:spPr>
          <a:xfrm>
            <a:off x="2151661" y="294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求根到所有叶子结点的路径</a:t>
            </a:r>
          </a:p>
        </p:txBody>
      </p:sp>
      <p:sp>
        <p:nvSpPr>
          <p:cNvPr id="2179" name="public void treeRootToLeafPath() {…"/>
          <p:cNvSpPr txBox="1"/>
          <p:nvPr/>
        </p:nvSpPr>
        <p:spPr>
          <a:xfrm>
            <a:off x="1757294" y="1238672"/>
            <a:ext cx="8840473" cy="258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treeRootToLeafPath() {</a:t>
            </a:r>
          </a:p>
          <a:p>
            <a:pPr marR="0" indent="0" defTabSz="457200">
              <a:spcBef>
                <a:spcPts val="0"/>
              </a:spcBef>
              <a:defRPr sz="25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root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5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Deque&lt;Node&lt;T&gt;&gt;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LikedList&lt;&gt;();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treeRootToLeafPath(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Shape 2034"/>
          <p:cNvSpPr txBox="1"/>
          <p:nvPr/>
        </p:nvSpPr>
        <p:spPr>
          <a:xfrm>
            <a:off x="2151661" y="294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求根到所有叶子结点的路径</a:t>
            </a:r>
          </a:p>
        </p:txBody>
      </p:sp>
      <p:sp>
        <p:nvSpPr>
          <p:cNvPr id="2182" name="public void treeRootToLeafPath(Node&lt;T&gt; t, Deque&lt;Node&lt;T&gt;&gt; stack) {…"/>
          <p:cNvSpPr txBox="1"/>
          <p:nvPr/>
        </p:nvSpPr>
        <p:spPr>
          <a:xfrm>
            <a:off x="149916" y="1189462"/>
            <a:ext cx="12460635" cy="6731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treeRootToLeafPath(Node&lt;T&gt;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Deque&lt;Node&lt;T&gt;&gt;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叶子结点，打印栈中的数据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: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 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	</a:t>
            </a: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rPr>
                <a:solidFill>
                  <a:srgbClr val="000000"/>
                </a:solidFill>
              </a:rPr>
              <a:t>.offerLast(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);</a:t>
            </a:r>
            <a:r>
              <a:t>// </a:t>
            </a:r>
            <a:r>
              <a:rPr u="sng"/>
              <a:t>Deque</a:t>
            </a:r>
            <a:r>
              <a:t>默认的栈是head端，这里使用tail端的栈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child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先根遍历各子树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treeRootToLeafPath(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,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7E504F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child</a:t>
            </a:r>
            <a:r>
              <a:rPr>
                <a:solidFill>
                  <a:srgbClr val="000000"/>
                </a:solidFill>
              </a:rPr>
              <a:t> = </a:t>
            </a:r>
            <a:r>
              <a:t>child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4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rPr>
                <a:solidFill>
                  <a:srgbClr val="000000"/>
                </a:solidFill>
              </a:rPr>
              <a:t>.pollLast();</a:t>
            </a:r>
            <a:r>
              <a:t>// 回溯，返回父结点，记得出栈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4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Shape 2034"/>
          <p:cNvSpPr txBox="1"/>
          <p:nvPr/>
        </p:nvSpPr>
        <p:spPr>
          <a:xfrm>
            <a:off x="2151661" y="294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求根到所有叶子结点的路径</a:t>
            </a:r>
          </a:p>
        </p:txBody>
      </p:sp>
      <p:sp>
        <p:nvSpPr>
          <p:cNvPr id="2185" name="public void treeRootToLeafPathNonRecursively() {// 非递归,先根遍历的次序…"/>
          <p:cNvSpPr txBox="1"/>
          <p:nvPr/>
        </p:nvSpPr>
        <p:spPr>
          <a:xfrm>
            <a:off x="362529" y="1095541"/>
            <a:ext cx="12084200" cy="8230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treeRootToLeafPathNonRecursively() {</a:t>
            </a:r>
            <a:r>
              <a:rPr>
                <a:solidFill>
                  <a:srgbClr val="4E9072"/>
                </a:solidFill>
              </a:rPr>
              <a:t>// 非递归,先根遍历的次序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root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Deque&lt;Node&lt;T&gt;&gt;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LinkedList&lt;&gt;();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Node&lt;T&gt; </a:t>
            </a:r>
            <a:r>
              <a:rPr>
                <a:solidFill>
                  <a:srgbClr val="7E504F"/>
                </a:solidFill>
              </a:rPr>
              <a:t>cur</a:t>
            </a:r>
            <a:r>
              <a:t> = 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(;;) {</a:t>
            </a:r>
            <a:r>
              <a:t>// 处理每一棵树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cur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一直往左，找到cur最左边的叶子结点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.offerLast(</a:t>
            </a:r>
            <a:r>
              <a:rPr>
                <a:solidFill>
                  <a:srgbClr val="7E504F"/>
                </a:solidFill>
              </a:rPr>
              <a:t>cur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cur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cur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(Node&lt;T&gt; </a:t>
            </a:r>
            <a:r>
              <a:rPr>
                <a:solidFill>
                  <a:srgbClr val="7E504F"/>
                </a:solidFill>
              </a:rPr>
              <a:t>p</a:t>
            </a:r>
            <a:r>
              <a:t> :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)</a:t>
            </a:r>
            <a:r>
              <a:rPr>
                <a:solidFill>
                  <a:srgbClr val="4E9072"/>
                </a:solidFill>
              </a:rPr>
              <a:t>// 输出叶子结点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p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cur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cur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没有兄弟结点，回溯到父结点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.isEmpty())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cur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.pollLast();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marR="0" indent="0" defTabSz="457200">
              <a:spcBef>
                <a:spcPts val="0"/>
              </a:spcBef>
              <a:defRPr sz="22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cur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cur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处理cur的兄弟结点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2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Shape 2034"/>
          <p:cNvSpPr txBox="1"/>
          <p:nvPr/>
        </p:nvSpPr>
        <p:spPr>
          <a:xfrm>
            <a:off x="2151661" y="294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求根到所有叶子结点的路径</a:t>
            </a:r>
          </a:p>
        </p:txBody>
      </p:sp>
      <p:sp>
        <p:nvSpPr>
          <p:cNvPr id="2188" name="public void treeRootToLeafPath1() {…"/>
          <p:cNvSpPr txBox="1"/>
          <p:nvPr/>
        </p:nvSpPr>
        <p:spPr>
          <a:xfrm>
            <a:off x="1294101" y="1039419"/>
            <a:ext cx="10173296" cy="6697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treeRootToLeafPath1() {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class</a:t>
            </a:r>
            <a:r>
              <a:rPr>
                <a:solidFill>
                  <a:srgbClr val="000000"/>
                </a:solidFill>
              </a:rPr>
              <a:t> Path {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Deque&lt;Node&lt;T&gt;&gt; </a:t>
            </a:r>
            <a:r>
              <a:rPr>
                <a:solidFill>
                  <a:srgbClr val="0326CC"/>
                </a:solidFill>
              </a:rPr>
              <a:t>stack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treeRootToLeafPath(Node&lt;T&gt;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) {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叶子结点，打印栈中的数据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(Node&lt;T&gt; </a:t>
            </a:r>
            <a:r>
              <a:rPr>
                <a:solidFill>
                  <a:srgbClr val="7E504F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 : </a:t>
            </a:r>
            <a:r>
              <a:rPr>
                <a:solidFill>
                  <a:srgbClr val="0326CC"/>
                </a:solidFill>
              </a:rPr>
              <a:t>stack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.print(</a:t>
            </a:r>
            <a:r>
              <a:rPr>
                <a:solidFill>
                  <a:srgbClr val="7E504F"/>
                </a:solidFill>
              </a:rPr>
              <a:t>n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 + </a:t>
            </a:r>
            <a:r>
              <a:rPr>
                <a:solidFill>
                  <a:srgbClr val="3933FF"/>
                </a:solidFill>
              </a:rPr>
              <a:t>" "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0326CC"/>
                </a:solidFill>
              </a:rPr>
              <a:t>stack</a:t>
            </a:r>
            <a:r>
              <a:rPr>
                <a:solidFill>
                  <a:srgbClr val="000000"/>
                </a:solidFill>
              </a:rPr>
              <a:t>.offerLast(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Node&lt;T&gt; 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child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先根遍历各子树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	treeRootToLeafPath(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;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 marR="0" indent="0" defTabSz="457200">
              <a:spcBef>
                <a:spcPts val="0"/>
              </a:spcBef>
              <a:defRPr sz="20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0326CC"/>
                </a:solidFill>
              </a:rPr>
              <a:t>stack</a:t>
            </a:r>
            <a:r>
              <a:rPr>
                <a:solidFill>
                  <a:srgbClr val="000000"/>
                </a:solidFill>
              </a:rPr>
              <a:t>.pollLast();</a:t>
            </a:r>
            <a:r>
              <a:t>// 回溯，返回父结点，记得出栈，在tail端删除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 marR="0" indent="0" defTabSz="457200">
              <a:spcBef>
                <a:spcPts val="0"/>
              </a:spcBef>
              <a:defRPr sz="20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Shape 2034"/>
          <p:cNvSpPr txBox="1"/>
          <p:nvPr/>
        </p:nvSpPr>
        <p:spPr>
          <a:xfrm>
            <a:off x="2151661" y="294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求根到所有叶子结点的路径</a:t>
            </a:r>
          </a:p>
        </p:txBody>
      </p:sp>
      <p:sp>
        <p:nvSpPr>
          <p:cNvPr id="2191" name="public void treeRootToLeafPath1() {…"/>
          <p:cNvSpPr txBox="1"/>
          <p:nvPr/>
        </p:nvSpPr>
        <p:spPr>
          <a:xfrm>
            <a:off x="2277455" y="1096848"/>
            <a:ext cx="7887817" cy="3427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treeRootToLeafPath1() {</a:t>
            </a:r>
          </a:p>
          <a:p>
            <a:pPr marR="0" indent="0" defTabSz="457200">
              <a:spcBef>
                <a:spcPts val="0"/>
              </a:spcBef>
              <a:defRPr sz="2500">
                <a:solidFill>
                  <a:srgbClr val="4E9072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class</a:t>
            </a:r>
            <a:r>
              <a:rPr>
                <a:solidFill>
                  <a:srgbClr val="000000"/>
                </a:solidFill>
              </a:rPr>
              <a:t> Path {</a:t>
            </a:r>
            <a:endParaRPr>
              <a:solidFill>
                <a:srgbClr val="000000"/>
              </a:solidFill>
            </a:endParaRPr>
          </a:p>
          <a:p>
            <a:pPr lvl="6" marR="0" indent="137160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...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marR="0" indent="0" defTabSz="457200">
              <a:spcBef>
                <a:spcPts val="0"/>
              </a:spcBef>
              <a:defRPr sz="2500">
                <a:solidFill>
                  <a:srgbClr val="0326CC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root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500">
                <a:solidFill>
                  <a:srgbClr val="931A68"/>
                </a:solidFill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Path().treeRootToLeafPath(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 marR="0" indent="0" defTabSz="457200">
              <a:spcBef>
                <a:spcPts val="0"/>
              </a:spcBef>
              <a:defRPr sz="2500">
                <a:uFillTx/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Shape 2136"/>
          <p:cNvSpPr txBox="1"/>
          <p:nvPr/>
        </p:nvSpPr>
        <p:spPr>
          <a:xfrm>
            <a:off x="10720087" y="-2428712"/>
            <a:ext cx="84328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作业14</a:t>
            </a:r>
          </a:p>
        </p:txBody>
      </p:sp>
      <p:grpSp>
        <p:nvGrpSpPr>
          <p:cNvPr id="2237" name="Group 2180"/>
          <p:cNvGrpSpPr/>
          <p:nvPr/>
        </p:nvGrpSpPr>
        <p:grpSpPr>
          <a:xfrm>
            <a:off x="1902369" y="3360707"/>
            <a:ext cx="4024210" cy="4479435"/>
            <a:chOff x="0" y="0"/>
            <a:chExt cx="4024208" cy="4479433"/>
          </a:xfrm>
        </p:grpSpPr>
        <p:sp>
          <p:nvSpPr>
            <p:cNvPr id="2194" name="Shape 2137"/>
            <p:cNvSpPr/>
            <p:nvPr/>
          </p:nvSpPr>
          <p:spPr>
            <a:xfrm flipH="1">
              <a:off x="853440" y="467360"/>
              <a:ext cx="715717" cy="679593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5" name="Shape 2138"/>
            <p:cNvSpPr/>
            <p:nvPr/>
          </p:nvSpPr>
          <p:spPr>
            <a:xfrm>
              <a:off x="1934916" y="307058"/>
              <a:ext cx="715717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6" name="Shape 2139"/>
            <p:cNvSpPr/>
            <p:nvPr/>
          </p:nvSpPr>
          <p:spPr>
            <a:xfrm flipH="1">
              <a:off x="340924" y="1422401"/>
              <a:ext cx="304802" cy="78345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7" name="Shape 2140"/>
            <p:cNvSpPr/>
            <p:nvPr/>
          </p:nvSpPr>
          <p:spPr>
            <a:xfrm>
              <a:off x="1036320" y="1286934"/>
              <a:ext cx="203202" cy="817318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8" name="Shape 2141"/>
            <p:cNvSpPr/>
            <p:nvPr/>
          </p:nvSpPr>
          <p:spPr>
            <a:xfrm>
              <a:off x="2799644" y="1388534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9" name="Shape 2142"/>
            <p:cNvSpPr/>
            <p:nvPr/>
          </p:nvSpPr>
          <p:spPr>
            <a:xfrm>
              <a:off x="2799644" y="2275841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00" name="Shape 2143"/>
            <p:cNvSpPr/>
            <p:nvPr/>
          </p:nvSpPr>
          <p:spPr>
            <a:xfrm flipH="1">
              <a:off x="2183271" y="3294663"/>
              <a:ext cx="457202" cy="715717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01" name="Shape 2144"/>
            <p:cNvSpPr/>
            <p:nvPr/>
          </p:nvSpPr>
          <p:spPr>
            <a:xfrm>
              <a:off x="2895035" y="3185725"/>
              <a:ext cx="609602" cy="819575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02" name="Shape 2145"/>
            <p:cNvSpPr/>
            <p:nvPr/>
          </p:nvSpPr>
          <p:spPr>
            <a:xfrm>
              <a:off x="1774613" y="467360"/>
              <a:ext cx="2260" cy="510260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03" name="Shape 2146"/>
            <p:cNvSpPr/>
            <p:nvPr/>
          </p:nvSpPr>
          <p:spPr>
            <a:xfrm>
              <a:off x="2833511" y="3391183"/>
              <a:ext cx="2260" cy="609602"/>
            </a:xfrm>
            <a:prstGeom prst="line">
              <a:avLst/>
            </a:prstGeom>
            <a:noFill/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grpSp>
          <p:nvGrpSpPr>
            <p:cNvPr id="2206" name="Group 2149"/>
            <p:cNvGrpSpPr/>
            <p:nvPr/>
          </p:nvGrpSpPr>
          <p:grpSpPr>
            <a:xfrm>
              <a:off x="1501422" y="-1"/>
              <a:ext cx="684392" cy="609603"/>
              <a:chOff x="0" y="0"/>
              <a:chExt cx="684391" cy="609601"/>
            </a:xfrm>
          </p:grpSpPr>
          <p:sp>
            <p:nvSpPr>
              <p:cNvPr id="2204" name="Shape 2147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05" name="Shape 2148"/>
              <p:cNvSpPr txBox="1"/>
              <p:nvPr/>
            </p:nvSpPr>
            <p:spPr>
              <a:xfrm>
                <a:off x="49389" y="30763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209" name="Group 2152"/>
            <p:cNvGrpSpPr/>
            <p:nvPr/>
          </p:nvGrpSpPr>
          <p:grpSpPr>
            <a:xfrm>
              <a:off x="546382" y="909885"/>
              <a:ext cx="691446" cy="609603"/>
              <a:chOff x="0" y="0"/>
              <a:chExt cx="691445" cy="609601"/>
            </a:xfrm>
          </p:grpSpPr>
          <p:sp>
            <p:nvSpPr>
              <p:cNvPr id="2207" name="Shape 215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08" name="Shape 2151"/>
              <p:cNvSpPr txBox="1"/>
              <p:nvPr/>
            </p:nvSpPr>
            <p:spPr>
              <a:xfrm>
                <a:off x="56443" y="29634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212" name="Group 2155"/>
            <p:cNvGrpSpPr/>
            <p:nvPr/>
          </p:nvGrpSpPr>
          <p:grpSpPr>
            <a:xfrm>
              <a:off x="1498035" y="876018"/>
              <a:ext cx="691447" cy="609603"/>
              <a:chOff x="0" y="0"/>
              <a:chExt cx="691446" cy="609601"/>
            </a:xfrm>
          </p:grpSpPr>
          <p:sp>
            <p:nvSpPr>
              <p:cNvPr id="2210" name="Shape 2153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11" name="Shape 2154"/>
              <p:cNvSpPr txBox="1"/>
              <p:nvPr/>
            </p:nvSpPr>
            <p:spPr>
              <a:xfrm>
                <a:off x="56444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215" name="Group 2158"/>
            <p:cNvGrpSpPr/>
            <p:nvPr/>
          </p:nvGrpSpPr>
          <p:grpSpPr>
            <a:xfrm>
              <a:off x="2492587" y="909885"/>
              <a:ext cx="681851" cy="609603"/>
              <a:chOff x="0" y="0"/>
              <a:chExt cx="681850" cy="609601"/>
            </a:xfrm>
          </p:grpSpPr>
          <p:sp>
            <p:nvSpPr>
              <p:cNvPr id="2213" name="Shape 2156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14" name="Shape 2157"/>
              <p:cNvSpPr txBox="1"/>
              <p:nvPr/>
            </p:nvSpPr>
            <p:spPr>
              <a:xfrm>
                <a:off x="46848" y="16934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218" name="Group 2161"/>
            <p:cNvGrpSpPr/>
            <p:nvPr/>
          </p:nvGrpSpPr>
          <p:grpSpPr>
            <a:xfrm>
              <a:off x="0" y="1810738"/>
              <a:ext cx="710638" cy="609603"/>
              <a:chOff x="0" y="0"/>
              <a:chExt cx="710637" cy="609601"/>
            </a:xfrm>
          </p:grpSpPr>
          <p:sp>
            <p:nvSpPr>
              <p:cNvPr id="2216" name="Shape 2159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17" name="Shape 2160"/>
              <p:cNvSpPr txBox="1"/>
              <p:nvPr/>
            </p:nvSpPr>
            <p:spPr>
              <a:xfrm>
                <a:off x="75635" y="29634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221" name="Group 2164"/>
            <p:cNvGrpSpPr/>
            <p:nvPr/>
          </p:nvGrpSpPr>
          <p:grpSpPr>
            <a:xfrm>
              <a:off x="875735" y="1819769"/>
              <a:ext cx="719387" cy="609603"/>
              <a:chOff x="0" y="0"/>
              <a:chExt cx="719386" cy="609601"/>
            </a:xfrm>
          </p:grpSpPr>
          <p:sp>
            <p:nvSpPr>
              <p:cNvPr id="2219" name="Shape 216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20" name="Shape 2163"/>
              <p:cNvSpPr txBox="1"/>
              <p:nvPr/>
            </p:nvSpPr>
            <p:spPr>
              <a:xfrm>
                <a:off x="84384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224" name="Group 2167"/>
            <p:cNvGrpSpPr/>
            <p:nvPr/>
          </p:nvGrpSpPr>
          <p:grpSpPr>
            <a:xfrm>
              <a:off x="2492587" y="1855894"/>
              <a:ext cx="681851" cy="609603"/>
              <a:chOff x="0" y="0"/>
              <a:chExt cx="681850" cy="609601"/>
            </a:xfrm>
          </p:grpSpPr>
          <p:sp>
            <p:nvSpPr>
              <p:cNvPr id="2222" name="Shape 2165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23" name="Shape 2166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227" name="Group 2170"/>
            <p:cNvGrpSpPr/>
            <p:nvPr/>
          </p:nvGrpSpPr>
          <p:grpSpPr>
            <a:xfrm>
              <a:off x="2492587" y="2880925"/>
              <a:ext cx="681851" cy="609603"/>
              <a:chOff x="0" y="0"/>
              <a:chExt cx="681850" cy="609601"/>
            </a:xfrm>
          </p:grpSpPr>
          <p:sp>
            <p:nvSpPr>
              <p:cNvPr id="2225" name="Shape 2168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26" name="Shape 2169"/>
              <p:cNvSpPr txBox="1"/>
              <p:nvPr/>
            </p:nvSpPr>
            <p:spPr>
              <a:xfrm>
                <a:off x="46848" y="677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2230" name="Group 2173"/>
            <p:cNvGrpSpPr/>
            <p:nvPr/>
          </p:nvGrpSpPr>
          <p:grpSpPr>
            <a:xfrm>
              <a:off x="1740747" y="3869831"/>
              <a:ext cx="752124" cy="609603"/>
              <a:chOff x="0" y="0"/>
              <a:chExt cx="752123" cy="609601"/>
            </a:xfrm>
          </p:grpSpPr>
          <p:sp>
            <p:nvSpPr>
              <p:cNvPr id="2228" name="Shape 2171"/>
              <p:cNvSpPr/>
              <p:nvPr/>
            </p:nvSpPr>
            <p:spPr>
              <a:xfrm>
                <a:off x="-1" y="-1"/>
                <a:ext cx="609601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29" name="Shape 2172"/>
              <p:cNvSpPr txBox="1"/>
              <p:nvPr/>
            </p:nvSpPr>
            <p:spPr>
              <a:xfrm>
                <a:off x="117122" y="42334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2233" name="Group 2176"/>
            <p:cNvGrpSpPr/>
            <p:nvPr/>
          </p:nvGrpSpPr>
          <p:grpSpPr>
            <a:xfrm>
              <a:off x="2537742" y="3869831"/>
              <a:ext cx="750995" cy="609603"/>
              <a:chOff x="0" y="0"/>
              <a:chExt cx="750994" cy="609601"/>
            </a:xfrm>
          </p:grpSpPr>
          <p:sp>
            <p:nvSpPr>
              <p:cNvPr id="2231" name="Shape 2174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32" name="Shape 2175"/>
              <p:cNvSpPr txBox="1"/>
              <p:nvPr/>
            </p:nvSpPr>
            <p:spPr>
              <a:xfrm>
                <a:off x="115992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2236" name="Group 2179"/>
            <p:cNvGrpSpPr/>
            <p:nvPr/>
          </p:nvGrpSpPr>
          <p:grpSpPr>
            <a:xfrm>
              <a:off x="3314417" y="3869831"/>
              <a:ext cx="709793" cy="609603"/>
              <a:chOff x="0" y="0"/>
              <a:chExt cx="709791" cy="609601"/>
            </a:xfrm>
          </p:grpSpPr>
          <p:sp>
            <p:nvSpPr>
              <p:cNvPr id="2234" name="Shape 2177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b="1"/>
                </a:pPr>
              </a:p>
            </p:txBody>
          </p:sp>
          <p:sp>
            <p:nvSpPr>
              <p:cNvPr id="2235" name="Shape 2178"/>
              <p:cNvSpPr txBox="1"/>
              <p:nvPr/>
            </p:nvSpPr>
            <p:spPr>
              <a:xfrm>
                <a:off x="74789" y="29634"/>
                <a:ext cx="635003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sp>
        <p:nvSpPr>
          <p:cNvPr id="2238" name="Shape 2181"/>
          <p:cNvSpPr txBox="1"/>
          <p:nvPr/>
        </p:nvSpPr>
        <p:spPr>
          <a:xfrm>
            <a:off x="977927" y="1027052"/>
            <a:ext cx="11048946" cy="221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000"/>
            </a:pPr>
            <a:r>
              <a:t>1、给出左侧树的双亲表示法、二叉链表(孩子兄弟表示法)的</a:t>
            </a:r>
          </a:p>
          <a:p>
            <a:pPr>
              <a:defRPr sz="3000"/>
            </a:pPr>
            <a:r>
              <a:t>      存储结构。</a:t>
            </a:r>
          </a:p>
          <a:p>
            <a:pPr>
              <a:defRPr sz="3000"/>
            </a:pPr>
            <a:r>
              <a:t>2、给出右侧树的先根、后根和层次遍历结果。</a:t>
            </a:r>
          </a:p>
        </p:txBody>
      </p:sp>
      <p:grpSp>
        <p:nvGrpSpPr>
          <p:cNvPr id="2259" name="Group 2202"/>
          <p:cNvGrpSpPr/>
          <p:nvPr/>
        </p:nvGrpSpPr>
        <p:grpSpPr>
          <a:xfrm>
            <a:off x="7686797" y="3327969"/>
            <a:ext cx="2799648" cy="4406727"/>
            <a:chOff x="0" y="0"/>
            <a:chExt cx="2799646" cy="4406725"/>
          </a:xfrm>
        </p:grpSpPr>
        <p:sp>
          <p:nvSpPr>
            <p:cNvPr id="2239" name="Shape 2182"/>
            <p:cNvSpPr/>
            <p:nvPr/>
          </p:nvSpPr>
          <p:spPr>
            <a:xfrm>
              <a:off x="1715715" y="536489"/>
              <a:ext cx="666104" cy="6667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40" name="Shape 2183"/>
            <p:cNvSpPr/>
            <p:nvPr/>
          </p:nvSpPr>
          <p:spPr>
            <a:xfrm flipH="1">
              <a:off x="333050" y="576229"/>
              <a:ext cx="835657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41" name="Shape 2184"/>
            <p:cNvSpPr/>
            <p:nvPr/>
          </p:nvSpPr>
          <p:spPr>
            <a:xfrm>
              <a:off x="1083928" y="77271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2" name="Shape 2185"/>
            <p:cNvSpPr txBox="1"/>
            <p:nvPr/>
          </p:nvSpPr>
          <p:spPr>
            <a:xfrm>
              <a:off x="1193574" y="-1"/>
              <a:ext cx="4668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L</a:t>
              </a:r>
            </a:p>
          </p:txBody>
        </p:sp>
        <p:sp>
          <p:nvSpPr>
            <p:cNvPr id="2243" name="Shape 2186"/>
            <p:cNvSpPr/>
            <p:nvPr/>
          </p:nvSpPr>
          <p:spPr>
            <a:xfrm>
              <a:off x="1083928" y="124297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4" name="Shape 2187"/>
            <p:cNvSpPr/>
            <p:nvPr/>
          </p:nvSpPr>
          <p:spPr>
            <a:xfrm>
              <a:off x="-1" y="1242978"/>
              <a:ext cx="668121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5" name="Shape 2188"/>
            <p:cNvSpPr/>
            <p:nvPr/>
          </p:nvSpPr>
          <p:spPr>
            <a:xfrm>
              <a:off x="2131524" y="1203238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6" name="Shape 2189"/>
            <p:cNvSpPr/>
            <p:nvPr/>
          </p:nvSpPr>
          <p:spPr>
            <a:xfrm>
              <a:off x="668119" y="2492580"/>
              <a:ext cx="666105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7" name="Shape 2190"/>
            <p:cNvSpPr/>
            <p:nvPr/>
          </p:nvSpPr>
          <p:spPr>
            <a:xfrm>
              <a:off x="1667271" y="2492580"/>
              <a:ext cx="668123" cy="66454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8" name="Shape 2191"/>
            <p:cNvSpPr/>
            <p:nvPr/>
          </p:nvSpPr>
          <p:spPr>
            <a:xfrm>
              <a:off x="1667271" y="3739975"/>
              <a:ext cx="668123" cy="66675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/>
              </a:pPr>
            </a:p>
          </p:txBody>
        </p:sp>
        <p:sp>
          <p:nvSpPr>
            <p:cNvPr id="2249" name="Shape 2192"/>
            <p:cNvSpPr txBox="1"/>
            <p:nvPr/>
          </p:nvSpPr>
          <p:spPr>
            <a:xfrm>
              <a:off x="21291" y="1229731"/>
              <a:ext cx="60120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M</a:t>
              </a:r>
            </a:p>
          </p:txBody>
        </p:sp>
        <p:sp>
          <p:nvSpPr>
            <p:cNvPr id="2250" name="Shape 2193"/>
            <p:cNvSpPr txBox="1"/>
            <p:nvPr/>
          </p:nvSpPr>
          <p:spPr>
            <a:xfrm>
              <a:off x="1154600" y="1229731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N</a:t>
              </a:r>
            </a:p>
          </p:txBody>
        </p:sp>
        <p:sp>
          <p:nvSpPr>
            <p:cNvPr id="2251" name="Shape 2194"/>
            <p:cNvSpPr txBox="1"/>
            <p:nvPr/>
          </p:nvSpPr>
          <p:spPr>
            <a:xfrm>
              <a:off x="2232473" y="1170122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O</a:t>
              </a:r>
            </a:p>
          </p:txBody>
        </p:sp>
        <p:sp>
          <p:nvSpPr>
            <p:cNvPr id="2252" name="Shape 2195"/>
            <p:cNvSpPr txBox="1"/>
            <p:nvPr/>
          </p:nvSpPr>
          <p:spPr>
            <a:xfrm>
              <a:off x="773804" y="2479334"/>
              <a:ext cx="440499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P</a:t>
              </a:r>
            </a:p>
          </p:txBody>
        </p:sp>
        <p:sp>
          <p:nvSpPr>
            <p:cNvPr id="2253" name="Shape 2196"/>
            <p:cNvSpPr txBox="1"/>
            <p:nvPr/>
          </p:nvSpPr>
          <p:spPr>
            <a:xfrm>
              <a:off x="1705898" y="2479334"/>
              <a:ext cx="520618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Q</a:t>
              </a:r>
            </a:p>
          </p:txBody>
        </p:sp>
        <p:sp>
          <p:nvSpPr>
            <p:cNvPr id="2254" name="Shape 2197"/>
            <p:cNvSpPr txBox="1"/>
            <p:nvPr/>
          </p:nvSpPr>
          <p:spPr>
            <a:xfrm>
              <a:off x="1762358" y="3748806"/>
              <a:ext cx="493991" cy="63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algn="ctr">
                <a:spcBef>
                  <a:spcPts val="0"/>
                </a:spcBef>
                <a:defRPr sz="3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R</a:t>
              </a:r>
            </a:p>
          </p:txBody>
        </p:sp>
        <p:sp>
          <p:nvSpPr>
            <p:cNvPr id="2255" name="Shape 2198"/>
            <p:cNvSpPr/>
            <p:nvPr/>
          </p:nvSpPr>
          <p:spPr>
            <a:xfrm>
              <a:off x="1418997" y="744021"/>
              <a:ext cx="2260" cy="49895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56" name="Shape 2199"/>
            <p:cNvSpPr/>
            <p:nvPr/>
          </p:nvSpPr>
          <p:spPr>
            <a:xfrm flipH="1">
              <a:off x="1001170" y="1825831"/>
              <a:ext cx="167537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57" name="Shape 2200"/>
            <p:cNvSpPr/>
            <p:nvPr/>
          </p:nvSpPr>
          <p:spPr>
            <a:xfrm>
              <a:off x="1667271" y="1825831"/>
              <a:ext cx="335071" cy="6667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258" name="Shape 2201"/>
            <p:cNvSpPr/>
            <p:nvPr/>
          </p:nvSpPr>
          <p:spPr>
            <a:xfrm>
              <a:off x="2002340" y="3157122"/>
              <a:ext cx="2260" cy="58285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60" name="Shape 2134"/>
          <p:cNvSpPr txBox="1"/>
          <p:nvPr/>
        </p:nvSpPr>
        <p:spPr>
          <a:xfrm>
            <a:off x="2151661" y="54892"/>
            <a:ext cx="84328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>
              <a:lnSpc>
                <a:spcPct val="125000"/>
              </a:lnSpc>
              <a:spcBef>
                <a:spcPts val="0"/>
              </a:spcBef>
              <a:defRPr sz="4800"/>
            </a:lvl1pPr>
          </a:lstStyle>
          <a:p>
            <a:pPr/>
            <a:r>
              <a:t>作业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8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
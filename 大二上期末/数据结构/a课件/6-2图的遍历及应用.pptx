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s/comment1.xml" ContentType="application/vnd.openxmlformats-officedocument.presentationml.comments+xml"/>
  <Override PartName="/ppt/slides/slide13.xml" ContentType="application/vnd.openxmlformats-officedocument.presentationml.slide+xml"/>
  <Override PartName="/ppt/comments/comment2.xml" ContentType="application/vnd.openxmlformats-officedocument.presentationml.comment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s/comment3.xml" ContentType="application/vnd.openxmlformats-officedocument.presentationml.comment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comments/comment4.xml" ContentType="application/vnd.openxmlformats-officedocument.presentationml.comment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1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CDFE2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2E78C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394F8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4EB3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 b="def" i="def"/>
      <a:tcStyle>
        <a:tcBdr/>
        <a:fill>
          <a:solidFill>
            <a:srgbClr val="E6E9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4CB"/>
          </a:solidFill>
        </a:fill>
      </a:tcStyle>
    </a:wholeTbl>
    <a:band2H>
      <a:tcTxStyle b="def" i="def"/>
      <a:tcStyle>
        <a:tcBdr/>
        <a:fill>
          <a:solidFill>
            <a:srgbClr val="F7F2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BD9"/>
          </a:solidFill>
        </a:fill>
      </a:tcStyle>
    </a:wholeTbl>
    <a:band2H>
      <a:tcTxStyle b="def" i="def"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comments" Target="comments/comment1.xml"/><Relationship Id="rId21" Type="http://schemas.openxmlformats.org/officeDocument/2006/relationships/slide" Target="slides/slide13.xml"/><Relationship Id="rId22" Type="http://schemas.openxmlformats.org/officeDocument/2006/relationships/comments" Target="comments/comment2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comments" Target="comments/comment3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comments" Target="comments/comment4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5-14T15:10:50.793" idx="1">
    <p:pos x="3808" y="3880"/>
    <p:text>注意：顶点c、h、d的深度优先
遍历过程已经结束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4T11:16:14.163" idx="2">
    <p:pos x="2083" y="3042"/>
    <p:text>查看每条路径是怎么得到的，理解回溯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4T10:12:51.848" idx="3">
    <p:pos x="1416" y="4410"/>
    <p:text>得到的结果是一棵树
使用树的双亲存储法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4T10:12:51.848" idx="4">
    <p:pos x="1416" y="4410"/>
    <p:text>得到的结果是一棵树
使用树的双亲存储法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24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20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5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6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27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0" marR="57798" indent="57798" algn="ctr" defTabSz="1295400">
              <a:defRPr sz="4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9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8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7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"/>
          <p:cNvSpPr/>
          <p:nvPr/>
        </p:nvSpPr>
        <p:spPr>
          <a:xfrm>
            <a:off x="593795" y="28504"/>
            <a:ext cx="623149" cy="675078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6" name="矩形"/>
          <p:cNvSpPr/>
          <p:nvPr/>
        </p:nvSpPr>
        <p:spPr>
          <a:xfrm>
            <a:off x="1143000" y="285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7" name="矩形"/>
          <p:cNvSpPr/>
          <p:nvPr/>
        </p:nvSpPr>
        <p:spPr>
          <a:xfrm>
            <a:off x="769902" y="381000"/>
            <a:ext cx="600570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8" name="矩形"/>
          <p:cNvSpPr/>
          <p:nvPr/>
        </p:nvSpPr>
        <p:spPr>
          <a:xfrm>
            <a:off x="1295964" y="381000"/>
            <a:ext cx="520702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9" name="矩形"/>
          <p:cNvSpPr/>
          <p:nvPr/>
        </p:nvSpPr>
        <p:spPr>
          <a:xfrm>
            <a:off x="190498" y="449015"/>
            <a:ext cx="796998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0" name="矩形"/>
          <p:cNvSpPr/>
          <p:nvPr/>
        </p:nvSpPr>
        <p:spPr>
          <a:xfrm>
            <a:off x="1131405" y="26528"/>
            <a:ext cx="46050" cy="1069906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" name="矩形"/>
          <p:cNvSpPr/>
          <p:nvPr/>
        </p:nvSpPr>
        <p:spPr>
          <a:xfrm>
            <a:off x="629919" y="10247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52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28504"/>
            <a:ext cx="1074705" cy="1002455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标题文本"/>
          <p:cNvSpPr txBox="1"/>
          <p:nvPr>
            <p:ph type="title"/>
          </p:nvPr>
        </p:nvSpPr>
        <p:spPr>
          <a:xfrm>
            <a:off x="1960574" y="40780"/>
            <a:ext cx="9398002" cy="1003302"/>
          </a:xfrm>
          <a:prstGeom prst="rect">
            <a:avLst/>
          </a:prstGeom>
        </p:spPr>
        <p:txBody>
          <a:bodyPr lIns="50800" tIns="50800" rIns="50800" bIns="50800"/>
          <a:lstStyle>
            <a:lvl1pPr marL="0" marR="57798" indent="57798" algn="ctr" defTabSz="1295400">
              <a:defRPr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4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/>
          <p:nvPr>
            <p:ph type="sldNum" sz="quarter" idx="2"/>
          </p:nvPr>
        </p:nvSpPr>
        <p:spPr>
          <a:xfrm>
            <a:off x="9604906" y="8090026"/>
            <a:ext cx="449268" cy="443165"/>
          </a:xfrm>
          <a:prstGeom prst="rect">
            <a:avLst/>
          </a:prstGeom>
        </p:spPr>
        <p:txBody>
          <a:bodyPr lIns="48767" tIns="48767" rIns="48767" bIns="48767"/>
          <a:lstStyle>
            <a:lvl1pPr algn="l" defTabSz="1300480">
              <a:defRPr b="0" sz="24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62" name="图片 9" descr="图片 9"/>
          <p:cNvPicPr>
            <a:picLocks noChangeAspect="1"/>
          </p:cNvPicPr>
          <p:nvPr/>
        </p:nvPicPr>
        <p:blipFill>
          <a:blip r:embed="rId2">
            <a:extLst/>
          </a:blip>
          <a:srcRect l="0" t="0" r="0" b="11771"/>
          <a:stretch>
            <a:fillRect/>
          </a:stretch>
        </p:blipFill>
        <p:spPr>
          <a:xfrm>
            <a:off x="-1" y="2003552"/>
            <a:ext cx="13037314" cy="6544395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矩形 12"/>
          <p:cNvSpPr/>
          <p:nvPr/>
        </p:nvSpPr>
        <p:spPr>
          <a:xfrm>
            <a:off x="-1" y="1987295"/>
            <a:ext cx="13036636" cy="6553201"/>
          </a:xfrm>
          <a:prstGeom prst="rect">
            <a:avLst/>
          </a:prstGeom>
          <a:solidFill>
            <a:srgbClr val="FFFFFF">
              <a:alpha val="87000"/>
            </a:srgbClr>
          </a:solidFill>
          <a:ln w="12700">
            <a:miter lim="400000"/>
          </a:ln>
        </p:spPr>
        <p:txBody>
          <a:bodyPr lIns="48767" tIns="48767" rIns="48767" bIns="48767" anchor="ctr"/>
          <a:lstStyle/>
          <a:p>
            <a:pPr indent="0" algn="ctr" defTabSz="1300480">
              <a:lnSpc>
                <a:spcPct val="100000"/>
              </a:lnSpc>
              <a:defRPr sz="2400">
                <a:solidFill>
                  <a:srgbClr val="FFFFFF"/>
                </a:solidFill>
                <a:latin typeface="印品黑体"/>
                <a:ea typeface="印品黑体"/>
                <a:cs typeface="印品黑体"/>
                <a:sym typeface="印品黑体"/>
              </a:defRPr>
            </a:pPr>
          </a:p>
        </p:txBody>
      </p:sp>
      <p:pic>
        <p:nvPicPr>
          <p:cNvPr id="64" name="图片 14" descr="图片 14"/>
          <p:cNvPicPr>
            <a:picLocks noChangeAspect="1"/>
          </p:cNvPicPr>
          <p:nvPr/>
        </p:nvPicPr>
        <p:blipFill>
          <a:blip r:embed="rId3">
            <a:extLst/>
          </a:blip>
          <a:srcRect l="0" t="0" r="67018" b="0"/>
          <a:stretch>
            <a:fillRect/>
          </a:stretch>
        </p:blipFill>
        <p:spPr>
          <a:xfrm>
            <a:off x="-110406" y="1219199"/>
            <a:ext cx="1137244" cy="820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593795" y="320604"/>
            <a:ext cx="623148" cy="675076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" name="矩形"/>
          <p:cNvSpPr/>
          <p:nvPr/>
        </p:nvSpPr>
        <p:spPr>
          <a:xfrm>
            <a:off x="1137919" y="320604"/>
            <a:ext cx="467361" cy="675076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" name="矩形"/>
          <p:cNvSpPr/>
          <p:nvPr/>
        </p:nvSpPr>
        <p:spPr>
          <a:xfrm>
            <a:off x="769902" y="921173"/>
            <a:ext cx="600569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" name="矩形"/>
          <p:cNvSpPr/>
          <p:nvPr/>
        </p:nvSpPr>
        <p:spPr>
          <a:xfrm>
            <a:off x="1295964" y="921173"/>
            <a:ext cx="523805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" name="矩形"/>
          <p:cNvSpPr/>
          <p:nvPr/>
        </p:nvSpPr>
        <p:spPr>
          <a:xfrm>
            <a:off x="180622" y="817315"/>
            <a:ext cx="796996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" name="矩形"/>
          <p:cNvSpPr/>
          <p:nvPr/>
        </p:nvSpPr>
        <p:spPr>
          <a:xfrm>
            <a:off x="1074702" y="153528"/>
            <a:ext cx="45156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" name="矩形"/>
          <p:cNvSpPr/>
          <p:nvPr/>
        </p:nvSpPr>
        <p:spPr>
          <a:xfrm>
            <a:off x="629919" y="1291448"/>
            <a:ext cx="11699806" cy="45157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320604"/>
            <a:ext cx="1074704" cy="100245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636888" y="-1"/>
            <a:ext cx="11083433" cy="134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 anchor="b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1682044" y="2869635"/>
            <a:ext cx="11054081" cy="688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normAutofit fontScale="100000" lnSpcReduction="0"/>
          </a:bodyPr>
          <a:lstStyle>
            <a:lvl2pPr marL="885643" indent="-387803">
              <a:spcBef>
                <a:spcPts val="900"/>
              </a:spcBef>
              <a:buClr>
                <a:srgbClr val="FF0000"/>
              </a:buClr>
              <a:defRPr sz="3800"/>
            </a:lvl2pPr>
            <a:lvl3pPr marL="1278889" indent="-323850">
              <a:spcBef>
                <a:spcPts val="800"/>
              </a:spcBef>
              <a:defRPr sz="3400"/>
            </a:lvl3pPr>
            <a:lvl4pPr marL="1732279" indent="-320039">
              <a:spcBef>
                <a:spcPts val="600"/>
              </a:spcBef>
              <a:buClr>
                <a:srgbClr val="F81F08"/>
              </a:buClr>
              <a:defRPr sz="2800"/>
            </a:lvl4pPr>
            <a:lvl5pPr marL="2189479" indent="-320039">
              <a:spcBef>
                <a:spcPts val="600"/>
              </a:spcBef>
              <a:buClr>
                <a:srgbClr val="FFFFFF"/>
              </a:buClr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6204373" y="9085298"/>
            <a:ext cx="596054" cy="60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>
            <a:spAutoFit/>
          </a:bodyPr>
          <a:lstStyle>
            <a:lvl1pPr indent="0" algn="ctr" defTabSz="830862">
              <a:lnSpc>
                <a:spcPct val="100000"/>
              </a:lnSpc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57799" marR="57799" indent="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1pPr>
      <a:lvl2pPr marL="57799" marR="57799" indent="3429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2pPr>
      <a:lvl3pPr marL="57799" marR="57799" indent="6858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3pPr>
      <a:lvl4pPr marL="57799" marR="57799" indent="10287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4pPr>
      <a:lvl5pPr marL="57799" marR="57799" indent="13716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5pPr>
      <a:lvl6pPr marL="57799" marR="57799" indent="17145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6pPr>
      <a:lvl7pPr marL="57799" marR="57799" indent="20574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7pPr>
      <a:lvl8pPr marL="57799" marR="57799" indent="24003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8pPr>
      <a:lvl9pPr marL="57799" marR="57799" indent="27432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9pPr>
    </p:titleStyle>
    <p:bodyStyle>
      <a:lvl1pPr marL="512127" marR="57799" indent="-471487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1pPr>
      <a:lvl2pPr marL="946875" marR="57799" indent="-449035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2pPr>
      <a:lvl3pPr marL="1374139" marR="57799" indent="-419100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3pPr>
      <a:lvl4pPr marL="19151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4pPr>
      <a:lvl5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5pPr>
      <a:lvl6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6pPr>
      <a:lvl7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7pPr>
      <a:lvl8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8pPr>
      <a:lvl9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9pPr>
    </p:bodyStyle>
    <p:otherStyle>
      <a:lvl1pPr marL="0" marR="0" indent="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3429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6858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10287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13716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17145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20574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24003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27432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图的搜索</a:t>
            </a:r>
          </a:p>
        </p:txBody>
      </p:sp>
      <p:sp>
        <p:nvSpPr>
          <p:cNvPr id="74" name="Shape 347"/>
          <p:cNvSpPr txBox="1"/>
          <p:nvPr/>
        </p:nvSpPr>
        <p:spPr>
          <a:xfrm>
            <a:off x="140884" y="1660665"/>
            <a:ext cx="12151362" cy="1670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/>
          <a:p>
            <a:pPr marR="82201" indent="0" defTabSz="1842346">
              <a:lnSpc>
                <a:spcPct val="100000"/>
              </a:lnSpc>
              <a:spcBef>
                <a:spcPts val="2700"/>
              </a:spcBef>
              <a:defRPr sz="3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图的算法有很多，最基础的算法是图的搜索：</a:t>
            </a:r>
          </a:p>
          <a:p>
            <a:pPr marR="82201" indent="0" defTabSz="1842346">
              <a:lnSpc>
                <a:spcPct val="100000"/>
              </a:lnSpc>
              <a:spcBef>
                <a:spcPts val="2700"/>
              </a:spcBef>
              <a:defRPr sz="3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</a:t>
            </a:r>
            <a:r>
              <a:rPr>
                <a:solidFill>
                  <a:srgbClr val="FF0000"/>
                </a:solidFill>
              </a:rPr>
              <a:t>从某个顶点</a:t>
            </a:r>
            <a:r>
              <a:rPr>
                <a:solidFill>
                  <a:srgbClr val="FF0000"/>
                </a:solidFill>
              </a:rPr>
              <a:t>u</a:t>
            </a:r>
            <a:r>
              <a:rPr>
                <a:solidFill>
                  <a:srgbClr val="FF0000"/>
                </a:solidFill>
              </a:rPr>
              <a:t>出发，找到</a:t>
            </a:r>
            <a:r>
              <a:rPr>
                <a:solidFill>
                  <a:srgbClr val="FF0000"/>
                </a:solidFill>
              </a:rPr>
              <a:t>u</a:t>
            </a:r>
            <a:r>
              <a:rPr>
                <a:solidFill>
                  <a:srgbClr val="FF0000"/>
                </a:solidFill>
              </a:rPr>
              <a:t>的所有可达顶点</a:t>
            </a:r>
          </a:p>
        </p:txBody>
      </p:sp>
      <p:sp>
        <p:nvSpPr>
          <p:cNvPr id="75" name="Shape 351"/>
          <p:cNvSpPr txBox="1"/>
          <p:nvPr/>
        </p:nvSpPr>
        <p:spPr>
          <a:xfrm>
            <a:off x="562846" y="3604054"/>
            <a:ext cx="8931771" cy="1670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/>
          <a:p>
            <a:pPr marL="333375" marR="82201" indent="-485775" defTabSz="1842346">
              <a:lnSpc>
                <a:spcPct val="100000"/>
              </a:lnSpc>
              <a:spcBef>
                <a:spcPts val="2700"/>
              </a:spcBef>
              <a:buSzPct val="100000"/>
              <a:buChar char="●"/>
              <a:defRPr sz="3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深度优先</a:t>
            </a:r>
            <a:r>
              <a:t>搜索</a:t>
            </a:r>
            <a:r>
              <a:t>(Depth First Search)</a:t>
            </a:r>
          </a:p>
          <a:p>
            <a:pPr marL="333375" marR="82201" indent="-485775" defTabSz="1842346">
              <a:lnSpc>
                <a:spcPct val="100000"/>
              </a:lnSpc>
              <a:spcBef>
                <a:spcPts val="2700"/>
              </a:spcBef>
              <a:buSzPct val="100000"/>
              <a:buChar char="●"/>
              <a:defRPr sz="3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广度优先</a:t>
            </a:r>
            <a:r>
              <a:t>搜索</a:t>
            </a:r>
            <a:r>
              <a:t>(Breadth First Search)</a:t>
            </a:r>
          </a:p>
        </p:txBody>
      </p:sp>
      <p:sp>
        <p:nvSpPr>
          <p:cNvPr id="76" name="文本框 2"/>
          <p:cNvSpPr txBox="1"/>
          <p:nvPr/>
        </p:nvSpPr>
        <p:spPr>
          <a:xfrm>
            <a:off x="189653" y="7530290"/>
            <a:ext cx="9465622" cy="70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注意：有些教材也叫做图的遍历</a:t>
            </a:r>
            <a:r>
              <a:t>(</a:t>
            </a:r>
            <a:r>
              <a:t>与树的遍历对应</a:t>
            </a:r>
            <a:r>
              <a:t>)</a:t>
            </a:r>
          </a:p>
        </p:txBody>
      </p:sp>
      <p:sp>
        <p:nvSpPr>
          <p:cNvPr id="77" name="文本框 7"/>
          <p:cNvSpPr txBox="1"/>
          <p:nvPr/>
        </p:nvSpPr>
        <p:spPr>
          <a:xfrm>
            <a:off x="189652" y="5353804"/>
            <a:ext cx="8746237" cy="1621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indent="0" defTabSz="1300480">
              <a:lnSpc>
                <a:spcPct val="150000"/>
              </a:lnSpc>
              <a:defRPr sz="3400">
                <a:solidFill>
                  <a:srgbClr val="0F142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因为顶点之间可能有多条路径，为了</a:t>
            </a:r>
            <a:r>
              <a:rPr>
                <a:solidFill>
                  <a:srgbClr val="FF0000"/>
                </a:solidFill>
              </a:rPr>
              <a:t>避免重复</a:t>
            </a:r>
            <a:endParaRPr>
              <a:solidFill>
                <a:srgbClr val="FF0000"/>
              </a:solidFill>
            </a:endParaRPr>
          </a:p>
          <a:p>
            <a:pPr indent="0" defTabSz="1300480">
              <a:lnSpc>
                <a:spcPct val="150000"/>
              </a:lnSpc>
              <a:defRPr sz="3400">
                <a:solidFill>
                  <a:srgbClr val="0F142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需要记录顶点是否已经被访问过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5" grpId="2"/>
      <p:bldP build="whole" bldLvl="1" animBg="1" rev="0" advAuto="0" spid="77" grpId="3"/>
      <p:bldP build="whole" bldLvl="1" animBg="1" rev="0" advAuto="0" spid="76" grpId="4"/>
      <p:bldP build="whole" bldLvl="1" animBg="1" rev="0" advAuto="0" spid="7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深度优先搜索</a:t>
            </a:r>
          </a:p>
        </p:txBody>
      </p:sp>
      <p:sp>
        <p:nvSpPr>
          <p:cNvPr id="80" name="Shape 436"/>
          <p:cNvSpPr/>
          <p:nvPr/>
        </p:nvSpPr>
        <p:spPr>
          <a:xfrm>
            <a:off x="3980280" y="2808508"/>
            <a:ext cx="496953" cy="953792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1" name="Shape 437"/>
          <p:cNvSpPr/>
          <p:nvPr/>
        </p:nvSpPr>
        <p:spPr>
          <a:xfrm flipH="1">
            <a:off x="2188359" y="4198703"/>
            <a:ext cx="2173061" cy="1054318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84" name="Group 428"/>
          <p:cNvGrpSpPr/>
          <p:nvPr/>
        </p:nvGrpSpPr>
        <p:grpSpPr>
          <a:xfrm>
            <a:off x="1737960" y="2539859"/>
            <a:ext cx="1518474" cy="1568878"/>
            <a:chOff x="67630" y="124245"/>
            <a:chExt cx="1518473" cy="1568876"/>
          </a:xfrm>
        </p:grpSpPr>
        <p:sp>
          <p:nvSpPr>
            <p:cNvPr id="82" name="Shape 426"/>
            <p:cNvSpPr/>
            <p:nvPr/>
          </p:nvSpPr>
          <p:spPr>
            <a:xfrm>
              <a:off x="67630" y="124245"/>
              <a:ext cx="496953" cy="593061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3" name="Shape 427"/>
            <p:cNvSpPr/>
            <p:nvPr/>
          </p:nvSpPr>
          <p:spPr>
            <a:xfrm>
              <a:off x="316104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87" name="Group 431"/>
          <p:cNvGrpSpPr/>
          <p:nvPr/>
        </p:nvGrpSpPr>
        <p:grpSpPr>
          <a:xfrm>
            <a:off x="657490" y="3862824"/>
            <a:ext cx="1518475" cy="1526652"/>
            <a:chOff x="67630" y="166471"/>
            <a:chExt cx="1518473" cy="1526650"/>
          </a:xfrm>
        </p:grpSpPr>
        <p:sp>
          <p:nvSpPr>
            <p:cNvPr id="85" name="Shape 429"/>
            <p:cNvSpPr/>
            <p:nvPr/>
          </p:nvSpPr>
          <p:spPr>
            <a:xfrm>
              <a:off x="67630" y="166471"/>
              <a:ext cx="496953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6" name="Shape 430"/>
            <p:cNvSpPr/>
            <p:nvPr/>
          </p:nvSpPr>
          <p:spPr>
            <a:xfrm>
              <a:off x="316104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88" name="Shape 432"/>
          <p:cNvSpPr/>
          <p:nvPr/>
        </p:nvSpPr>
        <p:spPr>
          <a:xfrm flipH="1">
            <a:off x="905099" y="2889609"/>
            <a:ext cx="831133" cy="973218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9" name="Shape 433"/>
          <p:cNvSpPr/>
          <p:nvPr/>
        </p:nvSpPr>
        <p:spPr>
          <a:xfrm>
            <a:off x="2236637" y="2808508"/>
            <a:ext cx="1494305" cy="2351937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0" name="Shape 434"/>
          <p:cNvSpPr/>
          <p:nvPr/>
        </p:nvSpPr>
        <p:spPr>
          <a:xfrm>
            <a:off x="1156169" y="4187229"/>
            <a:ext cx="2574773" cy="973217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1" name="Shape 435"/>
          <p:cNvSpPr/>
          <p:nvPr/>
        </p:nvSpPr>
        <p:spPr>
          <a:xfrm flipH="1">
            <a:off x="2139673" y="2889608"/>
            <a:ext cx="1341931" cy="2351940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" name="Shape 438"/>
          <p:cNvSpPr/>
          <p:nvPr/>
        </p:nvSpPr>
        <p:spPr>
          <a:xfrm flipH="1">
            <a:off x="1985566" y="3107568"/>
            <a:ext cx="1734" cy="2052875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95" name="Group 441"/>
          <p:cNvGrpSpPr/>
          <p:nvPr/>
        </p:nvGrpSpPr>
        <p:grpSpPr>
          <a:xfrm>
            <a:off x="3479869" y="2484103"/>
            <a:ext cx="1518474" cy="1556205"/>
            <a:chOff x="86550" y="136918"/>
            <a:chExt cx="1518473" cy="1556203"/>
          </a:xfrm>
        </p:grpSpPr>
        <p:sp>
          <p:nvSpPr>
            <p:cNvPr id="93" name="Shape 439"/>
            <p:cNvSpPr/>
            <p:nvPr/>
          </p:nvSpPr>
          <p:spPr>
            <a:xfrm>
              <a:off x="86550" y="136918"/>
              <a:ext cx="496953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4" name="Shape 440"/>
            <p:cNvSpPr/>
            <p:nvPr/>
          </p:nvSpPr>
          <p:spPr>
            <a:xfrm>
              <a:off x="335023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98" name="Group 444"/>
          <p:cNvGrpSpPr/>
          <p:nvPr/>
        </p:nvGrpSpPr>
        <p:grpSpPr>
          <a:xfrm>
            <a:off x="4310999" y="3781724"/>
            <a:ext cx="1518474" cy="1556205"/>
            <a:chOff x="86550" y="136918"/>
            <a:chExt cx="1518473" cy="1556203"/>
          </a:xfrm>
        </p:grpSpPr>
        <p:sp>
          <p:nvSpPr>
            <p:cNvPr id="96" name="Shape 442"/>
            <p:cNvSpPr/>
            <p:nvPr/>
          </p:nvSpPr>
          <p:spPr>
            <a:xfrm>
              <a:off x="86550" y="136918"/>
              <a:ext cx="496953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7" name="Shape 443"/>
            <p:cNvSpPr/>
            <p:nvPr/>
          </p:nvSpPr>
          <p:spPr>
            <a:xfrm>
              <a:off x="335023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01" name="Group 447"/>
          <p:cNvGrpSpPr/>
          <p:nvPr/>
        </p:nvGrpSpPr>
        <p:grpSpPr>
          <a:xfrm>
            <a:off x="1734496" y="5160444"/>
            <a:ext cx="1518474" cy="1556206"/>
            <a:chOff x="48376" y="136917"/>
            <a:chExt cx="1518473" cy="1556204"/>
          </a:xfrm>
        </p:grpSpPr>
        <p:sp>
          <p:nvSpPr>
            <p:cNvPr id="99" name="Shape 445"/>
            <p:cNvSpPr/>
            <p:nvPr/>
          </p:nvSpPr>
          <p:spPr>
            <a:xfrm>
              <a:off x="48376" y="136917"/>
              <a:ext cx="496952" cy="567715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" name="Shape 446"/>
            <p:cNvSpPr/>
            <p:nvPr/>
          </p:nvSpPr>
          <p:spPr>
            <a:xfrm>
              <a:off x="296849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04" name="Group 450"/>
          <p:cNvGrpSpPr/>
          <p:nvPr/>
        </p:nvGrpSpPr>
        <p:grpSpPr>
          <a:xfrm>
            <a:off x="3562982" y="5079342"/>
            <a:ext cx="1518474" cy="1556205"/>
            <a:chOff x="67631" y="136917"/>
            <a:chExt cx="1518472" cy="1556204"/>
          </a:xfrm>
        </p:grpSpPr>
        <p:sp>
          <p:nvSpPr>
            <p:cNvPr id="102" name="Shape 448"/>
            <p:cNvSpPr/>
            <p:nvPr/>
          </p:nvSpPr>
          <p:spPr>
            <a:xfrm>
              <a:off x="67631" y="136917"/>
              <a:ext cx="496952" cy="567715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" name="Shape 449"/>
            <p:cNvSpPr/>
            <p:nvPr/>
          </p:nvSpPr>
          <p:spPr>
            <a:xfrm>
              <a:off x="316104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105" name="Shape 432"/>
          <p:cNvSpPr/>
          <p:nvPr/>
        </p:nvSpPr>
        <p:spPr>
          <a:xfrm flipH="1">
            <a:off x="890813" y="2902958"/>
            <a:ext cx="831133" cy="973218"/>
          </a:xfrm>
          <a:prstGeom prst="line">
            <a:avLst/>
          </a:prstGeom>
          <a:ln w="25400" cap="sq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6" name="Shape 433"/>
          <p:cNvSpPr/>
          <p:nvPr/>
        </p:nvSpPr>
        <p:spPr>
          <a:xfrm>
            <a:off x="2221856" y="2782252"/>
            <a:ext cx="1494306" cy="2351937"/>
          </a:xfrm>
          <a:prstGeom prst="line">
            <a:avLst/>
          </a:prstGeom>
          <a:ln w="25400" cap="sq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7" name="Shape 438"/>
          <p:cNvSpPr/>
          <p:nvPr/>
        </p:nvSpPr>
        <p:spPr>
          <a:xfrm flipH="1">
            <a:off x="1985563" y="3122345"/>
            <a:ext cx="1734" cy="2052875"/>
          </a:xfrm>
          <a:prstGeom prst="line">
            <a:avLst/>
          </a:prstGeom>
          <a:ln w="25400" cap="sq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8" name="Shape 435"/>
          <p:cNvSpPr/>
          <p:nvPr/>
        </p:nvSpPr>
        <p:spPr>
          <a:xfrm flipH="1">
            <a:off x="2151145" y="2874829"/>
            <a:ext cx="1341931" cy="2351940"/>
          </a:xfrm>
          <a:prstGeom prst="line">
            <a:avLst/>
          </a:prstGeom>
          <a:ln w="25400" cap="sq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9" name="Shape 436"/>
          <p:cNvSpPr/>
          <p:nvPr/>
        </p:nvSpPr>
        <p:spPr>
          <a:xfrm>
            <a:off x="3980276" y="2808504"/>
            <a:ext cx="496952" cy="953792"/>
          </a:xfrm>
          <a:prstGeom prst="line">
            <a:avLst/>
          </a:prstGeom>
          <a:ln w="25400" cap="sq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0" name="Shape 430"/>
          <p:cNvSpPr txBox="1"/>
          <p:nvPr/>
        </p:nvSpPr>
        <p:spPr>
          <a:xfrm>
            <a:off x="589858" y="3696353"/>
            <a:ext cx="632209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11" name="Shape 427"/>
          <p:cNvSpPr txBox="1"/>
          <p:nvPr/>
        </p:nvSpPr>
        <p:spPr>
          <a:xfrm>
            <a:off x="1670324" y="2415611"/>
            <a:ext cx="632209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12" name="Shape 440"/>
          <p:cNvSpPr txBox="1"/>
          <p:nvPr/>
        </p:nvSpPr>
        <p:spPr>
          <a:xfrm>
            <a:off x="3393314" y="2347180"/>
            <a:ext cx="670049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13" name="Shape 443"/>
          <p:cNvSpPr txBox="1"/>
          <p:nvPr/>
        </p:nvSpPr>
        <p:spPr>
          <a:xfrm>
            <a:off x="4224443" y="3644801"/>
            <a:ext cx="670049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14" name="Shape 449"/>
          <p:cNvSpPr txBox="1"/>
          <p:nvPr/>
        </p:nvSpPr>
        <p:spPr>
          <a:xfrm>
            <a:off x="3495346" y="4942429"/>
            <a:ext cx="632209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15" name="Shape 446"/>
          <p:cNvSpPr txBox="1"/>
          <p:nvPr/>
        </p:nvSpPr>
        <p:spPr>
          <a:xfrm>
            <a:off x="1686115" y="5023522"/>
            <a:ext cx="593700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xit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xit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xit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xit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xit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7" grpId="7"/>
      <p:bldP build="whole" bldLvl="1" animBg="1" rev="0" advAuto="0" spid="109" grpId="11"/>
      <p:bldP build="whole" bldLvl="1" animBg="1" rev="0" advAuto="0" spid="113" grpId="12"/>
      <p:bldP build="whole" bldLvl="1" animBg="1" rev="0" advAuto="0" spid="106" grpId="4"/>
      <p:bldP build="whole" bldLvl="1" animBg="1" rev="0" advAuto="0" spid="105" grpId="2"/>
      <p:bldP build="whole" bldLvl="1" animBg="1" rev="0" advAuto="0" spid="106" grpId="6"/>
      <p:bldP build="whole" bldLvl="1" animBg="1" rev="0" advAuto="0" spid="111" grpId="3"/>
      <p:bldP build="whole" bldLvl="1" animBg="1" rev="0" advAuto="0" spid="114" grpId="5"/>
      <p:bldP build="whole" bldLvl="1" animBg="1" rev="0" advAuto="0" spid="110" grpId="1"/>
      <p:bldP build="whole" bldLvl="1" animBg="1" rev="0" advAuto="0" spid="115" grpId="8"/>
      <p:bldP build="whole" bldLvl="1" animBg="1" rev="0" advAuto="0" spid="109" grpId="13"/>
      <p:bldP build="whole" bldLvl="1" animBg="1" rev="0" advAuto="0" spid="108" grpId="9"/>
      <p:bldP build="whole" bldLvl="1" animBg="1" rev="0" advAuto="0" spid="107" grpId="15"/>
      <p:bldP build="whole" bldLvl="1" animBg="1" rev="0" advAuto="0" spid="112" grpId="10"/>
      <p:bldP build="whole" bldLvl="1" animBg="1" rev="0" advAuto="0" spid="108" grpId="14"/>
      <p:bldP build="whole" bldLvl="1" animBg="1" rev="0" advAuto="0" spid="105" grpId="16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深度优先搜索</a:t>
            </a:r>
          </a:p>
        </p:txBody>
      </p:sp>
      <p:sp>
        <p:nvSpPr>
          <p:cNvPr id="118" name="Shape 436"/>
          <p:cNvSpPr/>
          <p:nvPr/>
        </p:nvSpPr>
        <p:spPr>
          <a:xfrm>
            <a:off x="3980280" y="2808508"/>
            <a:ext cx="496953" cy="953792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9" name="Shape 437"/>
          <p:cNvSpPr/>
          <p:nvPr/>
        </p:nvSpPr>
        <p:spPr>
          <a:xfrm flipH="1">
            <a:off x="2188359" y="4198703"/>
            <a:ext cx="2173061" cy="1054318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122" name="Group 428"/>
          <p:cNvGrpSpPr/>
          <p:nvPr/>
        </p:nvGrpSpPr>
        <p:grpSpPr>
          <a:xfrm>
            <a:off x="1737960" y="2539859"/>
            <a:ext cx="1518474" cy="1568878"/>
            <a:chOff x="67630" y="124245"/>
            <a:chExt cx="1518473" cy="1568876"/>
          </a:xfrm>
        </p:grpSpPr>
        <p:sp>
          <p:nvSpPr>
            <p:cNvPr id="120" name="Shape 426"/>
            <p:cNvSpPr/>
            <p:nvPr/>
          </p:nvSpPr>
          <p:spPr>
            <a:xfrm>
              <a:off x="67630" y="124245"/>
              <a:ext cx="496953" cy="593061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1" name="Shape 427"/>
            <p:cNvSpPr/>
            <p:nvPr/>
          </p:nvSpPr>
          <p:spPr>
            <a:xfrm>
              <a:off x="316104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25" name="Group 431"/>
          <p:cNvGrpSpPr/>
          <p:nvPr/>
        </p:nvGrpSpPr>
        <p:grpSpPr>
          <a:xfrm>
            <a:off x="657490" y="3862824"/>
            <a:ext cx="1518475" cy="1526652"/>
            <a:chOff x="67630" y="166471"/>
            <a:chExt cx="1518473" cy="1526650"/>
          </a:xfrm>
        </p:grpSpPr>
        <p:sp>
          <p:nvSpPr>
            <p:cNvPr id="123" name="Shape 429"/>
            <p:cNvSpPr/>
            <p:nvPr/>
          </p:nvSpPr>
          <p:spPr>
            <a:xfrm>
              <a:off x="67630" y="166471"/>
              <a:ext cx="496953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4" name="Shape 430"/>
            <p:cNvSpPr/>
            <p:nvPr/>
          </p:nvSpPr>
          <p:spPr>
            <a:xfrm>
              <a:off x="316104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126" name="Shape 432"/>
          <p:cNvSpPr/>
          <p:nvPr/>
        </p:nvSpPr>
        <p:spPr>
          <a:xfrm flipH="1">
            <a:off x="905099" y="2889609"/>
            <a:ext cx="831133" cy="973218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7" name="Shape 433"/>
          <p:cNvSpPr/>
          <p:nvPr/>
        </p:nvSpPr>
        <p:spPr>
          <a:xfrm>
            <a:off x="2236637" y="2808508"/>
            <a:ext cx="1494305" cy="2351937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8" name="Shape 434"/>
          <p:cNvSpPr/>
          <p:nvPr/>
        </p:nvSpPr>
        <p:spPr>
          <a:xfrm>
            <a:off x="1156169" y="4187229"/>
            <a:ext cx="2574773" cy="973217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9" name="Shape 435"/>
          <p:cNvSpPr/>
          <p:nvPr/>
        </p:nvSpPr>
        <p:spPr>
          <a:xfrm flipH="1">
            <a:off x="2139673" y="2889608"/>
            <a:ext cx="1341931" cy="2351940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0" name="Shape 438"/>
          <p:cNvSpPr/>
          <p:nvPr/>
        </p:nvSpPr>
        <p:spPr>
          <a:xfrm flipH="1">
            <a:off x="1985566" y="3107568"/>
            <a:ext cx="1734" cy="2052875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133" name="Group 441"/>
          <p:cNvGrpSpPr/>
          <p:nvPr/>
        </p:nvGrpSpPr>
        <p:grpSpPr>
          <a:xfrm>
            <a:off x="3479869" y="2484103"/>
            <a:ext cx="1518474" cy="1556205"/>
            <a:chOff x="86550" y="136918"/>
            <a:chExt cx="1518473" cy="1556203"/>
          </a:xfrm>
        </p:grpSpPr>
        <p:sp>
          <p:nvSpPr>
            <p:cNvPr id="131" name="Shape 439"/>
            <p:cNvSpPr/>
            <p:nvPr/>
          </p:nvSpPr>
          <p:spPr>
            <a:xfrm>
              <a:off x="86550" y="136918"/>
              <a:ext cx="496953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2" name="Shape 440"/>
            <p:cNvSpPr/>
            <p:nvPr/>
          </p:nvSpPr>
          <p:spPr>
            <a:xfrm>
              <a:off x="335023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36" name="Group 444"/>
          <p:cNvGrpSpPr/>
          <p:nvPr/>
        </p:nvGrpSpPr>
        <p:grpSpPr>
          <a:xfrm>
            <a:off x="4310999" y="3781724"/>
            <a:ext cx="1518474" cy="1556205"/>
            <a:chOff x="86550" y="136918"/>
            <a:chExt cx="1518473" cy="1556203"/>
          </a:xfrm>
        </p:grpSpPr>
        <p:sp>
          <p:nvSpPr>
            <p:cNvPr id="134" name="Shape 442"/>
            <p:cNvSpPr/>
            <p:nvPr/>
          </p:nvSpPr>
          <p:spPr>
            <a:xfrm>
              <a:off x="86550" y="136918"/>
              <a:ext cx="496953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5" name="Shape 443"/>
            <p:cNvSpPr/>
            <p:nvPr/>
          </p:nvSpPr>
          <p:spPr>
            <a:xfrm>
              <a:off x="335023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39" name="Group 447"/>
          <p:cNvGrpSpPr/>
          <p:nvPr/>
        </p:nvGrpSpPr>
        <p:grpSpPr>
          <a:xfrm>
            <a:off x="1734496" y="5160444"/>
            <a:ext cx="1518474" cy="1556206"/>
            <a:chOff x="48376" y="136917"/>
            <a:chExt cx="1518473" cy="1556204"/>
          </a:xfrm>
        </p:grpSpPr>
        <p:sp>
          <p:nvSpPr>
            <p:cNvPr id="137" name="Shape 445"/>
            <p:cNvSpPr/>
            <p:nvPr/>
          </p:nvSpPr>
          <p:spPr>
            <a:xfrm>
              <a:off x="48376" y="136917"/>
              <a:ext cx="496952" cy="567715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8" name="Shape 446"/>
            <p:cNvSpPr/>
            <p:nvPr/>
          </p:nvSpPr>
          <p:spPr>
            <a:xfrm>
              <a:off x="296849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42" name="Group 450"/>
          <p:cNvGrpSpPr/>
          <p:nvPr/>
        </p:nvGrpSpPr>
        <p:grpSpPr>
          <a:xfrm>
            <a:off x="3562982" y="5079342"/>
            <a:ext cx="1518474" cy="1556205"/>
            <a:chOff x="67631" y="136917"/>
            <a:chExt cx="1518472" cy="1556204"/>
          </a:xfrm>
        </p:grpSpPr>
        <p:sp>
          <p:nvSpPr>
            <p:cNvPr id="140" name="Shape 448"/>
            <p:cNvSpPr/>
            <p:nvPr/>
          </p:nvSpPr>
          <p:spPr>
            <a:xfrm>
              <a:off x="67631" y="136917"/>
              <a:ext cx="496952" cy="567715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1" name="Shape 449"/>
            <p:cNvSpPr/>
            <p:nvPr/>
          </p:nvSpPr>
          <p:spPr>
            <a:xfrm>
              <a:off x="316104" y="4231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sz="5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143" name="文本框 2"/>
          <p:cNvSpPr txBox="1"/>
          <p:nvPr/>
        </p:nvSpPr>
        <p:spPr>
          <a:xfrm>
            <a:off x="5827036" y="5534428"/>
            <a:ext cx="398245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44" name="文本框 39"/>
          <p:cNvSpPr txBox="1"/>
          <p:nvPr/>
        </p:nvSpPr>
        <p:spPr>
          <a:xfrm>
            <a:off x="5813012" y="4673837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45" name="文本框 40"/>
          <p:cNvSpPr txBox="1"/>
          <p:nvPr/>
        </p:nvSpPr>
        <p:spPr>
          <a:xfrm>
            <a:off x="5768689" y="4200924"/>
            <a:ext cx="422069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46" name="文本框 41"/>
          <p:cNvSpPr txBox="1"/>
          <p:nvPr/>
        </p:nvSpPr>
        <p:spPr>
          <a:xfrm>
            <a:off x="5783453" y="4688612"/>
            <a:ext cx="422070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47" name="文本框 42"/>
          <p:cNvSpPr txBox="1"/>
          <p:nvPr/>
        </p:nvSpPr>
        <p:spPr>
          <a:xfrm>
            <a:off x="5813015" y="5161513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48" name="文本框 43"/>
          <p:cNvSpPr txBox="1"/>
          <p:nvPr/>
        </p:nvSpPr>
        <p:spPr>
          <a:xfrm>
            <a:off x="5813007" y="4673841"/>
            <a:ext cx="373997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49" name="文本框 44"/>
          <p:cNvSpPr txBox="1"/>
          <p:nvPr/>
        </p:nvSpPr>
        <p:spPr>
          <a:xfrm>
            <a:off x="5798231" y="4245269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50" name="Shape 430"/>
          <p:cNvSpPr txBox="1"/>
          <p:nvPr/>
        </p:nvSpPr>
        <p:spPr>
          <a:xfrm>
            <a:off x="587289" y="3678667"/>
            <a:ext cx="632210" cy="846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51" name="Shape 427"/>
          <p:cNvSpPr txBox="1"/>
          <p:nvPr/>
        </p:nvSpPr>
        <p:spPr>
          <a:xfrm>
            <a:off x="1671484" y="2413898"/>
            <a:ext cx="632210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52" name="Shape 440"/>
          <p:cNvSpPr txBox="1"/>
          <p:nvPr/>
        </p:nvSpPr>
        <p:spPr>
          <a:xfrm>
            <a:off x="3393314" y="2347180"/>
            <a:ext cx="670049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53" name="Shape 443"/>
          <p:cNvSpPr txBox="1"/>
          <p:nvPr/>
        </p:nvSpPr>
        <p:spPr>
          <a:xfrm>
            <a:off x="4224443" y="3644801"/>
            <a:ext cx="670049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54" name="Shape 449"/>
          <p:cNvSpPr txBox="1"/>
          <p:nvPr/>
        </p:nvSpPr>
        <p:spPr>
          <a:xfrm>
            <a:off x="3495346" y="4942429"/>
            <a:ext cx="632209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55" name="Shape 446"/>
          <p:cNvSpPr txBox="1"/>
          <p:nvPr/>
        </p:nvSpPr>
        <p:spPr>
          <a:xfrm>
            <a:off x="1686115" y="5023522"/>
            <a:ext cx="593700" cy="8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lnSpc>
                <a:spcPct val="100000"/>
              </a:lnSpc>
              <a:spcBef>
                <a:spcPts val="2700"/>
              </a:spcBef>
              <a:defRPr sz="54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56" name="文本框 3"/>
          <p:cNvSpPr txBox="1"/>
          <p:nvPr/>
        </p:nvSpPr>
        <p:spPr>
          <a:xfrm>
            <a:off x="5768072" y="4189534"/>
            <a:ext cx="422069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D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xit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xit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xit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xit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xit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xit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xit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6" grpId="14"/>
      <p:bldP build="whole" bldLvl="1" animBg="1" rev="0" advAuto="0" spid="153" grpId="20"/>
      <p:bldP build="whole" bldLvl="1" animBg="1" rev="0" advAuto="0" spid="152" grpId="17"/>
      <p:bldP build="whole" bldLvl="1" animBg="1" rev="0" advAuto="0" spid="146" grpId="21"/>
      <p:bldP build="whole" bldLvl="1" animBg="1" rev="0" advAuto="0" spid="150" grpId="3"/>
      <p:bldP build="whole" bldLvl="1" animBg="1" rev="0" advAuto="0" spid="143" grpId="1"/>
      <p:bldP build="whole" bldLvl="1" animBg="1" rev="0" advAuto="0" spid="143" grpId="2"/>
      <p:bldP build="whole" bldLvl="1" animBg="1" rev="0" advAuto="0" spid="144" grpId="5"/>
      <p:bldP build="whole" bldLvl="1" animBg="1" rev="0" advAuto="0" spid="154" grpId="11"/>
      <p:bldP build="whole" bldLvl="1" animBg="1" rev="0" advAuto="0" spid="144" grpId="6"/>
      <p:bldP build="whole" bldLvl="1" animBg="1" rev="0" advAuto="0" spid="147" grpId="4"/>
      <p:bldP build="whole" bldLvl="1" animBg="1" rev="0" advAuto="0" spid="149" grpId="9"/>
      <p:bldP build="whole" bldLvl="1" animBg="1" rev="0" advAuto="0" spid="148" grpId="8"/>
      <p:bldP build="whole" bldLvl="1" animBg="1" rev="0" advAuto="0" spid="149" grpId="10"/>
      <p:bldP build="whole" bldLvl="1" animBg="1" rev="0" advAuto="0" spid="151" grpId="7"/>
      <p:bldP build="whole" bldLvl="1" animBg="1" rev="0" advAuto="0" spid="145" grpId="15"/>
      <p:bldP build="whole" bldLvl="1" animBg="1" rev="0" advAuto="0" spid="148" grpId="12"/>
      <p:bldP build="whole" bldLvl="1" animBg="1" rev="0" advAuto="0" spid="145" grpId="16"/>
      <p:bldP build="whole" bldLvl="1" animBg="1" rev="0" advAuto="0" spid="156" grpId="18"/>
      <p:bldP build="whole" bldLvl="1" animBg="1" rev="0" advAuto="0" spid="156" grpId="19"/>
      <p:bldP build="whole" bldLvl="1" animBg="1" rev="0" advAuto="0" spid="155" grpId="13"/>
      <p:bldP build="whole" bldLvl="1" animBg="1" rev="0" advAuto="0" spid="147" grpId="2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深度优先搜索</a:t>
            </a:r>
          </a:p>
        </p:txBody>
      </p:sp>
      <p:sp>
        <p:nvSpPr>
          <p:cNvPr id="159" name="文本框 4"/>
          <p:cNvSpPr txBox="1"/>
          <p:nvPr/>
        </p:nvSpPr>
        <p:spPr>
          <a:xfrm>
            <a:off x="308181" y="1863334"/>
            <a:ext cx="11687663" cy="4275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初始化</a:t>
            </a:r>
            <a:r>
              <a:t>reached[]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将</a:t>
            </a:r>
            <a:r>
              <a:t>u</a:t>
            </a:r>
            <a:r>
              <a:t>入栈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如果栈为空，算法结束；否则：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出栈</a:t>
            </a:r>
            <a:r>
              <a:t>=&gt;u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如果</a:t>
            </a:r>
            <a:r>
              <a:t>reached[u] = true</a:t>
            </a:r>
            <a:r>
              <a:t>，继续</a:t>
            </a:r>
            <a:r>
              <a:t>2</a:t>
            </a:r>
            <a:r>
              <a:t>，否则</a:t>
            </a:r>
            <a:r>
              <a:t>: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    </a:t>
            </a:r>
            <a:r>
              <a:t>reached[] = true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   </a:t>
            </a:r>
            <a:r>
              <a:t> 将</a:t>
            </a:r>
            <a:r>
              <a:t>u</a:t>
            </a:r>
            <a:r>
              <a:t>的邻接点</a:t>
            </a:r>
            <a:r>
              <a:t>v</a:t>
            </a:r>
            <a:r>
              <a:t>，并且</a:t>
            </a:r>
            <a:r>
              <a:t>reached[v] = false </a:t>
            </a:r>
            <a:r>
              <a:t>入栈，继续</a:t>
            </a:r>
            <a:r>
              <a:t>2</a:t>
            </a:r>
          </a:p>
        </p:txBody>
      </p:sp>
      <p:sp>
        <p:nvSpPr>
          <p:cNvPr id="160" name="文本框 54"/>
          <p:cNvSpPr txBox="1"/>
          <p:nvPr/>
        </p:nvSpPr>
        <p:spPr>
          <a:xfrm>
            <a:off x="429143" y="6669265"/>
            <a:ext cx="10199977" cy="2789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dfs(u){</a:t>
            </a:r>
          </a:p>
          <a:p>
            <a: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reached[u] = true;</a:t>
            </a:r>
          </a:p>
          <a:p>
            <a: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</a:t>
            </a:r>
            <a:r>
              <a:t>对</a:t>
            </a:r>
            <a:r>
              <a:t>u</a:t>
            </a:r>
            <a:r>
              <a:t>的每个邻接点</a:t>
            </a:r>
            <a:r>
              <a:t>v</a:t>
            </a:r>
            <a:r>
              <a:t>，并且</a:t>
            </a:r>
            <a:r>
              <a:t>reached[v] = false</a:t>
            </a:r>
            <a:r>
              <a:t>，执行</a:t>
            </a:r>
          </a:p>
          <a:p>
            <a: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      </a:t>
            </a:r>
            <a:r>
              <a:t>dfs(v);</a:t>
            </a:r>
          </a:p>
          <a:p>
            <a: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}</a:t>
            </a:r>
          </a:p>
        </p:txBody>
      </p:sp>
      <p:sp>
        <p:nvSpPr>
          <p:cNvPr id="161" name="文本框 5"/>
          <p:cNvSpPr txBox="1"/>
          <p:nvPr/>
        </p:nvSpPr>
        <p:spPr>
          <a:xfrm>
            <a:off x="40135" y="1381796"/>
            <a:ext cx="2701037" cy="70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非递归描述：</a:t>
            </a:r>
          </a:p>
        </p:txBody>
      </p:sp>
      <p:sp>
        <p:nvSpPr>
          <p:cNvPr id="162" name="文本框 56"/>
          <p:cNvSpPr txBox="1"/>
          <p:nvPr/>
        </p:nvSpPr>
        <p:spPr>
          <a:xfrm>
            <a:off x="24406" y="6059491"/>
            <a:ext cx="2269237" cy="70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递归描述：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2" grpId="1"/>
      <p:bldP build="whole" bldLvl="1" animBg="1" rev="0" advAuto="0" spid="160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GraphAlgorithms</a:t>
            </a:r>
          </a:p>
        </p:txBody>
      </p:sp>
      <p:sp>
        <p:nvSpPr>
          <p:cNvPr id="165" name="public class GraphAlgorithms&lt;T&gt; {…"/>
          <p:cNvSpPr txBox="1"/>
          <p:nvPr/>
        </p:nvSpPr>
        <p:spPr>
          <a:xfrm>
            <a:off x="206790" y="1587976"/>
            <a:ext cx="8295913" cy="3539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186" tIns="54186" rIns="54186" bIns="54186" anchor="ctr">
            <a:spAutoFit/>
          </a:bodyPr>
          <a:lstStyle/>
          <a:p>
            <a:pPr indent="0" defTabSz="130048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GraphAlgorithms&lt;T&gt; {	</a:t>
            </a:r>
            <a:endParaRPr sz="32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IGraph&lt;T&gt;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;</a:t>
            </a:r>
            <a:r>
              <a:rPr>
                <a:solidFill>
                  <a:srgbClr val="4E9072"/>
                </a:solidFill>
              </a:rPr>
              <a:t>//使用的接口</a:t>
            </a:r>
            <a:endParaRPr>
              <a:solidFill>
                <a:srgbClr val="4E9072"/>
              </a:solidFill>
            </a:endParaRP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0326CC"/>
                </a:solidFill>
              </a:rPr>
              <a:t>n</a:t>
            </a:r>
            <a:r>
              <a:t>;</a:t>
            </a:r>
            <a:endParaRPr sz="3200">
              <a:solidFill>
                <a:srgbClr val="931A68"/>
              </a:solidFill>
            </a:endParaRP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[] </a:t>
            </a:r>
            <a:r>
              <a:rPr>
                <a:solidFill>
                  <a:srgbClr val="0326CC"/>
                </a:solidFill>
              </a:rPr>
              <a:t>reached</a:t>
            </a:r>
            <a:r>
              <a:t>;</a:t>
            </a:r>
            <a:endParaRPr sz="3200">
              <a:solidFill>
                <a:srgbClr val="931A68"/>
              </a:solidFill>
            </a:endParaRP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GraphAlgorithms(IGraph&lt;T&gt;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) {</a:t>
            </a:r>
            <a:endParaRPr sz="32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 =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;</a:t>
            </a:r>
            <a:endParaRPr sz="3200">
              <a:solidFill>
                <a:srgbClr val="0326CC"/>
              </a:solidFill>
            </a:endParaRP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n</a:t>
            </a:r>
            <a:r>
              <a:t> =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.numberOfVertices();</a:t>
            </a:r>
            <a:endParaRPr sz="32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深度优先搜索</a:t>
            </a:r>
          </a:p>
        </p:txBody>
      </p:sp>
      <p:sp>
        <p:nvSpPr>
          <p:cNvPr id="168" name="private void rdfs(int v) {…"/>
          <p:cNvSpPr txBox="1"/>
          <p:nvPr/>
        </p:nvSpPr>
        <p:spPr>
          <a:xfrm>
            <a:off x="6312" y="1237395"/>
            <a:ext cx="9596393" cy="6102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186" tIns="54186" rIns="54186" bIns="54186" anchor="ctr">
            <a:spAutoFit/>
          </a:bodyPr>
          <a:lstStyle/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dfs(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) {</a:t>
            </a:r>
            <a:endParaRPr sz="2800">
              <a:solidFill>
                <a:srgbClr val="931A68"/>
              </a:solidFill>
            </a:endParaRPr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reached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  <a:endParaRPr sz="2800">
              <a:solidFill>
                <a:srgbClr val="0326CC"/>
              </a:solidFill>
            </a:endParaRPr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4E9072"/>
                </a:solidFill>
              </a:rPr>
              <a:t>//加入期望的处理，例如</a:t>
            </a:r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</a:t>
            </a:r>
            <a:r>
              <a:t>u</a:t>
            </a:r>
            <a:r>
              <a:t>Value(</a:t>
            </a:r>
            <a:r>
              <a:rPr>
                <a:solidFill>
                  <a:srgbClr val="7E504F"/>
                </a:solidFill>
              </a:rPr>
              <a:t>u</a:t>
            </a:r>
            <a:r>
              <a:t>));</a:t>
            </a:r>
            <a:endParaRPr sz="2800"/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Iterator&lt;Integer&gt;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.iterator(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  <a:endParaRPr sz="2800"/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  <a:endParaRPr sz="2800"/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  <a:endParaRPr sz="2800"/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(!</a:t>
            </a:r>
            <a:r>
              <a:rPr>
                <a:solidFill>
                  <a:srgbClr val="0326CC"/>
                </a:solidFill>
              </a:rPr>
              <a:t>reached</a:t>
            </a:r>
            <a:r>
              <a:t>[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])</a:t>
            </a:r>
            <a:endParaRPr sz="2800">
              <a:solidFill>
                <a:srgbClr val="0326CC"/>
              </a:solidFill>
            </a:endParaRPr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dfs(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);</a:t>
            </a:r>
            <a:endParaRPr sz="2800"/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  <a:endParaRPr sz="2800"/>
          </a:p>
          <a:p>
            <a:pPr indent="0" defTabSz="1300480">
              <a:lnSpc>
                <a:spcPct val="15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169" name="为实现了接口IGraph的所有种类(邻接表有向图、邻接矩阵有向图等)的图…"/>
          <p:cNvSpPr txBox="1"/>
          <p:nvPr/>
        </p:nvSpPr>
        <p:spPr>
          <a:xfrm>
            <a:off x="486799" y="7149428"/>
            <a:ext cx="11699806" cy="1632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 anchor="b">
            <a:spAutoFit/>
          </a:bodyPr>
          <a:lstStyle/>
          <a:p>
            <a:pPr indent="0" defTabSz="1300480">
              <a:lnSpc>
                <a:spcPct val="150000"/>
              </a:lnSpc>
              <a:defRPr sz="3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为</a:t>
            </a:r>
            <a:r>
              <a:t>抽象数据类型-</a:t>
            </a:r>
            <a:r>
              <a:t>图</a:t>
            </a:r>
            <a:r>
              <a:t>(</a:t>
            </a:r>
            <a:r>
              <a:t>接口</a:t>
            </a:r>
            <a:r>
              <a:t>IGraph</a:t>
            </a:r>
            <a:r>
              <a:t>定义了图的操作</a:t>
            </a:r>
            <a:r>
              <a:t>)</a:t>
            </a:r>
            <a:r>
              <a:t>写</a:t>
            </a:r>
            <a:r>
              <a:t>的算法</a:t>
            </a:r>
            <a:r>
              <a:t>，</a:t>
            </a:r>
          </a:p>
          <a:p>
            <a:pPr indent="0" defTabSz="1300480">
              <a:lnSpc>
                <a:spcPct val="150000"/>
              </a:lnSpc>
              <a:defRPr sz="3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而不是每</a:t>
            </a:r>
            <a:r>
              <a:t>种</a:t>
            </a:r>
            <a:r>
              <a:t>图写一个。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深度优先搜索</a:t>
            </a:r>
          </a:p>
        </p:txBody>
      </p:sp>
      <p:sp>
        <p:nvSpPr>
          <p:cNvPr id="172" name="Shape 649"/>
          <p:cNvSpPr txBox="1"/>
          <p:nvPr/>
        </p:nvSpPr>
        <p:spPr>
          <a:xfrm>
            <a:off x="95654" y="1708276"/>
            <a:ext cx="8345018" cy="71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/>
          <a:p>
            <a:pPr indent="0" defTabSz="1300480">
              <a:lnSpc>
                <a:spcPct val="15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深度优先</a:t>
            </a:r>
            <a:r>
              <a:t>搜索</a:t>
            </a:r>
            <a:r>
              <a:t>类似于二叉树的先</a:t>
            </a:r>
            <a:r>
              <a:t>序</a:t>
            </a:r>
            <a:r>
              <a:t>遍历</a:t>
            </a:r>
          </a:p>
        </p:txBody>
      </p:sp>
      <p:sp>
        <p:nvSpPr>
          <p:cNvPr id="173" name="时间复杂度：每个顶点最多调用一次rfds，rdfs检查该点的邻接边…"/>
          <p:cNvSpPr txBox="1"/>
          <p:nvPr/>
        </p:nvSpPr>
        <p:spPr>
          <a:xfrm>
            <a:off x="122810" y="2772521"/>
            <a:ext cx="9540444" cy="2858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186" tIns="54186" rIns="54186" bIns="54186" anchor="ctr">
            <a:spAutoFit/>
          </a:bodyPr>
          <a:lstStyle/>
          <a:p>
            <a:pPr indent="0" defTabSz="1300480">
              <a:lnSpc>
                <a:spcPct val="150000"/>
              </a:lnSpc>
              <a:defRPr sz="3400">
                <a:solidFill>
                  <a:srgbClr val="0F142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时间复杂度</a:t>
            </a:r>
            <a:r>
              <a:t>：</a:t>
            </a:r>
            <a:r>
              <a:t>DFS</a:t>
            </a:r>
            <a:r>
              <a:t>的主要操作是</a:t>
            </a:r>
            <a:r>
              <a:t>检查邻接</a:t>
            </a:r>
            <a:r>
              <a:t>点</a:t>
            </a:r>
          </a:p>
          <a:p>
            <a:pPr lvl="1" marL="942975" indent="-485775" defTabSz="1300480">
              <a:lnSpc>
                <a:spcPct val="150000"/>
              </a:lnSpc>
              <a:buSzPct val="100000"/>
              <a:buChar char="●"/>
              <a:defRPr sz="3400">
                <a:solidFill>
                  <a:srgbClr val="0F142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邻接矩阵：O(</a:t>
            </a:r>
            <a:r>
              <a:t>s</a:t>
            </a:r>
            <a:r>
              <a:t>|V|)</a:t>
            </a:r>
            <a:r>
              <a:t>，</a:t>
            </a:r>
            <a:r>
              <a:t>s</a:t>
            </a:r>
            <a:r>
              <a:t>是搜索到的顶点的个数</a:t>
            </a:r>
          </a:p>
          <a:p>
            <a:pPr lvl="1" marL="942975" indent="-485775" defTabSz="1300480">
              <a:lnSpc>
                <a:spcPct val="150000"/>
              </a:lnSpc>
              <a:buSzPct val="100000"/>
              <a:buChar char="●"/>
              <a:defRPr sz="3400">
                <a:solidFill>
                  <a:srgbClr val="0F142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邻接表：</a:t>
            </a:r>
            <a:r>
              <a:t>O(</a:t>
            </a:r>
            <a14:m>
              <m:oMath>
                <m:nary>
                  <m:naryPr>
                    <m:ctrlPr>
                      <a:rPr xmlns:a="http://schemas.openxmlformats.org/drawingml/2006/main" sz="2900" i="1">
                        <a:solidFill>
                          <a:srgbClr val="0F1423"/>
                        </a:solidFill>
                        <a:latin typeface="Cambria Math" panose="02040503050406030204" pitchFamily="18" charset="0"/>
                      </a:rPr>
                    </m:ctrlPr>
                    <m:chr m:val="∑"/>
                    <m:limLoc m:val="undOvr"/>
                    <m:grow m:val="0"/>
                    <m:subHide m:val="off"/>
                    <m:supHide m:val="on"/>
                  </m:naryPr>
                  <m:sub>
                    <m:r>
                      <a:rPr xmlns:a="http://schemas.openxmlformats.org/drawingml/2006/main" sz="2900" i="1">
                        <a:solidFill>
                          <a:srgbClr val="0F142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sub>
                  <m:sup/>
                  <m:e>
                    <m:sSubSup>
                      <m:e>
                        <m:r>
                          <a:rPr xmlns:a="http://schemas.openxmlformats.org/drawingml/2006/main" sz="2900" i="1">
                            <a:solidFill>
                              <a:srgbClr val="0F142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xmlns:a="http://schemas.openxmlformats.org/drawingml/2006/main" sz="2900" i="1">
                            <a:solidFill>
                              <a:srgbClr val="0F142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xmlns:a="http://schemas.openxmlformats.org/drawingml/2006/main" sz="2900" i="1">
                            <a:solidFill>
                              <a:srgbClr val="0F142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xmlns:a="http://schemas.openxmlformats.org/drawingml/2006/main" sz="2900" i="1">
                            <a:solidFill>
                              <a:srgbClr val="0F1423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xmlns:a="http://schemas.openxmlformats.org/drawingml/2006/main" sz="2900" i="1">
                            <a:solidFill>
                              <a:srgbClr val="0F142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e>
                </m:nary>
              </m:oMath>
            </a14:m>
            <a:r>
              <a:t>)</a:t>
            </a:r>
            <a:endParaRPr sz="2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广度优先搜索</a:t>
            </a:r>
          </a:p>
        </p:txBody>
      </p:sp>
      <p:grpSp>
        <p:nvGrpSpPr>
          <p:cNvPr id="210" name="Group 1247"/>
          <p:cNvGrpSpPr/>
          <p:nvPr/>
        </p:nvGrpSpPr>
        <p:grpSpPr>
          <a:xfrm>
            <a:off x="1021305" y="1816790"/>
            <a:ext cx="4937838" cy="4218964"/>
            <a:chOff x="46508" y="0"/>
            <a:chExt cx="4937837" cy="4218963"/>
          </a:xfrm>
        </p:grpSpPr>
        <p:sp>
          <p:nvSpPr>
            <p:cNvPr id="176" name="Shape 1213"/>
            <p:cNvSpPr/>
            <p:nvPr/>
          </p:nvSpPr>
          <p:spPr>
            <a:xfrm flipH="1">
              <a:off x="572504" y="458670"/>
              <a:ext cx="1177660" cy="78571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7" name="Shape 1214"/>
            <p:cNvSpPr/>
            <p:nvPr/>
          </p:nvSpPr>
          <p:spPr>
            <a:xfrm>
              <a:off x="2228425" y="467209"/>
              <a:ext cx="1211376" cy="7200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8" name="Shape 1215"/>
            <p:cNvSpPr/>
            <p:nvPr/>
          </p:nvSpPr>
          <p:spPr>
            <a:xfrm>
              <a:off x="648583" y="1524453"/>
              <a:ext cx="604485" cy="24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9" name="Shape 1216"/>
            <p:cNvSpPr/>
            <p:nvPr/>
          </p:nvSpPr>
          <p:spPr>
            <a:xfrm>
              <a:off x="2734167" y="1560577"/>
              <a:ext cx="602078" cy="24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0" name="Shape 1217"/>
            <p:cNvSpPr/>
            <p:nvPr/>
          </p:nvSpPr>
          <p:spPr>
            <a:xfrm flipH="1">
              <a:off x="405344" y="1849574"/>
              <a:ext cx="2412" cy="79233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1" name="Shape 1218"/>
            <p:cNvSpPr/>
            <p:nvPr/>
          </p:nvSpPr>
          <p:spPr>
            <a:xfrm>
              <a:off x="617275" y="2926084"/>
              <a:ext cx="1057245" cy="241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2" name="Shape 1219"/>
            <p:cNvSpPr/>
            <p:nvPr/>
          </p:nvSpPr>
          <p:spPr>
            <a:xfrm>
              <a:off x="2250100" y="2967024"/>
              <a:ext cx="1180068" cy="24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3" name="Shape 1220"/>
            <p:cNvSpPr/>
            <p:nvPr/>
          </p:nvSpPr>
          <p:spPr>
            <a:xfrm>
              <a:off x="3702303" y="1813449"/>
              <a:ext cx="2412" cy="82635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4" name="Shape 1221"/>
            <p:cNvSpPr/>
            <p:nvPr/>
          </p:nvSpPr>
          <p:spPr>
            <a:xfrm>
              <a:off x="1525203" y="1849574"/>
              <a:ext cx="332347" cy="79233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5" name="Shape 1222"/>
            <p:cNvSpPr/>
            <p:nvPr/>
          </p:nvSpPr>
          <p:spPr>
            <a:xfrm flipH="1">
              <a:off x="2069478" y="1849574"/>
              <a:ext cx="361247" cy="82635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88" name="Group 1225"/>
            <p:cNvGrpSpPr/>
            <p:nvPr/>
          </p:nvGrpSpPr>
          <p:grpSpPr>
            <a:xfrm>
              <a:off x="1696190" y="0"/>
              <a:ext cx="1557794" cy="1613185"/>
              <a:chOff x="45302" y="0"/>
              <a:chExt cx="1557792" cy="1613184"/>
            </a:xfrm>
          </p:grpSpPr>
          <p:sp>
            <p:nvSpPr>
              <p:cNvPr id="186" name="Shape 1223"/>
              <p:cNvSpPr/>
              <p:nvPr/>
            </p:nvSpPr>
            <p:spPr>
              <a:xfrm>
                <a:off x="45302" y="0"/>
                <a:ext cx="575592" cy="683962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87" name="Shape 1224"/>
              <p:cNvSpPr/>
              <p:nvPr/>
            </p:nvSpPr>
            <p:spPr>
              <a:xfrm>
                <a:off x="333095" y="34318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1</a:t>
                </a:r>
              </a:p>
            </p:txBody>
          </p:sp>
        </p:grpSp>
        <p:grpSp>
          <p:nvGrpSpPr>
            <p:cNvPr id="191" name="Group 1228"/>
            <p:cNvGrpSpPr/>
            <p:nvPr/>
          </p:nvGrpSpPr>
          <p:grpSpPr>
            <a:xfrm>
              <a:off x="116348" y="1172840"/>
              <a:ext cx="1557793" cy="1611981"/>
              <a:chOff x="45303" y="0"/>
              <a:chExt cx="1557791" cy="1611979"/>
            </a:xfrm>
          </p:grpSpPr>
          <p:sp>
            <p:nvSpPr>
              <p:cNvPr id="189" name="Shape 1226"/>
              <p:cNvSpPr/>
              <p:nvPr/>
            </p:nvSpPr>
            <p:spPr>
              <a:xfrm>
                <a:off x="45303" y="0"/>
                <a:ext cx="575592" cy="681556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90" name="Shape 1227"/>
              <p:cNvSpPr/>
              <p:nvPr/>
            </p:nvSpPr>
            <p:spPr>
              <a:xfrm>
                <a:off x="333095" y="34197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2</a:t>
                </a:r>
              </a:p>
            </p:txBody>
          </p:sp>
        </p:grpSp>
        <p:grpSp>
          <p:nvGrpSpPr>
            <p:cNvPr id="194" name="Group 1231"/>
            <p:cNvGrpSpPr/>
            <p:nvPr/>
          </p:nvGrpSpPr>
          <p:grpSpPr>
            <a:xfrm>
              <a:off x="46508" y="2605779"/>
              <a:ext cx="1556588" cy="1613185"/>
              <a:chOff x="46508" y="0"/>
              <a:chExt cx="1556586" cy="1613184"/>
            </a:xfrm>
          </p:grpSpPr>
          <p:sp>
            <p:nvSpPr>
              <p:cNvPr id="192" name="Shape 1229"/>
              <p:cNvSpPr/>
              <p:nvPr/>
            </p:nvSpPr>
            <p:spPr>
              <a:xfrm>
                <a:off x="46508" y="0"/>
                <a:ext cx="573183" cy="683964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93" name="Shape 1230"/>
              <p:cNvSpPr/>
              <p:nvPr/>
            </p:nvSpPr>
            <p:spPr>
              <a:xfrm>
                <a:off x="333095" y="34318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4</a:t>
                </a:r>
              </a:p>
            </p:txBody>
          </p:sp>
        </p:grpSp>
        <p:grpSp>
          <p:nvGrpSpPr>
            <p:cNvPr id="197" name="Group 1234"/>
            <p:cNvGrpSpPr/>
            <p:nvPr/>
          </p:nvGrpSpPr>
          <p:grpSpPr>
            <a:xfrm>
              <a:off x="1212123" y="1182473"/>
              <a:ext cx="1557794" cy="1611981"/>
              <a:chOff x="45302" y="0"/>
              <a:chExt cx="1557792" cy="1611979"/>
            </a:xfrm>
          </p:grpSpPr>
          <p:sp>
            <p:nvSpPr>
              <p:cNvPr id="195" name="Shape 1232"/>
              <p:cNvSpPr/>
              <p:nvPr/>
            </p:nvSpPr>
            <p:spPr>
              <a:xfrm>
                <a:off x="45302" y="0"/>
                <a:ext cx="575592" cy="681556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96" name="Shape 1233"/>
              <p:cNvSpPr/>
              <p:nvPr/>
            </p:nvSpPr>
            <p:spPr>
              <a:xfrm>
                <a:off x="333095" y="34197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5</a:t>
                </a:r>
              </a:p>
            </p:txBody>
          </p:sp>
        </p:grpSp>
        <p:grpSp>
          <p:nvGrpSpPr>
            <p:cNvPr id="200" name="Group 1237"/>
            <p:cNvGrpSpPr/>
            <p:nvPr/>
          </p:nvGrpSpPr>
          <p:grpSpPr>
            <a:xfrm>
              <a:off x="3314566" y="1136715"/>
              <a:ext cx="1557793" cy="1613185"/>
              <a:chOff x="45303" y="0"/>
              <a:chExt cx="1557791" cy="1613184"/>
            </a:xfrm>
          </p:grpSpPr>
          <p:sp>
            <p:nvSpPr>
              <p:cNvPr id="198" name="Shape 1235"/>
              <p:cNvSpPr/>
              <p:nvPr/>
            </p:nvSpPr>
            <p:spPr>
              <a:xfrm>
                <a:off x="45303" y="0"/>
                <a:ext cx="575592" cy="683964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99" name="Shape 1236"/>
              <p:cNvSpPr/>
              <p:nvPr/>
            </p:nvSpPr>
            <p:spPr>
              <a:xfrm>
                <a:off x="333095" y="34318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3</a:t>
                </a:r>
              </a:p>
            </p:txBody>
          </p:sp>
        </p:grpSp>
        <p:grpSp>
          <p:nvGrpSpPr>
            <p:cNvPr id="203" name="Group 1240"/>
            <p:cNvGrpSpPr/>
            <p:nvPr/>
          </p:nvGrpSpPr>
          <p:grpSpPr>
            <a:xfrm>
              <a:off x="3427758" y="2605779"/>
              <a:ext cx="1556588" cy="1613185"/>
              <a:chOff x="46507" y="0"/>
              <a:chExt cx="1556587" cy="1613184"/>
            </a:xfrm>
          </p:grpSpPr>
          <p:sp>
            <p:nvSpPr>
              <p:cNvPr id="201" name="Shape 1238"/>
              <p:cNvSpPr/>
              <p:nvPr/>
            </p:nvSpPr>
            <p:spPr>
              <a:xfrm>
                <a:off x="46507" y="0"/>
                <a:ext cx="573183" cy="683964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02" name="Shape 1239"/>
              <p:cNvSpPr/>
              <p:nvPr/>
            </p:nvSpPr>
            <p:spPr>
              <a:xfrm>
                <a:off x="333095" y="34318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7</a:t>
                </a:r>
              </a:p>
            </p:txBody>
          </p:sp>
        </p:grpSp>
        <p:grpSp>
          <p:nvGrpSpPr>
            <p:cNvPr id="206" name="Group 1243"/>
            <p:cNvGrpSpPr/>
            <p:nvPr/>
          </p:nvGrpSpPr>
          <p:grpSpPr>
            <a:xfrm>
              <a:off x="2175442" y="1182473"/>
              <a:ext cx="1557793" cy="1611981"/>
              <a:chOff x="45302" y="0"/>
              <a:chExt cx="1557792" cy="1611979"/>
            </a:xfrm>
          </p:grpSpPr>
          <p:sp>
            <p:nvSpPr>
              <p:cNvPr id="204" name="Shape 1241"/>
              <p:cNvSpPr/>
              <p:nvPr/>
            </p:nvSpPr>
            <p:spPr>
              <a:xfrm>
                <a:off x="45302" y="0"/>
                <a:ext cx="575592" cy="681556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05" name="Shape 1242"/>
              <p:cNvSpPr/>
              <p:nvPr/>
            </p:nvSpPr>
            <p:spPr>
              <a:xfrm>
                <a:off x="333095" y="34197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6</a:t>
                </a:r>
              </a:p>
            </p:txBody>
          </p:sp>
        </p:grpSp>
        <p:grpSp>
          <p:nvGrpSpPr>
            <p:cNvPr id="209" name="Group 1246"/>
            <p:cNvGrpSpPr/>
            <p:nvPr/>
          </p:nvGrpSpPr>
          <p:grpSpPr>
            <a:xfrm>
              <a:off x="1652841" y="2605779"/>
              <a:ext cx="1557794" cy="1613185"/>
              <a:chOff x="45302" y="0"/>
              <a:chExt cx="1557792" cy="1613184"/>
            </a:xfrm>
          </p:grpSpPr>
          <p:sp>
            <p:nvSpPr>
              <p:cNvPr id="207" name="Shape 1244"/>
              <p:cNvSpPr/>
              <p:nvPr/>
            </p:nvSpPr>
            <p:spPr>
              <a:xfrm>
                <a:off x="45302" y="0"/>
                <a:ext cx="575592" cy="683964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08" name="Shape 1245"/>
              <p:cNvSpPr/>
              <p:nvPr/>
            </p:nvSpPr>
            <p:spPr>
              <a:xfrm>
                <a:off x="333095" y="34318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8</a:t>
                </a:r>
              </a:p>
            </p:txBody>
          </p:sp>
        </p:grpSp>
      </p:grpSp>
      <p:sp>
        <p:nvSpPr>
          <p:cNvPr id="211" name="Shape 1248"/>
          <p:cNvSpPr/>
          <p:nvPr/>
        </p:nvSpPr>
        <p:spPr>
          <a:xfrm flipH="1">
            <a:off x="1507452" y="2298130"/>
            <a:ext cx="1177661" cy="785710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2" name="Shape 1249"/>
          <p:cNvSpPr/>
          <p:nvPr/>
        </p:nvSpPr>
        <p:spPr>
          <a:xfrm>
            <a:off x="3706556" y="3362919"/>
            <a:ext cx="602078" cy="2412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3" name="Shape 1250"/>
          <p:cNvSpPr/>
          <p:nvPr/>
        </p:nvSpPr>
        <p:spPr>
          <a:xfrm flipH="1">
            <a:off x="1382551" y="3661548"/>
            <a:ext cx="2409" cy="792331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4" name="Shape 1251"/>
          <p:cNvSpPr/>
          <p:nvPr/>
        </p:nvSpPr>
        <p:spPr>
          <a:xfrm>
            <a:off x="1594480" y="4735046"/>
            <a:ext cx="1057244" cy="2410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5" name="Shape 1252"/>
          <p:cNvSpPr/>
          <p:nvPr/>
        </p:nvSpPr>
        <p:spPr>
          <a:xfrm>
            <a:off x="4674691" y="3632648"/>
            <a:ext cx="2412" cy="826349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6" name="Shape 1253"/>
          <p:cNvSpPr/>
          <p:nvPr/>
        </p:nvSpPr>
        <p:spPr>
          <a:xfrm>
            <a:off x="3227305" y="2296043"/>
            <a:ext cx="1211376" cy="720084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7" name="Shape 1254"/>
          <p:cNvSpPr/>
          <p:nvPr/>
        </p:nvSpPr>
        <p:spPr>
          <a:xfrm>
            <a:off x="1657095" y="3343653"/>
            <a:ext cx="604485" cy="2411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220" name="Group 1257"/>
          <p:cNvGrpSpPr/>
          <p:nvPr/>
        </p:nvGrpSpPr>
        <p:grpSpPr>
          <a:xfrm>
            <a:off x="2665506" y="1812305"/>
            <a:ext cx="1557794" cy="1616796"/>
            <a:chOff x="45302" y="0"/>
            <a:chExt cx="1557792" cy="1616794"/>
          </a:xfrm>
        </p:grpSpPr>
        <p:sp>
          <p:nvSpPr>
            <p:cNvPr id="218" name="Shape 1255"/>
            <p:cNvSpPr/>
            <p:nvPr/>
          </p:nvSpPr>
          <p:spPr>
            <a:xfrm>
              <a:off x="45302" y="0"/>
              <a:ext cx="575592" cy="683962"/>
            </a:xfrm>
            <a:prstGeom prst="ellipse">
              <a:avLst/>
            </a:prstGeom>
            <a:solidFill>
              <a:srgbClr val="3333CC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9" name="Shape 1256"/>
            <p:cNvSpPr/>
            <p:nvPr/>
          </p:nvSpPr>
          <p:spPr>
            <a:xfrm>
              <a:off x="333095" y="34679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/>
            <a:p>
              <a: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b="1" sz="3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V</a:t>
              </a:r>
              <a:r>
                <a:rPr sz="2400"/>
                <a:t>1</a:t>
              </a:r>
            </a:p>
          </p:txBody>
        </p:sp>
      </p:grpSp>
      <p:grpSp>
        <p:nvGrpSpPr>
          <p:cNvPr id="223" name="Group 1260"/>
          <p:cNvGrpSpPr/>
          <p:nvPr/>
        </p:nvGrpSpPr>
        <p:grpSpPr>
          <a:xfrm>
            <a:off x="1083597" y="2987223"/>
            <a:ext cx="1557793" cy="1611981"/>
            <a:chOff x="45303" y="0"/>
            <a:chExt cx="1557791" cy="1611979"/>
          </a:xfrm>
        </p:grpSpPr>
        <p:sp>
          <p:nvSpPr>
            <p:cNvPr id="221" name="Shape 1258"/>
            <p:cNvSpPr/>
            <p:nvPr/>
          </p:nvSpPr>
          <p:spPr>
            <a:xfrm>
              <a:off x="45303" y="0"/>
              <a:ext cx="575592" cy="681556"/>
            </a:xfrm>
            <a:prstGeom prst="ellipse">
              <a:avLst/>
            </a:prstGeom>
            <a:solidFill>
              <a:srgbClr val="3333CC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2" name="Shape 1259"/>
            <p:cNvSpPr/>
            <p:nvPr/>
          </p:nvSpPr>
          <p:spPr>
            <a:xfrm>
              <a:off x="333095" y="34197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/>
            <a:p>
              <a: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b="1" sz="3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V</a:t>
              </a:r>
              <a:r>
                <a:rPr sz="2400"/>
                <a:t>2</a:t>
              </a:r>
            </a:p>
          </p:txBody>
        </p:sp>
      </p:grpSp>
      <p:grpSp>
        <p:nvGrpSpPr>
          <p:cNvPr id="226" name="Group 1263"/>
          <p:cNvGrpSpPr/>
          <p:nvPr/>
        </p:nvGrpSpPr>
        <p:grpSpPr>
          <a:xfrm>
            <a:off x="1013758" y="4405383"/>
            <a:ext cx="1556588" cy="1613184"/>
            <a:chOff x="46508" y="0"/>
            <a:chExt cx="1556586" cy="1613183"/>
          </a:xfrm>
        </p:grpSpPr>
        <p:sp>
          <p:nvSpPr>
            <p:cNvPr id="224" name="Shape 1261"/>
            <p:cNvSpPr/>
            <p:nvPr/>
          </p:nvSpPr>
          <p:spPr>
            <a:xfrm>
              <a:off x="46508" y="0"/>
              <a:ext cx="573183" cy="683962"/>
            </a:xfrm>
            <a:prstGeom prst="ellipse">
              <a:avLst/>
            </a:prstGeom>
            <a:solidFill>
              <a:srgbClr val="3333CC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5" name="Shape 1262"/>
            <p:cNvSpPr/>
            <p:nvPr/>
          </p:nvSpPr>
          <p:spPr>
            <a:xfrm>
              <a:off x="333095" y="3431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/>
            <a:p>
              <a: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b="1" sz="3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V</a:t>
              </a:r>
              <a:r>
                <a:rPr sz="2400"/>
                <a:t>4</a:t>
              </a:r>
            </a:p>
          </p:txBody>
        </p:sp>
      </p:grpSp>
      <p:grpSp>
        <p:nvGrpSpPr>
          <p:cNvPr id="229" name="Group 1266"/>
          <p:cNvGrpSpPr/>
          <p:nvPr/>
        </p:nvGrpSpPr>
        <p:grpSpPr>
          <a:xfrm>
            <a:off x="2200769" y="2996866"/>
            <a:ext cx="1551170" cy="1611980"/>
            <a:chOff x="51926" y="0"/>
            <a:chExt cx="1551169" cy="1611979"/>
          </a:xfrm>
        </p:grpSpPr>
        <p:sp>
          <p:nvSpPr>
            <p:cNvPr id="227" name="Shape 1264"/>
            <p:cNvSpPr/>
            <p:nvPr/>
          </p:nvSpPr>
          <p:spPr>
            <a:xfrm>
              <a:off x="51926" y="0"/>
              <a:ext cx="575589" cy="681556"/>
            </a:xfrm>
            <a:prstGeom prst="ellipse">
              <a:avLst/>
            </a:prstGeom>
            <a:solidFill>
              <a:srgbClr val="3333CC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8" name="Shape 1265"/>
            <p:cNvSpPr/>
            <p:nvPr/>
          </p:nvSpPr>
          <p:spPr>
            <a:xfrm>
              <a:off x="333095" y="34197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/>
            <a:p>
              <a: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b="1" sz="3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V</a:t>
              </a:r>
              <a:r>
                <a:rPr sz="2400"/>
                <a:t>5</a:t>
              </a:r>
            </a:p>
          </p:txBody>
        </p:sp>
      </p:grpSp>
      <p:grpSp>
        <p:nvGrpSpPr>
          <p:cNvPr id="232" name="Group 1269"/>
          <p:cNvGrpSpPr/>
          <p:nvPr/>
        </p:nvGrpSpPr>
        <p:grpSpPr>
          <a:xfrm>
            <a:off x="4281793" y="2951100"/>
            <a:ext cx="1557793" cy="1618000"/>
            <a:chOff x="45303" y="0"/>
            <a:chExt cx="1557791" cy="1617999"/>
          </a:xfrm>
        </p:grpSpPr>
        <p:sp>
          <p:nvSpPr>
            <p:cNvPr id="230" name="Shape 1267"/>
            <p:cNvSpPr/>
            <p:nvPr/>
          </p:nvSpPr>
          <p:spPr>
            <a:xfrm>
              <a:off x="45303" y="0"/>
              <a:ext cx="575592" cy="683962"/>
            </a:xfrm>
            <a:prstGeom prst="ellipse">
              <a:avLst/>
            </a:prstGeom>
            <a:solidFill>
              <a:srgbClr val="3333CC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1" name="Shape 1268"/>
            <p:cNvSpPr/>
            <p:nvPr/>
          </p:nvSpPr>
          <p:spPr>
            <a:xfrm>
              <a:off x="333095" y="34799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/>
            <a:p>
              <a: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b="1" sz="3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V</a:t>
              </a:r>
              <a:r>
                <a:rPr sz="2400"/>
                <a:t>3</a:t>
              </a:r>
            </a:p>
          </p:txBody>
        </p:sp>
      </p:grpSp>
      <p:grpSp>
        <p:nvGrpSpPr>
          <p:cNvPr id="235" name="Group 1272"/>
          <p:cNvGrpSpPr/>
          <p:nvPr/>
        </p:nvGrpSpPr>
        <p:grpSpPr>
          <a:xfrm>
            <a:off x="4394097" y="4420161"/>
            <a:ext cx="1557492" cy="1613184"/>
            <a:chOff x="45604" y="0"/>
            <a:chExt cx="1557491" cy="1613183"/>
          </a:xfrm>
        </p:grpSpPr>
        <p:sp>
          <p:nvSpPr>
            <p:cNvPr id="233" name="Shape 1270"/>
            <p:cNvSpPr/>
            <p:nvPr/>
          </p:nvSpPr>
          <p:spPr>
            <a:xfrm>
              <a:off x="45604" y="0"/>
              <a:ext cx="573182" cy="683962"/>
            </a:xfrm>
            <a:prstGeom prst="ellipse">
              <a:avLst/>
            </a:prstGeom>
            <a:solidFill>
              <a:srgbClr val="3333CC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4" name="Shape 1271"/>
            <p:cNvSpPr/>
            <p:nvPr/>
          </p:nvSpPr>
          <p:spPr>
            <a:xfrm>
              <a:off x="333095" y="3431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/>
            <a:p>
              <a: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b="1" sz="3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V</a:t>
              </a:r>
              <a:r>
                <a:rPr sz="2400"/>
                <a:t>7</a:t>
              </a:r>
            </a:p>
          </p:txBody>
        </p:sp>
      </p:grpSp>
      <p:grpSp>
        <p:nvGrpSpPr>
          <p:cNvPr id="238" name="Group 1275"/>
          <p:cNvGrpSpPr/>
          <p:nvPr/>
        </p:nvGrpSpPr>
        <p:grpSpPr>
          <a:xfrm>
            <a:off x="3154759" y="2997033"/>
            <a:ext cx="1552675" cy="1611981"/>
            <a:chOff x="50421" y="0"/>
            <a:chExt cx="1552674" cy="1611979"/>
          </a:xfrm>
        </p:grpSpPr>
        <p:sp>
          <p:nvSpPr>
            <p:cNvPr id="236" name="Shape 1273"/>
            <p:cNvSpPr/>
            <p:nvPr/>
          </p:nvSpPr>
          <p:spPr>
            <a:xfrm>
              <a:off x="50421" y="0"/>
              <a:ext cx="575589" cy="681556"/>
            </a:xfrm>
            <a:prstGeom prst="ellipse">
              <a:avLst/>
            </a:prstGeom>
            <a:solidFill>
              <a:srgbClr val="3333CC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7" name="Shape 1274"/>
            <p:cNvSpPr/>
            <p:nvPr/>
          </p:nvSpPr>
          <p:spPr>
            <a:xfrm>
              <a:off x="333095" y="34197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/>
            <a:p>
              <a: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b="1" sz="3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V</a:t>
              </a:r>
              <a:r>
                <a:rPr sz="2400"/>
                <a:t>6</a:t>
              </a:r>
            </a:p>
          </p:txBody>
        </p:sp>
      </p:grpSp>
      <p:grpSp>
        <p:nvGrpSpPr>
          <p:cNvPr id="241" name="Group 1278"/>
          <p:cNvGrpSpPr/>
          <p:nvPr/>
        </p:nvGrpSpPr>
        <p:grpSpPr>
          <a:xfrm>
            <a:off x="2634862" y="4420157"/>
            <a:ext cx="1557793" cy="1613184"/>
            <a:chOff x="45303" y="0"/>
            <a:chExt cx="1557791" cy="1613183"/>
          </a:xfrm>
        </p:grpSpPr>
        <p:sp>
          <p:nvSpPr>
            <p:cNvPr id="239" name="Shape 1276"/>
            <p:cNvSpPr/>
            <p:nvPr/>
          </p:nvSpPr>
          <p:spPr>
            <a:xfrm>
              <a:off x="45303" y="0"/>
              <a:ext cx="575592" cy="683962"/>
            </a:xfrm>
            <a:prstGeom prst="ellipse">
              <a:avLst/>
            </a:prstGeom>
            <a:solidFill>
              <a:srgbClr val="3333CC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indent="0" defTabSz="1842346">
                <a:lnSpc>
                  <a:spcPct val="100000"/>
                </a:lnSpc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0" name="Shape 1277"/>
            <p:cNvSpPr/>
            <p:nvPr/>
          </p:nvSpPr>
          <p:spPr>
            <a:xfrm>
              <a:off x="333095" y="3431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/>
            <a:p>
              <a:pPr marR="80804" indent="80804" algn="ctr" defTabSz="1842346">
                <a:lnSpc>
                  <a:spcPct val="100000"/>
                </a:lnSpc>
                <a:spcBef>
                  <a:spcPts val="2700"/>
                </a:spcBef>
                <a:defRPr b="1" sz="3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V</a:t>
              </a:r>
              <a:r>
                <a:rPr sz="2400"/>
                <a:t>8</a:t>
              </a:r>
            </a:p>
          </p:txBody>
        </p:sp>
      </p:grpSp>
      <p:sp>
        <p:nvSpPr>
          <p:cNvPr id="242" name="Shape 1279"/>
          <p:cNvSpPr txBox="1"/>
          <p:nvPr/>
        </p:nvSpPr>
        <p:spPr>
          <a:xfrm>
            <a:off x="325545" y="5581535"/>
            <a:ext cx="784435" cy="50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V1</a:t>
            </a:r>
          </a:p>
        </p:txBody>
      </p:sp>
      <p:sp>
        <p:nvSpPr>
          <p:cNvPr id="243" name="Shape 1280"/>
          <p:cNvSpPr txBox="1"/>
          <p:nvPr/>
        </p:nvSpPr>
        <p:spPr>
          <a:xfrm>
            <a:off x="4151443" y="5581535"/>
            <a:ext cx="779130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V8</a:t>
            </a:r>
          </a:p>
        </p:txBody>
      </p:sp>
      <p:sp>
        <p:nvSpPr>
          <p:cNvPr id="244" name="Shape 1281"/>
          <p:cNvSpPr txBox="1"/>
          <p:nvPr/>
        </p:nvSpPr>
        <p:spPr>
          <a:xfrm>
            <a:off x="790347" y="5581535"/>
            <a:ext cx="779129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V2 </a:t>
            </a:r>
          </a:p>
        </p:txBody>
      </p:sp>
      <p:sp>
        <p:nvSpPr>
          <p:cNvPr id="245" name="Shape 1282"/>
          <p:cNvSpPr txBox="1"/>
          <p:nvPr/>
        </p:nvSpPr>
        <p:spPr>
          <a:xfrm>
            <a:off x="1950398" y="5581535"/>
            <a:ext cx="667496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V4 </a:t>
            </a:r>
          </a:p>
        </p:txBody>
      </p:sp>
      <p:sp>
        <p:nvSpPr>
          <p:cNvPr id="246" name="Shape 1283"/>
          <p:cNvSpPr txBox="1"/>
          <p:nvPr/>
        </p:nvSpPr>
        <p:spPr>
          <a:xfrm>
            <a:off x="3093679" y="5581535"/>
            <a:ext cx="750151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V6 </a:t>
            </a:r>
          </a:p>
        </p:txBody>
      </p:sp>
      <p:sp>
        <p:nvSpPr>
          <p:cNvPr id="247" name="Shape 1281"/>
          <p:cNvSpPr txBox="1"/>
          <p:nvPr/>
        </p:nvSpPr>
        <p:spPr>
          <a:xfrm>
            <a:off x="1326978" y="5581535"/>
            <a:ext cx="779130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V3</a:t>
            </a:r>
          </a:p>
        </p:txBody>
      </p:sp>
      <p:sp>
        <p:nvSpPr>
          <p:cNvPr id="248" name="Shape 1283"/>
          <p:cNvSpPr txBox="1"/>
          <p:nvPr/>
        </p:nvSpPr>
        <p:spPr>
          <a:xfrm>
            <a:off x="3614618" y="5581535"/>
            <a:ext cx="800102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V7</a:t>
            </a:r>
          </a:p>
        </p:txBody>
      </p:sp>
      <p:sp>
        <p:nvSpPr>
          <p:cNvPr id="249" name="Shape 1282"/>
          <p:cNvSpPr txBox="1"/>
          <p:nvPr/>
        </p:nvSpPr>
        <p:spPr>
          <a:xfrm>
            <a:off x="2486841" y="5581535"/>
            <a:ext cx="667495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V5</a:t>
            </a:r>
          </a:p>
        </p:txBody>
      </p:sp>
      <p:sp>
        <p:nvSpPr>
          <p:cNvPr id="250" name="Shape 1221"/>
          <p:cNvSpPr/>
          <p:nvPr/>
        </p:nvSpPr>
        <p:spPr>
          <a:xfrm>
            <a:off x="2499998" y="3681140"/>
            <a:ext cx="332348" cy="792333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1" name="Shape 1280"/>
          <p:cNvSpPr txBox="1"/>
          <p:nvPr/>
        </p:nvSpPr>
        <p:spPr>
          <a:xfrm>
            <a:off x="4685774" y="5581535"/>
            <a:ext cx="834480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V8</a:t>
            </a:r>
          </a:p>
        </p:txBody>
      </p:sp>
      <p:sp>
        <p:nvSpPr>
          <p:cNvPr id="252" name="Shape 1222"/>
          <p:cNvSpPr/>
          <p:nvPr/>
        </p:nvSpPr>
        <p:spPr>
          <a:xfrm flipH="1">
            <a:off x="3029493" y="3695917"/>
            <a:ext cx="361247" cy="826351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3" name="Shape 1280"/>
          <p:cNvSpPr txBox="1"/>
          <p:nvPr/>
        </p:nvSpPr>
        <p:spPr>
          <a:xfrm>
            <a:off x="5255038" y="5581535"/>
            <a:ext cx="667496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V8</a:t>
            </a:r>
          </a:p>
        </p:txBody>
      </p:sp>
      <p:sp>
        <p:nvSpPr>
          <p:cNvPr id="254" name="Shape 1219"/>
          <p:cNvSpPr/>
          <p:nvPr/>
        </p:nvSpPr>
        <p:spPr>
          <a:xfrm>
            <a:off x="3239670" y="4783810"/>
            <a:ext cx="1180068" cy="2411"/>
          </a:xfrm>
          <a:prstGeom prst="line">
            <a:avLst/>
          </a:prstGeom>
          <a:ln w="12700">
            <a:solidFill>
              <a:srgbClr val="FF0000"/>
            </a:solidFill>
          </a:ln>
        </p:spPr>
        <p:txBody>
          <a:bodyPr lIns="48767" tIns="48767" rIns="48767" bIns="48767"/>
          <a:lstStyle/>
          <a:p>
            <a:pPr indent="0" defTabSz="1300480">
              <a:lnSpc>
                <a:spcPct val="10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5" name="Shape 1280"/>
          <p:cNvSpPr txBox="1"/>
          <p:nvPr/>
        </p:nvSpPr>
        <p:spPr>
          <a:xfrm>
            <a:off x="5933453" y="5581535"/>
            <a:ext cx="779130" cy="49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marR="82201" indent="0" defTabSz="1842346">
              <a:lnSpc>
                <a:spcPct val="100000"/>
              </a:lnSpc>
              <a:spcBef>
                <a:spcPts val="27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V8</a:t>
            </a:r>
          </a:p>
        </p:txBody>
      </p:sp>
      <p:grpSp>
        <p:nvGrpSpPr>
          <p:cNvPr id="287" name="组合 2"/>
          <p:cNvGrpSpPr/>
          <p:nvPr/>
        </p:nvGrpSpPr>
        <p:grpSpPr>
          <a:xfrm>
            <a:off x="5170337" y="1169089"/>
            <a:ext cx="5474443" cy="5237018"/>
            <a:chOff x="42227" y="0"/>
            <a:chExt cx="5474442" cy="5237016"/>
          </a:xfrm>
        </p:grpSpPr>
        <p:sp>
          <p:nvSpPr>
            <p:cNvPr id="256" name="Shape 1248"/>
            <p:cNvSpPr/>
            <p:nvPr/>
          </p:nvSpPr>
          <p:spPr>
            <a:xfrm flipH="1">
              <a:off x="1154444" y="362958"/>
              <a:ext cx="943342" cy="1078151"/>
            </a:xfrm>
            <a:prstGeom prst="line">
              <a:avLst/>
            </a:prstGeom>
            <a:noFill/>
            <a:ln w="127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7" name="Shape 1253"/>
            <p:cNvSpPr/>
            <p:nvPr/>
          </p:nvSpPr>
          <p:spPr>
            <a:xfrm>
              <a:off x="2562121" y="484014"/>
              <a:ext cx="1011188" cy="1005154"/>
            </a:xfrm>
            <a:prstGeom prst="line">
              <a:avLst/>
            </a:prstGeom>
            <a:noFill/>
            <a:ln w="127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8" name="Shape 1248"/>
            <p:cNvSpPr/>
            <p:nvPr/>
          </p:nvSpPr>
          <p:spPr>
            <a:xfrm>
              <a:off x="327099" y="2967524"/>
              <a:ext cx="8401" cy="845543"/>
            </a:xfrm>
            <a:prstGeom prst="line">
              <a:avLst/>
            </a:prstGeom>
            <a:noFill/>
            <a:ln w="127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9" name="Shape 1248"/>
            <p:cNvSpPr/>
            <p:nvPr/>
          </p:nvSpPr>
          <p:spPr>
            <a:xfrm flipH="1">
              <a:off x="2815286" y="1739763"/>
              <a:ext cx="525589" cy="662397"/>
            </a:xfrm>
            <a:prstGeom prst="line">
              <a:avLst/>
            </a:prstGeom>
            <a:noFill/>
            <a:ln w="127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0" name="Shape 1248"/>
            <p:cNvSpPr/>
            <p:nvPr/>
          </p:nvSpPr>
          <p:spPr>
            <a:xfrm flipH="1" flipV="1">
              <a:off x="3736617" y="1767997"/>
              <a:ext cx="476669" cy="697519"/>
            </a:xfrm>
            <a:prstGeom prst="line">
              <a:avLst/>
            </a:prstGeom>
            <a:noFill/>
            <a:ln w="127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1" name="Shape 1248"/>
            <p:cNvSpPr/>
            <p:nvPr/>
          </p:nvSpPr>
          <p:spPr>
            <a:xfrm flipH="1" flipV="1">
              <a:off x="1287121" y="1768003"/>
              <a:ext cx="476670" cy="697519"/>
            </a:xfrm>
            <a:prstGeom prst="line">
              <a:avLst/>
            </a:prstGeom>
            <a:noFill/>
            <a:ln w="127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264" name="Group 1225"/>
            <p:cNvGrpSpPr/>
            <p:nvPr/>
          </p:nvGrpSpPr>
          <p:grpSpPr>
            <a:xfrm>
              <a:off x="2027721" y="0"/>
              <a:ext cx="1560870" cy="1618229"/>
              <a:chOff x="42227" y="0"/>
              <a:chExt cx="1560868" cy="1618228"/>
            </a:xfrm>
          </p:grpSpPr>
          <p:sp>
            <p:nvSpPr>
              <p:cNvPr id="262" name="Shape 1223"/>
              <p:cNvSpPr/>
              <p:nvPr/>
            </p:nvSpPr>
            <p:spPr>
              <a:xfrm>
                <a:off x="42227" y="0"/>
                <a:ext cx="581742" cy="694014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63" name="Shape 1224"/>
              <p:cNvSpPr/>
              <p:nvPr/>
            </p:nvSpPr>
            <p:spPr>
              <a:xfrm>
                <a:off x="333095" y="34822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1</a:t>
                </a:r>
              </a:p>
            </p:txBody>
          </p:sp>
        </p:grpSp>
        <p:grpSp>
          <p:nvGrpSpPr>
            <p:cNvPr id="267" name="Group 1228"/>
            <p:cNvGrpSpPr/>
            <p:nvPr/>
          </p:nvGrpSpPr>
          <p:grpSpPr>
            <a:xfrm>
              <a:off x="819348" y="1190080"/>
              <a:ext cx="1560868" cy="1617008"/>
              <a:chOff x="42228" y="0"/>
              <a:chExt cx="1560866" cy="1617006"/>
            </a:xfrm>
          </p:grpSpPr>
          <p:sp>
            <p:nvSpPr>
              <p:cNvPr id="265" name="Shape 1226"/>
              <p:cNvSpPr/>
              <p:nvPr/>
            </p:nvSpPr>
            <p:spPr>
              <a:xfrm>
                <a:off x="42228" y="0"/>
                <a:ext cx="581742" cy="691574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66" name="Shape 1227"/>
              <p:cNvSpPr/>
              <p:nvPr/>
            </p:nvSpPr>
            <p:spPr>
              <a:xfrm>
                <a:off x="333095" y="347006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2</a:t>
                </a:r>
              </a:p>
            </p:txBody>
          </p:sp>
        </p:grpSp>
        <p:grpSp>
          <p:nvGrpSpPr>
            <p:cNvPr id="270" name="Group 1231"/>
            <p:cNvGrpSpPr/>
            <p:nvPr/>
          </p:nvGrpSpPr>
          <p:grpSpPr>
            <a:xfrm>
              <a:off x="46759" y="2369500"/>
              <a:ext cx="1559650" cy="1618229"/>
              <a:chOff x="43446" y="0"/>
              <a:chExt cx="1559649" cy="1618228"/>
            </a:xfrm>
          </p:grpSpPr>
          <p:sp>
            <p:nvSpPr>
              <p:cNvPr id="268" name="Shape 1229"/>
              <p:cNvSpPr/>
              <p:nvPr/>
            </p:nvSpPr>
            <p:spPr>
              <a:xfrm>
                <a:off x="43446" y="0"/>
                <a:ext cx="579307" cy="694017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69" name="Shape 1230"/>
              <p:cNvSpPr/>
              <p:nvPr/>
            </p:nvSpPr>
            <p:spPr>
              <a:xfrm>
                <a:off x="333095" y="34822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4</a:t>
                </a:r>
              </a:p>
            </p:txBody>
          </p:sp>
        </p:grpSp>
        <p:grpSp>
          <p:nvGrpSpPr>
            <p:cNvPr id="273" name="Group 1234"/>
            <p:cNvGrpSpPr/>
            <p:nvPr/>
          </p:nvGrpSpPr>
          <p:grpSpPr>
            <a:xfrm>
              <a:off x="1478744" y="2369500"/>
              <a:ext cx="1560869" cy="1617007"/>
              <a:chOff x="42227" y="0"/>
              <a:chExt cx="1560868" cy="1617006"/>
            </a:xfrm>
          </p:grpSpPr>
          <p:sp>
            <p:nvSpPr>
              <p:cNvPr id="271" name="Shape 1232"/>
              <p:cNvSpPr/>
              <p:nvPr/>
            </p:nvSpPr>
            <p:spPr>
              <a:xfrm>
                <a:off x="42227" y="0"/>
                <a:ext cx="581742" cy="691574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2" name="Shape 1233"/>
              <p:cNvSpPr/>
              <p:nvPr/>
            </p:nvSpPr>
            <p:spPr>
              <a:xfrm>
                <a:off x="333095" y="347006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5</a:t>
                </a:r>
              </a:p>
            </p:txBody>
          </p:sp>
        </p:grpSp>
        <p:grpSp>
          <p:nvGrpSpPr>
            <p:cNvPr id="276" name="Group 1237"/>
            <p:cNvGrpSpPr/>
            <p:nvPr/>
          </p:nvGrpSpPr>
          <p:grpSpPr>
            <a:xfrm>
              <a:off x="3260102" y="1153425"/>
              <a:ext cx="1560868" cy="1618229"/>
              <a:chOff x="42228" y="0"/>
              <a:chExt cx="1560866" cy="1618228"/>
            </a:xfrm>
          </p:grpSpPr>
          <p:sp>
            <p:nvSpPr>
              <p:cNvPr id="274" name="Shape 1235"/>
              <p:cNvSpPr/>
              <p:nvPr/>
            </p:nvSpPr>
            <p:spPr>
              <a:xfrm>
                <a:off x="42228" y="0"/>
                <a:ext cx="581742" cy="694017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5" name="Shape 1236"/>
              <p:cNvSpPr/>
              <p:nvPr/>
            </p:nvSpPr>
            <p:spPr>
              <a:xfrm>
                <a:off x="333095" y="34822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3</a:t>
                </a:r>
              </a:p>
            </p:txBody>
          </p:sp>
        </p:grpSp>
        <p:grpSp>
          <p:nvGrpSpPr>
            <p:cNvPr id="279" name="Group 1240"/>
            <p:cNvGrpSpPr/>
            <p:nvPr/>
          </p:nvGrpSpPr>
          <p:grpSpPr>
            <a:xfrm>
              <a:off x="3957018" y="2369500"/>
              <a:ext cx="1559652" cy="1618229"/>
              <a:chOff x="43444" y="0"/>
              <a:chExt cx="1559650" cy="1618228"/>
            </a:xfrm>
          </p:grpSpPr>
          <p:sp>
            <p:nvSpPr>
              <p:cNvPr id="277" name="Shape 1238"/>
              <p:cNvSpPr/>
              <p:nvPr/>
            </p:nvSpPr>
            <p:spPr>
              <a:xfrm>
                <a:off x="43444" y="0"/>
                <a:ext cx="579308" cy="694017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8" name="Shape 1239"/>
              <p:cNvSpPr/>
              <p:nvPr/>
            </p:nvSpPr>
            <p:spPr>
              <a:xfrm>
                <a:off x="333095" y="34822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7</a:t>
                </a:r>
              </a:p>
            </p:txBody>
          </p:sp>
        </p:grpSp>
        <p:grpSp>
          <p:nvGrpSpPr>
            <p:cNvPr id="282" name="Group 1243"/>
            <p:cNvGrpSpPr/>
            <p:nvPr/>
          </p:nvGrpSpPr>
          <p:grpSpPr>
            <a:xfrm>
              <a:off x="2512082" y="2369500"/>
              <a:ext cx="1560869" cy="1617007"/>
              <a:chOff x="42227" y="0"/>
              <a:chExt cx="1560868" cy="1617006"/>
            </a:xfrm>
          </p:grpSpPr>
          <p:sp>
            <p:nvSpPr>
              <p:cNvPr id="280" name="Shape 1241"/>
              <p:cNvSpPr/>
              <p:nvPr/>
            </p:nvSpPr>
            <p:spPr>
              <a:xfrm>
                <a:off x="42227" y="0"/>
                <a:ext cx="581742" cy="691574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81" name="Shape 1242"/>
              <p:cNvSpPr/>
              <p:nvPr/>
            </p:nvSpPr>
            <p:spPr>
              <a:xfrm>
                <a:off x="333095" y="347006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6</a:t>
                </a:r>
              </a:p>
            </p:txBody>
          </p:sp>
        </p:grpSp>
        <p:grpSp>
          <p:nvGrpSpPr>
            <p:cNvPr id="285" name="Group 1246"/>
            <p:cNvGrpSpPr/>
            <p:nvPr/>
          </p:nvGrpSpPr>
          <p:grpSpPr>
            <a:xfrm>
              <a:off x="42227" y="3618788"/>
              <a:ext cx="1560869" cy="1618229"/>
              <a:chOff x="42227" y="0"/>
              <a:chExt cx="1560868" cy="1618228"/>
            </a:xfrm>
          </p:grpSpPr>
          <p:sp>
            <p:nvSpPr>
              <p:cNvPr id="283" name="Shape 1244"/>
              <p:cNvSpPr/>
              <p:nvPr/>
            </p:nvSpPr>
            <p:spPr>
              <a:xfrm>
                <a:off x="42227" y="0"/>
                <a:ext cx="581742" cy="694017"/>
              </a:xfrm>
              <a:prstGeom prst="ellipse">
                <a:avLst/>
              </a:prstGeom>
              <a:solidFill>
                <a:srgbClr val="993300"/>
              </a:solidFill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8767" tIns="48767" rIns="48767" bIns="48767" numCol="1" anchor="ctr">
                <a:noAutofit/>
              </a:bodyPr>
              <a:lstStyle/>
              <a:p>
                <a:pPr marR="82201" indent="0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uFill>
                      <a:solidFill>
                        <a:srgbClr val="000000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84" name="Shape 1245"/>
              <p:cNvSpPr/>
              <p:nvPr/>
            </p:nvSpPr>
            <p:spPr>
              <a:xfrm>
                <a:off x="333095" y="34822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0640" tIns="40640" rIns="40640" bIns="40640" numCol="1" anchor="ctr">
                <a:spAutoFit/>
              </a:bodyPr>
              <a:lstStyle/>
              <a:p>
                <a:pPr marR="80804" indent="80804" algn="ctr" defTabSz="1842346">
                  <a:lnSpc>
                    <a:spcPct val="100000"/>
                  </a:lnSpc>
                  <a:spcBef>
                    <a:spcPts val="2700"/>
                  </a:spcBef>
                  <a:defRPr b="1" sz="3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V</a:t>
                </a:r>
                <a:r>
                  <a:rPr sz="2400"/>
                  <a:t>8</a:t>
                </a:r>
              </a:p>
            </p:txBody>
          </p:sp>
        </p:grpSp>
        <p:sp>
          <p:nvSpPr>
            <p:cNvPr id="286" name="Shape 1248"/>
            <p:cNvSpPr/>
            <p:nvPr/>
          </p:nvSpPr>
          <p:spPr>
            <a:xfrm flipH="1">
              <a:off x="335917" y="1709777"/>
              <a:ext cx="525589" cy="662396"/>
            </a:xfrm>
            <a:prstGeom prst="line">
              <a:avLst/>
            </a:prstGeom>
            <a:noFill/>
            <a:ln w="127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xit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1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xit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0"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click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entr" nodeType="click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0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xit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9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Class="entr" nodeType="clickEffect" presetSubtype="2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8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Class="entr" nodeType="clickEffect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9"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Class="entr" nodeType="click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8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9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Class="exit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Class="entr" nodeType="clickEffect" presetSubtype="8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Class="entr" nodeType="clickEffect" presetSubtype="8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Class="entr" nodeType="clickEffect" presetSubtype="8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Class="exit" nodeType="click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Class="entr" nodeType="clickEffect" presetSubtype="8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Class="entr" nodeType="click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Class="entr" nodeType="clickEffect" presetSubtype="8" presetID="2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Class="exit" nodeType="clickEffect" presetSubtype="0" presetID="1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Class="entr" nodeType="clickEffect" presetSubtype="8" presetID="2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4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Class="entr" nodeType="clickEffect" presetSubtype="0" presetID="1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9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Class="entr" nodeType="clickEffect" presetSubtype="8" presetID="22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54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Class="exit" nodeType="clickEffect" presetSubtype="0" presetID="1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Class="entr" nodeType="clickEffect" presetSubtype="8" presetID="22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2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Class="entr" nodeType="clickEffect" presetSubtype="0" presetID="1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Class="entr" nodeType="clickEffect" presetSubtype="8" presetID="22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1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2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Class="exit" nodeType="clickEffect" presetSubtype="0" presetID="1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Class="entr" nodeType="clickEffect" presetSubtype="8" presetID="22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8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Class="exit" nodeType="clickEffect" presetSubtype="0" presetID="1" grpId="3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Class="exit" nodeType="clickEffect" presetSubtype="0" presetID="1" grpId="4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Class="exit" nodeType="clickEffect" presetSubtype="0" presetID="1" grpId="4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Class="entr" nodeType="clickEffect" presetSubtype="0" presetID="1" grpId="4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7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2" grpId="31"/>
      <p:bldP build="whole" bldLvl="1" animBg="1" rev="0" advAuto="0" spid="211" grpId="5"/>
      <p:bldP build="whole" bldLvl="1" animBg="1" rev="0" advAuto="0" spid="244" grpId="6"/>
      <p:bldP build="whole" bldLvl="1" animBg="1" rev="0" advAuto="0" spid="244" grpId="9"/>
      <p:bldP build="whole" bldLvl="1" animBg="1" rev="0" advAuto="0" spid="229" grpId="26"/>
      <p:bldP build="whole" bldLvl="1" animBg="1" rev="0" advAuto="0" spid="213" grpId="11"/>
      <p:bldP build="whole" bldLvl="1" animBg="1" rev="0" advAuto="0" spid="245" grpId="12"/>
      <p:bldP build="whole" bldLvl="1" animBg="1" rev="0" advAuto="0" spid="246" grpId="18"/>
      <p:bldP build="whole" bldLvl="1" animBg="1" rev="0" advAuto="0" spid="242" grpId="2"/>
      <p:bldP build="whole" bldLvl="1" animBg="1" rev="0" advAuto="0" spid="242" grpId="3"/>
      <p:bldP build="whole" bldLvl="1" animBg="1" rev="0" advAuto="0" spid="220" grpId="4"/>
      <p:bldP build="whole" bldLvl="1" animBg="1" rev="0" advAuto="0" spid="235" grpId="34"/>
      <p:bldP build="whole" bldLvl="1" animBg="1" rev="0" advAuto="0" spid="245" grpId="21"/>
      <p:bldP build="whole" bldLvl="1" animBg="1" rev="0" advAuto="0" spid="287" grpId="42"/>
      <p:bldP build="whole" bldLvl="1" animBg="1" rev="0" advAuto="0" spid="248" grpId="20"/>
      <p:bldP build="whole" bldLvl="1" animBg="1" rev="0" advAuto="0" spid="246" grpId="29"/>
      <p:bldP build="whole" bldLvl="1" animBg="1" rev="0" advAuto="0" spid="241" grpId="38"/>
      <p:bldP build="whole" bldLvl="1" animBg="1" rev="0" advAuto="0" spid="249" grpId="14"/>
      <p:bldP build="whole" bldLvl="1" animBg="1" rev="0" advAuto="0" spid="217" grpId="13"/>
      <p:bldP build="whole" bldLvl="1" animBg="1" rev="0" advAuto="0" spid="243" grpId="24"/>
      <p:bldP build="whole" bldLvl="1" animBg="1" rev="0" advAuto="0" spid="248" grpId="33"/>
      <p:bldP build="whole" bldLvl="1" animBg="1" rev="0" advAuto="0" spid="214" grpId="23"/>
      <p:bldP build="whole" bldLvl="1" animBg="1" rev="0" advAuto="0" spid="232" grpId="16"/>
      <p:bldP build="whole" bldLvl="1" animBg="1" rev="0" advAuto="0" spid="250" grpId="27"/>
      <p:bldP build="whole" bldLvl="1" animBg="1" rev="0" advAuto="0" spid="253" grpId="32"/>
      <p:bldP build="whole" bldLvl="1" animBg="1" rev="0" advAuto="0" spid="226" grpId="22"/>
      <p:bldP build="whole" bldLvl="1" animBg="1" rev="0" advAuto="0" spid="249" grpId="25"/>
      <p:bldP build="whole" bldLvl="1" animBg="1" rev="0" advAuto="0" spid="216" grpId="7"/>
      <p:bldP build="whole" bldLvl="1" animBg="1" rev="0" advAuto="0" spid="251" grpId="28"/>
      <p:bldP build="whole" bldLvl="1" animBg="1" rev="0" advAuto="0" spid="243" grpId="37"/>
      <p:bldP build="whole" bldLvl="1" animBg="1" rev="0" advAuto="0" spid="253" grpId="40"/>
      <p:bldP build="whole" bldLvl="1" animBg="1" rev="0" advAuto="0" spid="215" grpId="19"/>
      <p:bldP build="whole" bldLvl="1" animBg="1" rev="0" advAuto="0" spid="251" grpId="39"/>
      <p:bldP build="whole" bldLvl="1" animBg="1" rev="0" advAuto="0" spid="238" grpId="30"/>
      <p:bldP build="whole" bldLvl="1" animBg="1" rev="0" advAuto="0" spid="255" grpId="36"/>
      <p:bldP build="whole" bldLvl="1" animBg="1" rev="0" advAuto="0" spid="247" grpId="8"/>
      <p:bldP build="whole" bldLvl="1" animBg="1" rev="0" advAuto="0" spid="255" grpId="41"/>
      <p:bldP build="whole" bldLvl="1" animBg="1" rev="0" advAuto="0" spid="223" grpId="10"/>
      <p:bldP build="whole" bldLvl="1" animBg="1" rev="0" advAuto="0" spid="212" grpId="17"/>
      <p:bldP build="whole" bldLvl="1" animBg="1" rev="0" advAuto="0" spid="210" grpId="1"/>
      <p:bldP build="whole" bldLvl="1" animBg="1" rev="0" advAuto="0" spid="247" grpId="15"/>
      <p:bldP build="whole" bldLvl="1" animBg="1" rev="0" advAuto="0" spid="254" grpId="3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广度优先搜索</a:t>
            </a:r>
          </a:p>
        </p:txBody>
      </p:sp>
      <p:sp>
        <p:nvSpPr>
          <p:cNvPr id="290" name="文本框 4"/>
          <p:cNvSpPr txBox="1"/>
          <p:nvPr/>
        </p:nvSpPr>
        <p:spPr>
          <a:xfrm>
            <a:off x="709013" y="2180606"/>
            <a:ext cx="11687663" cy="4275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初始化</a:t>
            </a:r>
            <a:r>
              <a:t>reached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将</a:t>
            </a:r>
            <a:r>
              <a:t>u</a:t>
            </a:r>
            <a:r>
              <a:t>入队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如果队为空，算法结束；否则：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出队</a:t>
            </a:r>
            <a:r>
              <a:t>=&gt;u</a:t>
            </a:r>
            <a:r>
              <a:t>，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如果</a:t>
            </a:r>
            <a:r>
              <a:t>reached[u] = true </a:t>
            </a:r>
            <a:r>
              <a:t>则继续</a:t>
            </a:r>
            <a:r>
              <a:t>2</a:t>
            </a:r>
            <a:r>
              <a:t>，否则</a:t>
            </a:r>
            <a:r>
              <a:t>: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    </a:t>
            </a:r>
            <a:r>
              <a:t>reached[u] = true</a:t>
            </a:r>
          </a:p>
          <a:p>
            <a:pPr marL="647700" indent="-647700" defTabSz="1300480">
              <a:lnSpc>
                <a:spcPct val="100000"/>
              </a:lnSpc>
              <a:buSzPct val="100000"/>
              <a:buAutoNum type="arabicPeriod" startAt="1"/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   </a:t>
            </a:r>
            <a:r>
              <a:t> 将</a:t>
            </a:r>
            <a:r>
              <a:t>u</a:t>
            </a:r>
            <a:r>
              <a:t>的邻接点</a:t>
            </a:r>
            <a:r>
              <a:t>v</a:t>
            </a:r>
            <a:r>
              <a:t>，并且</a:t>
            </a:r>
            <a:r>
              <a:t>reached[v] = false </a:t>
            </a:r>
            <a:r>
              <a:t>入队，继续</a:t>
            </a:r>
            <a:r>
              <a:t>2</a:t>
            </a:r>
          </a:p>
        </p:txBody>
      </p:sp>
      <p:sp>
        <p:nvSpPr>
          <p:cNvPr id="291" name="文本框 5"/>
          <p:cNvSpPr txBox="1"/>
          <p:nvPr/>
        </p:nvSpPr>
        <p:spPr>
          <a:xfrm>
            <a:off x="213828" y="1610396"/>
            <a:ext cx="2269237" cy="70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算法描述：</a:t>
            </a:r>
          </a:p>
        </p:txBody>
      </p:sp>
      <p:sp>
        <p:nvSpPr>
          <p:cNvPr id="292" name="文本框 2"/>
          <p:cNvSpPr txBox="1"/>
          <p:nvPr/>
        </p:nvSpPr>
        <p:spPr>
          <a:xfrm>
            <a:off x="213828" y="6531490"/>
            <a:ext cx="7008917" cy="70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indent="0" defTabSz="1300480">
              <a:lnSpc>
                <a:spcPct val="10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注：也可以先</a:t>
            </a:r>
            <a:r>
              <a:t>reached[v]=true</a:t>
            </a:r>
            <a:r>
              <a:t>再入队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2" grpId="2"/>
      <p:bldP build="whole" bldLvl="1" animBg="1" rev="0" advAuto="0" spid="29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广度优先搜索</a:t>
            </a:r>
          </a:p>
        </p:txBody>
      </p:sp>
      <p:sp>
        <p:nvSpPr>
          <p:cNvPr id="295" name="private void bfs(int v) {…"/>
          <p:cNvSpPr txBox="1"/>
          <p:nvPr/>
        </p:nvSpPr>
        <p:spPr>
          <a:xfrm>
            <a:off x="76714" y="1380131"/>
            <a:ext cx="11328864" cy="6993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186" tIns="54186" rIns="54186" bIns="54186" anchor="ctr">
            <a:spAutoFit/>
          </a:bodyPr>
          <a:lstStyle/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bfs(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t>u</a:t>
            </a:r>
            <a:r>
              <a:t>) {</a:t>
            </a:r>
            <a:endParaRPr sz="2800">
              <a:solidFill>
                <a:srgbClr val="931A68"/>
              </a:solidFill>
            </a:endParaRP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Deque&lt;Integer&gt;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ArrayDeque&lt;&gt;();</a:t>
            </a:r>
            <a:r>
              <a:rPr>
                <a:solidFill>
                  <a:srgbClr val="4E9072"/>
                </a:solidFill>
              </a:rPr>
              <a:t>//java队列</a:t>
            </a:r>
            <a:endParaRPr>
              <a:solidFill>
                <a:srgbClr val="4E9072"/>
              </a:solidFill>
            </a:endParaRP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(!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.isEmpty()) {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u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.poll();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0326CC"/>
                </a:solidFill>
              </a:rPr>
              <a:t>reached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]) </a:t>
            </a: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				continue;</a:t>
            </a: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reached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  <a:endParaRPr sz="2800">
              <a:solidFill>
                <a:srgbClr val="0326CC"/>
              </a:solidFill>
            </a:endParaRP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4E9072"/>
                </a:solidFill>
              </a:rPr>
              <a:t>//加入期望的处理，例如</a:t>
            </a: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</a:t>
            </a:r>
            <a:r>
              <a:t>u</a:t>
            </a:r>
            <a:r>
              <a:t>Value(</a:t>
            </a:r>
            <a:r>
              <a:rPr>
                <a:solidFill>
                  <a:srgbClr val="7E504F"/>
                </a:solidFill>
              </a:rPr>
              <a:t>u</a:t>
            </a:r>
            <a:r>
              <a:t>));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Iterator&lt;Integer&gt;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.iterator(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(!</a:t>
            </a:r>
            <a:r>
              <a:rPr>
                <a:solidFill>
                  <a:srgbClr val="0326CC"/>
                </a:solidFill>
              </a:rPr>
              <a:t>reached</a:t>
            </a:r>
            <a:r>
              <a:t>[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])</a:t>
            </a:r>
            <a:endParaRPr sz="2800">
              <a:solidFill>
                <a:srgbClr val="0326CC"/>
              </a:solidFill>
            </a:endParaRPr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);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  <a:endParaRPr sz="2800"/>
          </a:p>
          <a:p>
            <a:pPr indent="0" defTabSz="130048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346"/>
          <p:cNvSpPr txBox="1"/>
          <p:nvPr/>
        </p:nvSpPr>
        <p:spPr>
          <a:xfrm>
            <a:off x="1816241" y="194592"/>
            <a:ext cx="863600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广度优先搜索</a:t>
            </a:r>
          </a:p>
        </p:txBody>
      </p:sp>
      <p:sp>
        <p:nvSpPr>
          <p:cNvPr id="298" name="Shape 649"/>
          <p:cNvSpPr txBox="1"/>
          <p:nvPr/>
        </p:nvSpPr>
        <p:spPr>
          <a:xfrm>
            <a:off x="95654" y="1702655"/>
            <a:ext cx="8291715" cy="71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186" tIns="54186" rIns="54186" bIns="54186">
            <a:spAutoFit/>
          </a:bodyPr>
          <a:lstStyle>
            <a:lvl1pPr indent="0" defTabSz="1300480">
              <a:lnSpc>
                <a:spcPct val="150000"/>
              </a:lnSpc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广度优先搜索类似于二叉树的层次遍历；</a:t>
            </a:r>
          </a:p>
        </p:txBody>
      </p:sp>
      <p:sp>
        <p:nvSpPr>
          <p:cNvPr id="299" name="时间复杂度：每个顶点最多调用一次rfds，rdfs检查该点的邻接边…"/>
          <p:cNvSpPr txBox="1"/>
          <p:nvPr/>
        </p:nvSpPr>
        <p:spPr>
          <a:xfrm>
            <a:off x="95655" y="2395758"/>
            <a:ext cx="3719688" cy="71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186" tIns="54186" rIns="54186" bIns="54186" anchor="ctr">
            <a:spAutoFit/>
          </a:bodyPr>
          <a:lstStyle/>
          <a:p>
            <a:pPr indent="0" defTabSz="1300480">
              <a:lnSpc>
                <a:spcPct val="150000"/>
              </a:lnSpc>
              <a:defRPr sz="3400">
                <a:solidFill>
                  <a:srgbClr val="0F142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时间复杂度</a:t>
            </a:r>
            <a:r>
              <a:t>：同</a:t>
            </a:r>
            <a:r>
              <a:t>dfs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86"/>
          <p:cNvSpPr/>
          <p:nvPr/>
        </p:nvSpPr>
        <p:spPr>
          <a:xfrm>
            <a:off x="3402098" y="6494779"/>
            <a:ext cx="1025033" cy="715717"/>
          </a:xfrm>
          <a:prstGeom prst="line">
            <a:avLst/>
          </a:prstGeom>
          <a:ln w="47625" cap="sq">
            <a:solidFill>
              <a:srgbClr val="9933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02" name="Shape 87"/>
          <p:cNvSpPr/>
          <p:nvPr/>
        </p:nvSpPr>
        <p:spPr>
          <a:xfrm>
            <a:off x="2889582" y="5076895"/>
            <a:ext cx="205460" cy="819575"/>
          </a:xfrm>
          <a:prstGeom prst="line">
            <a:avLst/>
          </a:prstGeom>
          <a:ln w="47625" cap="sq">
            <a:solidFill>
              <a:srgbClr val="9933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03" name="Shape 88"/>
          <p:cNvSpPr/>
          <p:nvPr/>
        </p:nvSpPr>
        <p:spPr>
          <a:xfrm>
            <a:off x="1602695" y="4374454"/>
            <a:ext cx="789486" cy="465586"/>
          </a:xfrm>
          <a:prstGeom prst="line">
            <a:avLst/>
          </a:prstGeom>
          <a:ln w="47625" cap="sq">
            <a:solidFill>
              <a:srgbClr val="9933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04" name="Shape 89"/>
          <p:cNvSpPr/>
          <p:nvPr/>
        </p:nvSpPr>
        <p:spPr>
          <a:xfrm>
            <a:off x="4300411" y="4007836"/>
            <a:ext cx="259647" cy="1892303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05" name="Shape 90"/>
          <p:cNvSpPr/>
          <p:nvPr/>
        </p:nvSpPr>
        <p:spPr>
          <a:xfrm>
            <a:off x="4609568" y="6561335"/>
            <a:ext cx="22525" cy="582913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06" name="Shape 91"/>
          <p:cNvSpPr/>
          <p:nvPr/>
        </p:nvSpPr>
        <p:spPr>
          <a:xfrm flipV="1">
            <a:off x="1654578" y="3783189"/>
            <a:ext cx="2171702" cy="330202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07" name="Shape 92"/>
          <p:cNvSpPr txBox="1"/>
          <p:nvPr/>
        </p:nvSpPr>
        <p:spPr>
          <a:xfrm>
            <a:off x="5774638" y="5145616"/>
            <a:ext cx="633730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顶点访问序列为: </a:t>
            </a:r>
            <a:r>
              <a:rPr b="1"/>
              <a:t>b</a:t>
            </a:r>
            <a:r>
              <a:t>  </a:t>
            </a:r>
            <a:r>
              <a:rPr b="1"/>
              <a:t>a</a:t>
            </a:r>
            <a:r>
              <a:t>  c  h  d a </a:t>
            </a:r>
            <a:r>
              <a:rPr b="1"/>
              <a:t>e</a:t>
            </a:r>
            <a:r>
              <a:t>  </a:t>
            </a:r>
            <a:r>
              <a:rPr b="1"/>
              <a:t>i</a:t>
            </a:r>
            <a:r>
              <a:t>  </a:t>
            </a:r>
          </a:p>
        </p:txBody>
      </p:sp>
      <p:sp>
        <p:nvSpPr>
          <p:cNvPr id="308" name="Shape 93"/>
          <p:cNvSpPr txBox="1"/>
          <p:nvPr/>
        </p:nvSpPr>
        <p:spPr>
          <a:xfrm>
            <a:off x="5774638" y="4289494"/>
            <a:ext cx="65151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顶点访问序列为:</a:t>
            </a:r>
            <a:r>
              <a:rPr b="1"/>
              <a:t>b g f</a:t>
            </a:r>
            <a:r>
              <a:t> </a:t>
            </a:r>
            <a:r>
              <a:rPr b="1"/>
              <a:t> i</a:t>
            </a:r>
          </a:p>
        </p:txBody>
      </p:sp>
      <p:grpSp>
        <p:nvGrpSpPr>
          <p:cNvPr id="349" name="Group 134"/>
          <p:cNvGrpSpPr/>
          <p:nvPr/>
        </p:nvGrpSpPr>
        <p:grpSpPr>
          <a:xfrm>
            <a:off x="631805" y="3449036"/>
            <a:ext cx="4332679" cy="4373038"/>
            <a:chOff x="0" y="0"/>
            <a:chExt cx="4332678" cy="4373036"/>
          </a:xfrm>
        </p:grpSpPr>
        <p:grpSp>
          <p:nvGrpSpPr>
            <p:cNvPr id="311" name="Group 96"/>
            <p:cNvGrpSpPr/>
            <p:nvPr/>
          </p:nvGrpSpPr>
          <p:grpSpPr>
            <a:xfrm>
              <a:off x="1740746" y="1085991"/>
              <a:ext cx="634439" cy="647703"/>
              <a:chOff x="0" y="0"/>
              <a:chExt cx="634438" cy="647701"/>
            </a:xfrm>
          </p:grpSpPr>
          <p:sp>
            <p:nvSpPr>
              <p:cNvPr id="309" name="Shape 94"/>
              <p:cNvSpPr/>
              <p:nvPr/>
            </p:nvSpPr>
            <p:spPr>
              <a:xfrm>
                <a:off x="0" y="0"/>
                <a:ext cx="63443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0" name="Shape 95"/>
              <p:cNvSpPr txBox="1"/>
              <p:nvPr/>
            </p:nvSpPr>
            <p:spPr>
              <a:xfrm>
                <a:off x="168159" y="122185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314" name="Group 99"/>
            <p:cNvGrpSpPr/>
            <p:nvPr/>
          </p:nvGrpSpPr>
          <p:grpSpPr>
            <a:xfrm>
              <a:off x="343182" y="417688"/>
              <a:ext cx="657017" cy="647703"/>
              <a:chOff x="0" y="0"/>
              <a:chExt cx="657016" cy="647701"/>
            </a:xfrm>
          </p:grpSpPr>
          <p:sp>
            <p:nvSpPr>
              <p:cNvPr id="312" name="Shape 97"/>
              <p:cNvSpPr/>
              <p:nvPr/>
            </p:nvSpPr>
            <p:spPr>
              <a:xfrm>
                <a:off x="0" y="0"/>
                <a:ext cx="657017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3" name="Shape 98"/>
              <p:cNvSpPr txBox="1"/>
              <p:nvPr/>
            </p:nvSpPr>
            <p:spPr>
              <a:xfrm>
                <a:off x="170890" y="122185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17" name="Group 102"/>
            <p:cNvGrpSpPr/>
            <p:nvPr/>
          </p:nvGrpSpPr>
          <p:grpSpPr>
            <a:xfrm>
              <a:off x="-1" y="2458721"/>
              <a:ext cx="609601" cy="647703"/>
              <a:chOff x="0" y="0"/>
              <a:chExt cx="609600" cy="647701"/>
            </a:xfrm>
          </p:grpSpPr>
          <p:sp>
            <p:nvSpPr>
              <p:cNvPr id="315" name="Shape 100"/>
              <p:cNvSpPr/>
              <p:nvPr/>
            </p:nvSpPr>
            <p:spPr>
              <a:xfrm>
                <a:off x="-1" y="0"/>
                <a:ext cx="609601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6" name="Shape 101"/>
              <p:cNvSpPr txBox="1"/>
              <p:nvPr/>
            </p:nvSpPr>
            <p:spPr>
              <a:xfrm>
                <a:off x="166557" y="122185"/>
                <a:ext cx="281001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20" name="Group 105"/>
            <p:cNvGrpSpPr/>
            <p:nvPr/>
          </p:nvGrpSpPr>
          <p:grpSpPr>
            <a:xfrm>
              <a:off x="688622" y="3725334"/>
              <a:ext cx="634439" cy="647703"/>
              <a:chOff x="0" y="0"/>
              <a:chExt cx="634438" cy="647701"/>
            </a:xfrm>
          </p:grpSpPr>
          <p:sp>
            <p:nvSpPr>
              <p:cNvPr id="318" name="Shape 103"/>
              <p:cNvSpPr/>
              <p:nvPr/>
            </p:nvSpPr>
            <p:spPr>
              <a:xfrm>
                <a:off x="-1" y="0"/>
                <a:ext cx="634440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9" name="Shape 104"/>
              <p:cNvSpPr txBox="1"/>
              <p:nvPr/>
            </p:nvSpPr>
            <p:spPr>
              <a:xfrm>
                <a:off x="159601" y="122185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323" name="Group 108"/>
            <p:cNvGrpSpPr/>
            <p:nvPr/>
          </p:nvGrpSpPr>
          <p:grpSpPr>
            <a:xfrm>
              <a:off x="1329831" y="2458721"/>
              <a:ext cx="634439" cy="647703"/>
              <a:chOff x="0" y="0"/>
              <a:chExt cx="634438" cy="647701"/>
            </a:xfrm>
          </p:grpSpPr>
          <p:sp>
            <p:nvSpPr>
              <p:cNvPr id="321" name="Shape 106"/>
              <p:cNvSpPr/>
              <p:nvPr/>
            </p:nvSpPr>
            <p:spPr>
              <a:xfrm>
                <a:off x="-1" y="0"/>
                <a:ext cx="634440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2" name="Shape 107"/>
              <p:cNvSpPr txBox="1"/>
              <p:nvPr/>
            </p:nvSpPr>
            <p:spPr>
              <a:xfrm>
                <a:off x="159601" y="122185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326" name="Group 111"/>
            <p:cNvGrpSpPr/>
            <p:nvPr/>
          </p:nvGrpSpPr>
          <p:grpSpPr>
            <a:xfrm>
              <a:off x="2251004" y="2458721"/>
              <a:ext cx="634439" cy="647703"/>
              <a:chOff x="0" y="0"/>
              <a:chExt cx="634438" cy="647701"/>
            </a:xfrm>
          </p:grpSpPr>
          <p:sp>
            <p:nvSpPr>
              <p:cNvPr id="324" name="Shape 109"/>
              <p:cNvSpPr/>
              <p:nvPr/>
            </p:nvSpPr>
            <p:spPr>
              <a:xfrm>
                <a:off x="0" y="0"/>
                <a:ext cx="63443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5" name="Shape 110"/>
              <p:cNvSpPr txBox="1"/>
              <p:nvPr/>
            </p:nvSpPr>
            <p:spPr>
              <a:xfrm>
                <a:off x="176717" y="122185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329" name="Group 114"/>
            <p:cNvGrpSpPr/>
            <p:nvPr/>
          </p:nvGrpSpPr>
          <p:grpSpPr>
            <a:xfrm>
              <a:off x="3698240" y="3693725"/>
              <a:ext cx="634439" cy="647703"/>
              <a:chOff x="0" y="0"/>
              <a:chExt cx="634438" cy="647701"/>
            </a:xfrm>
          </p:grpSpPr>
          <p:sp>
            <p:nvSpPr>
              <p:cNvPr id="327" name="Shape 112"/>
              <p:cNvSpPr/>
              <p:nvPr/>
            </p:nvSpPr>
            <p:spPr>
              <a:xfrm>
                <a:off x="-1" y="0"/>
                <a:ext cx="634440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8" name="Shape 113"/>
              <p:cNvSpPr txBox="1"/>
              <p:nvPr/>
            </p:nvSpPr>
            <p:spPr>
              <a:xfrm>
                <a:off x="202018" y="122185"/>
                <a:ext cx="230400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332" name="Group 117"/>
            <p:cNvGrpSpPr/>
            <p:nvPr/>
          </p:nvGrpSpPr>
          <p:grpSpPr>
            <a:xfrm>
              <a:off x="3649697" y="2442916"/>
              <a:ext cx="634439" cy="647703"/>
              <a:chOff x="0" y="0"/>
              <a:chExt cx="634438" cy="647701"/>
            </a:xfrm>
          </p:grpSpPr>
          <p:sp>
            <p:nvSpPr>
              <p:cNvPr id="330" name="Shape 115"/>
              <p:cNvSpPr/>
              <p:nvPr/>
            </p:nvSpPr>
            <p:spPr>
              <a:xfrm>
                <a:off x="0" y="0"/>
                <a:ext cx="63443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1" name="Shape 116"/>
              <p:cNvSpPr txBox="1"/>
              <p:nvPr/>
            </p:nvSpPr>
            <p:spPr>
              <a:xfrm>
                <a:off x="190222" y="122185"/>
                <a:ext cx="247218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333" name="Shape 118"/>
            <p:cNvSpPr/>
            <p:nvPr/>
          </p:nvSpPr>
          <p:spPr>
            <a:xfrm flipH="1">
              <a:off x="408657" y="1623341"/>
              <a:ext cx="1379505" cy="835380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4" name="Shape 119"/>
            <p:cNvSpPr/>
            <p:nvPr/>
          </p:nvSpPr>
          <p:spPr>
            <a:xfrm>
              <a:off x="401319" y="3117709"/>
              <a:ext cx="392120" cy="673893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5" name="Shape 120"/>
            <p:cNvSpPr/>
            <p:nvPr/>
          </p:nvSpPr>
          <p:spPr>
            <a:xfrm>
              <a:off x="3670864" y="600286"/>
              <a:ext cx="247817" cy="182517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6" name="Shape 121"/>
            <p:cNvSpPr/>
            <p:nvPr/>
          </p:nvSpPr>
          <p:spPr>
            <a:xfrm flipH="1">
              <a:off x="1740746" y="1745262"/>
              <a:ext cx="203202" cy="717975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7" name="Shape 122"/>
            <p:cNvSpPr/>
            <p:nvPr/>
          </p:nvSpPr>
          <p:spPr>
            <a:xfrm flipH="1">
              <a:off x="1228231" y="3072836"/>
              <a:ext cx="304802" cy="715718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8" name="Shape 123"/>
            <p:cNvSpPr/>
            <p:nvPr/>
          </p:nvSpPr>
          <p:spPr>
            <a:xfrm>
              <a:off x="2776220" y="3034736"/>
              <a:ext cx="1025033" cy="715718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9" name="Shape 124"/>
            <p:cNvSpPr/>
            <p:nvPr/>
          </p:nvSpPr>
          <p:spPr>
            <a:xfrm>
              <a:off x="2251004" y="1639146"/>
              <a:ext cx="205460" cy="819575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0" name="Shape 125"/>
            <p:cNvSpPr/>
            <p:nvPr/>
          </p:nvSpPr>
          <p:spPr>
            <a:xfrm>
              <a:off x="2354862" y="1591733"/>
              <a:ext cx="1536702" cy="86360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1" name="Shape 126"/>
            <p:cNvSpPr/>
            <p:nvPr/>
          </p:nvSpPr>
          <p:spPr>
            <a:xfrm>
              <a:off x="3969876" y="3090520"/>
              <a:ext cx="38103" cy="59814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44" name="Group 129"/>
            <p:cNvGrpSpPr/>
            <p:nvPr/>
          </p:nvGrpSpPr>
          <p:grpSpPr>
            <a:xfrm>
              <a:off x="3190240" y="-1"/>
              <a:ext cx="634439" cy="647701"/>
              <a:chOff x="0" y="0"/>
              <a:chExt cx="634438" cy="647699"/>
            </a:xfrm>
          </p:grpSpPr>
          <p:sp>
            <p:nvSpPr>
              <p:cNvPr id="342" name="Shape 127"/>
              <p:cNvSpPr/>
              <p:nvPr/>
            </p:nvSpPr>
            <p:spPr>
              <a:xfrm>
                <a:off x="-1" y="0"/>
                <a:ext cx="634440" cy="647700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3" name="Shape 128"/>
              <p:cNvSpPr txBox="1"/>
              <p:nvPr/>
            </p:nvSpPr>
            <p:spPr>
              <a:xfrm>
                <a:off x="168159" y="122184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sp>
          <p:nvSpPr>
            <p:cNvPr id="345" name="Shape 130"/>
            <p:cNvSpPr/>
            <p:nvPr/>
          </p:nvSpPr>
          <p:spPr>
            <a:xfrm flipV="1">
              <a:off x="997373" y="337819"/>
              <a:ext cx="2171702" cy="33020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6" name="Shape 131"/>
            <p:cNvSpPr/>
            <p:nvPr/>
          </p:nvSpPr>
          <p:spPr>
            <a:xfrm>
              <a:off x="988601" y="956026"/>
              <a:ext cx="764847" cy="426864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7" name="Shape 132"/>
            <p:cNvSpPr/>
            <p:nvPr/>
          </p:nvSpPr>
          <p:spPr>
            <a:xfrm flipH="1">
              <a:off x="2354862" y="614115"/>
              <a:ext cx="1052126" cy="783451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8" name="Shape 133"/>
            <p:cNvSpPr/>
            <p:nvPr/>
          </p:nvSpPr>
          <p:spPr>
            <a:xfrm flipH="1">
              <a:off x="203198" y="930204"/>
              <a:ext cx="158048" cy="1528518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50" name="Shape 136"/>
          <p:cNvSpPr/>
          <p:nvPr/>
        </p:nvSpPr>
        <p:spPr>
          <a:xfrm flipV="1">
            <a:off x="1041861" y="5086448"/>
            <a:ext cx="1399285" cy="835076"/>
          </a:xfrm>
          <a:prstGeom prst="line">
            <a:avLst/>
          </a:prstGeom>
          <a:ln w="47625" cap="sq">
            <a:solidFill>
              <a:srgbClr val="9933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51" name="Shape 137"/>
          <p:cNvSpPr/>
          <p:nvPr/>
        </p:nvSpPr>
        <p:spPr>
          <a:xfrm>
            <a:off x="1017603" y="6515099"/>
            <a:ext cx="406501" cy="693888"/>
          </a:xfrm>
          <a:prstGeom prst="line">
            <a:avLst/>
          </a:prstGeom>
          <a:ln w="47625" cap="sq">
            <a:solidFill>
              <a:srgbClr val="9933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52" name="Shape 138"/>
          <p:cNvSpPr/>
          <p:nvPr/>
        </p:nvSpPr>
        <p:spPr>
          <a:xfrm flipH="1">
            <a:off x="1846278" y="6549132"/>
            <a:ext cx="326828" cy="746226"/>
          </a:xfrm>
          <a:prstGeom prst="line">
            <a:avLst/>
          </a:prstGeom>
          <a:ln w="47625" cap="sq">
            <a:solidFill>
              <a:srgbClr val="9933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53" name="Shape 139"/>
          <p:cNvSpPr/>
          <p:nvPr/>
        </p:nvSpPr>
        <p:spPr>
          <a:xfrm flipH="1">
            <a:off x="2378040" y="5200898"/>
            <a:ext cx="194719" cy="739578"/>
          </a:xfrm>
          <a:prstGeom prst="line">
            <a:avLst/>
          </a:prstGeom>
          <a:ln w="47625" cap="sq">
            <a:solidFill>
              <a:srgbClr val="9933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54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简单路径</a:t>
            </a:r>
          </a:p>
        </p:txBody>
      </p:sp>
      <p:sp>
        <p:nvSpPr>
          <p:cNvPr id="355" name="Shape 39"/>
          <p:cNvSpPr txBox="1"/>
          <p:nvPr/>
        </p:nvSpPr>
        <p:spPr>
          <a:xfrm>
            <a:off x="685072" y="1511155"/>
            <a:ext cx="1083935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66"/>
                  </a:solidFill>
                </a:uFill>
              </a:defRPr>
            </a:pPr>
            <a:r>
              <a:rPr>
                <a:uFill>
                  <a:solidFill>
                    <a:srgbClr val="000082"/>
                  </a:solidFill>
                </a:uFill>
              </a:rPr>
              <a:t>简单路径：</a:t>
            </a:r>
            <a:r>
              <a:rPr>
                <a:uFill>
                  <a:solidFill>
                    <a:srgbClr val="0000FF"/>
                  </a:solidFill>
                </a:uFill>
              </a:rPr>
              <a:t>顶点source到顶点</a:t>
            </a:r>
            <a:r>
              <a:rPr>
                <a:uFill>
                  <a:solidFill>
                    <a:srgbClr val="000082"/>
                  </a:solidFill>
                </a:uFill>
              </a:rPr>
              <a:t>destination的没有重复顶点的路径。</a:t>
            </a:r>
          </a:p>
        </p:txBody>
      </p:sp>
      <p:sp>
        <p:nvSpPr>
          <p:cNvPr id="356" name="Shape 40"/>
          <p:cNvSpPr txBox="1"/>
          <p:nvPr/>
        </p:nvSpPr>
        <p:spPr>
          <a:xfrm>
            <a:off x="664210" y="2329320"/>
            <a:ext cx="798944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例如：</a:t>
            </a:r>
            <a:r>
              <a:rPr>
                <a:solidFill>
                  <a:srgbClr val="000082"/>
                </a:solidFill>
                <a:uFill>
                  <a:solidFill>
                    <a:srgbClr val="000082"/>
                  </a:solidFill>
                </a:uFill>
              </a:rPr>
              <a:t>求从顶点b到顶点i的简单路径。</a:t>
            </a:r>
          </a:p>
        </p:txBody>
      </p:sp>
      <p:sp>
        <p:nvSpPr>
          <p:cNvPr id="357" name="Shape 82"/>
          <p:cNvSpPr txBox="1"/>
          <p:nvPr/>
        </p:nvSpPr>
        <p:spPr>
          <a:xfrm>
            <a:off x="5397500" y="3433374"/>
            <a:ext cx="61723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从顶点b出发进行深度优先遍历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Subtype="0" presetID="1" grpId="2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8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afterEffect" presetSubtype="0" presetID="1" grpId="6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Class="entr" nodeType="afterEffect" presetSubtype="0" presetID="1" grpId="7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Class="entr" nodeType="afterEffect" presetSubtype="0" presetID="1" grpId="8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Class="entr" nodeType="afterEffect" presetSubtype="0" presetID="1" grpId="9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Class="entr" nodeType="afterEffect" presetSubtype="0" presetID="1" grpId="10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Class="entr" nodeType="afterEffect" presetSubtype="0" presetID="1" grpId="11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5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3" grpId="5"/>
      <p:bldP build="whole" bldLvl="1" animBg="1" rev="0" advAuto="0" spid="351" grpId="7"/>
      <p:bldP build="whole" bldLvl="1" animBg="1" rev="0" advAuto="0" spid="307" grpId="12"/>
      <p:bldP build="whole" bldLvl="1" animBg="1" rev="0" advAuto="0" spid="353" grpId="9"/>
      <p:bldP build="whole" bldLvl="1" animBg="1" rev="0" advAuto="0" spid="304" grpId="2"/>
      <p:bldP build="whole" bldLvl="1" animBg="1" rev="0" advAuto="0" spid="306" grpId="1"/>
      <p:bldP build="whole" bldLvl="1" animBg="1" rev="0" advAuto="0" spid="352" grpId="8"/>
      <p:bldP build="whole" bldLvl="1" animBg="1" rev="0" advAuto="0" spid="301" grpId="11"/>
      <p:bldP build="whole" bldLvl="1" animBg="1" rev="0" advAuto="0" spid="308" grpId="4"/>
      <p:bldP build="whole" bldLvl="1" animBg="1" rev="0" advAuto="0" spid="350" grpId="6"/>
      <p:bldP build="whole" bldLvl="1" animBg="1" rev="0" advAuto="0" spid="302" grpId="10"/>
      <p:bldP build="whole" bldLvl="1" animBg="1" rev="0" advAuto="0" spid="305" grpId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83"/>
          <p:cNvSpPr txBox="1"/>
          <p:nvPr/>
        </p:nvSpPr>
        <p:spPr>
          <a:xfrm>
            <a:off x="1875649" y="152400"/>
            <a:ext cx="8458202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简单路径-回溯</a:t>
            </a:r>
          </a:p>
        </p:txBody>
      </p:sp>
      <p:grpSp>
        <p:nvGrpSpPr>
          <p:cNvPr id="381" name="成组"/>
          <p:cNvGrpSpPr/>
          <p:nvPr/>
        </p:nvGrpSpPr>
        <p:grpSpPr>
          <a:xfrm>
            <a:off x="1619759" y="1429230"/>
            <a:ext cx="6782778" cy="2783278"/>
            <a:chOff x="0" y="0"/>
            <a:chExt cx="6782777" cy="2783277"/>
          </a:xfrm>
        </p:grpSpPr>
        <p:sp>
          <p:nvSpPr>
            <p:cNvPr id="360" name="0"/>
            <p:cNvSpPr/>
            <p:nvPr/>
          </p:nvSpPr>
          <p:spPr>
            <a:xfrm>
              <a:off x="0" y="994521"/>
              <a:ext cx="669772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61" name="1"/>
            <p:cNvSpPr/>
            <p:nvPr/>
          </p:nvSpPr>
          <p:spPr>
            <a:xfrm>
              <a:off x="1427839" y="0"/>
              <a:ext cx="669773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62" name="2"/>
            <p:cNvSpPr/>
            <p:nvPr/>
          </p:nvSpPr>
          <p:spPr>
            <a:xfrm>
              <a:off x="1427839" y="994521"/>
              <a:ext cx="669773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63" name="3"/>
            <p:cNvSpPr/>
            <p:nvPr/>
          </p:nvSpPr>
          <p:spPr>
            <a:xfrm>
              <a:off x="1427839" y="2133600"/>
              <a:ext cx="669773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64" name="6"/>
            <p:cNvSpPr/>
            <p:nvPr/>
          </p:nvSpPr>
          <p:spPr>
            <a:xfrm>
              <a:off x="3292799" y="0"/>
              <a:ext cx="669773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365" name="5"/>
            <p:cNvSpPr/>
            <p:nvPr/>
          </p:nvSpPr>
          <p:spPr>
            <a:xfrm>
              <a:off x="3292799" y="994521"/>
              <a:ext cx="669773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66" name="4"/>
            <p:cNvSpPr/>
            <p:nvPr/>
          </p:nvSpPr>
          <p:spPr>
            <a:xfrm>
              <a:off x="3292799" y="2133600"/>
              <a:ext cx="669773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367" name="7"/>
            <p:cNvSpPr/>
            <p:nvPr/>
          </p:nvSpPr>
          <p:spPr>
            <a:xfrm>
              <a:off x="4791158" y="994521"/>
              <a:ext cx="669773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368" name="8"/>
            <p:cNvSpPr/>
            <p:nvPr/>
          </p:nvSpPr>
          <p:spPr>
            <a:xfrm>
              <a:off x="6113005" y="994521"/>
              <a:ext cx="669773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369" name="线条"/>
            <p:cNvSpPr/>
            <p:nvPr/>
          </p:nvSpPr>
          <p:spPr>
            <a:xfrm flipV="1">
              <a:off x="661184" y="539110"/>
              <a:ext cx="848298" cy="66491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0" name="线条"/>
            <p:cNvSpPr/>
            <p:nvPr/>
          </p:nvSpPr>
          <p:spPr>
            <a:xfrm>
              <a:off x="681476" y="1313376"/>
              <a:ext cx="800102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1" name="线条"/>
            <p:cNvSpPr/>
            <p:nvPr/>
          </p:nvSpPr>
          <p:spPr>
            <a:xfrm>
              <a:off x="635784" y="1412488"/>
              <a:ext cx="943520" cy="80382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2" name="线条"/>
            <p:cNvSpPr/>
            <p:nvPr/>
          </p:nvSpPr>
          <p:spPr>
            <a:xfrm>
              <a:off x="1779364" y="652296"/>
              <a:ext cx="1" cy="3977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3" name="线条"/>
            <p:cNvSpPr/>
            <p:nvPr/>
          </p:nvSpPr>
          <p:spPr>
            <a:xfrm>
              <a:off x="1779364" y="1664632"/>
              <a:ext cx="1" cy="46123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4" name="线条"/>
            <p:cNvSpPr/>
            <p:nvPr/>
          </p:nvSpPr>
          <p:spPr>
            <a:xfrm>
              <a:off x="2125523" y="2458438"/>
              <a:ext cx="1160859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5" name="线条"/>
            <p:cNvSpPr/>
            <p:nvPr/>
          </p:nvSpPr>
          <p:spPr>
            <a:xfrm>
              <a:off x="2137345" y="350238"/>
              <a:ext cx="1160859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6" name="线条"/>
            <p:cNvSpPr/>
            <p:nvPr/>
          </p:nvSpPr>
          <p:spPr>
            <a:xfrm flipV="1">
              <a:off x="2127040" y="1409588"/>
              <a:ext cx="1214483" cy="96117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7" name="线条"/>
            <p:cNvSpPr/>
            <p:nvPr/>
          </p:nvSpPr>
          <p:spPr>
            <a:xfrm flipV="1">
              <a:off x="3616972" y="1608638"/>
              <a:ext cx="1" cy="53512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8" name="线条"/>
            <p:cNvSpPr/>
            <p:nvPr/>
          </p:nvSpPr>
          <p:spPr>
            <a:xfrm flipV="1">
              <a:off x="3627685" y="602653"/>
              <a:ext cx="1" cy="42082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9" name="线条"/>
            <p:cNvSpPr/>
            <p:nvPr/>
          </p:nvSpPr>
          <p:spPr>
            <a:xfrm>
              <a:off x="3904561" y="1313376"/>
              <a:ext cx="906859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0" name="线条"/>
            <p:cNvSpPr/>
            <p:nvPr/>
          </p:nvSpPr>
          <p:spPr>
            <a:xfrm>
              <a:off x="5428560" y="1326076"/>
              <a:ext cx="690959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82" name="0 1 2 3 4 5 7 8…"/>
          <p:cNvSpPr txBox="1"/>
          <p:nvPr/>
        </p:nvSpPr>
        <p:spPr>
          <a:xfrm>
            <a:off x="9022469" y="1571545"/>
            <a:ext cx="2743629" cy="280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0 1 2 3 4 5 7 8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0 1 2 3 5 7 8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0 2 3 4 5 7 8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0 2 3 5 7 8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0 3 4 5 7 8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0 3 5 7 8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142"/>
          <p:cNvSpPr txBox="1"/>
          <p:nvPr/>
        </p:nvSpPr>
        <p:spPr>
          <a:xfrm>
            <a:off x="828321" y="1594836"/>
            <a:ext cx="11303003" cy="1425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1052" marR="57798" indent="-401052" defTabSz="1295400">
              <a:lnSpc>
                <a:spcPct val="100000"/>
              </a:lnSpc>
              <a:spcBef>
                <a:spcPts val="1900"/>
              </a:spcBef>
              <a:buSzPct val="100000"/>
              <a:buAutoNum type="arabicPeriod" startAt="1"/>
              <a:defRPr>
                <a:uFill>
                  <a:solidFill>
                    <a:srgbClr val="000000"/>
                  </a:solidFill>
                </a:uFill>
              </a:defRPr>
            </a:pPr>
            <a:r>
              <a:t>从顶点 source 到顶点destination ，若存在路径，则从顶点 source </a:t>
            </a:r>
          </a:p>
          <a:p>
            <a:pPr marR="57798" indent="0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出发进行深度优先遍历，必能搜索到顶点destination 。</a:t>
            </a:r>
          </a:p>
        </p:txBody>
      </p:sp>
      <p:sp>
        <p:nvSpPr>
          <p:cNvPr id="385" name="Shape 143"/>
          <p:cNvSpPr txBox="1"/>
          <p:nvPr/>
        </p:nvSpPr>
        <p:spPr>
          <a:xfrm>
            <a:off x="828321" y="3118837"/>
            <a:ext cx="1130300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2. 简单路径可能有多条。</a:t>
            </a:r>
          </a:p>
        </p:txBody>
      </p:sp>
      <p:sp>
        <p:nvSpPr>
          <p:cNvPr id="386" name="Shape 144"/>
          <p:cNvSpPr txBox="1"/>
          <p:nvPr/>
        </p:nvSpPr>
        <p:spPr>
          <a:xfrm>
            <a:off x="828321" y="3880272"/>
            <a:ext cx="1111250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3. 深度优先遍历已经完成的顶点不是路径上的顶点。</a:t>
            </a:r>
          </a:p>
        </p:txBody>
      </p:sp>
      <p:sp>
        <p:nvSpPr>
          <p:cNvPr id="387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简单路径</a:t>
            </a:r>
          </a:p>
        </p:txBody>
      </p:sp>
      <p:sp>
        <p:nvSpPr>
          <p:cNvPr id="388" name="Shape 144"/>
          <p:cNvSpPr txBox="1"/>
          <p:nvPr/>
        </p:nvSpPr>
        <p:spPr>
          <a:xfrm>
            <a:off x="828321" y="4700957"/>
            <a:ext cx="1111250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4. 如何记住路径？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简单路径</a:t>
            </a:r>
          </a:p>
        </p:txBody>
      </p:sp>
      <p:sp>
        <p:nvSpPr>
          <p:cNvPr id="391" name="public void findAllSimplePath(int source, int destination) {…"/>
          <p:cNvSpPr txBox="1"/>
          <p:nvPr/>
        </p:nvSpPr>
        <p:spPr>
          <a:xfrm>
            <a:off x="506050" y="1565349"/>
            <a:ext cx="12002990" cy="255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findAllSimplePath(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destination</a:t>
            </a:r>
            <a:r>
              <a:t>) {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[</a:t>
            </a:r>
            <a: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Deque&lt;Integer&gt;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ArrayDeque&lt;&gt;();</a:t>
            </a:r>
            <a:r>
              <a:rPr>
                <a:solidFill>
                  <a:srgbClr val="4E9072"/>
                </a:solidFill>
              </a:rPr>
              <a:t>// 使用</a:t>
            </a:r>
            <a:r>
              <a:rPr u="sng">
                <a:solidFill>
                  <a:srgbClr val="4E9072"/>
                </a:solidFill>
              </a:rPr>
              <a:t>Deque</a:t>
            </a:r>
            <a:r>
              <a:rPr>
                <a:solidFill>
                  <a:srgbClr val="4E9072"/>
                </a:solidFill>
              </a:rPr>
              <a:t>的右端栈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(!rfindAllSimplePath(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, </a:t>
            </a:r>
            <a:r>
              <a:rPr>
                <a:solidFill>
                  <a:srgbClr val="7E504F"/>
                </a:solidFill>
              </a:rPr>
              <a:t>destination</a:t>
            </a:r>
            <a:r>
              <a:t>,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))</a:t>
            </a:r>
          </a:p>
          <a:p>
            <a:pPr indent="0">
              <a:lnSpc>
                <a:spcPct val="100000"/>
              </a:lnSpc>
              <a:defRPr sz="24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"there isn't simple path"</a:t>
            </a:r>
            <a:r>
              <a:rPr>
                <a:solidFill>
                  <a:srgbClr val="000000"/>
                </a:solidFill>
              </a:rPr>
              <a:t>);		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简单路径</a:t>
            </a:r>
          </a:p>
        </p:txBody>
      </p:sp>
      <p:sp>
        <p:nvSpPr>
          <p:cNvPr id="394" name="public boolean rfindAllSimplePath(int source, int destination,…"/>
          <p:cNvSpPr txBox="1"/>
          <p:nvPr/>
        </p:nvSpPr>
        <p:spPr>
          <a:xfrm>
            <a:off x="210370" y="1215995"/>
            <a:ext cx="12584059" cy="4140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rfindAllSimplePath(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destination</a:t>
            </a:r>
            <a:r>
              <a:t>,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           Deque&lt;Integer&gt;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 {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source</a:t>
            </a:r>
            <a:r>
              <a:rPr>
                <a:solidFill>
                  <a:srgbClr val="000000"/>
                </a:solidFill>
              </a:rPr>
              <a:t> == </a:t>
            </a:r>
            <a:r>
              <a:t>destination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vertex</a:t>
            </a:r>
            <a:r>
              <a:rPr>
                <a:solidFill>
                  <a:srgbClr val="000000"/>
                </a:solidFill>
              </a:rPr>
              <a:t> :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.vertexValue(</a:t>
            </a:r>
            <a:r>
              <a:rPr>
                <a:solidFill>
                  <a:srgbClr val="7E504F"/>
                </a:solidFill>
              </a:rPr>
              <a:t>vertex</a:t>
            </a:r>
            <a:r>
              <a:t>)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.vertexValue(</a:t>
            </a:r>
            <a:r>
              <a:rPr>
                <a:solidFill>
                  <a:srgbClr val="7E504F"/>
                </a:solidFill>
              </a:rPr>
              <a:t>destination</a:t>
            </a:r>
            <a:r>
              <a:t>) + </a:t>
            </a:r>
            <a:r>
              <a:rPr>
                <a:solidFill>
                  <a:srgbClr val="3933FF"/>
                </a:solidFill>
              </a:rPr>
              <a:t>"\n"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简单路径</a:t>
            </a:r>
          </a:p>
        </p:txBody>
      </p:sp>
      <p:sp>
        <p:nvSpPr>
          <p:cNvPr id="397" name="stack.offerLast(source);…"/>
          <p:cNvSpPr txBox="1"/>
          <p:nvPr/>
        </p:nvSpPr>
        <p:spPr>
          <a:xfrm>
            <a:off x="210370" y="1501444"/>
            <a:ext cx="12584059" cy="600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.offerLast(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Iterator&lt;Integer&gt;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.iterator(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boolean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exist</a:t>
            </a:r>
            <a:r>
              <a:rPr>
                <a:solidFill>
                  <a:srgbClr val="000000"/>
                </a:solidFill>
              </a:rPr>
              <a:t> =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(!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])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(rfindAllSimplePath(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, </a:t>
            </a:r>
            <a:r>
              <a:rPr>
                <a:solidFill>
                  <a:srgbClr val="7E504F"/>
                </a:solidFill>
              </a:rPr>
              <a:t>destination</a:t>
            </a:r>
            <a:r>
              <a:t>,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))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exist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.pollLast();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0326CC"/>
                </a:solidFill>
              </a:rP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否则只找其中的一条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exist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156"/>
          <p:cNvSpPr txBox="1"/>
          <p:nvPr/>
        </p:nvSpPr>
        <p:spPr>
          <a:xfrm>
            <a:off x="854849" y="1629833"/>
            <a:ext cx="11633203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3600">
                <a:uFill>
                  <a:solidFill>
                    <a:srgbClr val="000000"/>
                  </a:solidFill>
                </a:uFill>
              </a:defRPr>
            </a:pPr>
            <a:r>
              <a:t>最短路径：求两个顶点之间的一条</a:t>
            </a:r>
            <a:r>
              <a:rPr>
                <a:solidFill>
                  <a:schemeClr val="accent1"/>
                </a:solidFill>
              </a:rPr>
              <a:t>边数最少</a:t>
            </a:r>
            <a:r>
              <a:t>的路径</a:t>
            </a:r>
          </a:p>
        </p:txBody>
      </p:sp>
      <p:sp>
        <p:nvSpPr>
          <p:cNvPr id="400" name="Shape 157"/>
          <p:cNvSpPr txBox="1"/>
          <p:nvPr/>
        </p:nvSpPr>
        <p:spPr>
          <a:xfrm>
            <a:off x="863600" y="2634261"/>
            <a:ext cx="11379200" cy="173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3600">
                <a:uFill>
                  <a:solidFill>
                    <a:srgbClr val="000000"/>
                  </a:solidFill>
                </a:uFill>
              </a:defRPr>
            </a:pPr>
            <a:r>
              <a:rPr>
                <a:uFill>
                  <a:solidFill>
                    <a:srgbClr val="000082"/>
                  </a:solidFill>
                </a:uFill>
              </a:rPr>
              <a:t>若两个顶点之间存在多条路径，则其中</a:t>
            </a:r>
            <a:r>
              <a:rPr>
                <a:uFill>
                  <a:solidFill>
                    <a:srgbClr val="A50021"/>
                  </a:solidFill>
                </a:uFill>
              </a:rPr>
              <a:t>必有一条路径</a:t>
            </a:r>
            <a:endParaRPr>
              <a:uFill>
                <a:solidFill>
                  <a:srgbClr val="A50021"/>
                </a:solidFill>
              </a:uFill>
            </a:endParaRPr>
          </a:p>
          <a:p>
            <a:pPr marR="57798" defTabSz="1295400">
              <a:spcBef>
                <a:spcPts val="1900"/>
              </a:spcBef>
              <a:defRPr sz="3600">
                <a:uFill>
                  <a:solidFill>
                    <a:srgbClr val="000000"/>
                  </a:solidFill>
                </a:uFill>
              </a:defRPr>
            </a:pPr>
            <a:r>
              <a:rPr>
                <a:uFill>
                  <a:solidFill>
                    <a:srgbClr val="A50021"/>
                  </a:solidFill>
                </a:uFill>
              </a:rPr>
              <a:t>长度最短</a:t>
            </a:r>
            <a:r>
              <a:rPr>
                <a:uFill>
                  <a:solidFill>
                    <a:srgbClr val="000082"/>
                  </a:solidFill>
                </a:uFill>
              </a:rPr>
              <a:t>的路径。如何求得这条路径?</a:t>
            </a:r>
          </a:p>
        </p:txBody>
      </p:sp>
      <p:sp>
        <p:nvSpPr>
          <p:cNvPr id="401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最短路径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roup 200"/>
          <p:cNvGrpSpPr/>
          <p:nvPr/>
        </p:nvGrpSpPr>
        <p:grpSpPr>
          <a:xfrm>
            <a:off x="3294379" y="2003495"/>
            <a:ext cx="5427703" cy="3998529"/>
            <a:chOff x="0" y="0"/>
            <a:chExt cx="5427702" cy="3998528"/>
          </a:xfrm>
        </p:grpSpPr>
        <p:grpSp>
          <p:nvGrpSpPr>
            <p:cNvPr id="405" name="Group 162"/>
            <p:cNvGrpSpPr/>
            <p:nvPr/>
          </p:nvGrpSpPr>
          <p:grpSpPr>
            <a:xfrm>
              <a:off x="2095217" y="1429173"/>
              <a:ext cx="666049" cy="571221"/>
              <a:chOff x="0" y="0"/>
              <a:chExt cx="666048" cy="571219"/>
            </a:xfrm>
          </p:grpSpPr>
          <p:sp>
            <p:nvSpPr>
              <p:cNvPr id="403" name="Shape 160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4" name="Shape 161"/>
              <p:cNvSpPr txBox="1"/>
              <p:nvPr/>
            </p:nvSpPr>
            <p:spPr>
              <a:xfrm>
                <a:off x="183964" y="82674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408" name="Group 165"/>
            <p:cNvGrpSpPr/>
            <p:nvPr/>
          </p:nvGrpSpPr>
          <p:grpSpPr>
            <a:xfrm>
              <a:off x="413173" y="760871"/>
              <a:ext cx="666049" cy="571221"/>
              <a:chOff x="0" y="0"/>
              <a:chExt cx="666048" cy="571219"/>
            </a:xfrm>
          </p:grpSpPr>
          <p:sp>
            <p:nvSpPr>
              <p:cNvPr id="406" name="Shape 163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7" name="Shape 164"/>
              <p:cNvSpPr txBox="1"/>
              <p:nvPr/>
            </p:nvSpPr>
            <p:spPr>
              <a:xfrm>
                <a:off x="175406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411" name="Group 168"/>
            <p:cNvGrpSpPr/>
            <p:nvPr/>
          </p:nvGrpSpPr>
          <p:grpSpPr>
            <a:xfrm>
              <a:off x="-1" y="2095218"/>
              <a:ext cx="666047" cy="571221"/>
              <a:chOff x="0" y="0"/>
              <a:chExt cx="666046" cy="571219"/>
            </a:xfrm>
          </p:grpSpPr>
          <p:sp>
            <p:nvSpPr>
              <p:cNvPr id="409" name="Shape 166"/>
              <p:cNvSpPr/>
              <p:nvPr/>
            </p:nvSpPr>
            <p:spPr>
              <a:xfrm>
                <a:off x="-1" y="0"/>
                <a:ext cx="666048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0" name="Shape 167"/>
              <p:cNvSpPr txBox="1"/>
              <p:nvPr/>
            </p:nvSpPr>
            <p:spPr>
              <a:xfrm>
                <a:off x="195997" y="826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414" name="Group 171"/>
            <p:cNvGrpSpPr/>
            <p:nvPr/>
          </p:nvGrpSpPr>
          <p:grpSpPr>
            <a:xfrm>
              <a:off x="1047608" y="3427308"/>
              <a:ext cx="666049" cy="571221"/>
              <a:chOff x="0" y="0"/>
              <a:chExt cx="666048" cy="571220"/>
            </a:xfrm>
          </p:grpSpPr>
          <p:sp>
            <p:nvSpPr>
              <p:cNvPr id="412" name="Shape 169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3" name="Shape 170"/>
              <p:cNvSpPr txBox="1"/>
              <p:nvPr/>
            </p:nvSpPr>
            <p:spPr>
              <a:xfrm>
                <a:off x="175406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417" name="Group 174"/>
            <p:cNvGrpSpPr/>
            <p:nvPr/>
          </p:nvGrpSpPr>
          <p:grpSpPr>
            <a:xfrm>
              <a:off x="1905564" y="2666436"/>
              <a:ext cx="666049" cy="571221"/>
              <a:chOff x="0" y="0"/>
              <a:chExt cx="666048" cy="571219"/>
            </a:xfrm>
          </p:grpSpPr>
          <p:sp>
            <p:nvSpPr>
              <p:cNvPr id="415" name="Shape 172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6" name="Shape 173"/>
              <p:cNvSpPr txBox="1"/>
              <p:nvPr/>
            </p:nvSpPr>
            <p:spPr>
              <a:xfrm>
                <a:off x="175406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420" name="Group 177"/>
            <p:cNvGrpSpPr/>
            <p:nvPr/>
          </p:nvGrpSpPr>
          <p:grpSpPr>
            <a:xfrm>
              <a:off x="3347720" y="2237459"/>
              <a:ext cx="666047" cy="571221"/>
              <a:chOff x="0" y="0"/>
              <a:chExt cx="666046" cy="571220"/>
            </a:xfrm>
          </p:grpSpPr>
          <p:sp>
            <p:nvSpPr>
              <p:cNvPr id="418" name="Shape 175"/>
              <p:cNvSpPr/>
              <p:nvPr/>
            </p:nvSpPr>
            <p:spPr>
              <a:xfrm>
                <a:off x="-1" y="0"/>
                <a:ext cx="666048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9" name="Shape 176"/>
              <p:cNvSpPr txBox="1"/>
              <p:nvPr/>
            </p:nvSpPr>
            <p:spPr>
              <a:xfrm>
                <a:off x="193085" y="826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423" name="Group 180"/>
            <p:cNvGrpSpPr/>
            <p:nvPr/>
          </p:nvGrpSpPr>
          <p:grpSpPr>
            <a:xfrm>
              <a:off x="4761653" y="2666436"/>
              <a:ext cx="666049" cy="571221"/>
              <a:chOff x="0" y="0"/>
              <a:chExt cx="666048" cy="571219"/>
            </a:xfrm>
          </p:grpSpPr>
          <p:sp>
            <p:nvSpPr>
              <p:cNvPr id="421" name="Shape 178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2" name="Shape 179"/>
              <p:cNvSpPr txBox="1"/>
              <p:nvPr/>
            </p:nvSpPr>
            <p:spPr>
              <a:xfrm>
                <a:off x="217823" y="79852"/>
                <a:ext cx="230400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426" name="Group 183"/>
            <p:cNvGrpSpPr/>
            <p:nvPr/>
          </p:nvGrpSpPr>
          <p:grpSpPr>
            <a:xfrm>
              <a:off x="3903697" y="381564"/>
              <a:ext cx="666049" cy="571221"/>
              <a:chOff x="0" y="0"/>
              <a:chExt cx="666048" cy="571219"/>
            </a:xfrm>
          </p:grpSpPr>
          <p:sp>
            <p:nvSpPr>
              <p:cNvPr id="424" name="Shape 181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5" name="Shape 182"/>
              <p:cNvSpPr txBox="1"/>
              <p:nvPr/>
            </p:nvSpPr>
            <p:spPr>
              <a:xfrm>
                <a:off x="209414" y="82674"/>
                <a:ext cx="247218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427" name="Shape 184"/>
            <p:cNvSpPr/>
            <p:nvPr/>
          </p:nvSpPr>
          <p:spPr>
            <a:xfrm flipH="1">
              <a:off x="666044" y="1808481"/>
              <a:ext cx="1429175" cy="47639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8" name="Shape 185"/>
            <p:cNvSpPr/>
            <p:nvPr/>
          </p:nvSpPr>
          <p:spPr>
            <a:xfrm>
              <a:off x="381564" y="2666436"/>
              <a:ext cx="760873" cy="855700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9" name="Shape 186"/>
            <p:cNvSpPr/>
            <p:nvPr/>
          </p:nvSpPr>
          <p:spPr>
            <a:xfrm>
              <a:off x="2856088" y="286737"/>
              <a:ext cx="1041402" cy="28448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0" name="Shape 187"/>
            <p:cNvSpPr/>
            <p:nvPr/>
          </p:nvSpPr>
          <p:spPr>
            <a:xfrm flipH="1">
              <a:off x="2190044" y="2000392"/>
              <a:ext cx="286740" cy="666046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1" name="Shape 188"/>
            <p:cNvSpPr/>
            <p:nvPr/>
          </p:nvSpPr>
          <p:spPr>
            <a:xfrm flipH="1">
              <a:off x="1713653" y="3142827"/>
              <a:ext cx="286740" cy="474135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2" name="Shape 189"/>
            <p:cNvSpPr/>
            <p:nvPr/>
          </p:nvSpPr>
          <p:spPr>
            <a:xfrm>
              <a:off x="3995420" y="2571609"/>
              <a:ext cx="763130" cy="38100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3" name="Shape 190"/>
            <p:cNvSpPr/>
            <p:nvPr/>
          </p:nvSpPr>
          <p:spPr>
            <a:xfrm>
              <a:off x="2697762" y="1846580"/>
              <a:ext cx="760873" cy="476394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4" name="Shape 191"/>
            <p:cNvSpPr/>
            <p:nvPr/>
          </p:nvSpPr>
          <p:spPr>
            <a:xfrm>
              <a:off x="4569742" y="760871"/>
              <a:ext cx="571221" cy="1905566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5" name="Shape 192"/>
            <p:cNvSpPr/>
            <p:nvPr/>
          </p:nvSpPr>
          <p:spPr>
            <a:xfrm flipH="1">
              <a:off x="3903697" y="952782"/>
              <a:ext cx="381567" cy="1332091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438" name="Group 195"/>
            <p:cNvGrpSpPr/>
            <p:nvPr/>
          </p:nvGrpSpPr>
          <p:grpSpPr>
            <a:xfrm>
              <a:off x="2190044" y="0"/>
              <a:ext cx="666049" cy="571221"/>
              <a:chOff x="0" y="0"/>
              <a:chExt cx="666048" cy="571220"/>
            </a:xfrm>
          </p:grpSpPr>
          <p:sp>
            <p:nvSpPr>
              <p:cNvPr id="436" name="Shape 193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7" name="Shape 194"/>
              <p:cNvSpPr txBox="1"/>
              <p:nvPr/>
            </p:nvSpPr>
            <p:spPr>
              <a:xfrm>
                <a:off x="183964" y="82674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sp>
          <p:nvSpPr>
            <p:cNvPr id="439" name="Shape 196"/>
            <p:cNvSpPr/>
            <p:nvPr/>
          </p:nvSpPr>
          <p:spPr>
            <a:xfrm flipV="1">
              <a:off x="1031804" y="318346"/>
              <a:ext cx="1142438" cy="571220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0" name="Shape 197"/>
            <p:cNvSpPr/>
            <p:nvPr/>
          </p:nvSpPr>
          <p:spPr>
            <a:xfrm>
              <a:off x="1047608" y="1120704"/>
              <a:ext cx="1142438" cy="381566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1" name="Shape 198"/>
            <p:cNvSpPr/>
            <p:nvPr/>
          </p:nvSpPr>
          <p:spPr>
            <a:xfrm flipH="1">
              <a:off x="2666436" y="819573"/>
              <a:ext cx="1225975" cy="69850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2" name="Shape 199"/>
            <p:cNvSpPr/>
            <p:nvPr/>
          </p:nvSpPr>
          <p:spPr>
            <a:xfrm flipH="1">
              <a:off x="381564" y="1332088"/>
              <a:ext cx="232553" cy="763131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444" name="Shape 201"/>
          <p:cNvSpPr txBox="1"/>
          <p:nvPr/>
        </p:nvSpPr>
        <p:spPr>
          <a:xfrm>
            <a:off x="1079217" y="1349586"/>
            <a:ext cx="108712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求从顶点b到顶点i的一条路径长度最短的路径。</a:t>
            </a:r>
          </a:p>
        </p:txBody>
      </p:sp>
      <p:sp>
        <p:nvSpPr>
          <p:cNvPr id="445" name="Shape 202"/>
          <p:cNvSpPr/>
          <p:nvPr/>
        </p:nvSpPr>
        <p:spPr>
          <a:xfrm>
            <a:off x="3675943" y="4669930"/>
            <a:ext cx="760873" cy="855700"/>
          </a:xfrm>
          <a:prstGeom prst="line">
            <a:avLst/>
          </a:prstGeom>
          <a:ln w="25400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6" name="Shape 203"/>
          <p:cNvSpPr/>
          <p:nvPr/>
        </p:nvSpPr>
        <p:spPr>
          <a:xfrm flipH="1">
            <a:off x="5484424" y="4003885"/>
            <a:ext cx="286740" cy="666047"/>
          </a:xfrm>
          <a:prstGeom prst="line">
            <a:avLst/>
          </a:prstGeom>
          <a:ln w="25400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7" name="Shape 204"/>
          <p:cNvSpPr/>
          <p:nvPr/>
        </p:nvSpPr>
        <p:spPr>
          <a:xfrm flipH="1">
            <a:off x="5008032" y="5146321"/>
            <a:ext cx="286740" cy="474136"/>
          </a:xfrm>
          <a:prstGeom prst="line">
            <a:avLst/>
          </a:prstGeom>
          <a:ln w="25400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8" name="Shape 205"/>
          <p:cNvSpPr/>
          <p:nvPr/>
        </p:nvSpPr>
        <p:spPr>
          <a:xfrm>
            <a:off x="7289799" y="4575104"/>
            <a:ext cx="763130" cy="381001"/>
          </a:xfrm>
          <a:prstGeom prst="line">
            <a:avLst/>
          </a:prstGeom>
          <a:ln w="25400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9" name="Shape 206"/>
          <p:cNvSpPr/>
          <p:nvPr/>
        </p:nvSpPr>
        <p:spPr>
          <a:xfrm>
            <a:off x="5992140" y="3811975"/>
            <a:ext cx="760874" cy="476392"/>
          </a:xfrm>
          <a:prstGeom prst="line">
            <a:avLst/>
          </a:prstGeom>
          <a:ln w="25400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0" name="Shape 207"/>
          <p:cNvSpPr/>
          <p:nvPr/>
        </p:nvSpPr>
        <p:spPr>
          <a:xfrm flipH="1">
            <a:off x="3675944" y="3335584"/>
            <a:ext cx="232553" cy="763131"/>
          </a:xfrm>
          <a:prstGeom prst="line">
            <a:avLst/>
          </a:prstGeom>
          <a:ln w="25400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1" name="Shape 208"/>
          <p:cNvSpPr/>
          <p:nvPr/>
        </p:nvSpPr>
        <p:spPr>
          <a:xfrm>
            <a:off x="7281615" y="4590625"/>
            <a:ext cx="763130" cy="381002"/>
          </a:xfrm>
          <a:prstGeom prst="line">
            <a:avLst/>
          </a:prstGeom>
          <a:ln w="41275" cap="sq">
            <a:solidFill>
              <a:srgbClr val="80008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2" name="Shape 209"/>
          <p:cNvSpPr/>
          <p:nvPr/>
        </p:nvSpPr>
        <p:spPr>
          <a:xfrm>
            <a:off x="6000044" y="3824392"/>
            <a:ext cx="743470" cy="476958"/>
          </a:xfrm>
          <a:prstGeom prst="line">
            <a:avLst/>
          </a:prstGeom>
          <a:ln w="41275" cap="sq">
            <a:solidFill>
              <a:srgbClr val="80008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3" name="Shape 210"/>
          <p:cNvSpPr/>
          <p:nvPr/>
        </p:nvSpPr>
        <p:spPr>
          <a:xfrm>
            <a:off x="4355817" y="3119966"/>
            <a:ext cx="1142438" cy="381567"/>
          </a:xfrm>
          <a:prstGeom prst="line">
            <a:avLst/>
          </a:prstGeom>
          <a:ln w="41275" cap="sq">
            <a:solidFill>
              <a:srgbClr val="80008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4" name="Shape 211"/>
          <p:cNvSpPr/>
          <p:nvPr/>
        </p:nvSpPr>
        <p:spPr>
          <a:xfrm>
            <a:off x="6186593" y="2299263"/>
            <a:ext cx="1041402" cy="284483"/>
          </a:xfrm>
          <a:prstGeom prst="line">
            <a:avLst/>
          </a:prstGeom>
          <a:ln w="53975" cap="sq">
            <a:solidFill>
              <a:srgbClr val="FF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5" name="Shape 212"/>
          <p:cNvSpPr/>
          <p:nvPr/>
        </p:nvSpPr>
        <p:spPr>
          <a:xfrm>
            <a:off x="7289799" y="4597399"/>
            <a:ext cx="778935" cy="370277"/>
          </a:xfrm>
          <a:prstGeom prst="line">
            <a:avLst/>
          </a:prstGeom>
          <a:ln w="53975" cap="sq">
            <a:solidFill>
              <a:srgbClr val="FF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6" name="Shape 213"/>
          <p:cNvSpPr/>
          <p:nvPr/>
        </p:nvSpPr>
        <p:spPr>
          <a:xfrm flipH="1">
            <a:off x="7208801" y="2971800"/>
            <a:ext cx="381567" cy="1332090"/>
          </a:xfrm>
          <a:prstGeom prst="line">
            <a:avLst/>
          </a:prstGeom>
          <a:ln w="53975" cap="sq">
            <a:solidFill>
              <a:srgbClr val="FF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7" name="Shape 214"/>
          <p:cNvSpPr/>
          <p:nvPr/>
        </p:nvSpPr>
        <p:spPr>
          <a:xfrm flipV="1">
            <a:off x="4336908" y="2330873"/>
            <a:ext cx="1142437" cy="571220"/>
          </a:xfrm>
          <a:prstGeom prst="line">
            <a:avLst/>
          </a:prstGeom>
          <a:ln w="53975" cap="sq">
            <a:solidFill>
              <a:srgbClr val="FF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8" name="Shape 216"/>
          <p:cNvSpPr txBox="1"/>
          <p:nvPr/>
        </p:nvSpPr>
        <p:spPr>
          <a:xfrm>
            <a:off x="1003611" y="6540500"/>
            <a:ext cx="76708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深度优先无法保证得到的是最短路径</a:t>
            </a:r>
          </a:p>
        </p:txBody>
      </p:sp>
      <p:sp>
        <p:nvSpPr>
          <p:cNvPr id="459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最短路径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1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2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Class="entr" nodeType="afterEffect" presetSubtype="1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6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Class="entr" nodeType="afterEffect" presetSubtype="1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0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Class="entr" nodeType="afterEffect" presetSubtype="1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4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Class="entr" nodeType="afterEffect" presetSubtype="1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8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Class="entr" nodeType="afterEffect" presetSubtype="1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32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1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37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Class="entr" nodeType="afterEffect" presetSubtype="1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41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Class="entr" nodeType="afterEffect" presetSubtype="1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45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Subtype="1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0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Class="entr" nodeType="afterEffect" presetSubtype="1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4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Class="entr" nodeType="afterEffect" presetSubtype="1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8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Class="entr" nodeType="afterEffect" presetSubtype="1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2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1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7" grpId="11"/>
      <p:bldP build="whole" bldLvl="1" animBg="1" rev="0" advAuto="0" spid="453" grpId="8"/>
      <p:bldP build="whole" bldLvl="1" animBg="1" rev="0" advAuto="0" spid="447" grpId="4"/>
      <p:bldP build="whole" bldLvl="1" animBg="1" rev="0" advAuto="0" spid="443" grpId="1"/>
      <p:bldP build="whole" bldLvl="1" animBg="1" rev="0" advAuto="0" spid="451" grpId="10"/>
      <p:bldP build="whole" bldLvl="1" animBg="1" rev="0" advAuto="0" spid="454" grpId="12"/>
      <p:bldP build="whole" bldLvl="1" animBg="1" rev="0" advAuto="0" spid="448" grpId="7"/>
      <p:bldP build="whole" bldLvl="1" animBg="1" rev="0" advAuto="0" spid="445" grpId="3"/>
      <p:bldP build="whole" bldLvl="1" animBg="1" rev="0" advAuto="0" spid="455" grpId="14"/>
      <p:bldP build="whole" bldLvl="1" animBg="1" rev="0" advAuto="0" spid="450" grpId="2"/>
      <p:bldP build="whole" bldLvl="1" animBg="1" rev="0" advAuto="0" spid="446" grpId="5"/>
      <p:bldP build="whole" bldLvl="1" animBg="1" rev="0" advAuto="0" spid="449" grpId="6"/>
      <p:bldP build="whole" bldLvl="1" animBg="1" rev="0" advAuto="0" spid="452" grpId="9"/>
      <p:bldP build="whole" bldLvl="1" animBg="1" rev="0" advAuto="0" spid="456" grpId="13"/>
      <p:bldP build="whole" bldLvl="1" animBg="1" rev="0" advAuto="0" spid="458" grpId="15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oup 285"/>
          <p:cNvGrpSpPr/>
          <p:nvPr/>
        </p:nvGrpSpPr>
        <p:grpSpPr>
          <a:xfrm>
            <a:off x="382127" y="2630863"/>
            <a:ext cx="5427702" cy="3998528"/>
            <a:chOff x="0" y="0"/>
            <a:chExt cx="5427700" cy="3998526"/>
          </a:xfrm>
        </p:grpSpPr>
        <p:grpSp>
          <p:nvGrpSpPr>
            <p:cNvPr id="463" name="Group 247"/>
            <p:cNvGrpSpPr/>
            <p:nvPr/>
          </p:nvGrpSpPr>
          <p:grpSpPr>
            <a:xfrm>
              <a:off x="2095217" y="1429173"/>
              <a:ext cx="666049" cy="571221"/>
              <a:chOff x="0" y="0"/>
              <a:chExt cx="666047" cy="571220"/>
            </a:xfrm>
          </p:grpSpPr>
          <p:sp>
            <p:nvSpPr>
              <p:cNvPr id="461" name="Shape 245"/>
              <p:cNvSpPr/>
              <p:nvPr/>
            </p:nvSpPr>
            <p:spPr>
              <a:xfrm>
                <a:off x="0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2" name="Shape 246"/>
              <p:cNvSpPr txBox="1"/>
              <p:nvPr/>
            </p:nvSpPr>
            <p:spPr>
              <a:xfrm>
                <a:off x="183963" y="82674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466" name="Group 250"/>
            <p:cNvGrpSpPr/>
            <p:nvPr/>
          </p:nvGrpSpPr>
          <p:grpSpPr>
            <a:xfrm>
              <a:off x="413173" y="760870"/>
              <a:ext cx="666047" cy="571221"/>
              <a:chOff x="0" y="0"/>
              <a:chExt cx="666046" cy="571220"/>
            </a:xfrm>
          </p:grpSpPr>
          <p:sp>
            <p:nvSpPr>
              <p:cNvPr id="464" name="Shape 248"/>
              <p:cNvSpPr/>
              <p:nvPr/>
            </p:nvSpPr>
            <p:spPr>
              <a:xfrm>
                <a:off x="-1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5" name="Shape 249"/>
              <p:cNvSpPr txBox="1"/>
              <p:nvPr/>
            </p:nvSpPr>
            <p:spPr>
              <a:xfrm>
                <a:off x="175406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469" name="Group 253"/>
            <p:cNvGrpSpPr/>
            <p:nvPr/>
          </p:nvGrpSpPr>
          <p:grpSpPr>
            <a:xfrm>
              <a:off x="-1" y="2095217"/>
              <a:ext cx="666047" cy="571221"/>
              <a:chOff x="0" y="0"/>
              <a:chExt cx="666046" cy="571220"/>
            </a:xfrm>
          </p:grpSpPr>
          <p:sp>
            <p:nvSpPr>
              <p:cNvPr id="467" name="Shape 251"/>
              <p:cNvSpPr/>
              <p:nvPr/>
            </p:nvSpPr>
            <p:spPr>
              <a:xfrm>
                <a:off x="-1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8" name="Shape 252"/>
              <p:cNvSpPr txBox="1"/>
              <p:nvPr/>
            </p:nvSpPr>
            <p:spPr>
              <a:xfrm>
                <a:off x="192521" y="826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472" name="Group 256"/>
            <p:cNvGrpSpPr/>
            <p:nvPr/>
          </p:nvGrpSpPr>
          <p:grpSpPr>
            <a:xfrm>
              <a:off x="1047608" y="3427306"/>
              <a:ext cx="666049" cy="571221"/>
              <a:chOff x="0" y="0"/>
              <a:chExt cx="666047" cy="571220"/>
            </a:xfrm>
          </p:grpSpPr>
          <p:sp>
            <p:nvSpPr>
              <p:cNvPr id="470" name="Shape 254"/>
              <p:cNvSpPr/>
              <p:nvPr/>
            </p:nvSpPr>
            <p:spPr>
              <a:xfrm>
                <a:off x="0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1" name="Shape 255"/>
              <p:cNvSpPr txBox="1"/>
              <p:nvPr/>
            </p:nvSpPr>
            <p:spPr>
              <a:xfrm>
                <a:off x="175406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475" name="Group 259"/>
            <p:cNvGrpSpPr/>
            <p:nvPr/>
          </p:nvGrpSpPr>
          <p:grpSpPr>
            <a:xfrm>
              <a:off x="1905564" y="2666435"/>
              <a:ext cx="666047" cy="571221"/>
              <a:chOff x="0" y="0"/>
              <a:chExt cx="666046" cy="571220"/>
            </a:xfrm>
          </p:grpSpPr>
          <p:sp>
            <p:nvSpPr>
              <p:cNvPr id="473" name="Shape 257"/>
              <p:cNvSpPr/>
              <p:nvPr/>
            </p:nvSpPr>
            <p:spPr>
              <a:xfrm>
                <a:off x="-1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4" name="Shape 258"/>
              <p:cNvSpPr txBox="1"/>
              <p:nvPr/>
            </p:nvSpPr>
            <p:spPr>
              <a:xfrm>
                <a:off x="175406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478" name="Group 262"/>
            <p:cNvGrpSpPr/>
            <p:nvPr/>
          </p:nvGrpSpPr>
          <p:grpSpPr>
            <a:xfrm>
              <a:off x="3348285" y="2237457"/>
              <a:ext cx="666047" cy="571221"/>
              <a:chOff x="0" y="0"/>
              <a:chExt cx="666046" cy="571220"/>
            </a:xfrm>
          </p:grpSpPr>
          <p:sp>
            <p:nvSpPr>
              <p:cNvPr id="476" name="Shape 260"/>
              <p:cNvSpPr/>
              <p:nvPr/>
            </p:nvSpPr>
            <p:spPr>
              <a:xfrm>
                <a:off x="-1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7" name="Shape 261"/>
              <p:cNvSpPr txBox="1"/>
              <p:nvPr/>
            </p:nvSpPr>
            <p:spPr>
              <a:xfrm>
                <a:off x="192521" y="826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481" name="Group 265"/>
            <p:cNvGrpSpPr/>
            <p:nvPr/>
          </p:nvGrpSpPr>
          <p:grpSpPr>
            <a:xfrm>
              <a:off x="4761654" y="2666435"/>
              <a:ext cx="666047" cy="571221"/>
              <a:chOff x="0" y="0"/>
              <a:chExt cx="666046" cy="571220"/>
            </a:xfrm>
          </p:grpSpPr>
          <p:sp>
            <p:nvSpPr>
              <p:cNvPr id="479" name="Shape 263"/>
              <p:cNvSpPr/>
              <p:nvPr/>
            </p:nvSpPr>
            <p:spPr>
              <a:xfrm>
                <a:off x="-1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0" name="Shape 264"/>
              <p:cNvSpPr txBox="1"/>
              <p:nvPr/>
            </p:nvSpPr>
            <p:spPr>
              <a:xfrm>
                <a:off x="217823" y="79852"/>
                <a:ext cx="230400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484" name="Group 268"/>
            <p:cNvGrpSpPr/>
            <p:nvPr/>
          </p:nvGrpSpPr>
          <p:grpSpPr>
            <a:xfrm>
              <a:off x="3903698" y="381564"/>
              <a:ext cx="666049" cy="571221"/>
              <a:chOff x="0" y="0"/>
              <a:chExt cx="666047" cy="571220"/>
            </a:xfrm>
          </p:grpSpPr>
          <p:sp>
            <p:nvSpPr>
              <p:cNvPr id="482" name="Shape 266"/>
              <p:cNvSpPr/>
              <p:nvPr/>
            </p:nvSpPr>
            <p:spPr>
              <a:xfrm>
                <a:off x="0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3" name="Shape 267"/>
              <p:cNvSpPr txBox="1"/>
              <p:nvPr/>
            </p:nvSpPr>
            <p:spPr>
              <a:xfrm>
                <a:off x="209413" y="82674"/>
                <a:ext cx="247218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485" name="Shape 269"/>
            <p:cNvSpPr/>
            <p:nvPr/>
          </p:nvSpPr>
          <p:spPr>
            <a:xfrm flipH="1">
              <a:off x="666044" y="1808479"/>
              <a:ext cx="1429175" cy="476394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6" name="Shape 270"/>
            <p:cNvSpPr/>
            <p:nvPr/>
          </p:nvSpPr>
          <p:spPr>
            <a:xfrm>
              <a:off x="381564" y="2666435"/>
              <a:ext cx="760873" cy="855700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7" name="Shape 271"/>
            <p:cNvSpPr/>
            <p:nvPr/>
          </p:nvSpPr>
          <p:spPr>
            <a:xfrm>
              <a:off x="2856089" y="286737"/>
              <a:ext cx="1041402" cy="28448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8" name="Shape 272"/>
            <p:cNvSpPr/>
            <p:nvPr/>
          </p:nvSpPr>
          <p:spPr>
            <a:xfrm flipH="1">
              <a:off x="2195970" y="2000391"/>
              <a:ext cx="286740" cy="666046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9" name="Shape 273"/>
            <p:cNvSpPr/>
            <p:nvPr/>
          </p:nvSpPr>
          <p:spPr>
            <a:xfrm flipH="1">
              <a:off x="1713653" y="3142826"/>
              <a:ext cx="286740" cy="474135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0" name="Shape 274"/>
            <p:cNvSpPr/>
            <p:nvPr/>
          </p:nvSpPr>
          <p:spPr>
            <a:xfrm>
              <a:off x="3998525" y="2575277"/>
              <a:ext cx="763131" cy="38100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1" name="Shape 275"/>
            <p:cNvSpPr/>
            <p:nvPr/>
          </p:nvSpPr>
          <p:spPr>
            <a:xfrm>
              <a:off x="2761262" y="1808479"/>
              <a:ext cx="760874" cy="476394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2" name="Shape 276"/>
            <p:cNvSpPr/>
            <p:nvPr/>
          </p:nvSpPr>
          <p:spPr>
            <a:xfrm>
              <a:off x="4569743" y="760870"/>
              <a:ext cx="571220" cy="1905567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3" name="Shape 277"/>
            <p:cNvSpPr/>
            <p:nvPr/>
          </p:nvSpPr>
          <p:spPr>
            <a:xfrm flipH="1">
              <a:off x="3903698" y="952782"/>
              <a:ext cx="381567" cy="1332091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496" name="Group 280"/>
            <p:cNvGrpSpPr/>
            <p:nvPr/>
          </p:nvGrpSpPr>
          <p:grpSpPr>
            <a:xfrm>
              <a:off x="2195970" y="0"/>
              <a:ext cx="666049" cy="571221"/>
              <a:chOff x="0" y="0"/>
              <a:chExt cx="666047" cy="571219"/>
            </a:xfrm>
          </p:grpSpPr>
          <p:sp>
            <p:nvSpPr>
              <p:cNvPr id="494" name="Shape 278"/>
              <p:cNvSpPr/>
              <p:nvPr/>
            </p:nvSpPr>
            <p:spPr>
              <a:xfrm>
                <a:off x="0" y="0"/>
                <a:ext cx="666048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5" name="Shape 279"/>
              <p:cNvSpPr txBox="1"/>
              <p:nvPr/>
            </p:nvSpPr>
            <p:spPr>
              <a:xfrm>
                <a:off x="178037" y="82674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sp>
          <p:nvSpPr>
            <p:cNvPr id="497" name="Shape 281"/>
            <p:cNvSpPr/>
            <p:nvPr/>
          </p:nvSpPr>
          <p:spPr>
            <a:xfrm flipV="1">
              <a:off x="1031804" y="318346"/>
              <a:ext cx="1142438" cy="571220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8" name="Shape 282"/>
            <p:cNvSpPr/>
            <p:nvPr/>
          </p:nvSpPr>
          <p:spPr>
            <a:xfrm>
              <a:off x="1047608" y="1142435"/>
              <a:ext cx="1142438" cy="381566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9" name="Shape 283"/>
            <p:cNvSpPr/>
            <p:nvPr/>
          </p:nvSpPr>
          <p:spPr>
            <a:xfrm flipH="1">
              <a:off x="2717236" y="835377"/>
              <a:ext cx="1225976" cy="69850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0" name="Shape 284"/>
            <p:cNvSpPr/>
            <p:nvPr/>
          </p:nvSpPr>
          <p:spPr>
            <a:xfrm flipH="1">
              <a:off x="381564" y="1332088"/>
              <a:ext cx="232553" cy="763131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537" name="成组"/>
          <p:cNvGrpSpPr/>
          <p:nvPr/>
        </p:nvGrpSpPr>
        <p:grpSpPr>
          <a:xfrm>
            <a:off x="7002215" y="3789679"/>
            <a:ext cx="4095612" cy="3892413"/>
            <a:chOff x="0" y="0"/>
            <a:chExt cx="4095610" cy="3892411"/>
          </a:xfrm>
        </p:grpSpPr>
        <p:sp>
          <p:nvSpPr>
            <p:cNvPr id="502" name="Shape 290"/>
            <p:cNvSpPr/>
            <p:nvPr/>
          </p:nvSpPr>
          <p:spPr>
            <a:xfrm flipH="1">
              <a:off x="1382888" y="1538084"/>
              <a:ext cx="600879" cy="60087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3" name="Shape 291"/>
            <p:cNvSpPr/>
            <p:nvPr/>
          </p:nvSpPr>
          <p:spPr>
            <a:xfrm>
              <a:off x="2177062" y="1586019"/>
              <a:ext cx="1" cy="59104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06" name="Group 220"/>
            <p:cNvGrpSpPr/>
            <p:nvPr/>
          </p:nvGrpSpPr>
          <p:grpSpPr>
            <a:xfrm>
              <a:off x="1842345" y="1025878"/>
              <a:ext cx="666047" cy="571221"/>
              <a:chOff x="0" y="0"/>
              <a:chExt cx="666045" cy="571220"/>
            </a:xfrm>
          </p:grpSpPr>
          <p:sp>
            <p:nvSpPr>
              <p:cNvPr id="504" name="Shape 218"/>
              <p:cNvSpPr/>
              <p:nvPr/>
            </p:nvSpPr>
            <p:spPr>
              <a:xfrm>
                <a:off x="0" y="-1"/>
                <a:ext cx="666046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5" name="Shape 219"/>
              <p:cNvSpPr txBox="1"/>
              <p:nvPr/>
            </p:nvSpPr>
            <p:spPr>
              <a:xfrm>
                <a:off x="183963" y="81827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509" name="Group 223"/>
            <p:cNvGrpSpPr/>
            <p:nvPr/>
          </p:nvGrpSpPr>
          <p:grpSpPr>
            <a:xfrm>
              <a:off x="1790417" y="0"/>
              <a:ext cx="666049" cy="571221"/>
              <a:chOff x="0" y="0"/>
              <a:chExt cx="666047" cy="571220"/>
            </a:xfrm>
          </p:grpSpPr>
          <p:sp>
            <p:nvSpPr>
              <p:cNvPr id="507" name="Shape 221"/>
              <p:cNvSpPr/>
              <p:nvPr/>
            </p:nvSpPr>
            <p:spPr>
              <a:xfrm>
                <a:off x="0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8" name="Shape 222"/>
              <p:cNvSpPr txBox="1"/>
              <p:nvPr/>
            </p:nvSpPr>
            <p:spPr>
              <a:xfrm>
                <a:off x="175405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512" name="Group 226"/>
            <p:cNvGrpSpPr/>
            <p:nvPr/>
          </p:nvGrpSpPr>
          <p:grpSpPr>
            <a:xfrm>
              <a:off x="0" y="1025878"/>
              <a:ext cx="666046" cy="571221"/>
              <a:chOff x="0" y="0"/>
              <a:chExt cx="666045" cy="571220"/>
            </a:xfrm>
          </p:grpSpPr>
          <p:sp>
            <p:nvSpPr>
              <p:cNvPr id="510" name="Shape 224"/>
              <p:cNvSpPr/>
              <p:nvPr/>
            </p:nvSpPr>
            <p:spPr>
              <a:xfrm>
                <a:off x="0" y="-1"/>
                <a:ext cx="666046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1" name="Shape 225"/>
              <p:cNvSpPr txBox="1"/>
              <p:nvPr/>
            </p:nvSpPr>
            <p:spPr>
              <a:xfrm>
                <a:off x="192520" y="81827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515" name="Group 229"/>
            <p:cNvGrpSpPr/>
            <p:nvPr/>
          </p:nvGrpSpPr>
          <p:grpSpPr>
            <a:xfrm>
              <a:off x="0" y="2151662"/>
              <a:ext cx="666046" cy="571221"/>
              <a:chOff x="0" y="0"/>
              <a:chExt cx="666045" cy="571220"/>
            </a:xfrm>
          </p:grpSpPr>
          <p:sp>
            <p:nvSpPr>
              <p:cNvPr id="513" name="Shape 227"/>
              <p:cNvSpPr/>
              <p:nvPr/>
            </p:nvSpPr>
            <p:spPr>
              <a:xfrm>
                <a:off x="0" y="-1"/>
                <a:ext cx="666046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4" name="Shape 228"/>
              <p:cNvSpPr txBox="1"/>
              <p:nvPr/>
            </p:nvSpPr>
            <p:spPr>
              <a:xfrm>
                <a:off x="175405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518" name="Group 232"/>
            <p:cNvGrpSpPr/>
            <p:nvPr/>
          </p:nvGrpSpPr>
          <p:grpSpPr>
            <a:xfrm>
              <a:off x="1024183" y="2151662"/>
              <a:ext cx="666047" cy="571221"/>
              <a:chOff x="0" y="0"/>
              <a:chExt cx="666045" cy="571220"/>
            </a:xfrm>
          </p:grpSpPr>
          <p:sp>
            <p:nvSpPr>
              <p:cNvPr id="516" name="Shape 230"/>
              <p:cNvSpPr/>
              <p:nvPr/>
            </p:nvSpPr>
            <p:spPr>
              <a:xfrm>
                <a:off x="0" y="-1"/>
                <a:ext cx="666046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7" name="Shape 231"/>
              <p:cNvSpPr txBox="1"/>
              <p:nvPr/>
            </p:nvSpPr>
            <p:spPr>
              <a:xfrm>
                <a:off x="173995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521" name="Group 235"/>
            <p:cNvGrpSpPr/>
            <p:nvPr/>
          </p:nvGrpSpPr>
          <p:grpSpPr>
            <a:xfrm>
              <a:off x="1842345" y="2151662"/>
              <a:ext cx="666047" cy="571221"/>
              <a:chOff x="0" y="0"/>
              <a:chExt cx="666045" cy="571220"/>
            </a:xfrm>
          </p:grpSpPr>
          <p:sp>
            <p:nvSpPr>
              <p:cNvPr id="519" name="Shape 233"/>
              <p:cNvSpPr/>
              <p:nvPr/>
            </p:nvSpPr>
            <p:spPr>
              <a:xfrm>
                <a:off x="0" y="-1"/>
                <a:ext cx="666046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0" name="Shape 234"/>
              <p:cNvSpPr txBox="1"/>
              <p:nvPr/>
            </p:nvSpPr>
            <p:spPr>
              <a:xfrm>
                <a:off x="192521" y="826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524" name="Group 238"/>
            <p:cNvGrpSpPr/>
            <p:nvPr/>
          </p:nvGrpSpPr>
          <p:grpSpPr>
            <a:xfrm>
              <a:off x="1843475" y="3321191"/>
              <a:ext cx="666047" cy="571221"/>
              <a:chOff x="-50799" y="0"/>
              <a:chExt cx="666045" cy="571220"/>
            </a:xfrm>
          </p:grpSpPr>
          <p:sp>
            <p:nvSpPr>
              <p:cNvPr id="522" name="Shape 236"/>
              <p:cNvSpPr/>
              <p:nvPr/>
            </p:nvSpPr>
            <p:spPr>
              <a:xfrm>
                <a:off x="-50800" y="-1"/>
                <a:ext cx="666046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3" name="Shape 237"/>
              <p:cNvSpPr txBox="1"/>
              <p:nvPr/>
            </p:nvSpPr>
            <p:spPr>
              <a:xfrm>
                <a:off x="141623" y="79852"/>
                <a:ext cx="230400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527" name="Group 241"/>
            <p:cNvGrpSpPr/>
            <p:nvPr/>
          </p:nvGrpSpPr>
          <p:grpSpPr>
            <a:xfrm>
              <a:off x="2763518" y="2151662"/>
              <a:ext cx="666049" cy="571221"/>
              <a:chOff x="0" y="0"/>
              <a:chExt cx="666047" cy="571220"/>
            </a:xfrm>
          </p:grpSpPr>
          <p:sp>
            <p:nvSpPr>
              <p:cNvPr id="525" name="Shape 239"/>
              <p:cNvSpPr/>
              <p:nvPr/>
            </p:nvSpPr>
            <p:spPr>
              <a:xfrm>
                <a:off x="0" y="-1"/>
                <a:ext cx="666048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6" name="Shape 240"/>
              <p:cNvSpPr txBox="1"/>
              <p:nvPr/>
            </p:nvSpPr>
            <p:spPr>
              <a:xfrm>
                <a:off x="209413" y="82674"/>
                <a:ext cx="247218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530" name="Group 244"/>
            <p:cNvGrpSpPr/>
            <p:nvPr/>
          </p:nvGrpSpPr>
          <p:grpSpPr>
            <a:xfrm>
              <a:off x="3429564" y="1025878"/>
              <a:ext cx="666047" cy="571221"/>
              <a:chOff x="0" y="0"/>
              <a:chExt cx="666045" cy="571220"/>
            </a:xfrm>
          </p:grpSpPr>
          <p:sp>
            <p:nvSpPr>
              <p:cNvPr id="528" name="Shape 242"/>
              <p:cNvSpPr/>
              <p:nvPr/>
            </p:nvSpPr>
            <p:spPr>
              <a:xfrm>
                <a:off x="0" y="-1"/>
                <a:ext cx="666046" cy="57122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9" name="Shape 243"/>
              <p:cNvSpPr txBox="1"/>
              <p:nvPr/>
            </p:nvSpPr>
            <p:spPr>
              <a:xfrm>
                <a:off x="183963" y="81827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sp>
          <p:nvSpPr>
            <p:cNvPr id="531" name="Shape 286"/>
            <p:cNvSpPr/>
            <p:nvPr/>
          </p:nvSpPr>
          <p:spPr>
            <a:xfrm flipH="1">
              <a:off x="588715" y="390878"/>
              <a:ext cx="1231902" cy="71571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2" name="Shape 287"/>
            <p:cNvSpPr/>
            <p:nvPr/>
          </p:nvSpPr>
          <p:spPr>
            <a:xfrm>
              <a:off x="2149403" y="588715"/>
              <a:ext cx="2260" cy="41091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3" name="Shape 288"/>
            <p:cNvSpPr/>
            <p:nvPr/>
          </p:nvSpPr>
          <p:spPr>
            <a:xfrm>
              <a:off x="2431061" y="390878"/>
              <a:ext cx="1126633" cy="71571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4" name="Shape 289"/>
            <p:cNvSpPr/>
            <p:nvPr/>
          </p:nvSpPr>
          <p:spPr>
            <a:xfrm>
              <a:off x="307057" y="1610078"/>
              <a:ext cx="2260" cy="53791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5" name="Shape 292"/>
            <p:cNvSpPr/>
            <p:nvPr/>
          </p:nvSpPr>
          <p:spPr>
            <a:xfrm>
              <a:off x="2427032" y="1505860"/>
              <a:ext cx="645804" cy="64580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6" name="Shape 293"/>
            <p:cNvSpPr/>
            <p:nvPr/>
          </p:nvSpPr>
          <p:spPr>
            <a:xfrm>
              <a:off x="2174803" y="2712720"/>
              <a:ext cx="2260" cy="6163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38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最短路径</a:t>
            </a:r>
          </a:p>
        </p:txBody>
      </p:sp>
      <p:sp>
        <p:nvSpPr>
          <p:cNvPr id="539" name="Shape 294"/>
          <p:cNvSpPr txBox="1"/>
          <p:nvPr/>
        </p:nvSpPr>
        <p:spPr>
          <a:xfrm>
            <a:off x="787711" y="1425922"/>
            <a:ext cx="11837791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3800">
                <a:uFill>
                  <a:solidFill>
                    <a:srgbClr val="800000"/>
                  </a:solidFill>
                </a:uFill>
              </a:defRPr>
            </a:pPr>
            <a:r>
              <a:t>广度优先访问顶点的次序是按“路径长度”渐增的次序</a:t>
            </a:r>
            <a:r>
              <a:rPr>
                <a:uFill>
                  <a:solidFill>
                    <a:srgbClr val="000082"/>
                  </a:solidFill>
                </a:uFill>
              </a:rPr>
              <a:t>。</a:t>
            </a:r>
          </a:p>
        </p:txBody>
      </p:sp>
      <p:sp>
        <p:nvSpPr>
          <p:cNvPr id="540" name="Shape 295"/>
          <p:cNvSpPr txBox="1"/>
          <p:nvPr/>
        </p:nvSpPr>
        <p:spPr>
          <a:xfrm>
            <a:off x="6159811" y="2658239"/>
            <a:ext cx="6571160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3800">
                <a:solidFill>
                  <a:schemeClr val="accent1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如何记住路径的所有顶点？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40" grpId="1"/>
      <p:bldP build="whole" bldLvl="1" animBg="1" rev="0" advAuto="0" spid="537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最短路径</a:t>
            </a:r>
          </a:p>
        </p:txBody>
      </p:sp>
      <p:sp>
        <p:nvSpPr>
          <p:cNvPr id="543" name="public void shortestPath(int source, int destination) {…"/>
          <p:cNvSpPr txBox="1"/>
          <p:nvPr/>
        </p:nvSpPr>
        <p:spPr>
          <a:xfrm>
            <a:off x="1230650" y="1596544"/>
            <a:ext cx="9803198" cy="2770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shortestPath(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destination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[</a:t>
            </a:r>
            <a: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Deque&lt;Integer&gt;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ArrayDeque&lt;&gt;();</a:t>
            </a:r>
            <a:r>
              <a:rPr>
                <a:solidFill>
                  <a:srgbClr val="4E9072"/>
                </a:solidFill>
              </a:rPr>
              <a:t>// java队列</a:t>
            </a:r>
          </a:p>
          <a:p>
            <a:pPr indent="0">
              <a:lnSpc>
                <a:spcPct val="100000"/>
              </a:lnSpc>
              <a:defRPr sz="22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pathTrace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pathTrace</a:t>
            </a:r>
            <a:r>
              <a:rPr>
                <a:solidFill>
                  <a:srgbClr val="000000"/>
                </a:solidFill>
              </a:rPr>
              <a:t>[</a:t>
            </a:r>
            <a:r>
              <a:t>source</a:t>
            </a:r>
            <a:r>
              <a:rPr>
                <a:solidFill>
                  <a:srgbClr val="000000"/>
                </a:solidFill>
              </a:rPr>
              <a:t>] = -1;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rPr>
                <a:solidFill>
                  <a:srgbClr val="000000"/>
                </a:solidFill>
              </a:rPr>
              <a:t>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最短路径</a:t>
            </a:r>
          </a:p>
        </p:txBody>
      </p:sp>
      <p:sp>
        <p:nvSpPr>
          <p:cNvPr id="546" name="while (source != destination &amp;&amp; !queue.isEmpty()) {…"/>
          <p:cNvSpPr txBox="1"/>
          <p:nvPr/>
        </p:nvSpPr>
        <p:spPr>
          <a:xfrm>
            <a:off x="1570095" y="1430552"/>
            <a:ext cx="9579733" cy="4650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 != </a:t>
            </a:r>
            <a:r>
              <a:rPr>
                <a:solidFill>
                  <a:srgbClr val="7E504F"/>
                </a:solidFill>
              </a:rPr>
              <a:t>destination</a:t>
            </a:r>
            <a:r>
              <a:t> &amp;&amp; !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.isEmpty())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.poll();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Iterator&lt;Integer&gt;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.iterator(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(!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])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pathTrace</a:t>
            </a:r>
            <a:r>
              <a:rPr>
                <a:solidFill>
                  <a:srgbClr val="000000"/>
                </a:solidFill>
              </a:rPr>
              <a:t>[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] = </a:t>
            </a:r>
            <a:r>
              <a:t>source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最短路径</a:t>
            </a:r>
          </a:p>
        </p:txBody>
      </p:sp>
      <p:sp>
        <p:nvSpPr>
          <p:cNvPr id="549" name="if (source == destination) {…"/>
          <p:cNvSpPr txBox="1"/>
          <p:nvPr/>
        </p:nvSpPr>
        <p:spPr>
          <a:xfrm>
            <a:off x="240927" y="1308099"/>
            <a:ext cx="11058104" cy="680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source</a:t>
            </a:r>
            <a:r>
              <a:rPr>
                <a:solidFill>
                  <a:srgbClr val="000000"/>
                </a:solidFill>
              </a:rPr>
              <a:t> == </a:t>
            </a:r>
            <a:r>
              <a:t>destination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reversePath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 = 0;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k</a:t>
            </a:r>
            <a:r>
              <a:rPr>
                <a:solidFill>
                  <a:srgbClr val="000000"/>
                </a:solidFill>
              </a:rPr>
              <a:t> = </a:t>
            </a:r>
            <a:r>
              <a:t>destination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pathTrace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 != -1) {</a:t>
            </a:r>
          </a:p>
          <a:p>
            <a:pPr indent="0">
              <a:lnSpc>
                <a:spcPct val="100000"/>
              </a:lnSpc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reversePath</a:t>
            </a:r>
            <a:r>
              <a:rPr>
                <a:solidFill>
                  <a:srgbClr val="000000"/>
                </a:solidFill>
              </a:rPr>
              <a:t>[</a:t>
            </a:r>
            <a:r>
              <a:t>pos</a:t>
            </a:r>
            <a:r>
              <a:rPr>
                <a:solidFill>
                  <a:srgbClr val="000000"/>
                </a:solidFill>
              </a:rPr>
              <a:t>++] = </a:t>
            </a:r>
            <a:r>
              <a:t>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k</a:t>
            </a:r>
            <a:r>
              <a:rPr>
                <a:solidFill>
                  <a:srgbClr val="000000"/>
                </a:solidFill>
              </a:rPr>
              <a:t> = </a:t>
            </a:r>
            <a:r>
              <a:t>pathTrace</a:t>
            </a:r>
            <a:r>
              <a:rPr>
                <a:solidFill>
                  <a:srgbClr val="000000"/>
                </a:solidFill>
              </a:rPr>
              <a:t>[</a:t>
            </a:r>
            <a:r>
              <a:t>k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reversePath</a:t>
            </a:r>
            <a:r>
              <a:rPr>
                <a:solidFill>
                  <a:srgbClr val="000000"/>
                </a:solidFill>
              </a:rPr>
              <a:t>[</a:t>
            </a:r>
            <a:r>
              <a:t>pos</a:t>
            </a:r>
            <a:r>
              <a:rPr>
                <a:solidFill>
                  <a:srgbClr val="000000"/>
                </a:solidFill>
              </a:rPr>
              <a:t>] = </a:t>
            </a:r>
            <a:r>
              <a:t>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// 只是为了演示用了</a:t>
            </a:r>
            <a:r>
              <a:rPr u="sng"/>
              <a:t>println</a:t>
            </a:r>
            <a:r>
              <a:t>，一般方法中不要用print!!!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&gt;= 0; --</a:t>
            </a:r>
            <a:r>
              <a:rPr>
                <a:solidFill>
                  <a:srgbClr val="7E504F"/>
                </a:solidFill>
              </a:rPr>
              <a:t>i</a:t>
            </a:r>
            <a:r>
              <a:t>)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.value(</a:t>
            </a:r>
            <a:r>
              <a:rPr>
                <a:solidFill>
                  <a:srgbClr val="7E504F"/>
                </a:solidFill>
              </a:rPr>
              <a:t>reversePath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"there isn't shortest path"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作业</a:t>
            </a:r>
          </a:p>
        </p:txBody>
      </p:sp>
      <p:sp>
        <p:nvSpPr>
          <p:cNvPr id="552" name="1、参照BiTree的遍历算法的代码，修改类GraphAlgorithms&lt;T&gt;的方法…"/>
          <p:cNvSpPr txBox="1"/>
          <p:nvPr/>
        </p:nvSpPr>
        <p:spPr>
          <a:xfrm>
            <a:off x="585780" y="1814907"/>
            <a:ext cx="11766183" cy="3007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1、参照BiTree的遍历算法的代码，修改类GraphAlgorithms&lt;T&gt;的方法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private void rdfs(int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为：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private void rdfs(int </a:t>
            </a:r>
            <a:r>
              <a:rPr>
                <a:solidFill>
                  <a:srgbClr val="7E504F"/>
                </a:solidFill>
              </a:rPr>
              <a:t>, </a:t>
            </a:r>
            <a:r>
              <a:t>Consumer&lt;T&gt;)，并测试，提交该方法的代码。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2*、类GraphAlgorithms&lt;T&gt;增加非递归深度优先遍历方法。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715"/>
          <p:cNvSpPr/>
          <p:nvPr/>
        </p:nvSpPr>
        <p:spPr>
          <a:xfrm>
            <a:off x="3718559" y="6661008"/>
            <a:ext cx="889002" cy="63990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55" name="Shape 716"/>
          <p:cNvSpPr/>
          <p:nvPr/>
        </p:nvSpPr>
        <p:spPr>
          <a:xfrm>
            <a:off x="4585546" y="6661008"/>
            <a:ext cx="889002" cy="63990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556" name="Shape 717"/>
          <p:cNvSpPr/>
          <p:nvPr/>
        </p:nvSpPr>
        <p:spPr>
          <a:xfrm>
            <a:off x="5452533" y="6661008"/>
            <a:ext cx="889002" cy="63990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557" name="Shape 718"/>
          <p:cNvSpPr/>
          <p:nvPr/>
        </p:nvSpPr>
        <p:spPr>
          <a:xfrm>
            <a:off x="6319520" y="6661008"/>
            <a:ext cx="889002" cy="63990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558" name="Shape 719"/>
          <p:cNvSpPr/>
          <p:nvPr/>
        </p:nvSpPr>
        <p:spPr>
          <a:xfrm>
            <a:off x="7191022" y="6661008"/>
            <a:ext cx="800102" cy="63990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k</a:t>
            </a:r>
          </a:p>
        </p:txBody>
      </p:sp>
      <p:sp>
        <p:nvSpPr>
          <p:cNvPr id="559" name="Shape 720"/>
          <p:cNvSpPr/>
          <p:nvPr/>
        </p:nvSpPr>
        <p:spPr>
          <a:xfrm>
            <a:off x="8053492" y="6661008"/>
            <a:ext cx="889002" cy="63990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560" name="Shape 721"/>
          <p:cNvSpPr/>
          <p:nvPr/>
        </p:nvSpPr>
        <p:spPr>
          <a:xfrm>
            <a:off x="8920480" y="6661008"/>
            <a:ext cx="889002" cy="63990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e </a:t>
            </a:r>
          </a:p>
        </p:txBody>
      </p:sp>
      <p:sp>
        <p:nvSpPr>
          <p:cNvPr id="561" name="Shape 722"/>
          <p:cNvSpPr/>
          <p:nvPr/>
        </p:nvSpPr>
        <p:spPr>
          <a:xfrm>
            <a:off x="9873261" y="6661008"/>
            <a:ext cx="800102" cy="63990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562" name="Shape 723"/>
          <p:cNvSpPr/>
          <p:nvPr/>
        </p:nvSpPr>
        <p:spPr>
          <a:xfrm>
            <a:off x="10654452" y="6661008"/>
            <a:ext cx="990602" cy="63990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563" name="Shape 724"/>
          <p:cNvSpPr txBox="1"/>
          <p:nvPr/>
        </p:nvSpPr>
        <p:spPr>
          <a:xfrm>
            <a:off x="1016000" y="6622625"/>
            <a:ext cx="1298009" cy="802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次序:</a:t>
            </a:r>
          </a:p>
        </p:txBody>
      </p:sp>
      <p:grpSp>
        <p:nvGrpSpPr>
          <p:cNvPr id="611" name="Group 772"/>
          <p:cNvGrpSpPr/>
          <p:nvPr/>
        </p:nvGrpSpPr>
        <p:grpSpPr>
          <a:xfrm>
            <a:off x="1873954" y="1213554"/>
            <a:ext cx="5997791" cy="3523548"/>
            <a:chOff x="0" y="0"/>
            <a:chExt cx="5997789" cy="3523546"/>
          </a:xfrm>
        </p:grpSpPr>
        <p:grpSp>
          <p:nvGrpSpPr>
            <p:cNvPr id="566" name="Group 727"/>
            <p:cNvGrpSpPr/>
            <p:nvPr/>
          </p:nvGrpSpPr>
          <p:grpSpPr>
            <a:xfrm>
              <a:off x="1896533" y="541866"/>
              <a:ext cx="695399" cy="647703"/>
              <a:chOff x="0" y="0"/>
              <a:chExt cx="695398" cy="647701"/>
            </a:xfrm>
          </p:grpSpPr>
          <p:sp>
            <p:nvSpPr>
              <p:cNvPr id="564" name="Shape 725"/>
              <p:cNvSpPr/>
              <p:nvPr/>
            </p:nvSpPr>
            <p:spPr>
              <a:xfrm>
                <a:off x="0" y="0"/>
                <a:ext cx="69539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5" name="Shape 726"/>
              <p:cNvSpPr txBox="1"/>
              <p:nvPr/>
            </p:nvSpPr>
            <p:spPr>
              <a:xfrm>
                <a:off x="198639" y="122185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569" name="Group 730"/>
            <p:cNvGrpSpPr/>
            <p:nvPr/>
          </p:nvGrpSpPr>
          <p:grpSpPr>
            <a:xfrm>
              <a:off x="3847253" y="541866"/>
              <a:ext cx="695399" cy="647703"/>
              <a:chOff x="0" y="0"/>
              <a:chExt cx="695398" cy="647701"/>
            </a:xfrm>
          </p:grpSpPr>
          <p:sp>
            <p:nvSpPr>
              <p:cNvPr id="567" name="Shape 728"/>
              <p:cNvSpPr/>
              <p:nvPr/>
            </p:nvSpPr>
            <p:spPr>
              <a:xfrm>
                <a:off x="-1" y="0"/>
                <a:ext cx="69539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8" name="Shape 729"/>
              <p:cNvSpPr txBox="1"/>
              <p:nvPr/>
            </p:nvSpPr>
            <p:spPr>
              <a:xfrm>
                <a:off x="190082" y="122185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572" name="Group 733"/>
            <p:cNvGrpSpPr/>
            <p:nvPr/>
          </p:nvGrpSpPr>
          <p:grpSpPr>
            <a:xfrm>
              <a:off x="18343" y="1669344"/>
              <a:ext cx="695399" cy="647703"/>
              <a:chOff x="0" y="0"/>
              <a:chExt cx="695398" cy="647701"/>
            </a:xfrm>
          </p:grpSpPr>
          <p:sp>
            <p:nvSpPr>
              <p:cNvPr id="570" name="Shape 731"/>
              <p:cNvSpPr/>
              <p:nvPr/>
            </p:nvSpPr>
            <p:spPr>
              <a:xfrm>
                <a:off x="-1" y="0"/>
                <a:ext cx="69539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1" name="Shape 732"/>
              <p:cNvSpPr txBox="1"/>
              <p:nvPr/>
            </p:nvSpPr>
            <p:spPr>
              <a:xfrm>
                <a:off x="211430" y="1207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575" name="Group 736"/>
            <p:cNvGrpSpPr/>
            <p:nvPr/>
          </p:nvGrpSpPr>
          <p:grpSpPr>
            <a:xfrm>
              <a:off x="348544" y="2813191"/>
              <a:ext cx="695399" cy="647703"/>
              <a:chOff x="0" y="0"/>
              <a:chExt cx="695398" cy="647701"/>
            </a:xfrm>
          </p:grpSpPr>
          <p:sp>
            <p:nvSpPr>
              <p:cNvPr id="573" name="Shape 734"/>
              <p:cNvSpPr/>
              <p:nvPr/>
            </p:nvSpPr>
            <p:spPr>
              <a:xfrm>
                <a:off x="0" y="0"/>
                <a:ext cx="69539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4" name="Shape 735"/>
              <p:cNvSpPr txBox="1"/>
              <p:nvPr/>
            </p:nvSpPr>
            <p:spPr>
              <a:xfrm>
                <a:off x="189235" y="122185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578" name="Group 739"/>
            <p:cNvGrpSpPr/>
            <p:nvPr/>
          </p:nvGrpSpPr>
          <p:grpSpPr>
            <a:xfrm>
              <a:off x="1169529" y="1634631"/>
              <a:ext cx="695399" cy="647703"/>
              <a:chOff x="0" y="0"/>
              <a:chExt cx="695398" cy="647701"/>
            </a:xfrm>
          </p:grpSpPr>
          <p:sp>
            <p:nvSpPr>
              <p:cNvPr id="576" name="Shape 737"/>
              <p:cNvSpPr/>
              <p:nvPr/>
            </p:nvSpPr>
            <p:spPr>
              <a:xfrm>
                <a:off x="0" y="0"/>
                <a:ext cx="69539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7" name="Shape 738"/>
              <p:cNvSpPr txBox="1"/>
              <p:nvPr/>
            </p:nvSpPr>
            <p:spPr>
              <a:xfrm>
                <a:off x="190081" y="122185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581" name="Group 742"/>
            <p:cNvGrpSpPr/>
            <p:nvPr/>
          </p:nvGrpSpPr>
          <p:grpSpPr>
            <a:xfrm>
              <a:off x="2558062" y="1634631"/>
              <a:ext cx="695399" cy="647703"/>
              <a:chOff x="0" y="0"/>
              <a:chExt cx="695398" cy="647701"/>
            </a:xfrm>
          </p:grpSpPr>
          <p:sp>
            <p:nvSpPr>
              <p:cNvPr id="579" name="Shape 740"/>
              <p:cNvSpPr/>
              <p:nvPr/>
            </p:nvSpPr>
            <p:spPr>
              <a:xfrm>
                <a:off x="0" y="0"/>
                <a:ext cx="69539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0" name="Shape 741"/>
              <p:cNvSpPr txBox="1"/>
              <p:nvPr/>
            </p:nvSpPr>
            <p:spPr>
              <a:xfrm>
                <a:off x="207197" y="122185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584" name="Group 745"/>
            <p:cNvGrpSpPr/>
            <p:nvPr/>
          </p:nvGrpSpPr>
          <p:grpSpPr>
            <a:xfrm>
              <a:off x="3282808" y="2875844"/>
              <a:ext cx="695399" cy="647703"/>
              <a:chOff x="0" y="0"/>
              <a:chExt cx="695398" cy="647701"/>
            </a:xfrm>
          </p:grpSpPr>
          <p:sp>
            <p:nvSpPr>
              <p:cNvPr id="582" name="Shape 743"/>
              <p:cNvSpPr/>
              <p:nvPr/>
            </p:nvSpPr>
            <p:spPr>
              <a:xfrm>
                <a:off x="-1" y="0"/>
                <a:ext cx="69539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3" name="Shape 744"/>
              <p:cNvSpPr txBox="1"/>
              <p:nvPr/>
            </p:nvSpPr>
            <p:spPr>
              <a:xfrm>
                <a:off x="190082" y="1207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  <p:grpSp>
          <p:nvGrpSpPr>
            <p:cNvPr id="587" name="Group 748"/>
            <p:cNvGrpSpPr/>
            <p:nvPr/>
          </p:nvGrpSpPr>
          <p:grpSpPr>
            <a:xfrm>
              <a:off x="3585350" y="1634631"/>
              <a:ext cx="695399" cy="647703"/>
              <a:chOff x="0" y="0"/>
              <a:chExt cx="695398" cy="647701"/>
            </a:xfrm>
          </p:grpSpPr>
          <p:sp>
            <p:nvSpPr>
              <p:cNvPr id="585" name="Shape 746"/>
              <p:cNvSpPr/>
              <p:nvPr/>
            </p:nvSpPr>
            <p:spPr>
              <a:xfrm>
                <a:off x="-1" y="0"/>
                <a:ext cx="69539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6" name="Shape 747"/>
              <p:cNvSpPr txBox="1"/>
              <p:nvPr/>
            </p:nvSpPr>
            <p:spPr>
              <a:xfrm>
                <a:off x="224089" y="122185"/>
                <a:ext cx="247218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590" name="Group 751"/>
            <p:cNvGrpSpPr/>
            <p:nvPr/>
          </p:nvGrpSpPr>
          <p:grpSpPr>
            <a:xfrm>
              <a:off x="5222240" y="1833315"/>
              <a:ext cx="695399" cy="647703"/>
              <a:chOff x="0" y="0"/>
              <a:chExt cx="695398" cy="647701"/>
            </a:xfrm>
          </p:grpSpPr>
          <p:sp>
            <p:nvSpPr>
              <p:cNvPr id="588" name="Shape 749"/>
              <p:cNvSpPr/>
              <p:nvPr/>
            </p:nvSpPr>
            <p:spPr>
              <a:xfrm>
                <a:off x="0" y="0"/>
                <a:ext cx="695399" cy="647702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9" name="Shape 750"/>
              <p:cNvSpPr txBox="1"/>
              <p:nvPr/>
            </p:nvSpPr>
            <p:spPr>
              <a:xfrm>
                <a:off x="198639" y="122184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sp>
          <p:nvSpPr>
            <p:cNvPr id="591" name="Shape 752"/>
            <p:cNvSpPr/>
            <p:nvPr/>
          </p:nvSpPr>
          <p:spPr>
            <a:xfrm flipH="1">
              <a:off x="410915" y="866986"/>
              <a:ext cx="1485620" cy="803771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2" name="Shape 753"/>
            <p:cNvSpPr/>
            <p:nvPr/>
          </p:nvSpPr>
          <p:spPr>
            <a:xfrm>
              <a:off x="205457" y="2284871"/>
              <a:ext cx="205460" cy="616375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3" name="Shape 754"/>
            <p:cNvSpPr/>
            <p:nvPr/>
          </p:nvSpPr>
          <p:spPr>
            <a:xfrm flipH="1">
              <a:off x="1639146" y="1083733"/>
              <a:ext cx="365762" cy="587024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4" name="Shape 755"/>
            <p:cNvSpPr/>
            <p:nvPr/>
          </p:nvSpPr>
          <p:spPr>
            <a:xfrm flipH="1">
              <a:off x="923431" y="2266244"/>
              <a:ext cx="510260" cy="638953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5" name="Shape 756"/>
            <p:cNvSpPr/>
            <p:nvPr/>
          </p:nvSpPr>
          <p:spPr>
            <a:xfrm>
              <a:off x="3072835" y="2284871"/>
              <a:ext cx="304802" cy="616375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6" name="Shape 757"/>
            <p:cNvSpPr/>
            <p:nvPr/>
          </p:nvSpPr>
          <p:spPr>
            <a:xfrm>
              <a:off x="2546773" y="1083733"/>
              <a:ext cx="219006" cy="587024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7" name="Shape 758"/>
            <p:cNvSpPr/>
            <p:nvPr/>
          </p:nvSpPr>
          <p:spPr>
            <a:xfrm>
              <a:off x="2576124" y="819573"/>
              <a:ext cx="1332091" cy="819575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8" name="Shape 759"/>
            <p:cNvSpPr/>
            <p:nvPr/>
          </p:nvSpPr>
          <p:spPr>
            <a:xfrm flipH="1">
              <a:off x="3790808" y="2284871"/>
              <a:ext cx="203202" cy="616375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9" name="Shape 760"/>
            <p:cNvSpPr/>
            <p:nvPr/>
          </p:nvSpPr>
          <p:spPr>
            <a:xfrm>
              <a:off x="4506524" y="1056639"/>
              <a:ext cx="819576" cy="819576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0" name="Shape 761"/>
            <p:cNvSpPr/>
            <p:nvPr/>
          </p:nvSpPr>
          <p:spPr>
            <a:xfrm flipV="1">
              <a:off x="1027288" y="2284871"/>
              <a:ext cx="2768602" cy="819575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1" name="Shape 762"/>
            <p:cNvSpPr txBox="1"/>
            <p:nvPr/>
          </p:nvSpPr>
          <p:spPr>
            <a:xfrm>
              <a:off x="3892408" y="2698044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602" name="Shape 763"/>
            <p:cNvSpPr txBox="1"/>
            <p:nvPr/>
          </p:nvSpPr>
          <p:spPr>
            <a:xfrm>
              <a:off x="3847253" y="-1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603" name="Shape 764"/>
            <p:cNvSpPr txBox="1"/>
            <p:nvPr/>
          </p:nvSpPr>
          <p:spPr>
            <a:xfrm>
              <a:off x="103856" y="1056639"/>
              <a:ext cx="558803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604" name="Shape 765"/>
            <p:cNvSpPr txBox="1"/>
            <p:nvPr/>
          </p:nvSpPr>
          <p:spPr>
            <a:xfrm>
              <a:off x="1302737" y="1056639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605" name="Shape 766"/>
            <p:cNvSpPr txBox="1"/>
            <p:nvPr/>
          </p:nvSpPr>
          <p:spPr>
            <a:xfrm>
              <a:off x="2560320" y="1056639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606" name="Shape 767"/>
            <p:cNvSpPr txBox="1"/>
            <p:nvPr/>
          </p:nvSpPr>
          <p:spPr>
            <a:xfrm>
              <a:off x="3379893" y="955039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607" name="Shape 768"/>
            <p:cNvSpPr txBox="1"/>
            <p:nvPr/>
          </p:nvSpPr>
          <p:spPr>
            <a:xfrm>
              <a:off x="5438988" y="1291448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608" name="Shape 769"/>
            <p:cNvSpPr txBox="1"/>
            <p:nvPr/>
          </p:nvSpPr>
          <p:spPr>
            <a:xfrm>
              <a:off x="0" y="2761262"/>
              <a:ext cx="5588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609" name="Shape 770"/>
            <p:cNvSpPr txBox="1"/>
            <p:nvPr/>
          </p:nvSpPr>
          <p:spPr>
            <a:xfrm>
              <a:off x="1788160" y="-1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610" name="Shape 771"/>
            <p:cNvSpPr/>
            <p:nvPr/>
          </p:nvSpPr>
          <p:spPr>
            <a:xfrm>
              <a:off x="1025031" y="3307645"/>
              <a:ext cx="2253264" cy="2259"/>
            </a:xfrm>
            <a:prstGeom prst="line">
              <a:avLst/>
            </a:prstGeom>
            <a:noFill/>
            <a:ln w="28575" cap="flat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12" name="Shape 773"/>
          <p:cNvSpPr/>
          <p:nvPr/>
        </p:nvSpPr>
        <p:spPr>
          <a:xfrm flipH="1">
            <a:off x="2284871" y="2069252"/>
            <a:ext cx="1485619" cy="803771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13" name="Shape 774"/>
          <p:cNvSpPr/>
          <p:nvPr/>
        </p:nvSpPr>
        <p:spPr>
          <a:xfrm>
            <a:off x="2079413" y="3487137"/>
            <a:ext cx="205460" cy="616376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14" name="Shape 775"/>
          <p:cNvSpPr/>
          <p:nvPr/>
        </p:nvSpPr>
        <p:spPr>
          <a:xfrm flipH="1">
            <a:off x="3517617" y="2297289"/>
            <a:ext cx="365762" cy="587024"/>
          </a:xfrm>
          <a:prstGeom prst="line">
            <a:avLst/>
          </a:prstGeom>
          <a:ln w="19050" cap="sq">
            <a:solidFill>
              <a:srgbClr val="17CD54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15" name="Shape 776"/>
          <p:cNvSpPr/>
          <p:nvPr/>
        </p:nvSpPr>
        <p:spPr>
          <a:xfrm flipH="1">
            <a:off x="2797386" y="3464559"/>
            <a:ext cx="510260" cy="638953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16" name="Shape 777"/>
          <p:cNvSpPr/>
          <p:nvPr/>
        </p:nvSpPr>
        <p:spPr>
          <a:xfrm>
            <a:off x="4946791" y="3487137"/>
            <a:ext cx="304802" cy="616376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17" name="Shape 778"/>
          <p:cNvSpPr/>
          <p:nvPr/>
        </p:nvSpPr>
        <p:spPr>
          <a:xfrm>
            <a:off x="4420729" y="2286000"/>
            <a:ext cx="219006" cy="587024"/>
          </a:xfrm>
          <a:prstGeom prst="line">
            <a:avLst/>
          </a:prstGeom>
          <a:ln w="19050" cap="sq">
            <a:solidFill>
              <a:srgbClr val="17CD54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18" name="Shape 779"/>
          <p:cNvSpPr/>
          <p:nvPr/>
        </p:nvSpPr>
        <p:spPr>
          <a:xfrm>
            <a:off x="4450079" y="2021839"/>
            <a:ext cx="1332091" cy="819575"/>
          </a:xfrm>
          <a:prstGeom prst="line">
            <a:avLst/>
          </a:prstGeom>
          <a:ln w="19050" cap="sq">
            <a:solidFill>
              <a:srgbClr val="17CD54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19" name="Shape 780"/>
          <p:cNvSpPr/>
          <p:nvPr/>
        </p:nvSpPr>
        <p:spPr>
          <a:xfrm flipH="1">
            <a:off x="5664763" y="3487137"/>
            <a:ext cx="203202" cy="616376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20" name="Shape 781"/>
          <p:cNvSpPr/>
          <p:nvPr/>
        </p:nvSpPr>
        <p:spPr>
          <a:xfrm>
            <a:off x="6380479" y="2258905"/>
            <a:ext cx="819576" cy="819576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21" name="Shape 782"/>
          <p:cNvSpPr/>
          <p:nvPr/>
        </p:nvSpPr>
        <p:spPr>
          <a:xfrm flipV="1">
            <a:off x="2901244" y="3487137"/>
            <a:ext cx="2768602" cy="819575"/>
          </a:xfrm>
          <a:prstGeom prst="line">
            <a:avLst/>
          </a:prstGeom>
          <a:ln w="19050" cap="sq">
            <a:solidFill>
              <a:srgbClr val="17CD54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22" name="Shape 783"/>
          <p:cNvSpPr txBox="1"/>
          <p:nvPr/>
        </p:nvSpPr>
        <p:spPr>
          <a:xfrm>
            <a:off x="5766363" y="3898053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23" name="Shape 784"/>
          <p:cNvSpPr txBox="1"/>
          <p:nvPr/>
        </p:nvSpPr>
        <p:spPr>
          <a:xfrm>
            <a:off x="5721208" y="1202265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24" name="Shape 785"/>
          <p:cNvSpPr txBox="1"/>
          <p:nvPr/>
        </p:nvSpPr>
        <p:spPr>
          <a:xfrm>
            <a:off x="1977812" y="2258905"/>
            <a:ext cx="558803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25" name="Shape 786"/>
          <p:cNvSpPr txBox="1"/>
          <p:nvPr/>
        </p:nvSpPr>
        <p:spPr>
          <a:xfrm>
            <a:off x="3176692" y="2258905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6" name="Shape 787"/>
          <p:cNvSpPr txBox="1"/>
          <p:nvPr/>
        </p:nvSpPr>
        <p:spPr>
          <a:xfrm>
            <a:off x="4434275" y="2258905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27" name="Shape 788"/>
          <p:cNvSpPr txBox="1"/>
          <p:nvPr/>
        </p:nvSpPr>
        <p:spPr>
          <a:xfrm>
            <a:off x="5253849" y="2159000"/>
            <a:ext cx="558802" cy="431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28" name="Shape 789"/>
          <p:cNvSpPr txBox="1"/>
          <p:nvPr/>
        </p:nvSpPr>
        <p:spPr>
          <a:xfrm>
            <a:off x="7312941" y="2493715"/>
            <a:ext cx="558803" cy="431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29" name="Shape 790"/>
          <p:cNvSpPr txBox="1"/>
          <p:nvPr/>
        </p:nvSpPr>
        <p:spPr>
          <a:xfrm>
            <a:off x="1873954" y="3962400"/>
            <a:ext cx="558803" cy="431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30" name="Shape 791"/>
          <p:cNvSpPr txBox="1"/>
          <p:nvPr/>
        </p:nvSpPr>
        <p:spPr>
          <a:xfrm>
            <a:off x="3662114" y="1202265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31" name="Shape 792"/>
          <p:cNvSpPr/>
          <p:nvPr/>
        </p:nvSpPr>
        <p:spPr>
          <a:xfrm>
            <a:off x="2898986" y="4512169"/>
            <a:ext cx="2253264" cy="2258"/>
          </a:xfrm>
          <a:prstGeom prst="line">
            <a:avLst/>
          </a:prstGeom>
          <a:ln w="47625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32" name="Shape 793"/>
          <p:cNvSpPr/>
          <p:nvPr/>
        </p:nvSpPr>
        <p:spPr>
          <a:xfrm>
            <a:off x="9299786" y="1890889"/>
            <a:ext cx="2260" cy="431802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33" name="Shape 794"/>
          <p:cNvSpPr/>
          <p:nvPr/>
        </p:nvSpPr>
        <p:spPr>
          <a:xfrm>
            <a:off x="9322364" y="2654017"/>
            <a:ext cx="2260" cy="431802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34" name="Shape 795"/>
          <p:cNvSpPr/>
          <p:nvPr/>
        </p:nvSpPr>
        <p:spPr>
          <a:xfrm flipH="1">
            <a:off x="8787271" y="3394569"/>
            <a:ext cx="277709" cy="456073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35" name="Shape 796"/>
          <p:cNvSpPr/>
          <p:nvPr/>
        </p:nvSpPr>
        <p:spPr>
          <a:xfrm>
            <a:off x="9606843" y="3369732"/>
            <a:ext cx="203202" cy="512518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36" name="Shape 797"/>
          <p:cNvSpPr/>
          <p:nvPr/>
        </p:nvSpPr>
        <p:spPr>
          <a:xfrm flipH="1">
            <a:off x="9401385" y="4096737"/>
            <a:ext cx="223522" cy="510260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37" name="Shape 798"/>
          <p:cNvSpPr/>
          <p:nvPr/>
        </p:nvSpPr>
        <p:spPr>
          <a:xfrm>
            <a:off x="10087750" y="4008683"/>
            <a:ext cx="304803" cy="609602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38" name="Shape 799"/>
          <p:cNvSpPr/>
          <p:nvPr/>
        </p:nvSpPr>
        <p:spPr>
          <a:xfrm>
            <a:off x="10744764" y="1890889"/>
            <a:ext cx="2260" cy="431802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641" name="Group 802"/>
          <p:cNvGrpSpPr/>
          <p:nvPr/>
        </p:nvGrpSpPr>
        <p:grpSpPr>
          <a:xfrm>
            <a:off x="9001759" y="1349022"/>
            <a:ext cx="591541" cy="546385"/>
            <a:chOff x="0" y="0"/>
            <a:chExt cx="591540" cy="546383"/>
          </a:xfrm>
        </p:grpSpPr>
        <p:sp>
          <p:nvSpPr>
            <p:cNvPr id="639" name="Shape 800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0" name="Shape 801"/>
            <p:cNvSpPr txBox="1"/>
            <p:nvPr/>
          </p:nvSpPr>
          <p:spPr>
            <a:xfrm>
              <a:off x="146711" y="70256"/>
              <a:ext cx="298117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644" name="Group 805"/>
          <p:cNvGrpSpPr/>
          <p:nvPr/>
        </p:nvGrpSpPr>
        <p:grpSpPr>
          <a:xfrm>
            <a:off x="9001759" y="2182142"/>
            <a:ext cx="591541" cy="546385"/>
            <a:chOff x="0" y="0"/>
            <a:chExt cx="591540" cy="546383"/>
          </a:xfrm>
        </p:grpSpPr>
        <p:sp>
          <p:nvSpPr>
            <p:cNvPr id="642" name="Shape 803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3" name="Shape 804"/>
            <p:cNvSpPr txBox="1"/>
            <p:nvPr/>
          </p:nvSpPr>
          <p:spPr>
            <a:xfrm>
              <a:off x="155268" y="70256"/>
              <a:ext cx="28100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647" name="Group 808"/>
          <p:cNvGrpSpPr/>
          <p:nvPr/>
        </p:nvGrpSpPr>
        <p:grpSpPr>
          <a:xfrm>
            <a:off x="9033368" y="2992684"/>
            <a:ext cx="591541" cy="546385"/>
            <a:chOff x="0" y="0"/>
            <a:chExt cx="591540" cy="546383"/>
          </a:xfrm>
        </p:grpSpPr>
        <p:sp>
          <p:nvSpPr>
            <p:cNvPr id="645" name="Shape 806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6" name="Shape 807"/>
            <p:cNvSpPr txBox="1"/>
            <p:nvPr/>
          </p:nvSpPr>
          <p:spPr>
            <a:xfrm>
              <a:off x="138153" y="70256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650" name="Group 811"/>
          <p:cNvGrpSpPr/>
          <p:nvPr/>
        </p:nvGrpSpPr>
        <p:grpSpPr>
          <a:xfrm>
            <a:off x="8480213" y="3676791"/>
            <a:ext cx="591541" cy="546385"/>
            <a:chOff x="0" y="0"/>
            <a:chExt cx="591540" cy="546383"/>
          </a:xfrm>
        </p:grpSpPr>
        <p:sp>
          <p:nvSpPr>
            <p:cNvPr id="648" name="Shape 809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9" name="Shape 810"/>
            <p:cNvSpPr txBox="1"/>
            <p:nvPr/>
          </p:nvSpPr>
          <p:spPr>
            <a:xfrm>
              <a:off x="138152" y="70256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653" name="Group 814"/>
          <p:cNvGrpSpPr/>
          <p:nvPr/>
        </p:nvGrpSpPr>
        <p:grpSpPr>
          <a:xfrm>
            <a:off x="9545884" y="3676791"/>
            <a:ext cx="591541" cy="546385"/>
            <a:chOff x="0" y="0"/>
            <a:chExt cx="591540" cy="546383"/>
          </a:xfrm>
        </p:grpSpPr>
        <p:sp>
          <p:nvSpPr>
            <p:cNvPr id="651" name="Shape 812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2" name="Shape 813"/>
            <p:cNvSpPr txBox="1"/>
            <p:nvPr/>
          </p:nvSpPr>
          <p:spPr>
            <a:xfrm>
              <a:off x="138152" y="70256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grpSp>
        <p:nvGrpSpPr>
          <p:cNvPr id="656" name="Group 817"/>
          <p:cNvGrpSpPr/>
          <p:nvPr/>
        </p:nvGrpSpPr>
        <p:grpSpPr>
          <a:xfrm>
            <a:off x="9080500" y="4401537"/>
            <a:ext cx="591540" cy="546385"/>
            <a:chOff x="0" y="0"/>
            <a:chExt cx="591539" cy="546383"/>
          </a:xfrm>
        </p:grpSpPr>
        <p:sp>
          <p:nvSpPr>
            <p:cNvPr id="654" name="Shape 815"/>
            <p:cNvSpPr/>
            <p:nvPr/>
          </p:nvSpPr>
          <p:spPr>
            <a:xfrm>
              <a:off x="0" y="0"/>
              <a:ext cx="591540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5" name="Shape 816"/>
            <p:cNvSpPr txBox="1"/>
            <p:nvPr/>
          </p:nvSpPr>
          <p:spPr>
            <a:xfrm>
              <a:off x="176958" y="70256"/>
              <a:ext cx="247218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659" name="Group 820"/>
          <p:cNvGrpSpPr/>
          <p:nvPr/>
        </p:nvGrpSpPr>
        <p:grpSpPr>
          <a:xfrm>
            <a:off x="10083800" y="4356100"/>
            <a:ext cx="591540" cy="546385"/>
            <a:chOff x="0" y="0"/>
            <a:chExt cx="591539" cy="546383"/>
          </a:xfrm>
        </p:grpSpPr>
        <p:sp>
          <p:nvSpPr>
            <p:cNvPr id="657" name="Shape 818"/>
            <p:cNvSpPr/>
            <p:nvPr/>
          </p:nvSpPr>
          <p:spPr>
            <a:xfrm>
              <a:off x="0" y="0"/>
              <a:ext cx="591540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8" name="Shape 819"/>
            <p:cNvSpPr txBox="1"/>
            <p:nvPr/>
          </p:nvSpPr>
          <p:spPr>
            <a:xfrm>
              <a:off x="150187" y="75054"/>
              <a:ext cx="28100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662" name="Group 823"/>
          <p:cNvGrpSpPr/>
          <p:nvPr/>
        </p:nvGrpSpPr>
        <p:grpSpPr>
          <a:xfrm>
            <a:off x="10437707" y="1358900"/>
            <a:ext cx="591541" cy="546385"/>
            <a:chOff x="0" y="0"/>
            <a:chExt cx="591539" cy="546383"/>
          </a:xfrm>
        </p:grpSpPr>
        <p:sp>
          <p:nvSpPr>
            <p:cNvPr id="660" name="Shape 821"/>
            <p:cNvSpPr/>
            <p:nvPr/>
          </p:nvSpPr>
          <p:spPr>
            <a:xfrm>
              <a:off x="0" y="0"/>
              <a:ext cx="591540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1" name="Shape 822"/>
            <p:cNvSpPr txBox="1"/>
            <p:nvPr/>
          </p:nvSpPr>
          <p:spPr>
            <a:xfrm>
              <a:off x="138152" y="73925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665" name="Group 826"/>
          <p:cNvGrpSpPr/>
          <p:nvPr/>
        </p:nvGrpSpPr>
        <p:grpSpPr>
          <a:xfrm>
            <a:off x="10426700" y="2182142"/>
            <a:ext cx="591540" cy="546385"/>
            <a:chOff x="0" y="0"/>
            <a:chExt cx="591539" cy="546383"/>
          </a:xfrm>
        </p:grpSpPr>
        <p:sp>
          <p:nvSpPr>
            <p:cNvPr id="663" name="Shape 824"/>
            <p:cNvSpPr/>
            <p:nvPr/>
          </p:nvSpPr>
          <p:spPr>
            <a:xfrm>
              <a:off x="0" y="0"/>
              <a:ext cx="591540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4" name="Shape 825"/>
            <p:cNvSpPr txBox="1"/>
            <p:nvPr/>
          </p:nvSpPr>
          <p:spPr>
            <a:xfrm>
              <a:off x="141912" y="70256"/>
              <a:ext cx="298117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676" name="Group 837"/>
          <p:cNvGrpSpPr/>
          <p:nvPr/>
        </p:nvGrpSpPr>
        <p:grpSpPr>
          <a:xfrm>
            <a:off x="3721946" y="5181599"/>
            <a:ext cx="7797801" cy="1170814"/>
            <a:chOff x="0" y="0"/>
            <a:chExt cx="7797800" cy="1170812"/>
          </a:xfrm>
        </p:grpSpPr>
        <p:sp>
          <p:nvSpPr>
            <p:cNvPr id="666" name="Shape 827"/>
            <p:cNvSpPr/>
            <p:nvPr/>
          </p:nvSpPr>
          <p:spPr>
            <a:xfrm>
              <a:off x="0" y="481662"/>
              <a:ext cx="7797801" cy="652600"/>
            </a:xfrm>
            <a:prstGeom prst="rect">
              <a:avLst/>
            </a:prstGeom>
            <a:solidFill>
              <a:srgbClr val="EBEBFF"/>
            </a:solidFill>
            <a:ln w="12700" cap="sq">
              <a:solidFill>
                <a:srgbClr val="000099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3800">
                  <a:solidFill>
                    <a:srgbClr val="000099"/>
                  </a:solidFill>
                  <a:uFill>
                    <a:solidFill>
                      <a:srgbClr val="000099"/>
                    </a:solidFill>
                  </a:uFill>
                </a:defRPr>
              </a:lvl1pPr>
            </a:lstStyle>
            <a:p>
              <a:pPr/>
              <a:r>
                <a:t>F     F      F    F     F     F     F     F    F</a:t>
              </a:r>
            </a:p>
          </p:txBody>
        </p:sp>
        <p:sp>
          <p:nvSpPr>
            <p:cNvPr id="667" name="Shape 828"/>
            <p:cNvSpPr/>
            <p:nvPr/>
          </p:nvSpPr>
          <p:spPr>
            <a:xfrm flipV="1">
              <a:off x="824551" y="490188"/>
              <a:ext cx="53" cy="67801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8" name="Shape 829"/>
            <p:cNvSpPr/>
            <p:nvPr/>
          </p:nvSpPr>
          <p:spPr>
            <a:xfrm flipH="1" flipV="1">
              <a:off x="1672901" y="490114"/>
              <a:ext cx="5" cy="674521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9" name="Shape 830"/>
            <p:cNvSpPr/>
            <p:nvPr/>
          </p:nvSpPr>
          <p:spPr>
            <a:xfrm flipH="1" flipV="1">
              <a:off x="2528707" y="490119"/>
              <a:ext cx="5" cy="680694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0" name="Shape 831"/>
            <p:cNvSpPr/>
            <p:nvPr/>
          </p:nvSpPr>
          <p:spPr>
            <a:xfrm flipH="1" flipV="1">
              <a:off x="3388054" y="490181"/>
              <a:ext cx="9" cy="677279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1" name="Shape 832"/>
            <p:cNvSpPr/>
            <p:nvPr/>
          </p:nvSpPr>
          <p:spPr>
            <a:xfrm flipV="1">
              <a:off x="4235657" y="490007"/>
              <a:ext cx="3" cy="66685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2" name="Shape 833"/>
            <p:cNvSpPr/>
            <p:nvPr/>
          </p:nvSpPr>
          <p:spPr>
            <a:xfrm flipV="1">
              <a:off x="5103207" y="490186"/>
              <a:ext cx="5" cy="664354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3" name="Shape 834"/>
            <p:cNvSpPr/>
            <p:nvPr/>
          </p:nvSpPr>
          <p:spPr>
            <a:xfrm flipV="1">
              <a:off x="5953953" y="490165"/>
              <a:ext cx="3" cy="670578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4" name="Shape 835"/>
            <p:cNvSpPr/>
            <p:nvPr/>
          </p:nvSpPr>
          <p:spPr>
            <a:xfrm flipH="1" flipV="1">
              <a:off x="6812549" y="490186"/>
              <a:ext cx="10" cy="67093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5" name="Shape 836"/>
            <p:cNvSpPr txBox="1"/>
            <p:nvPr/>
          </p:nvSpPr>
          <p:spPr>
            <a:xfrm>
              <a:off x="138138" y="-1"/>
              <a:ext cx="75819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3333FF"/>
                  </a:solidFill>
                  <a:uFill>
                    <a:solidFill>
                      <a:srgbClr val="3333FF"/>
                    </a:solidFill>
                  </a:uFill>
                </a:defRPr>
              </a:lvl1pPr>
            </a:lstStyle>
            <a:p>
              <a:pPr/>
              <a:r>
                <a:t>0          1          2        3          4         5         6         7         8</a:t>
              </a:r>
            </a:p>
          </p:txBody>
        </p:sp>
      </p:grpSp>
      <p:sp>
        <p:nvSpPr>
          <p:cNvPr id="677" name="Shape 838"/>
          <p:cNvSpPr/>
          <p:nvPr/>
        </p:nvSpPr>
        <p:spPr>
          <a:xfrm>
            <a:off x="3835400" y="5674359"/>
            <a:ext cx="493990" cy="639900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678" name="Shape 839"/>
          <p:cNvSpPr/>
          <p:nvPr/>
        </p:nvSpPr>
        <p:spPr>
          <a:xfrm>
            <a:off x="4699000" y="5674359"/>
            <a:ext cx="493990" cy="639900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679" name="Shape 840"/>
          <p:cNvSpPr/>
          <p:nvPr/>
        </p:nvSpPr>
        <p:spPr>
          <a:xfrm>
            <a:off x="5562600" y="5674359"/>
            <a:ext cx="493990" cy="639900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680" name="Shape 841"/>
          <p:cNvSpPr/>
          <p:nvPr/>
        </p:nvSpPr>
        <p:spPr>
          <a:xfrm>
            <a:off x="6382737" y="5674359"/>
            <a:ext cx="493991" cy="639900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681" name="Shape 842"/>
          <p:cNvSpPr/>
          <p:nvPr/>
        </p:nvSpPr>
        <p:spPr>
          <a:xfrm>
            <a:off x="7302500" y="5674359"/>
            <a:ext cx="493990" cy="639900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682" name="Shape 843"/>
          <p:cNvSpPr/>
          <p:nvPr/>
        </p:nvSpPr>
        <p:spPr>
          <a:xfrm>
            <a:off x="8166100" y="5674359"/>
            <a:ext cx="493990" cy="639900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683" name="Shape 844"/>
          <p:cNvSpPr/>
          <p:nvPr/>
        </p:nvSpPr>
        <p:spPr>
          <a:xfrm>
            <a:off x="8952089" y="5685649"/>
            <a:ext cx="493990" cy="639900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684" name="Shape 845"/>
          <p:cNvSpPr/>
          <p:nvPr/>
        </p:nvSpPr>
        <p:spPr>
          <a:xfrm>
            <a:off x="9893300" y="5674359"/>
            <a:ext cx="493990" cy="639900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685" name="Shape 846"/>
          <p:cNvSpPr/>
          <p:nvPr/>
        </p:nvSpPr>
        <p:spPr>
          <a:xfrm>
            <a:off x="10701866" y="5669843"/>
            <a:ext cx="558802" cy="639900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38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686" name="Shape 847"/>
          <p:cNvSpPr txBox="1"/>
          <p:nvPr/>
        </p:nvSpPr>
        <p:spPr>
          <a:xfrm>
            <a:off x="1061154" y="5537200"/>
            <a:ext cx="1298010" cy="802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380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标志:</a:t>
            </a:r>
          </a:p>
        </p:txBody>
      </p:sp>
      <p:grpSp>
        <p:nvGrpSpPr>
          <p:cNvPr id="689" name="Group 850"/>
          <p:cNvGrpSpPr/>
          <p:nvPr/>
        </p:nvGrpSpPr>
        <p:grpSpPr>
          <a:xfrm>
            <a:off x="3770488" y="1744133"/>
            <a:ext cx="695399" cy="647703"/>
            <a:chOff x="0" y="0"/>
            <a:chExt cx="695398" cy="647701"/>
          </a:xfrm>
        </p:grpSpPr>
        <p:sp>
          <p:nvSpPr>
            <p:cNvPr id="687" name="Shape 848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8" name="Shape 849"/>
            <p:cNvSpPr txBox="1"/>
            <p:nvPr/>
          </p:nvSpPr>
          <p:spPr>
            <a:xfrm>
              <a:off x="198639" y="122184"/>
              <a:ext cx="298117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692" name="Group 853"/>
          <p:cNvGrpSpPr/>
          <p:nvPr/>
        </p:nvGrpSpPr>
        <p:grpSpPr>
          <a:xfrm>
            <a:off x="5721208" y="1744133"/>
            <a:ext cx="695399" cy="647703"/>
            <a:chOff x="0" y="0"/>
            <a:chExt cx="695398" cy="647701"/>
          </a:xfrm>
        </p:grpSpPr>
        <p:sp>
          <p:nvSpPr>
            <p:cNvPr id="690" name="Shape 851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1" name="Shape 852"/>
            <p:cNvSpPr txBox="1"/>
            <p:nvPr/>
          </p:nvSpPr>
          <p:spPr>
            <a:xfrm>
              <a:off x="190082" y="122184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695" name="Group 856"/>
          <p:cNvGrpSpPr/>
          <p:nvPr/>
        </p:nvGrpSpPr>
        <p:grpSpPr>
          <a:xfrm>
            <a:off x="1892300" y="2868505"/>
            <a:ext cx="695398" cy="647703"/>
            <a:chOff x="0" y="0"/>
            <a:chExt cx="695397" cy="647701"/>
          </a:xfrm>
        </p:grpSpPr>
        <p:sp>
          <p:nvSpPr>
            <p:cNvPr id="693" name="Shape 854"/>
            <p:cNvSpPr/>
            <p:nvPr/>
          </p:nvSpPr>
          <p:spPr>
            <a:xfrm>
              <a:off x="0" y="0"/>
              <a:ext cx="695398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4" name="Shape 855"/>
            <p:cNvSpPr txBox="1"/>
            <p:nvPr/>
          </p:nvSpPr>
          <p:spPr>
            <a:xfrm>
              <a:off x="211430" y="122185"/>
              <a:ext cx="28100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698" name="Group 859"/>
          <p:cNvGrpSpPr/>
          <p:nvPr/>
        </p:nvGrpSpPr>
        <p:grpSpPr>
          <a:xfrm>
            <a:off x="2222500" y="4015458"/>
            <a:ext cx="695398" cy="647702"/>
            <a:chOff x="0" y="0"/>
            <a:chExt cx="695397" cy="647701"/>
          </a:xfrm>
        </p:grpSpPr>
        <p:sp>
          <p:nvSpPr>
            <p:cNvPr id="696" name="Shape 857"/>
            <p:cNvSpPr/>
            <p:nvPr/>
          </p:nvSpPr>
          <p:spPr>
            <a:xfrm>
              <a:off x="0" y="0"/>
              <a:ext cx="695398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7" name="Shape 858"/>
            <p:cNvSpPr txBox="1"/>
            <p:nvPr/>
          </p:nvSpPr>
          <p:spPr>
            <a:xfrm>
              <a:off x="189235" y="122185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701" name="Group 862"/>
          <p:cNvGrpSpPr/>
          <p:nvPr/>
        </p:nvGrpSpPr>
        <p:grpSpPr>
          <a:xfrm>
            <a:off x="3043483" y="2836897"/>
            <a:ext cx="695399" cy="647702"/>
            <a:chOff x="0" y="0"/>
            <a:chExt cx="695398" cy="647701"/>
          </a:xfrm>
        </p:grpSpPr>
        <p:sp>
          <p:nvSpPr>
            <p:cNvPr id="699" name="Shape 860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0" name="Shape 861"/>
            <p:cNvSpPr txBox="1"/>
            <p:nvPr/>
          </p:nvSpPr>
          <p:spPr>
            <a:xfrm>
              <a:off x="190081" y="122185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704" name="Group 865"/>
          <p:cNvGrpSpPr/>
          <p:nvPr/>
        </p:nvGrpSpPr>
        <p:grpSpPr>
          <a:xfrm>
            <a:off x="4432017" y="2836897"/>
            <a:ext cx="695399" cy="647702"/>
            <a:chOff x="0" y="0"/>
            <a:chExt cx="695398" cy="647701"/>
          </a:xfrm>
        </p:grpSpPr>
        <p:sp>
          <p:nvSpPr>
            <p:cNvPr id="702" name="Shape 863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3" name="Shape 864"/>
            <p:cNvSpPr txBox="1"/>
            <p:nvPr/>
          </p:nvSpPr>
          <p:spPr>
            <a:xfrm>
              <a:off x="207197" y="122185"/>
              <a:ext cx="28100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707" name="Group 868"/>
          <p:cNvGrpSpPr/>
          <p:nvPr/>
        </p:nvGrpSpPr>
        <p:grpSpPr>
          <a:xfrm>
            <a:off x="5156763" y="4078675"/>
            <a:ext cx="695399" cy="647703"/>
            <a:chOff x="0" y="0"/>
            <a:chExt cx="695398" cy="647701"/>
          </a:xfrm>
        </p:grpSpPr>
        <p:sp>
          <p:nvSpPr>
            <p:cNvPr id="705" name="Shape 866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6" name="Shape 867"/>
            <p:cNvSpPr txBox="1"/>
            <p:nvPr/>
          </p:nvSpPr>
          <p:spPr>
            <a:xfrm>
              <a:off x="190082" y="122184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grpSp>
        <p:nvGrpSpPr>
          <p:cNvPr id="710" name="Group 871"/>
          <p:cNvGrpSpPr/>
          <p:nvPr/>
        </p:nvGrpSpPr>
        <p:grpSpPr>
          <a:xfrm>
            <a:off x="5459305" y="2836897"/>
            <a:ext cx="695399" cy="647702"/>
            <a:chOff x="0" y="0"/>
            <a:chExt cx="695398" cy="647701"/>
          </a:xfrm>
        </p:grpSpPr>
        <p:sp>
          <p:nvSpPr>
            <p:cNvPr id="708" name="Shape 869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9" name="Shape 870"/>
            <p:cNvSpPr txBox="1"/>
            <p:nvPr/>
          </p:nvSpPr>
          <p:spPr>
            <a:xfrm>
              <a:off x="224089" y="122185"/>
              <a:ext cx="247218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713" name="Group 874"/>
          <p:cNvGrpSpPr/>
          <p:nvPr/>
        </p:nvGrpSpPr>
        <p:grpSpPr>
          <a:xfrm>
            <a:off x="7096194" y="3035581"/>
            <a:ext cx="695399" cy="647703"/>
            <a:chOff x="0" y="0"/>
            <a:chExt cx="695398" cy="647701"/>
          </a:xfrm>
        </p:grpSpPr>
        <p:sp>
          <p:nvSpPr>
            <p:cNvPr id="711" name="Shape 872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2" name="Shape 873"/>
            <p:cNvSpPr txBox="1"/>
            <p:nvPr/>
          </p:nvSpPr>
          <p:spPr>
            <a:xfrm>
              <a:off x="198639" y="122185"/>
              <a:ext cx="298117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sp>
        <p:nvSpPr>
          <p:cNvPr id="714" name="Shape 382"/>
          <p:cNvSpPr txBox="1"/>
          <p:nvPr/>
        </p:nvSpPr>
        <p:spPr>
          <a:xfrm>
            <a:off x="1688817" y="214134"/>
            <a:ext cx="9334502" cy="867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深度优先-非连通图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2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7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2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7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2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7"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2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7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2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7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Class="entr" nodeType="click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2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click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7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ntr" nodeType="click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2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7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Class="entr" nodeType="clickEffect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2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Class="entr" nodeType="click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7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Class="entr" nodeType="clickEffect" presetSubtype="8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2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Class="entr" nodeType="clickEffect" presetSubtype="8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7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Class="entr" nodeType="clickEffect" presetSubtype="8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2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Class="entr" nodeType="clickEffect" presetSubtype="8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7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Class="entr" nodeType="clickEffect" presetSubtype="8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2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Class="entr" nodeType="clickEffect" presetSubtype="8" presetID="22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7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Class="entr" nodeType="clickEffect" presetSubtype="8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2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Class="entr" nodeType="clickEffect" presetSubtype="8" presetID="2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7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Class="entr" nodeType="clickEffect" presetSubtype="8" presetID="2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42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Class="entr" nodeType="clickEffect" presetSubtype="8" presetID="22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47"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Class="entr" nodeType="clickEffect" presetSubtype="8" presetID="2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5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Class="entr" nodeType="clickEffect" presetSubtype="8" presetID="22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6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57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Class="entr" nodeType="clickEffect" presetSubtype="8" presetID="22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1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2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Class="entr" nodeType="clickEffect" presetSubtype="8" presetID="22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6" fill="hold"/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7"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Class="entr" nodeType="clickEffect" presetSubtype="8" presetID="22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1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2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Class="entr" nodeType="clickEffect" presetSubtype="8" presetID="22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6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7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Class="entr" nodeType="clickEffect" presetSubtype="8" presetID="22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1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82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Class="entr" nodeType="clickEffect" presetSubtype="8" presetID="22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6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87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Class="entr" nodeType="clickEffect" presetSubtype="8" presetID="22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1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92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Class="entr" nodeType="clickEffect" presetSubtype="8" presetID="22" grpId="3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6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97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Class="entr" nodeType="clickEffect" presetSubtype="8" presetID="22" grpId="4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1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02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Class="entr" nodeType="clickEffect" presetSubtype="8" presetID="22" grpId="4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6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07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Class="entr" nodeType="clickEffect" presetSubtype="8" presetID="22" grpId="4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1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2"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Class="entr" nodeType="clickEffect" presetSubtype="8" presetID="22" grpId="4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6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7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Class="entr" nodeType="clickEffect" presetSubtype="8" presetID="22" grpId="4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1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22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Class="entr" nodeType="clickEffect" presetSubtype="8" presetID="22" grpId="4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6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27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Class="entr" nodeType="clickEffect" presetSubtype="8" presetID="22" grpId="4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1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32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Class="entr" nodeType="clickEffect" presetSubtype="8" presetID="22" grpId="4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6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37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Class="entr" nodeType="clickEffect" presetSubtype="8" presetID="22" grpId="4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1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42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Class="entr" nodeType="clickEffect" presetSubtype="8" presetID="22" grpId="4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6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47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Class="entr" nodeType="clickEffect" presetSubtype="8" presetID="22" grpId="5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1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52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Class="entr" nodeType="clickEffect" presetSubtype="8" presetID="22" grpId="5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6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57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Class="entr" nodeType="clickEffect" presetSubtype="8" presetID="22" grpId="5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1" fill="hold"/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2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Class="entr" nodeType="clickEffect" presetSubtype="8" presetID="22" grpId="5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6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7"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Class="entr" nodeType="clickEffect" presetSubtype="8" presetID="22" grpId="5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1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72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35" grpId="46"/>
      <p:bldP build="whole" bldLvl="1" animBg="1" rev="0" advAuto="0" spid="621" grpId="26"/>
      <p:bldP build="whole" bldLvl="1" animBg="1" rev="0" advAuto="0" spid="632" grpId="40"/>
      <p:bldP build="whole" bldLvl="1" animBg="1" rev="0" advAuto="0" spid="681" grpId="29"/>
      <p:bldP build="whole" bldLvl="1" animBg="1" rev="0" advAuto="0" spid="665" grpId="54"/>
      <p:bldP build="whole" bldLvl="1" animBg="1" rev="0" advAuto="0" spid="713" grpId="36"/>
      <p:bldP build="whole" bldLvl="1" animBg="1" rev="0" advAuto="0" spid="618" grpId="25"/>
      <p:bldP build="whole" bldLvl="1" animBg="1" rev="0" advAuto="0" spid="615" grpId="12"/>
      <p:bldP build="whole" bldLvl="1" animBg="1" rev="0" advAuto="0" spid="647" grpId="43"/>
      <p:bldP build="whole" bldLvl="1" animBg="1" rev="0" advAuto="0" spid="561" grpId="34"/>
      <p:bldP build="whole" bldLvl="1" animBg="1" rev="0" advAuto="0" spid="631" grpId="17"/>
      <p:bldP build="whole" bldLvl="1" animBg="1" rev="0" advAuto="0" spid="559" grpId="24"/>
      <p:bldP build="whole" bldLvl="1" animBg="1" rev="0" advAuto="0" spid="707" grpId="18"/>
      <p:bldP build="whole" bldLvl="1" animBg="1" rev="0" advAuto="0" spid="698" grpId="9"/>
      <p:bldP build="whole" bldLvl="1" animBg="1" rev="0" advAuto="0" spid="662" grpId="52"/>
      <p:bldP build="whole" bldLvl="1" animBg="1" rev="0" advAuto="0" spid="637" grpId="50"/>
      <p:bldP build="whole" bldLvl="1" animBg="1" rev="0" advAuto="0" spid="556" grpId="11"/>
      <p:bldP build="whole" bldLvl="1" animBg="1" rev="0" advAuto="0" spid="554" grpId="3"/>
      <p:bldP build="whole" bldLvl="1" animBg="1" rev="0" advAuto="0" spid="680" grpId="14"/>
      <p:bldP build="whole" bldLvl="1" animBg="1" rev="0" advAuto="0" spid="644" grpId="41"/>
      <p:bldP build="whole" bldLvl="1" animBg="1" rev="0" advAuto="0" spid="612" grpId="4"/>
      <p:bldP build="whole" bldLvl="1" animBg="1" rev="0" advAuto="0" spid="634" grpId="44"/>
      <p:bldP build="whole" bldLvl="1" animBg="1" rev="0" advAuto="0" spid="683" grpId="37"/>
      <p:bldP build="whole" bldLvl="1" animBg="1" rev="0" advAuto="0" spid="659" grpId="51"/>
      <p:bldP build="whole" bldLvl="1" animBg="1" rev="0" advAuto="0" spid="620" grpId="35"/>
      <p:bldP build="whole" bldLvl="1" animBg="1" rev="0" advAuto="0" spid="695" grpId="5"/>
      <p:bldP build="whole" bldLvl="1" animBg="1" rev="0" advAuto="0" spid="685" grpId="19"/>
      <p:bldP build="whole" bldLvl="1" animBg="1" rev="0" advAuto="0" spid="677" grpId="2"/>
      <p:bldP build="whole" bldLvl="1" animBg="1" rev="0" advAuto="0" spid="701" grpId="13"/>
      <p:bldP build="whole" bldLvl="1" animBg="1" rev="0" advAuto="0" spid="641" grpId="39"/>
      <p:bldP build="whole" bldLvl="1" animBg="1" rev="0" advAuto="0" spid="614" grpId="16"/>
      <p:bldP build="whole" bldLvl="1" animBg="1" rev="0" advAuto="0" spid="617" grpId="31"/>
      <p:bldP build="whole" bldLvl="1" animBg="1" rev="0" advAuto="0" spid="678" grpId="33"/>
      <p:bldP build="whole" bldLvl="1" animBg="1" rev="0" advAuto="0" spid="558" grpId="20"/>
      <p:bldP build="whole" bldLvl="1" animBg="1" rev="0" advAuto="0" spid="555" grpId="7"/>
      <p:bldP build="whole" bldLvl="1" animBg="1" rev="0" advAuto="0" spid="689" grpId="1"/>
      <p:bldP build="whole" bldLvl="1" animBg="1" rev="0" advAuto="0" spid="679" grpId="6"/>
      <p:bldP build="whole" bldLvl="1" animBg="1" rev="0" advAuto="0" spid="656" grpId="49"/>
      <p:bldP build="whole" bldLvl="1" animBg="1" rev="0" advAuto="0" spid="636" grpId="48"/>
      <p:bldP build="whole" bldLvl="1" animBg="1" rev="0" advAuto="0" spid="710" grpId="22"/>
      <p:bldP build="whole" bldLvl="1" animBg="1" rev="0" advAuto="0" spid="682" grpId="23"/>
      <p:bldP build="whole" bldLvl="1" animBg="1" rev="0" advAuto="0" spid="633" grpId="42"/>
      <p:bldP build="whole" bldLvl="1" animBg="1" rev="0" advAuto="0" spid="619" grpId="21"/>
      <p:bldP build="whole" bldLvl="1" animBg="1" rev="0" advAuto="0" spid="692" grpId="32"/>
      <p:bldP build="whole" bldLvl="1" animBg="1" rev="0" advAuto="0" spid="653" grpId="47"/>
      <p:bldP build="whole" bldLvl="1" animBg="1" rev="0" advAuto="0" spid="684" grpId="10"/>
      <p:bldP build="whole" bldLvl="1" animBg="1" rev="0" advAuto="0" spid="613" grpId="8"/>
      <p:bldP build="whole" bldLvl="1" animBg="1" rev="0" advAuto="0" spid="562" grpId="38"/>
      <p:bldP build="whole" bldLvl="1" animBg="1" rev="0" advAuto="0" spid="616" grpId="27"/>
      <p:bldP build="whole" bldLvl="1" animBg="1" rev="0" advAuto="0" spid="557" grpId="15"/>
      <p:bldP build="whole" bldLvl="1" animBg="1" rev="0" advAuto="0" spid="560" grpId="30"/>
      <p:bldP build="whole" bldLvl="1" animBg="1" rev="0" advAuto="0" spid="638" grpId="53"/>
      <p:bldP build="whole" bldLvl="1" animBg="1" rev="0" advAuto="0" spid="704" grpId="28"/>
      <p:bldP build="whole" bldLvl="1" animBg="1" rev="0" advAuto="0" spid="650" grpId="45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roup 887"/>
          <p:cNvGrpSpPr/>
          <p:nvPr/>
        </p:nvGrpSpPr>
        <p:grpSpPr>
          <a:xfrm>
            <a:off x="3403600" y="1155416"/>
            <a:ext cx="927100" cy="923435"/>
            <a:chOff x="0" y="0"/>
            <a:chExt cx="927100" cy="923434"/>
          </a:xfrm>
        </p:grpSpPr>
        <p:sp>
          <p:nvSpPr>
            <p:cNvPr id="716" name="Shape 885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7" name="Shape 886"/>
            <p:cNvSpPr txBox="1"/>
            <p:nvPr/>
          </p:nvSpPr>
          <p:spPr>
            <a:xfrm>
              <a:off x="226023" y="239039"/>
              <a:ext cx="467433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1</a:t>
              </a:r>
            </a:p>
          </p:txBody>
        </p:sp>
      </p:grpSp>
      <p:grpSp>
        <p:nvGrpSpPr>
          <p:cNvPr id="721" name="Group 890"/>
          <p:cNvGrpSpPr/>
          <p:nvPr/>
        </p:nvGrpSpPr>
        <p:grpSpPr>
          <a:xfrm>
            <a:off x="1939147" y="2142347"/>
            <a:ext cx="927103" cy="923435"/>
            <a:chOff x="0" y="0"/>
            <a:chExt cx="927101" cy="923434"/>
          </a:xfrm>
        </p:grpSpPr>
        <p:sp>
          <p:nvSpPr>
            <p:cNvPr id="719" name="Shape 888"/>
            <p:cNvSpPr/>
            <p:nvPr/>
          </p:nvSpPr>
          <p:spPr>
            <a:xfrm>
              <a:off x="0" y="-1"/>
              <a:ext cx="927102" cy="923436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20" name="Shape 889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2</a:t>
              </a:r>
            </a:p>
          </p:txBody>
        </p:sp>
      </p:grpSp>
      <p:grpSp>
        <p:nvGrpSpPr>
          <p:cNvPr id="724" name="Group 893"/>
          <p:cNvGrpSpPr/>
          <p:nvPr/>
        </p:nvGrpSpPr>
        <p:grpSpPr>
          <a:xfrm>
            <a:off x="4699000" y="2144605"/>
            <a:ext cx="927100" cy="923435"/>
            <a:chOff x="0" y="0"/>
            <a:chExt cx="927100" cy="923434"/>
          </a:xfrm>
        </p:grpSpPr>
        <p:sp>
          <p:nvSpPr>
            <p:cNvPr id="722" name="Shape 891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23" name="Shape 892"/>
            <p:cNvSpPr txBox="1"/>
            <p:nvPr/>
          </p:nvSpPr>
          <p:spPr>
            <a:xfrm>
              <a:off x="232797" y="239039"/>
              <a:ext cx="467433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727" name="Group 896"/>
          <p:cNvGrpSpPr/>
          <p:nvPr/>
        </p:nvGrpSpPr>
        <p:grpSpPr>
          <a:xfrm>
            <a:off x="1939147" y="3235394"/>
            <a:ext cx="927103" cy="923435"/>
            <a:chOff x="0" y="0"/>
            <a:chExt cx="927101" cy="923434"/>
          </a:xfrm>
        </p:grpSpPr>
        <p:sp>
          <p:nvSpPr>
            <p:cNvPr id="725" name="Shape 894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26" name="Shape 895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4</a:t>
              </a:r>
            </a:p>
          </p:txBody>
        </p:sp>
      </p:grpSp>
      <p:grpSp>
        <p:nvGrpSpPr>
          <p:cNvPr id="730" name="Group 899"/>
          <p:cNvGrpSpPr/>
          <p:nvPr/>
        </p:nvGrpSpPr>
        <p:grpSpPr>
          <a:xfrm>
            <a:off x="3479800" y="3238499"/>
            <a:ext cx="927100" cy="923435"/>
            <a:chOff x="0" y="0"/>
            <a:chExt cx="927100" cy="923434"/>
          </a:xfrm>
        </p:grpSpPr>
        <p:sp>
          <p:nvSpPr>
            <p:cNvPr id="728" name="Shape 897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29" name="Shape 898"/>
            <p:cNvSpPr txBox="1"/>
            <p:nvPr/>
          </p:nvSpPr>
          <p:spPr>
            <a:xfrm>
              <a:off x="223764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733" name="Group 902"/>
          <p:cNvGrpSpPr/>
          <p:nvPr/>
        </p:nvGrpSpPr>
        <p:grpSpPr>
          <a:xfrm>
            <a:off x="300002" y="3235394"/>
            <a:ext cx="927102" cy="923435"/>
            <a:chOff x="0" y="0"/>
            <a:chExt cx="927101" cy="923434"/>
          </a:xfrm>
        </p:grpSpPr>
        <p:sp>
          <p:nvSpPr>
            <p:cNvPr id="731" name="Shape 900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32" name="Shape 901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1</a:t>
              </a:r>
            </a:p>
          </p:txBody>
        </p:sp>
      </p:grpSp>
      <p:sp>
        <p:nvSpPr>
          <p:cNvPr id="734" name="Shape 903"/>
          <p:cNvSpPr/>
          <p:nvPr/>
        </p:nvSpPr>
        <p:spPr>
          <a:xfrm flipH="1">
            <a:off x="2764036" y="1837701"/>
            <a:ext cx="739257" cy="46303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35" name="Shape 904"/>
          <p:cNvSpPr/>
          <p:nvPr/>
        </p:nvSpPr>
        <p:spPr>
          <a:xfrm flipH="1">
            <a:off x="1083965" y="2827171"/>
            <a:ext cx="893945" cy="58394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36" name="Shape 905"/>
          <p:cNvSpPr/>
          <p:nvPr/>
        </p:nvSpPr>
        <p:spPr>
          <a:xfrm>
            <a:off x="1221173" y="3749039"/>
            <a:ext cx="717979" cy="3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39" name="Group 908"/>
          <p:cNvGrpSpPr/>
          <p:nvPr/>
        </p:nvGrpSpPr>
        <p:grpSpPr>
          <a:xfrm>
            <a:off x="1119575" y="4465883"/>
            <a:ext cx="927102" cy="923435"/>
            <a:chOff x="0" y="0"/>
            <a:chExt cx="927101" cy="923434"/>
          </a:xfrm>
        </p:grpSpPr>
        <p:sp>
          <p:nvSpPr>
            <p:cNvPr id="737" name="Shape 906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38" name="Shape 907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2</a:t>
              </a:r>
            </a:p>
          </p:txBody>
        </p:sp>
      </p:grpSp>
      <p:grpSp>
        <p:nvGrpSpPr>
          <p:cNvPr id="742" name="Group 911"/>
          <p:cNvGrpSpPr/>
          <p:nvPr/>
        </p:nvGrpSpPr>
        <p:grpSpPr>
          <a:xfrm>
            <a:off x="2657121" y="4468141"/>
            <a:ext cx="927103" cy="923435"/>
            <a:chOff x="0" y="0"/>
            <a:chExt cx="927101" cy="923434"/>
          </a:xfrm>
        </p:grpSpPr>
        <p:sp>
          <p:nvSpPr>
            <p:cNvPr id="740" name="Shape 909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41" name="Shape 910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8</a:t>
              </a:r>
            </a:p>
          </p:txBody>
        </p:sp>
      </p:grpSp>
      <p:sp>
        <p:nvSpPr>
          <p:cNvPr id="743" name="Shape 912"/>
          <p:cNvSpPr/>
          <p:nvPr/>
        </p:nvSpPr>
        <p:spPr>
          <a:xfrm flipH="1">
            <a:off x="1733691" y="4070149"/>
            <a:ext cx="378022" cy="38981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44" name="Shape 913"/>
          <p:cNvSpPr/>
          <p:nvPr/>
        </p:nvSpPr>
        <p:spPr>
          <a:xfrm flipV="1">
            <a:off x="2040745" y="4877928"/>
            <a:ext cx="609606" cy="3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47" name="Group 916"/>
          <p:cNvGrpSpPr/>
          <p:nvPr/>
        </p:nvGrpSpPr>
        <p:grpSpPr>
          <a:xfrm>
            <a:off x="3063521" y="5643314"/>
            <a:ext cx="927103" cy="923435"/>
            <a:chOff x="0" y="0"/>
            <a:chExt cx="927101" cy="923434"/>
          </a:xfrm>
        </p:grpSpPr>
        <p:sp>
          <p:nvSpPr>
            <p:cNvPr id="745" name="Shape 914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46" name="Shape 915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750" name="Group 919"/>
          <p:cNvGrpSpPr/>
          <p:nvPr/>
        </p:nvGrpSpPr>
        <p:grpSpPr>
          <a:xfrm>
            <a:off x="5524500" y="5645572"/>
            <a:ext cx="927100" cy="923435"/>
            <a:chOff x="0" y="0"/>
            <a:chExt cx="927100" cy="923434"/>
          </a:xfrm>
        </p:grpSpPr>
        <p:sp>
          <p:nvSpPr>
            <p:cNvPr id="748" name="Shape 917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49" name="Shape 918"/>
            <p:cNvSpPr txBox="1"/>
            <p:nvPr/>
          </p:nvSpPr>
          <p:spPr>
            <a:xfrm>
              <a:off x="226869" y="239039"/>
              <a:ext cx="467433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6</a:t>
              </a:r>
            </a:p>
          </p:txBody>
        </p:sp>
      </p:grpSp>
      <p:grpSp>
        <p:nvGrpSpPr>
          <p:cNvPr id="753" name="Group 922"/>
          <p:cNvGrpSpPr/>
          <p:nvPr/>
        </p:nvGrpSpPr>
        <p:grpSpPr>
          <a:xfrm>
            <a:off x="1424375" y="5643314"/>
            <a:ext cx="927102" cy="923435"/>
            <a:chOff x="0" y="0"/>
            <a:chExt cx="927101" cy="923434"/>
          </a:xfrm>
        </p:grpSpPr>
        <p:sp>
          <p:nvSpPr>
            <p:cNvPr id="751" name="Shape 920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52" name="Shape 921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4</a:t>
              </a:r>
            </a:p>
          </p:txBody>
        </p:sp>
      </p:grpSp>
      <p:sp>
        <p:nvSpPr>
          <p:cNvPr id="754" name="Shape 923"/>
          <p:cNvSpPr/>
          <p:nvPr/>
        </p:nvSpPr>
        <p:spPr>
          <a:xfrm flipH="1">
            <a:off x="2122869" y="5245575"/>
            <a:ext cx="604500" cy="489437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55" name="Shape 924"/>
          <p:cNvSpPr/>
          <p:nvPr/>
        </p:nvSpPr>
        <p:spPr>
          <a:xfrm>
            <a:off x="2347766" y="6061819"/>
            <a:ext cx="716439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58" name="Group 927"/>
          <p:cNvGrpSpPr/>
          <p:nvPr/>
        </p:nvGrpSpPr>
        <p:grpSpPr>
          <a:xfrm>
            <a:off x="2246205" y="6566745"/>
            <a:ext cx="927103" cy="923435"/>
            <a:chOff x="0" y="0"/>
            <a:chExt cx="927101" cy="923434"/>
          </a:xfrm>
        </p:grpSpPr>
        <p:sp>
          <p:nvSpPr>
            <p:cNvPr id="756" name="Shape 925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57" name="Shape 926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2</a:t>
              </a:r>
            </a:p>
          </p:txBody>
        </p:sp>
      </p:grpSp>
      <p:grpSp>
        <p:nvGrpSpPr>
          <p:cNvPr id="761" name="Group 930"/>
          <p:cNvGrpSpPr/>
          <p:nvPr/>
        </p:nvGrpSpPr>
        <p:grpSpPr>
          <a:xfrm>
            <a:off x="3682153" y="6566745"/>
            <a:ext cx="927103" cy="923435"/>
            <a:chOff x="0" y="0"/>
            <a:chExt cx="927101" cy="923434"/>
          </a:xfrm>
        </p:grpSpPr>
        <p:sp>
          <p:nvSpPr>
            <p:cNvPr id="759" name="Shape 928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60" name="Shape 929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8</a:t>
              </a:r>
            </a:p>
          </p:txBody>
        </p:sp>
      </p:grpSp>
      <p:sp>
        <p:nvSpPr>
          <p:cNvPr id="762" name="Shape 931"/>
          <p:cNvSpPr/>
          <p:nvPr/>
        </p:nvSpPr>
        <p:spPr>
          <a:xfrm flipH="1">
            <a:off x="2857499" y="6361288"/>
            <a:ext cx="304801" cy="3048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63" name="Shape 932"/>
          <p:cNvSpPr/>
          <p:nvPr/>
        </p:nvSpPr>
        <p:spPr>
          <a:xfrm flipV="1">
            <a:off x="3174997" y="6976533"/>
            <a:ext cx="510265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64" name="Shape 933"/>
          <p:cNvSpPr/>
          <p:nvPr/>
        </p:nvSpPr>
        <p:spPr>
          <a:xfrm flipH="1" flipV="1">
            <a:off x="3869176" y="6415518"/>
            <a:ext cx="117778" cy="150383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65" name="Shape 934"/>
          <p:cNvSpPr/>
          <p:nvPr/>
        </p:nvSpPr>
        <p:spPr>
          <a:xfrm flipV="1">
            <a:off x="3986951" y="6055358"/>
            <a:ext cx="1537552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68" name="Group 937"/>
          <p:cNvGrpSpPr/>
          <p:nvPr/>
        </p:nvGrpSpPr>
        <p:grpSpPr>
          <a:xfrm>
            <a:off x="5016500" y="6566745"/>
            <a:ext cx="927100" cy="923435"/>
            <a:chOff x="0" y="0"/>
            <a:chExt cx="927100" cy="923434"/>
          </a:xfrm>
        </p:grpSpPr>
        <p:sp>
          <p:nvSpPr>
            <p:cNvPr id="766" name="Shape 935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67" name="Shape 936"/>
            <p:cNvSpPr txBox="1"/>
            <p:nvPr/>
          </p:nvSpPr>
          <p:spPr>
            <a:xfrm>
              <a:off x="222353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8</a:t>
              </a:r>
            </a:p>
          </p:txBody>
        </p:sp>
      </p:grpSp>
      <p:grpSp>
        <p:nvGrpSpPr>
          <p:cNvPr id="771" name="Group 940"/>
          <p:cNvGrpSpPr/>
          <p:nvPr/>
        </p:nvGrpSpPr>
        <p:grpSpPr>
          <a:xfrm>
            <a:off x="6344072" y="6564489"/>
            <a:ext cx="927103" cy="923435"/>
            <a:chOff x="0" y="0"/>
            <a:chExt cx="927101" cy="923434"/>
          </a:xfrm>
        </p:grpSpPr>
        <p:sp>
          <p:nvSpPr>
            <p:cNvPr id="769" name="Shape 938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0" name="Shape 939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sp>
        <p:nvSpPr>
          <p:cNvPr id="772" name="Shape 941"/>
          <p:cNvSpPr/>
          <p:nvPr/>
        </p:nvSpPr>
        <p:spPr>
          <a:xfrm flipH="1">
            <a:off x="5524500" y="6464300"/>
            <a:ext cx="205459" cy="10160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73" name="Shape 942"/>
          <p:cNvSpPr/>
          <p:nvPr/>
        </p:nvSpPr>
        <p:spPr>
          <a:xfrm flipV="1">
            <a:off x="5930896" y="6976533"/>
            <a:ext cx="410923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76" name="Group 945"/>
          <p:cNvGrpSpPr/>
          <p:nvPr/>
        </p:nvGrpSpPr>
        <p:grpSpPr>
          <a:xfrm>
            <a:off x="5524500" y="7591776"/>
            <a:ext cx="927100" cy="923435"/>
            <a:chOff x="0" y="0"/>
            <a:chExt cx="927100" cy="923434"/>
          </a:xfrm>
        </p:grpSpPr>
        <p:sp>
          <p:nvSpPr>
            <p:cNvPr id="774" name="Shape 943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5" name="Shape 944"/>
            <p:cNvSpPr txBox="1"/>
            <p:nvPr/>
          </p:nvSpPr>
          <p:spPr>
            <a:xfrm>
              <a:off x="226869" y="239039"/>
              <a:ext cx="467433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1</a:t>
              </a:r>
            </a:p>
          </p:txBody>
        </p:sp>
      </p:grpSp>
      <p:grpSp>
        <p:nvGrpSpPr>
          <p:cNvPr id="779" name="Group 948"/>
          <p:cNvGrpSpPr/>
          <p:nvPr/>
        </p:nvGrpSpPr>
        <p:grpSpPr>
          <a:xfrm>
            <a:off x="6752731" y="7591776"/>
            <a:ext cx="927103" cy="923435"/>
            <a:chOff x="0" y="0"/>
            <a:chExt cx="927101" cy="923434"/>
          </a:xfrm>
        </p:grpSpPr>
        <p:sp>
          <p:nvSpPr>
            <p:cNvPr id="777" name="Shape 946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8" name="Shape 947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6</a:t>
              </a:r>
            </a:p>
          </p:txBody>
        </p:sp>
      </p:grpSp>
      <p:grpSp>
        <p:nvGrpSpPr>
          <p:cNvPr id="782" name="Group 951"/>
          <p:cNvGrpSpPr/>
          <p:nvPr/>
        </p:nvGrpSpPr>
        <p:grpSpPr>
          <a:xfrm>
            <a:off x="8084819" y="7591776"/>
            <a:ext cx="927103" cy="923435"/>
            <a:chOff x="0" y="0"/>
            <a:chExt cx="927101" cy="923434"/>
          </a:xfrm>
        </p:grpSpPr>
        <p:sp>
          <p:nvSpPr>
            <p:cNvPr id="780" name="Shape 949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1" name="Shape 950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7</a:t>
              </a:r>
            </a:p>
          </p:txBody>
        </p:sp>
      </p:grpSp>
      <p:sp>
        <p:nvSpPr>
          <p:cNvPr id="783" name="Shape 952"/>
          <p:cNvSpPr/>
          <p:nvPr/>
        </p:nvSpPr>
        <p:spPr>
          <a:xfrm flipH="1">
            <a:off x="6138616" y="7388577"/>
            <a:ext cx="304802" cy="2032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84" name="Shape 953"/>
          <p:cNvSpPr/>
          <p:nvPr/>
        </p:nvSpPr>
        <p:spPr>
          <a:xfrm flipV="1">
            <a:off x="6445668" y="8003822"/>
            <a:ext cx="304810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85" name="Shape 954"/>
          <p:cNvSpPr/>
          <p:nvPr/>
        </p:nvSpPr>
        <p:spPr>
          <a:xfrm flipV="1">
            <a:off x="7673901" y="8003822"/>
            <a:ext cx="410923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88" name="Group 957"/>
          <p:cNvGrpSpPr/>
          <p:nvPr/>
        </p:nvGrpSpPr>
        <p:grpSpPr>
          <a:xfrm>
            <a:off x="7467600" y="8601567"/>
            <a:ext cx="927100" cy="923435"/>
            <a:chOff x="0" y="0"/>
            <a:chExt cx="927100" cy="923434"/>
          </a:xfrm>
        </p:grpSpPr>
        <p:sp>
          <p:nvSpPr>
            <p:cNvPr id="786" name="Shape 955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7" name="Shape 956"/>
            <p:cNvSpPr txBox="1"/>
            <p:nvPr/>
          </p:nvSpPr>
          <p:spPr>
            <a:xfrm>
              <a:off x="227715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791" name="Group 960"/>
          <p:cNvGrpSpPr/>
          <p:nvPr/>
        </p:nvGrpSpPr>
        <p:grpSpPr>
          <a:xfrm>
            <a:off x="8904392" y="8610599"/>
            <a:ext cx="927103" cy="923435"/>
            <a:chOff x="0" y="0"/>
            <a:chExt cx="927101" cy="923434"/>
          </a:xfrm>
        </p:grpSpPr>
        <p:sp>
          <p:nvSpPr>
            <p:cNvPr id="789" name="Shape 958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0" name="Shape 959"/>
            <p:cNvSpPr txBox="1"/>
            <p:nvPr/>
          </p:nvSpPr>
          <p:spPr>
            <a:xfrm>
              <a:off x="226869" y="242990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8</a:t>
              </a:r>
            </a:p>
          </p:txBody>
        </p:sp>
      </p:grpSp>
      <p:sp>
        <p:nvSpPr>
          <p:cNvPr id="792" name="Shape 961"/>
          <p:cNvSpPr/>
          <p:nvPr/>
        </p:nvSpPr>
        <p:spPr>
          <a:xfrm flipH="1">
            <a:off x="8084819" y="8411350"/>
            <a:ext cx="203202" cy="20546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3" name="Shape 962"/>
          <p:cNvSpPr/>
          <p:nvPr/>
        </p:nvSpPr>
        <p:spPr>
          <a:xfrm flipV="1">
            <a:off x="8391875" y="9026595"/>
            <a:ext cx="512522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4" name="Shape 963"/>
          <p:cNvSpPr/>
          <p:nvPr/>
        </p:nvSpPr>
        <p:spPr>
          <a:xfrm flipH="1" flipV="1">
            <a:off x="8904392" y="8309751"/>
            <a:ext cx="304802" cy="3048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5" name="Shape 964"/>
          <p:cNvSpPr/>
          <p:nvPr/>
        </p:nvSpPr>
        <p:spPr>
          <a:xfrm flipH="1" flipV="1">
            <a:off x="7265247" y="7183119"/>
            <a:ext cx="1022775" cy="51251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6" name="Shape 965"/>
          <p:cNvSpPr/>
          <p:nvPr/>
        </p:nvSpPr>
        <p:spPr>
          <a:xfrm flipH="1" flipV="1">
            <a:off x="6344072" y="6261945"/>
            <a:ext cx="304802" cy="3048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7" name="Shape 966"/>
          <p:cNvSpPr/>
          <p:nvPr/>
        </p:nvSpPr>
        <p:spPr>
          <a:xfrm flipH="1" flipV="1">
            <a:off x="3578294" y="4828259"/>
            <a:ext cx="3546263" cy="982763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8" name="Shape 967"/>
          <p:cNvSpPr/>
          <p:nvPr/>
        </p:nvSpPr>
        <p:spPr>
          <a:xfrm flipH="1" flipV="1">
            <a:off x="2589321" y="4121745"/>
            <a:ext cx="372603" cy="34639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9" name="Shape 968"/>
          <p:cNvSpPr/>
          <p:nvPr/>
        </p:nvSpPr>
        <p:spPr>
          <a:xfrm flipV="1">
            <a:off x="2860319" y="3749039"/>
            <a:ext cx="609606" cy="3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00" name="Shape 969"/>
          <p:cNvSpPr/>
          <p:nvPr/>
        </p:nvSpPr>
        <p:spPr>
          <a:xfrm flipH="1" flipV="1">
            <a:off x="2758721" y="2862580"/>
            <a:ext cx="796119" cy="54242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01" name="Shape 970"/>
          <p:cNvSpPr/>
          <p:nvPr/>
        </p:nvSpPr>
        <p:spPr>
          <a:xfrm flipV="1">
            <a:off x="2860320" y="2670951"/>
            <a:ext cx="1844608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02" name="Shape 971"/>
          <p:cNvSpPr/>
          <p:nvPr/>
        </p:nvSpPr>
        <p:spPr>
          <a:xfrm flipH="1" flipV="1">
            <a:off x="4245105" y="1853658"/>
            <a:ext cx="613813" cy="44149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03" name="Shape 972"/>
          <p:cNvSpPr txBox="1"/>
          <p:nvPr/>
        </p:nvSpPr>
        <p:spPr>
          <a:xfrm>
            <a:off x="7112000" y="4358921"/>
            <a:ext cx="5753100" cy="123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2400"/>
              </a:spcBef>
              <a:defRPr sz="2400"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按照完成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DFS</a:t>
            </a:r>
            <a:r>
              <a:t>的先后，顶点的次序是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57798" defTabSz="1295400">
              <a:lnSpc>
                <a:spcPct val="100000"/>
              </a:lnSpc>
              <a:spcBef>
                <a:spcPts val="24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8165"/>
              <a:t>5</a:t>
            </a:r>
            <a:r>
              <a:t> , V</a:t>
            </a:r>
            <a:r>
              <a:rPr baseline="-28165"/>
              <a:t>7</a:t>
            </a:r>
            <a:r>
              <a:t>, V</a:t>
            </a:r>
            <a:r>
              <a:rPr baseline="-28165"/>
              <a:t>3</a:t>
            </a:r>
            <a:r>
              <a:t>, V</a:t>
            </a:r>
            <a:r>
              <a:rPr baseline="-28165"/>
              <a:t>6</a:t>
            </a:r>
            <a:r>
              <a:t>, V</a:t>
            </a:r>
            <a:r>
              <a:rPr baseline="-28165"/>
              <a:t>8</a:t>
            </a:r>
            <a:r>
              <a:t>, V</a:t>
            </a:r>
            <a:r>
              <a:rPr baseline="-28165"/>
              <a:t>4</a:t>
            </a:r>
            <a:r>
              <a:t>, V</a:t>
            </a:r>
            <a:r>
              <a:rPr baseline="-28165"/>
              <a:t>2</a:t>
            </a:r>
            <a:r>
              <a:t>, V</a:t>
            </a:r>
            <a:r>
              <a:rPr baseline="-28165"/>
              <a:t>1</a:t>
            </a:r>
          </a:p>
        </p:txBody>
      </p:sp>
      <p:sp>
        <p:nvSpPr>
          <p:cNvPr id="804" name="Shape 973"/>
          <p:cNvSpPr txBox="1"/>
          <p:nvPr/>
        </p:nvSpPr>
        <p:spPr>
          <a:xfrm>
            <a:off x="4567483" y="206499"/>
            <a:ext cx="5179391" cy="852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2400"/>
              </a:spcBef>
              <a:defRPr sz="4200">
                <a:uFill>
                  <a:solidFill>
                    <a:srgbClr val="000000"/>
                  </a:solidFill>
                </a:uFill>
              </a:defRPr>
            </a:pPr>
            <a:r>
              <a:t>rdfs(V</a:t>
            </a:r>
            <a:r>
              <a:rPr baseline="-18666"/>
              <a:t>1</a:t>
            </a:r>
            <a:r>
              <a:t>)的执行过程</a:t>
            </a:r>
          </a:p>
        </p:txBody>
      </p:sp>
      <p:grpSp>
        <p:nvGrpSpPr>
          <p:cNvPr id="871" name="Group 1040"/>
          <p:cNvGrpSpPr/>
          <p:nvPr/>
        </p:nvGrpSpPr>
        <p:grpSpPr>
          <a:xfrm>
            <a:off x="7526021" y="1128041"/>
            <a:ext cx="3714049" cy="3086387"/>
            <a:chOff x="0" y="0"/>
            <a:chExt cx="3714047" cy="3086385"/>
          </a:xfrm>
        </p:grpSpPr>
        <p:grpSp>
          <p:nvGrpSpPr>
            <p:cNvPr id="839" name="Group 1008"/>
            <p:cNvGrpSpPr/>
            <p:nvPr/>
          </p:nvGrpSpPr>
          <p:grpSpPr>
            <a:xfrm>
              <a:off x="0" y="2256"/>
              <a:ext cx="3707276" cy="3084130"/>
              <a:chOff x="0" y="0"/>
              <a:chExt cx="3707275" cy="3084128"/>
            </a:xfrm>
          </p:grpSpPr>
          <p:sp>
            <p:nvSpPr>
              <p:cNvPr id="805" name="Shape 974"/>
              <p:cNvSpPr/>
              <p:nvPr/>
            </p:nvSpPr>
            <p:spPr>
              <a:xfrm flipH="1">
                <a:off x="451556" y="485422"/>
                <a:ext cx="1104055" cy="7366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6" name="Shape 975"/>
              <p:cNvSpPr/>
              <p:nvPr/>
            </p:nvSpPr>
            <p:spPr>
              <a:xfrm>
                <a:off x="2049780" y="438008"/>
                <a:ext cx="1135664" cy="67507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7" name="Shape 976"/>
              <p:cNvSpPr/>
              <p:nvPr/>
            </p:nvSpPr>
            <p:spPr>
              <a:xfrm>
                <a:off x="563879" y="1429174"/>
                <a:ext cx="566704" cy="226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8" name="Shape 977"/>
              <p:cNvSpPr/>
              <p:nvPr/>
            </p:nvSpPr>
            <p:spPr>
              <a:xfrm>
                <a:off x="2519681" y="1463041"/>
                <a:ext cx="564446" cy="225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9" name="Shape 978"/>
              <p:cNvSpPr/>
              <p:nvPr/>
            </p:nvSpPr>
            <p:spPr>
              <a:xfrm flipH="1">
                <a:off x="336408" y="1733974"/>
                <a:ext cx="2260" cy="74281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0" name="Shape 979"/>
              <p:cNvSpPr/>
              <p:nvPr/>
            </p:nvSpPr>
            <p:spPr>
              <a:xfrm>
                <a:off x="535092" y="2743202"/>
                <a:ext cx="991167" cy="225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1" name="Shape 980"/>
              <p:cNvSpPr/>
              <p:nvPr/>
            </p:nvSpPr>
            <p:spPr>
              <a:xfrm>
                <a:off x="2065867" y="2781584"/>
                <a:ext cx="1106313" cy="225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2" name="Shape 981"/>
              <p:cNvSpPr/>
              <p:nvPr/>
            </p:nvSpPr>
            <p:spPr>
              <a:xfrm>
                <a:off x="3427308" y="1700107"/>
                <a:ext cx="2260" cy="7747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3" name="Shape 982"/>
              <p:cNvSpPr/>
              <p:nvPr/>
            </p:nvSpPr>
            <p:spPr>
              <a:xfrm>
                <a:off x="1386276" y="1733974"/>
                <a:ext cx="311575" cy="74281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4" name="Shape 983"/>
              <p:cNvSpPr/>
              <p:nvPr/>
            </p:nvSpPr>
            <p:spPr>
              <a:xfrm flipH="1">
                <a:off x="1896534" y="1733974"/>
                <a:ext cx="338668" cy="7747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817" name="Group 986"/>
              <p:cNvGrpSpPr/>
              <p:nvPr/>
            </p:nvGrpSpPr>
            <p:grpSpPr>
              <a:xfrm>
                <a:off x="1546578" y="-1"/>
                <a:ext cx="539613" cy="641211"/>
                <a:chOff x="0" y="0"/>
                <a:chExt cx="539612" cy="641209"/>
              </a:xfrm>
            </p:grpSpPr>
            <p:sp>
              <p:nvSpPr>
                <p:cNvPr id="815" name="Shape 984"/>
                <p:cNvSpPr/>
                <p:nvPr/>
              </p:nvSpPr>
              <p:spPr>
                <a:xfrm>
                  <a:off x="0" y="-1"/>
                  <a:ext cx="539613" cy="641211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16" name="Shape 985"/>
                <p:cNvSpPr txBox="1"/>
                <p:nvPr/>
              </p:nvSpPr>
              <p:spPr>
                <a:xfrm>
                  <a:off x="11393" y="87986"/>
                  <a:ext cx="51681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1</a:t>
                  </a:r>
                </a:p>
              </p:txBody>
            </p:sp>
          </p:grpSp>
          <p:grpSp>
            <p:nvGrpSpPr>
              <p:cNvPr id="820" name="Group 989"/>
              <p:cNvGrpSpPr/>
              <p:nvPr/>
            </p:nvGrpSpPr>
            <p:grpSpPr>
              <a:xfrm>
                <a:off x="65475" y="1099538"/>
                <a:ext cx="539611" cy="638954"/>
                <a:chOff x="0" y="0"/>
                <a:chExt cx="539609" cy="638953"/>
              </a:xfrm>
            </p:grpSpPr>
            <p:sp>
              <p:nvSpPr>
                <p:cNvPr id="818" name="Shape 987"/>
                <p:cNvSpPr/>
                <p:nvPr/>
              </p:nvSpPr>
              <p:spPr>
                <a:xfrm>
                  <a:off x="-1" y="0"/>
                  <a:ext cx="539611" cy="638954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19" name="Shape 988"/>
                <p:cNvSpPr txBox="1"/>
                <p:nvPr/>
              </p:nvSpPr>
              <p:spPr>
                <a:xfrm>
                  <a:off x="11394" y="86857"/>
                  <a:ext cx="51681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2</a:t>
                  </a:r>
                </a:p>
              </p:txBody>
            </p:sp>
          </p:grpSp>
          <p:grpSp>
            <p:nvGrpSpPr>
              <p:cNvPr id="823" name="Group 992"/>
              <p:cNvGrpSpPr/>
              <p:nvPr/>
            </p:nvGrpSpPr>
            <p:grpSpPr>
              <a:xfrm>
                <a:off x="0" y="2442918"/>
                <a:ext cx="537355" cy="641211"/>
                <a:chOff x="0" y="0"/>
                <a:chExt cx="537354" cy="641209"/>
              </a:xfrm>
            </p:grpSpPr>
            <p:sp>
              <p:nvSpPr>
                <p:cNvPr id="821" name="Shape 990"/>
                <p:cNvSpPr/>
                <p:nvPr/>
              </p:nvSpPr>
              <p:spPr>
                <a:xfrm>
                  <a:off x="-1" y="-1"/>
                  <a:ext cx="537356" cy="641211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22" name="Shape 991"/>
                <p:cNvSpPr txBox="1"/>
                <p:nvPr/>
              </p:nvSpPr>
              <p:spPr>
                <a:xfrm>
                  <a:off x="10264" y="87986"/>
                  <a:ext cx="5168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4</a:t>
                  </a:r>
                </a:p>
              </p:txBody>
            </p:sp>
          </p:grpSp>
          <p:grpSp>
            <p:nvGrpSpPr>
              <p:cNvPr id="826" name="Group 995"/>
              <p:cNvGrpSpPr/>
              <p:nvPr/>
            </p:nvGrpSpPr>
            <p:grpSpPr>
              <a:xfrm>
                <a:off x="1092764" y="1108570"/>
                <a:ext cx="539613" cy="638955"/>
                <a:chOff x="0" y="0"/>
                <a:chExt cx="539612" cy="638954"/>
              </a:xfrm>
            </p:grpSpPr>
            <p:sp>
              <p:nvSpPr>
                <p:cNvPr id="824" name="Shape 993"/>
                <p:cNvSpPr/>
                <p:nvPr/>
              </p:nvSpPr>
              <p:spPr>
                <a:xfrm>
                  <a:off x="0" y="0"/>
                  <a:ext cx="539613" cy="638955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25" name="Shape 994"/>
                <p:cNvSpPr txBox="1"/>
                <p:nvPr/>
              </p:nvSpPr>
              <p:spPr>
                <a:xfrm>
                  <a:off x="11393" y="86857"/>
                  <a:ext cx="51681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5</a:t>
                  </a:r>
                </a:p>
              </p:txBody>
            </p:sp>
          </p:grpSp>
          <p:grpSp>
            <p:nvGrpSpPr>
              <p:cNvPr id="829" name="Group 998"/>
              <p:cNvGrpSpPr/>
              <p:nvPr/>
            </p:nvGrpSpPr>
            <p:grpSpPr>
              <a:xfrm>
                <a:off x="3063806" y="1065671"/>
                <a:ext cx="539613" cy="641213"/>
                <a:chOff x="0" y="0"/>
                <a:chExt cx="539612" cy="641212"/>
              </a:xfrm>
            </p:grpSpPr>
            <p:sp>
              <p:nvSpPr>
                <p:cNvPr id="827" name="Shape 996"/>
                <p:cNvSpPr/>
                <p:nvPr/>
              </p:nvSpPr>
              <p:spPr>
                <a:xfrm>
                  <a:off x="0" y="-1"/>
                  <a:ext cx="539613" cy="641214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28" name="Shape 997"/>
                <p:cNvSpPr txBox="1"/>
                <p:nvPr/>
              </p:nvSpPr>
              <p:spPr>
                <a:xfrm>
                  <a:off x="11393" y="87986"/>
                  <a:ext cx="51681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3</a:t>
                  </a:r>
                </a:p>
              </p:txBody>
            </p:sp>
          </p:grpSp>
          <p:grpSp>
            <p:nvGrpSpPr>
              <p:cNvPr id="832" name="Group 1001"/>
              <p:cNvGrpSpPr/>
              <p:nvPr/>
            </p:nvGrpSpPr>
            <p:grpSpPr>
              <a:xfrm>
                <a:off x="3169921" y="2442918"/>
                <a:ext cx="537355" cy="641211"/>
                <a:chOff x="0" y="0"/>
                <a:chExt cx="537354" cy="641209"/>
              </a:xfrm>
            </p:grpSpPr>
            <p:sp>
              <p:nvSpPr>
                <p:cNvPr id="830" name="Shape 999"/>
                <p:cNvSpPr/>
                <p:nvPr/>
              </p:nvSpPr>
              <p:spPr>
                <a:xfrm>
                  <a:off x="-1" y="-1"/>
                  <a:ext cx="537356" cy="641211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31" name="Shape 1000"/>
                <p:cNvSpPr txBox="1"/>
                <p:nvPr/>
              </p:nvSpPr>
              <p:spPr>
                <a:xfrm>
                  <a:off x="10264" y="87986"/>
                  <a:ext cx="5168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7</a:t>
                  </a:r>
                </a:p>
              </p:txBody>
            </p:sp>
          </p:grpSp>
          <p:grpSp>
            <p:nvGrpSpPr>
              <p:cNvPr id="835" name="Group 1004"/>
              <p:cNvGrpSpPr/>
              <p:nvPr/>
            </p:nvGrpSpPr>
            <p:grpSpPr>
              <a:xfrm>
                <a:off x="1995876" y="1108570"/>
                <a:ext cx="539611" cy="638955"/>
                <a:chOff x="0" y="0"/>
                <a:chExt cx="539609" cy="638954"/>
              </a:xfrm>
            </p:grpSpPr>
            <p:sp>
              <p:nvSpPr>
                <p:cNvPr id="833" name="Shape 1002"/>
                <p:cNvSpPr/>
                <p:nvPr/>
              </p:nvSpPr>
              <p:spPr>
                <a:xfrm>
                  <a:off x="-1" y="0"/>
                  <a:ext cx="539611" cy="638955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34" name="Shape 1003"/>
                <p:cNvSpPr txBox="1"/>
                <p:nvPr/>
              </p:nvSpPr>
              <p:spPr>
                <a:xfrm>
                  <a:off x="11394" y="86857"/>
                  <a:ext cx="51681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6</a:t>
                  </a:r>
                </a:p>
              </p:txBody>
            </p:sp>
          </p:grpSp>
          <p:grpSp>
            <p:nvGrpSpPr>
              <p:cNvPr id="838" name="Group 1007"/>
              <p:cNvGrpSpPr/>
              <p:nvPr/>
            </p:nvGrpSpPr>
            <p:grpSpPr>
              <a:xfrm>
                <a:off x="1505938" y="2442918"/>
                <a:ext cx="539613" cy="641211"/>
                <a:chOff x="0" y="0"/>
                <a:chExt cx="539612" cy="641209"/>
              </a:xfrm>
            </p:grpSpPr>
            <p:sp>
              <p:nvSpPr>
                <p:cNvPr id="836" name="Shape 1005"/>
                <p:cNvSpPr/>
                <p:nvPr/>
              </p:nvSpPr>
              <p:spPr>
                <a:xfrm>
                  <a:off x="0" y="-1"/>
                  <a:ext cx="539613" cy="641211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37" name="Shape 1006"/>
                <p:cNvSpPr txBox="1"/>
                <p:nvPr/>
              </p:nvSpPr>
              <p:spPr>
                <a:xfrm>
                  <a:off x="11394" y="87986"/>
                  <a:ext cx="5168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8</a:t>
                  </a:r>
                </a:p>
              </p:txBody>
            </p:sp>
          </p:grpSp>
        </p:grpSp>
        <p:sp>
          <p:nvSpPr>
            <p:cNvPr id="840" name="Shape 1009"/>
            <p:cNvSpPr/>
            <p:nvPr/>
          </p:nvSpPr>
          <p:spPr>
            <a:xfrm flipH="1">
              <a:off x="469617" y="467359"/>
              <a:ext cx="1104056" cy="73660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1" name="Shape 1010"/>
            <p:cNvSpPr/>
            <p:nvPr/>
          </p:nvSpPr>
          <p:spPr>
            <a:xfrm>
              <a:off x="2517423" y="1467555"/>
              <a:ext cx="564446" cy="226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2" name="Shape 1011"/>
            <p:cNvSpPr/>
            <p:nvPr/>
          </p:nvSpPr>
          <p:spPr>
            <a:xfrm flipH="1">
              <a:off x="338666" y="1731715"/>
              <a:ext cx="2259" cy="74281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3" name="Shape 1012"/>
            <p:cNvSpPr/>
            <p:nvPr/>
          </p:nvSpPr>
          <p:spPr>
            <a:xfrm>
              <a:off x="537350" y="2740942"/>
              <a:ext cx="991167" cy="226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4" name="Shape 1013"/>
            <p:cNvSpPr/>
            <p:nvPr/>
          </p:nvSpPr>
          <p:spPr>
            <a:xfrm>
              <a:off x="3425050" y="1704622"/>
              <a:ext cx="2259" cy="77470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5" name="Shape 1014"/>
            <p:cNvSpPr/>
            <p:nvPr/>
          </p:nvSpPr>
          <p:spPr>
            <a:xfrm>
              <a:off x="1388533" y="1731715"/>
              <a:ext cx="311575" cy="74281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6" name="Shape 1015"/>
            <p:cNvSpPr/>
            <p:nvPr/>
          </p:nvSpPr>
          <p:spPr>
            <a:xfrm flipH="1">
              <a:off x="1894276" y="1738488"/>
              <a:ext cx="338668" cy="77470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849" name="Group 1018"/>
            <p:cNvGrpSpPr/>
            <p:nvPr/>
          </p:nvGrpSpPr>
          <p:grpSpPr>
            <a:xfrm>
              <a:off x="1553350" y="0"/>
              <a:ext cx="539613" cy="641211"/>
              <a:chOff x="0" y="0"/>
              <a:chExt cx="539611" cy="641209"/>
            </a:xfrm>
          </p:grpSpPr>
          <p:sp>
            <p:nvSpPr>
              <p:cNvPr id="847" name="Shape 1016"/>
              <p:cNvSpPr/>
              <p:nvPr/>
            </p:nvSpPr>
            <p:spPr>
              <a:xfrm>
                <a:off x="0" y="-1"/>
                <a:ext cx="539612" cy="641211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48" name="Shape 1017"/>
              <p:cNvSpPr txBox="1"/>
              <p:nvPr/>
            </p:nvSpPr>
            <p:spPr>
              <a:xfrm>
                <a:off x="11394" y="87986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1</a:t>
                </a:r>
              </a:p>
            </p:txBody>
          </p:sp>
        </p:grpSp>
        <p:grpSp>
          <p:nvGrpSpPr>
            <p:cNvPr id="852" name="Group 1021"/>
            <p:cNvGrpSpPr/>
            <p:nvPr/>
          </p:nvGrpSpPr>
          <p:grpSpPr>
            <a:xfrm>
              <a:off x="72247" y="1099537"/>
              <a:ext cx="539613" cy="638955"/>
              <a:chOff x="0" y="0"/>
              <a:chExt cx="539611" cy="638954"/>
            </a:xfrm>
          </p:grpSpPr>
          <p:sp>
            <p:nvSpPr>
              <p:cNvPr id="850" name="Shape 1019"/>
              <p:cNvSpPr/>
              <p:nvPr/>
            </p:nvSpPr>
            <p:spPr>
              <a:xfrm>
                <a:off x="0" y="-1"/>
                <a:ext cx="539612" cy="638956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1" name="Shape 1020"/>
              <p:cNvSpPr txBox="1"/>
              <p:nvPr/>
            </p:nvSpPr>
            <p:spPr>
              <a:xfrm>
                <a:off x="11394" y="86857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2</a:t>
                </a:r>
              </a:p>
            </p:txBody>
          </p:sp>
        </p:grpSp>
        <p:grpSp>
          <p:nvGrpSpPr>
            <p:cNvPr id="855" name="Group 1024"/>
            <p:cNvGrpSpPr/>
            <p:nvPr/>
          </p:nvGrpSpPr>
          <p:grpSpPr>
            <a:xfrm>
              <a:off x="6772" y="2442915"/>
              <a:ext cx="537355" cy="641213"/>
              <a:chOff x="0" y="0"/>
              <a:chExt cx="537353" cy="641212"/>
            </a:xfrm>
          </p:grpSpPr>
          <p:sp>
            <p:nvSpPr>
              <p:cNvPr id="853" name="Shape 1022"/>
              <p:cNvSpPr/>
              <p:nvPr/>
            </p:nvSpPr>
            <p:spPr>
              <a:xfrm>
                <a:off x="0" y="-1"/>
                <a:ext cx="537354" cy="641214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4" name="Shape 1023"/>
              <p:cNvSpPr txBox="1"/>
              <p:nvPr/>
            </p:nvSpPr>
            <p:spPr>
              <a:xfrm>
                <a:off x="10264" y="87986"/>
                <a:ext cx="5168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4</a:t>
                </a:r>
              </a:p>
            </p:txBody>
          </p:sp>
        </p:grpSp>
        <p:grpSp>
          <p:nvGrpSpPr>
            <p:cNvPr id="858" name="Group 1027"/>
            <p:cNvGrpSpPr/>
            <p:nvPr/>
          </p:nvGrpSpPr>
          <p:grpSpPr>
            <a:xfrm>
              <a:off x="1099537" y="1108568"/>
              <a:ext cx="539613" cy="638955"/>
              <a:chOff x="0" y="0"/>
              <a:chExt cx="539611" cy="638954"/>
            </a:xfrm>
          </p:grpSpPr>
          <p:sp>
            <p:nvSpPr>
              <p:cNvPr id="856" name="Shape 1025"/>
              <p:cNvSpPr/>
              <p:nvPr/>
            </p:nvSpPr>
            <p:spPr>
              <a:xfrm>
                <a:off x="0" y="-1"/>
                <a:ext cx="539612" cy="638956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7" name="Shape 1026"/>
              <p:cNvSpPr txBox="1"/>
              <p:nvPr/>
            </p:nvSpPr>
            <p:spPr>
              <a:xfrm>
                <a:off x="11394" y="86857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5</a:t>
                </a:r>
              </a:p>
            </p:txBody>
          </p:sp>
        </p:grpSp>
        <p:grpSp>
          <p:nvGrpSpPr>
            <p:cNvPr id="861" name="Group 1030"/>
            <p:cNvGrpSpPr/>
            <p:nvPr/>
          </p:nvGrpSpPr>
          <p:grpSpPr>
            <a:xfrm>
              <a:off x="3070578" y="1065670"/>
              <a:ext cx="539613" cy="641213"/>
              <a:chOff x="0" y="0"/>
              <a:chExt cx="539611" cy="641212"/>
            </a:xfrm>
          </p:grpSpPr>
          <p:sp>
            <p:nvSpPr>
              <p:cNvPr id="859" name="Shape 1028"/>
              <p:cNvSpPr/>
              <p:nvPr/>
            </p:nvSpPr>
            <p:spPr>
              <a:xfrm>
                <a:off x="0" y="-1"/>
                <a:ext cx="539612" cy="641214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0" name="Shape 1029"/>
              <p:cNvSpPr txBox="1"/>
              <p:nvPr/>
            </p:nvSpPr>
            <p:spPr>
              <a:xfrm>
                <a:off x="11393" y="87986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3</a:t>
                </a:r>
              </a:p>
            </p:txBody>
          </p:sp>
        </p:grpSp>
        <p:grpSp>
          <p:nvGrpSpPr>
            <p:cNvPr id="864" name="Group 1033"/>
            <p:cNvGrpSpPr/>
            <p:nvPr/>
          </p:nvGrpSpPr>
          <p:grpSpPr>
            <a:xfrm>
              <a:off x="3176693" y="2442915"/>
              <a:ext cx="537355" cy="641213"/>
              <a:chOff x="0" y="0"/>
              <a:chExt cx="537353" cy="641212"/>
            </a:xfrm>
          </p:grpSpPr>
          <p:sp>
            <p:nvSpPr>
              <p:cNvPr id="862" name="Shape 1031"/>
              <p:cNvSpPr/>
              <p:nvPr/>
            </p:nvSpPr>
            <p:spPr>
              <a:xfrm>
                <a:off x="0" y="-1"/>
                <a:ext cx="537354" cy="641214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3" name="Shape 1032"/>
              <p:cNvSpPr txBox="1"/>
              <p:nvPr/>
            </p:nvSpPr>
            <p:spPr>
              <a:xfrm>
                <a:off x="10265" y="87986"/>
                <a:ext cx="5168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7</a:t>
                </a:r>
              </a:p>
            </p:txBody>
          </p:sp>
        </p:grpSp>
        <p:grpSp>
          <p:nvGrpSpPr>
            <p:cNvPr id="867" name="Group 1036"/>
            <p:cNvGrpSpPr/>
            <p:nvPr/>
          </p:nvGrpSpPr>
          <p:grpSpPr>
            <a:xfrm>
              <a:off x="2002650" y="1108568"/>
              <a:ext cx="539613" cy="638955"/>
              <a:chOff x="0" y="0"/>
              <a:chExt cx="539611" cy="638954"/>
            </a:xfrm>
          </p:grpSpPr>
          <p:sp>
            <p:nvSpPr>
              <p:cNvPr id="865" name="Shape 1034"/>
              <p:cNvSpPr/>
              <p:nvPr/>
            </p:nvSpPr>
            <p:spPr>
              <a:xfrm>
                <a:off x="0" y="-1"/>
                <a:ext cx="539612" cy="638956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6" name="Shape 1035"/>
              <p:cNvSpPr txBox="1"/>
              <p:nvPr/>
            </p:nvSpPr>
            <p:spPr>
              <a:xfrm>
                <a:off x="11393" y="86857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6</a:t>
                </a:r>
              </a:p>
            </p:txBody>
          </p:sp>
        </p:grpSp>
        <p:grpSp>
          <p:nvGrpSpPr>
            <p:cNvPr id="870" name="Group 1039"/>
            <p:cNvGrpSpPr/>
            <p:nvPr/>
          </p:nvGrpSpPr>
          <p:grpSpPr>
            <a:xfrm>
              <a:off x="1512710" y="2442915"/>
              <a:ext cx="539613" cy="641213"/>
              <a:chOff x="0" y="0"/>
              <a:chExt cx="539611" cy="641212"/>
            </a:xfrm>
          </p:grpSpPr>
          <p:sp>
            <p:nvSpPr>
              <p:cNvPr id="868" name="Shape 1037"/>
              <p:cNvSpPr/>
              <p:nvPr/>
            </p:nvSpPr>
            <p:spPr>
              <a:xfrm>
                <a:off x="0" y="-1"/>
                <a:ext cx="539612" cy="641214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9" name="Shape 1038"/>
              <p:cNvSpPr txBox="1"/>
              <p:nvPr/>
            </p:nvSpPr>
            <p:spPr>
              <a:xfrm>
                <a:off x="11394" y="87986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8</a:t>
                </a:r>
              </a:p>
            </p:txBody>
          </p:sp>
        </p:grpSp>
      </p:grpSp>
      <p:grpSp>
        <p:nvGrpSpPr>
          <p:cNvPr id="874" name="Group 1043"/>
          <p:cNvGrpSpPr/>
          <p:nvPr/>
        </p:nvGrpSpPr>
        <p:grpSpPr>
          <a:xfrm>
            <a:off x="7059789" y="5638799"/>
            <a:ext cx="927103" cy="923435"/>
            <a:chOff x="0" y="0"/>
            <a:chExt cx="927101" cy="923434"/>
          </a:xfrm>
        </p:grpSpPr>
        <p:sp>
          <p:nvSpPr>
            <p:cNvPr id="872" name="Shape 1041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3" name="Shape 1042"/>
            <p:cNvSpPr txBox="1"/>
            <p:nvPr/>
          </p:nvSpPr>
          <p:spPr>
            <a:xfrm>
              <a:off x="226869" y="23311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7</a:t>
              </a:r>
            </a:p>
          </p:txBody>
        </p:sp>
      </p:grpSp>
      <p:sp>
        <p:nvSpPr>
          <p:cNvPr id="875" name="Shape 1044"/>
          <p:cNvSpPr/>
          <p:nvPr/>
        </p:nvSpPr>
        <p:spPr>
          <a:xfrm flipV="1">
            <a:off x="6445637" y="6061104"/>
            <a:ext cx="591790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after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Class="entr" nodeType="after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Class="entr" nodeType="after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after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Class="entr" nodeType="after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Class="entr" nodeType="clickEffect" presetSubtype="0" presetID="1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Class="entr" nodeType="clickEffect" presetSubtype="0" presetID="1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Class="entr" nodeType="clickEffect" presetSubtype="0" presetID="1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Class="entr" nodeType="afterEffect" presetSubtype="0" presetID="1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Class="entr" nodeType="afterEffect" presetSubtype="0" presetID="1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Class="entr" nodeType="clickEffect" presetSubtype="0" presetID="1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Class="entr" nodeType="clickEffect" presetSubtype="0" presetID="1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Class="entr" nodeType="clickEffect" presetSubtype="0" presetID="1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Class="entr" nodeType="clickEffect" presetSubtype="0" presetID="1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Class="entr" nodeType="afterEffect" presetSubtype="0" presetID="1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Class="entr" nodeType="clickEffect" presetSubtype="0" presetID="1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Class="entr" nodeType="clickEffect" presetSubtype="0" presetID="1" grpId="3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Class="entr" nodeType="clickEffect" presetSubtype="0" presetID="1" grpId="4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Class="entr" nodeType="clickEffect" presetSubtype="0" presetID="1" grpId="4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4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Class="entr" nodeType="clickEffect" presetSubtype="0" presetID="1" grpId="4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8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Class="entr" nodeType="clickEffect" presetSubtype="0" presetID="1" grpId="4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2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Class="entr" nodeType="clickEffect" presetSubtype="0" presetID="1" grpId="4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6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Class="entr" nodeType="clickEffect" presetSubtype="0" presetID="1" grpId="4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Class="entr" nodeType="clickEffect" presetSubtype="0" presetID="1" grpId="4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4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Class="entr" nodeType="clickEffect" presetSubtype="0" presetID="1" grpId="4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Class="entr" nodeType="clickEffect" presetSubtype="0" presetID="1" grpId="4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2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Class="entr" nodeType="clickEffect" presetSubtype="0" presetID="1" grpId="4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6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Class="entr" nodeType="clickEffect" presetSubtype="0" presetID="1" grpId="5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84" grpId="34"/>
      <p:bldP build="whole" bldLvl="1" animBg="1" rev="0" advAuto="0" spid="798" grpId="45"/>
      <p:bldP build="whole" bldLvl="1" animBg="1" rev="0" advAuto="0" spid="743" grpId="12"/>
      <p:bldP build="whole" bldLvl="1" animBg="1" rev="0" advAuto="0" spid="785" grpId="35"/>
      <p:bldP build="whole" bldLvl="1" animBg="1" rev="0" advAuto="0" spid="788" grpId="36"/>
      <p:bldP build="whole" bldLvl="1" animBg="1" rev="0" advAuto="0" spid="875" grpId="43"/>
      <p:bldP build="whole" bldLvl="1" animBg="1" rev="0" advAuto="0" spid="874" grpId="17"/>
      <p:bldP build="whole" bldLvl="1" animBg="1" rev="0" advAuto="0" spid="742" grpId="11"/>
      <p:bldP build="whole" bldLvl="1" animBg="1" rev="0" advAuto="0" spid="724" grpId="2"/>
      <p:bldP build="whole" bldLvl="1" animBg="1" rev="0" advAuto="0" spid="799" grpId="46"/>
      <p:bldP build="whole" bldLvl="1" animBg="1" rev="0" advAuto="0" spid="750" grpId="16"/>
      <p:bldP build="whole" bldLvl="1" animBg="1" rev="0" advAuto="0" spid="800" grpId="47"/>
      <p:bldP build="whole" bldLvl="1" animBg="1" rev="0" advAuto="0" spid="739" grpId="10"/>
      <p:bldP build="whole" bldLvl="1" animBg="1" rev="0" advAuto="0" spid="793" grpId="39"/>
      <p:bldP build="whole" bldLvl="1" animBg="1" rev="0" advAuto="0" spid="758" grpId="20"/>
      <p:bldP build="whole" bldLvl="1" animBg="1" rev="0" advAuto="0" spid="744" grpId="13"/>
      <p:bldP build="whole" bldLvl="1" animBg="1" rev="0" advAuto="0" spid="772" grpId="28"/>
      <p:bldP build="whole" bldLvl="1" animBg="1" rev="0" advAuto="0" spid="803" grpId="50"/>
      <p:bldP build="whole" bldLvl="1" animBg="1" rev="0" advAuto="0" spid="794" grpId="40"/>
      <p:bldP build="whole" bldLvl="1" animBg="1" rev="0" advAuto="0" spid="802" grpId="49"/>
      <p:bldP build="whole" bldLvl="1" animBg="1" rev="0" advAuto="0" spid="764" grpId="24"/>
      <p:bldP build="whole" bldLvl="1" animBg="1" rev="0" advAuto="0" spid="747" grpId="15"/>
      <p:bldP build="whole" bldLvl="1" animBg="1" rev="0" advAuto="0" spid="776" grpId="30"/>
      <p:bldP build="whole" bldLvl="1" animBg="1" rev="0" advAuto="0" spid="773" grpId="29"/>
      <p:bldP build="whole" bldLvl="1" animBg="1" rev="0" advAuto="0" spid="768" grpId="26"/>
      <p:bldP build="whole" bldLvl="1" animBg="1" rev="0" advAuto="0" spid="761" grpId="21"/>
      <p:bldP build="whole" bldLvl="1" animBg="1" rev="0" advAuto="0" spid="736" grpId="9"/>
      <p:bldP build="whole" bldLvl="1" animBg="1" rev="0" advAuto="0" spid="721" grpId="3"/>
      <p:bldP build="whole" bldLvl="1" animBg="1" rev="0" advAuto="0" spid="765" grpId="25"/>
      <p:bldP build="whole" bldLvl="1" animBg="1" rev="0" advAuto="0" spid="734" grpId="4"/>
      <p:bldP build="whole" bldLvl="1" animBg="1" rev="0" advAuto="0" spid="791" grpId="37"/>
      <p:bldP build="whole" bldLvl="1" animBg="1" rev="0" advAuto="0" spid="792" grpId="38"/>
      <p:bldP build="whole" bldLvl="1" animBg="1" rev="0" advAuto="0" spid="796" grpId="42"/>
      <p:bldP build="whole" bldLvl="1" animBg="1" rev="0" advAuto="0" spid="755" grpId="19"/>
      <p:bldP build="whole" bldLvl="1" animBg="1" rev="0" advAuto="0" spid="797" grpId="44"/>
      <p:bldP build="whole" bldLvl="1" animBg="1" rev="0" advAuto="0" spid="753" grpId="14"/>
      <p:bldP build="whole" bldLvl="1" animBg="1" rev="0" advAuto="0" spid="771" grpId="27"/>
      <p:bldP build="whole" bldLvl="1" animBg="1" rev="0" advAuto="0" spid="801" grpId="48"/>
      <p:bldP build="whole" bldLvl="1" animBg="1" rev="0" advAuto="0" spid="754" grpId="18"/>
      <p:bldP build="whole" bldLvl="1" animBg="1" rev="0" advAuto="0" spid="730" grpId="7"/>
      <p:bldP build="whole" bldLvl="1" animBg="1" rev="0" advAuto="0" spid="763" grpId="23"/>
      <p:bldP build="whole" bldLvl="1" animBg="1" rev="0" advAuto="0" spid="783" grpId="33"/>
      <p:bldP build="whole" bldLvl="1" animBg="1" rev="0" advAuto="0" spid="727" grpId="6"/>
      <p:bldP build="whole" bldLvl="1" animBg="1" rev="0" advAuto="0" spid="782" grpId="32"/>
      <p:bldP build="whole" bldLvl="1" animBg="1" rev="0" advAuto="0" spid="735" grpId="8"/>
      <p:bldP build="whole" bldLvl="1" animBg="1" rev="0" advAuto="0" spid="779" grpId="31"/>
      <p:bldP build="whole" bldLvl="1" animBg="1" rev="0" advAuto="0" spid="795" grpId="41"/>
      <p:bldP build="whole" bldLvl="1" animBg="1" rev="0" advAuto="0" spid="718" grpId="1"/>
      <p:bldP build="whole" bldLvl="1" animBg="1" rev="0" advAuto="0" spid="733" grpId="5"/>
      <p:bldP build="whole" bldLvl="1" animBg="1" rev="0" advAuto="0" spid="762" grpId="2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Shape 1046"/>
          <p:cNvSpPr txBox="1"/>
          <p:nvPr/>
        </p:nvSpPr>
        <p:spPr>
          <a:xfrm>
            <a:off x="1752317" y="163334"/>
            <a:ext cx="9334502" cy="867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使用栈实现非递归的深度优先 </a:t>
            </a:r>
          </a:p>
        </p:txBody>
      </p:sp>
      <p:grpSp>
        <p:nvGrpSpPr>
          <p:cNvPr id="944" name="Group 1113"/>
          <p:cNvGrpSpPr/>
          <p:nvPr/>
        </p:nvGrpSpPr>
        <p:grpSpPr>
          <a:xfrm>
            <a:off x="346003" y="1192387"/>
            <a:ext cx="3714050" cy="3084131"/>
            <a:chOff x="0" y="0"/>
            <a:chExt cx="3714048" cy="3084129"/>
          </a:xfrm>
        </p:grpSpPr>
        <p:grpSp>
          <p:nvGrpSpPr>
            <p:cNvPr id="912" name="Group 1081"/>
            <p:cNvGrpSpPr/>
            <p:nvPr/>
          </p:nvGrpSpPr>
          <p:grpSpPr>
            <a:xfrm>
              <a:off x="-1" y="-1"/>
              <a:ext cx="3707278" cy="3084131"/>
              <a:chOff x="0" y="0"/>
              <a:chExt cx="3707276" cy="3084129"/>
            </a:xfrm>
          </p:grpSpPr>
          <p:sp>
            <p:nvSpPr>
              <p:cNvPr id="878" name="Shape 1047"/>
              <p:cNvSpPr/>
              <p:nvPr/>
            </p:nvSpPr>
            <p:spPr>
              <a:xfrm flipH="1">
                <a:off x="451556" y="484011"/>
                <a:ext cx="1104055" cy="7366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9" name="Shape 1048"/>
              <p:cNvSpPr/>
              <p:nvPr/>
            </p:nvSpPr>
            <p:spPr>
              <a:xfrm>
                <a:off x="2045548" y="438009"/>
                <a:ext cx="1135664" cy="67507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0" name="Shape 1049"/>
              <p:cNvSpPr/>
              <p:nvPr/>
            </p:nvSpPr>
            <p:spPr>
              <a:xfrm>
                <a:off x="564444" y="1429174"/>
                <a:ext cx="566704" cy="226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1" name="Shape 1050"/>
              <p:cNvSpPr/>
              <p:nvPr/>
            </p:nvSpPr>
            <p:spPr>
              <a:xfrm>
                <a:off x="2519682" y="1463041"/>
                <a:ext cx="564446" cy="226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2" name="Shape 1051"/>
              <p:cNvSpPr/>
              <p:nvPr/>
            </p:nvSpPr>
            <p:spPr>
              <a:xfrm flipH="1">
                <a:off x="339795" y="1733974"/>
                <a:ext cx="2260" cy="74281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3" name="Shape 1052"/>
              <p:cNvSpPr/>
              <p:nvPr/>
            </p:nvSpPr>
            <p:spPr>
              <a:xfrm>
                <a:off x="530295" y="2744613"/>
                <a:ext cx="991167" cy="225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4" name="Shape 1053"/>
              <p:cNvSpPr/>
              <p:nvPr/>
            </p:nvSpPr>
            <p:spPr>
              <a:xfrm>
                <a:off x="2065867" y="2781584"/>
                <a:ext cx="1106315" cy="226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5" name="Shape 1054"/>
              <p:cNvSpPr/>
              <p:nvPr/>
            </p:nvSpPr>
            <p:spPr>
              <a:xfrm>
                <a:off x="3427309" y="1700107"/>
                <a:ext cx="2259" cy="7747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6" name="Shape 1055"/>
              <p:cNvSpPr/>
              <p:nvPr/>
            </p:nvSpPr>
            <p:spPr>
              <a:xfrm>
                <a:off x="1386276" y="1733974"/>
                <a:ext cx="311576" cy="74281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7" name="Shape 1056"/>
              <p:cNvSpPr/>
              <p:nvPr/>
            </p:nvSpPr>
            <p:spPr>
              <a:xfrm flipH="1">
                <a:off x="1896534" y="1733974"/>
                <a:ext cx="338669" cy="7747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890" name="Group 1059"/>
              <p:cNvGrpSpPr/>
              <p:nvPr/>
            </p:nvGrpSpPr>
            <p:grpSpPr>
              <a:xfrm>
                <a:off x="1546296" y="-1"/>
                <a:ext cx="539613" cy="641211"/>
                <a:chOff x="0" y="0"/>
                <a:chExt cx="539612" cy="641209"/>
              </a:xfrm>
            </p:grpSpPr>
            <p:sp>
              <p:nvSpPr>
                <p:cNvPr id="888" name="Shape 1057"/>
                <p:cNvSpPr/>
                <p:nvPr/>
              </p:nvSpPr>
              <p:spPr>
                <a:xfrm>
                  <a:off x="0" y="-1"/>
                  <a:ext cx="539613" cy="641211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89" name="Shape 1058"/>
                <p:cNvSpPr txBox="1"/>
                <p:nvPr/>
              </p:nvSpPr>
              <p:spPr>
                <a:xfrm>
                  <a:off x="11676" y="87986"/>
                  <a:ext cx="51681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1</a:t>
                  </a:r>
                </a:p>
              </p:txBody>
            </p:sp>
          </p:grpSp>
          <p:grpSp>
            <p:nvGrpSpPr>
              <p:cNvPr id="893" name="Group 1062"/>
              <p:cNvGrpSpPr/>
              <p:nvPr/>
            </p:nvGrpSpPr>
            <p:grpSpPr>
              <a:xfrm>
                <a:off x="60395" y="1093612"/>
                <a:ext cx="539613" cy="638955"/>
                <a:chOff x="0" y="0"/>
                <a:chExt cx="539612" cy="638954"/>
              </a:xfrm>
            </p:grpSpPr>
            <p:sp>
              <p:nvSpPr>
                <p:cNvPr id="891" name="Shape 1060"/>
                <p:cNvSpPr/>
                <p:nvPr/>
              </p:nvSpPr>
              <p:spPr>
                <a:xfrm>
                  <a:off x="0" y="-1"/>
                  <a:ext cx="539613" cy="638956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92" name="Shape 1061"/>
                <p:cNvSpPr txBox="1"/>
                <p:nvPr/>
              </p:nvSpPr>
              <p:spPr>
                <a:xfrm>
                  <a:off x="16474" y="92784"/>
                  <a:ext cx="5168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2</a:t>
                  </a:r>
                </a:p>
              </p:txBody>
            </p:sp>
          </p:grpSp>
          <p:grpSp>
            <p:nvGrpSpPr>
              <p:cNvPr id="896" name="Group 1065"/>
              <p:cNvGrpSpPr/>
              <p:nvPr/>
            </p:nvGrpSpPr>
            <p:grpSpPr>
              <a:xfrm>
                <a:off x="-1" y="2442917"/>
                <a:ext cx="537355" cy="641213"/>
                <a:chOff x="0" y="0"/>
                <a:chExt cx="537354" cy="641212"/>
              </a:xfrm>
            </p:grpSpPr>
            <p:sp>
              <p:nvSpPr>
                <p:cNvPr id="894" name="Shape 1063"/>
                <p:cNvSpPr/>
                <p:nvPr/>
              </p:nvSpPr>
              <p:spPr>
                <a:xfrm>
                  <a:off x="0" y="-1"/>
                  <a:ext cx="537355" cy="641214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95" name="Shape 1064"/>
                <p:cNvSpPr txBox="1"/>
                <p:nvPr/>
              </p:nvSpPr>
              <p:spPr>
                <a:xfrm>
                  <a:off x="10266" y="87986"/>
                  <a:ext cx="51681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4</a:t>
                  </a:r>
                </a:p>
              </p:txBody>
            </p:sp>
          </p:grpSp>
          <p:grpSp>
            <p:nvGrpSpPr>
              <p:cNvPr id="899" name="Group 1068"/>
              <p:cNvGrpSpPr/>
              <p:nvPr/>
            </p:nvGrpSpPr>
            <p:grpSpPr>
              <a:xfrm>
                <a:off x="1092764" y="1108570"/>
                <a:ext cx="539613" cy="638955"/>
                <a:chOff x="0" y="0"/>
                <a:chExt cx="539612" cy="638954"/>
              </a:xfrm>
            </p:grpSpPr>
            <p:sp>
              <p:nvSpPr>
                <p:cNvPr id="897" name="Shape 1066"/>
                <p:cNvSpPr/>
                <p:nvPr/>
              </p:nvSpPr>
              <p:spPr>
                <a:xfrm>
                  <a:off x="0" y="-1"/>
                  <a:ext cx="539613" cy="638956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98" name="Shape 1067"/>
                <p:cNvSpPr txBox="1"/>
                <p:nvPr/>
              </p:nvSpPr>
              <p:spPr>
                <a:xfrm>
                  <a:off x="11394" y="86857"/>
                  <a:ext cx="5168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5</a:t>
                  </a:r>
                </a:p>
              </p:txBody>
            </p:sp>
          </p:grpSp>
          <p:grpSp>
            <p:nvGrpSpPr>
              <p:cNvPr id="902" name="Group 1071"/>
              <p:cNvGrpSpPr/>
              <p:nvPr/>
            </p:nvGrpSpPr>
            <p:grpSpPr>
              <a:xfrm>
                <a:off x="3057597" y="1065670"/>
                <a:ext cx="539613" cy="641214"/>
                <a:chOff x="0" y="0"/>
                <a:chExt cx="539612" cy="641212"/>
              </a:xfrm>
            </p:grpSpPr>
            <p:sp>
              <p:nvSpPr>
                <p:cNvPr id="900" name="Shape 1069"/>
                <p:cNvSpPr/>
                <p:nvPr/>
              </p:nvSpPr>
              <p:spPr>
                <a:xfrm>
                  <a:off x="0" y="-1"/>
                  <a:ext cx="539613" cy="641214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01" name="Shape 1070"/>
                <p:cNvSpPr txBox="1"/>
                <p:nvPr/>
              </p:nvSpPr>
              <p:spPr>
                <a:xfrm>
                  <a:off x="17603" y="87986"/>
                  <a:ext cx="5168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3</a:t>
                  </a:r>
                </a:p>
              </p:txBody>
            </p:sp>
          </p:grpSp>
          <p:grpSp>
            <p:nvGrpSpPr>
              <p:cNvPr id="905" name="Group 1074"/>
              <p:cNvGrpSpPr/>
              <p:nvPr/>
            </p:nvGrpSpPr>
            <p:grpSpPr>
              <a:xfrm>
                <a:off x="3169922" y="2442917"/>
                <a:ext cx="537355" cy="641213"/>
                <a:chOff x="0" y="0"/>
                <a:chExt cx="537354" cy="641212"/>
              </a:xfrm>
            </p:grpSpPr>
            <p:sp>
              <p:nvSpPr>
                <p:cNvPr id="903" name="Shape 1072"/>
                <p:cNvSpPr/>
                <p:nvPr/>
              </p:nvSpPr>
              <p:spPr>
                <a:xfrm>
                  <a:off x="0" y="-1"/>
                  <a:ext cx="537355" cy="641214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04" name="Shape 1073"/>
                <p:cNvSpPr txBox="1"/>
                <p:nvPr/>
              </p:nvSpPr>
              <p:spPr>
                <a:xfrm>
                  <a:off x="10265" y="87986"/>
                  <a:ext cx="51681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7</a:t>
                  </a:r>
                </a:p>
              </p:txBody>
            </p:sp>
          </p:grpSp>
          <p:grpSp>
            <p:nvGrpSpPr>
              <p:cNvPr id="908" name="Group 1077"/>
              <p:cNvGrpSpPr/>
              <p:nvPr/>
            </p:nvGrpSpPr>
            <p:grpSpPr>
              <a:xfrm>
                <a:off x="1995876" y="1108570"/>
                <a:ext cx="539613" cy="638955"/>
                <a:chOff x="0" y="0"/>
                <a:chExt cx="539612" cy="638954"/>
              </a:xfrm>
            </p:grpSpPr>
            <p:sp>
              <p:nvSpPr>
                <p:cNvPr id="906" name="Shape 1075"/>
                <p:cNvSpPr/>
                <p:nvPr/>
              </p:nvSpPr>
              <p:spPr>
                <a:xfrm>
                  <a:off x="0" y="-1"/>
                  <a:ext cx="539613" cy="638956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07" name="Shape 1076"/>
                <p:cNvSpPr txBox="1"/>
                <p:nvPr/>
              </p:nvSpPr>
              <p:spPr>
                <a:xfrm>
                  <a:off x="11394" y="86857"/>
                  <a:ext cx="5168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6</a:t>
                  </a:r>
                </a:p>
              </p:txBody>
            </p:sp>
          </p:grpSp>
          <p:grpSp>
            <p:nvGrpSpPr>
              <p:cNvPr id="911" name="Group 1080"/>
              <p:cNvGrpSpPr/>
              <p:nvPr/>
            </p:nvGrpSpPr>
            <p:grpSpPr>
              <a:xfrm>
                <a:off x="1505939" y="2442917"/>
                <a:ext cx="539613" cy="641213"/>
                <a:chOff x="0" y="0"/>
                <a:chExt cx="539612" cy="641212"/>
              </a:xfrm>
            </p:grpSpPr>
            <p:sp>
              <p:nvSpPr>
                <p:cNvPr id="909" name="Shape 1078"/>
                <p:cNvSpPr/>
                <p:nvPr/>
              </p:nvSpPr>
              <p:spPr>
                <a:xfrm>
                  <a:off x="0" y="-1"/>
                  <a:ext cx="539613" cy="641214"/>
                </a:xfrm>
                <a:prstGeom prst="ellipse">
                  <a:avLst/>
                </a:prstGeom>
                <a:solidFill>
                  <a:srgbClr val="9933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10" name="Shape 1079"/>
                <p:cNvSpPr txBox="1"/>
                <p:nvPr/>
              </p:nvSpPr>
              <p:spPr>
                <a:xfrm>
                  <a:off x="11393" y="87986"/>
                  <a:ext cx="51681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/>
                <a:p>
                  <a: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</a:defRPr>
                  </a:pPr>
                  <a:r>
                    <a:t>V</a:t>
                  </a:r>
                  <a:r>
                    <a:rPr sz="1800"/>
                    <a:t>8</a:t>
                  </a:r>
                </a:p>
              </p:txBody>
            </p:sp>
          </p:grpSp>
        </p:grpSp>
        <p:sp>
          <p:nvSpPr>
            <p:cNvPr id="913" name="Shape 1082"/>
            <p:cNvSpPr/>
            <p:nvPr/>
          </p:nvSpPr>
          <p:spPr>
            <a:xfrm flipH="1">
              <a:off x="469617" y="465102"/>
              <a:ext cx="1104056" cy="73660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4" name="Shape 1083"/>
            <p:cNvSpPr/>
            <p:nvPr/>
          </p:nvSpPr>
          <p:spPr>
            <a:xfrm>
              <a:off x="2517423" y="1465297"/>
              <a:ext cx="564446" cy="226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5" name="Shape 1084"/>
            <p:cNvSpPr/>
            <p:nvPr/>
          </p:nvSpPr>
          <p:spPr>
            <a:xfrm flipH="1">
              <a:off x="338666" y="1729459"/>
              <a:ext cx="2260" cy="74281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6" name="Shape 1085"/>
            <p:cNvSpPr/>
            <p:nvPr/>
          </p:nvSpPr>
          <p:spPr>
            <a:xfrm>
              <a:off x="537351" y="2738685"/>
              <a:ext cx="991167" cy="226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7" name="Shape 1086"/>
            <p:cNvSpPr/>
            <p:nvPr/>
          </p:nvSpPr>
          <p:spPr>
            <a:xfrm>
              <a:off x="3425896" y="1702365"/>
              <a:ext cx="2261" cy="77470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8" name="Shape 1087"/>
            <p:cNvSpPr/>
            <p:nvPr/>
          </p:nvSpPr>
          <p:spPr>
            <a:xfrm>
              <a:off x="1388533" y="1729459"/>
              <a:ext cx="311576" cy="74281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9" name="Shape 1088"/>
            <p:cNvSpPr/>
            <p:nvPr/>
          </p:nvSpPr>
          <p:spPr>
            <a:xfrm flipH="1">
              <a:off x="1894276" y="1736232"/>
              <a:ext cx="338669" cy="77470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22" name="Group 1091"/>
            <p:cNvGrpSpPr/>
            <p:nvPr/>
          </p:nvGrpSpPr>
          <p:grpSpPr>
            <a:xfrm>
              <a:off x="1553351" y="1411"/>
              <a:ext cx="539613" cy="641213"/>
              <a:chOff x="0" y="0"/>
              <a:chExt cx="539611" cy="641212"/>
            </a:xfrm>
          </p:grpSpPr>
          <p:sp>
            <p:nvSpPr>
              <p:cNvPr id="920" name="Shape 1089"/>
              <p:cNvSpPr/>
              <p:nvPr/>
            </p:nvSpPr>
            <p:spPr>
              <a:xfrm>
                <a:off x="0" y="-1"/>
                <a:ext cx="539612" cy="641214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1" name="Shape 1090"/>
              <p:cNvSpPr txBox="1"/>
              <p:nvPr/>
            </p:nvSpPr>
            <p:spPr>
              <a:xfrm>
                <a:off x="11393" y="84317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1</a:t>
                </a:r>
              </a:p>
            </p:txBody>
          </p:sp>
        </p:grpSp>
        <p:grpSp>
          <p:nvGrpSpPr>
            <p:cNvPr id="925" name="Group 1094"/>
            <p:cNvGrpSpPr/>
            <p:nvPr/>
          </p:nvGrpSpPr>
          <p:grpSpPr>
            <a:xfrm>
              <a:off x="72249" y="1097279"/>
              <a:ext cx="539613" cy="638955"/>
              <a:chOff x="0" y="0"/>
              <a:chExt cx="539611" cy="638953"/>
            </a:xfrm>
          </p:grpSpPr>
          <p:sp>
            <p:nvSpPr>
              <p:cNvPr id="923" name="Shape 1092"/>
              <p:cNvSpPr/>
              <p:nvPr/>
            </p:nvSpPr>
            <p:spPr>
              <a:xfrm>
                <a:off x="0" y="0"/>
                <a:ext cx="539612" cy="638955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4" name="Shape 1093"/>
              <p:cNvSpPr txBox="1"/>
              <p:nvPr/>
            </p:nvSpPr>
            <p:spPr>
              <a:xfrm>
                <a:off x="11394" y="86857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2</a:t>
                </a:r>
              </a:p>
            </p:txBody>
          </p:sp>
        </p:grpSp>
        <p:grpSp>
          <p:nvGrpSpPr>
            <p:cNvPr id="928" name="Group 1097"/>
            <p:cNvGrpSpPr/>
            <p:nvPr/>
          </p:nvGrpSpPr>
          <p:grpSpPr>
            <a:xfrm>
              <a:off x="6773" y="2440659"/>
              <a:ext cx="537354" cy="641213"/>
              <a:chOff x="0" y="0"/>
              <a:chExt cx="537353" cy="641212"/>
            </a:xfrm>
          </p:grpSpPr>
          <p:sp>
            <p:nvSpPr>
              <p:cNvPr id="926" name="Shape 1095"/>
              <p:cNvSpPr/>
              <p:nvPr/>
            </p:nvSpPr>
            <p:spPr>
              <a:xfrm>
                <a:off x="0" y="-1"/>
                <a:ext cx="537354" cy="641214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7" name="Shape 1096"/>
              <p:cNvSpPr txBox="1"/>
              <p:nvPr/>
            </p:nvSpPr>
            <p:spPr>
              <a:xfrm>
                <a:off x="10265" y="82905"/>
                <a:ext cx="5168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4</a:t>
                </a:r>
              </a:p>
            </p:txBody>
          </p:sp>
        </p:grpSp>
        <p:grpSp>
          <p:nvGrpSpPr>
            <p:cNvPr id="931" name="Group 1100"/>
            <p:cNvGrpSpPr/>
            <p:nvPr/>
          </p:nvGrpSpPr>
          <p:grpSpPr>
            <a:xfrm>
              <a:off x="1099538" y="1106311"/>
              <a:ext cx="539613" cy="638955"/>
              <a:chOff x="0" y="0"/>
              <a:chExt cx="539611" cy="638954"/>
            </a:xfrm>
          </p:grpSpPr>
          <p:sp>
            <p:nvSpPr>
              <p:cNvPr id="929" name="Shape 1098"/>
              <p:cNvSpPr/>
              <p:nvPr/>
            </p:nvSpPr>
            <p:spPr>
              <a:xfrm>
                <a:off x="0" y="-1"/>
                <a:ext cx="539612" cy="638956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0" name="Shape 1099"/>
              <p:cNvSpPr txBox="1"/>
              <p:nvPr/>
            </p:nvSpPr>
            <p:spPr>
              <a:xfrm>
                <a:off x="11393" y="86857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5</a:t>
                </a:r>
              </a:p>
            </p:txBody>
          </p:sp>
        </p:grpSp>
        <p:grpSp>
          <p:nvGrpSpPr>
            <p:cNvPr id="934" name="Group 1103"/>
            <p:cNvGrpSpPr/>
            <p:nvPr/>
          </p:nvGrpSpPr>
          <p:grpSpPr>
            <a:xfrm>
              <a:off x="3070578" y="1068211"/>
              <a:ext cx="539613" cy="641213"/>
              <a:chOff x="0" y="0"/>
              <a:chExt cx="539611" cy="641212"/>
            </a:xfrm>
          </p:grpSpPr>
          <p:sp>
            <p:nvSpPr>
              <p:cNvPr id="932" name="Shape 1101"/>
              <p:cNvSpPr/>
              <p:nvPr/>
            </p:nvSpPr>
            <p:spPr>
              <a:xfrm>
                <a:off x="0" y="-1"/>
                <a:ext cx="539612" cy="641214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3" name="Shape 1102"/>
              <p:cNvSpPr txBox="1"/>
              <p:nvPr/>
            </p:nvSpPr>
            <p:spPr>
              <a:xfrm>
                <a:off x="11394" y="83188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3</a:t>
                </a:r>
              </a:p>
            </p:txBody>
          </p:sp>
        </p:grpSp>
        <p:grpSp>
          <p:nvGrpSpPr>
            <p:cNvPr id="937" name="Group 1106"/>
            <p:cNvGrpSpPr/>
            <p:nvPr/>
          </p:nvGrpSpPr>
          <p:grpSpPr>
            <a:xfrm>
              <a:off x="3176694" y="2440659"/>
              <a:ext cx="537355" cy="641213"/>
              <a:chOff x="0" y="0"/>
              <a:chExt cx="537353" cy="641212"/>
            </a:xfrm>
          </p:grpSpPr>
          <p:sp>
            <p:nvSpPr>
              <p:cNvPr id="935" name="Shape 1104"/>
              <p:cNvSpPr/>
              <p:nvPr/>
            </p:nvSpPr>
            <p:spPr>
              <a:xfrm>
                <a:off x="0" y="-1"/>
                <a:ext cx="537354" cy="641214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6" name="Shape 1105"/>
              <p:cNvSpPr txBox="1"/>
              <p:nvPr/>
            </p:nvSpPr>
            <p:spPr>
              <a:xfrm>
                <a:off x="10264" y="82905"/>
                <a:ext cx="5168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7</a:t>
                </a:r>
              </a:p>
            </p:txBody>
          </p:sp>
        </p:grpSp>
        <p:grpSp>
          <p:nvGrpSpPr>
            <p:cNvPr id="940" name="Group 1109"/>
            <p:cNvGrpSpPr/>
            <p:nvPr/>
          </p:nvGrpSpPr>
          <p:grpSpPr>
            <a:xfrm>
              <a:off x="2002650" y="1106311"/>
              <a:ext cx="539613" cy="638955"/>
              <a:chOff x="0" y="0"/>
              <a:chExt cx="539611" cy="638954"/>
            </a:xfrm>
          </p:grpSpPr>
          <p:sp>
            <p:nvSpPr>
              <p:cNvPr id="938" name="Shape 1107"/>
              <p:cNvSpPr/>
              <p:nvPr/>
            </p:nvSpPr>
            <p:spPr>
              <a:xfrm>
                <a:off x="0" y="-1"/>
                <a:ext cx="539612" cy="638956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9" name="Shape 1108"/>
              <p:cNvSpPr txBox="1"/>
              <p:nvPr/>
            </p:nvSpPr>
            <p:spPr>
              <a:xfrm>
                <a:off x="11394" y="86857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6</a:t>
                </a:r>
              </a:p>
            </p:txBody>
          </p:sp>
        </p:grpSp>
        <p:grpSp>
          <p:nvGrpSpPr>
            <p:cNvPr id="943" name="Group 1112"/>
            <p:cNvGrpSpPr/>
            <p:nvPr/>
          </p:nvGrpSpPr>
          <p:grpSpPr>
            <a:xfrm>
              <a:off x="1512711" y="2440659"/>
              <a:ext cx="539613" cy="641213"/>
              <a:chOff x="0" y="0"/>
              <a:chExt cx="539611" cy="641212"/>
            </a:xfrm>
          </p:grpSpPr>
          <p:sp>
            <p:nvSpPr>
              <p:cNvPr id="941" name="Shape 1110"/>
              <p:cNvSpPr/>
              <p:nvPr/>
            </p:nvSpPr>
            <p:spPr>
              <a:xfrm>
                <a:off x="0" y="-1"/>
                <a:ext cx="539612" cy="641214"/>
              </a:xfrm>
              <a:prstGeom prst="ellipse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42" name="Shape 1111"/>
              <p:cNvSpPr txBox="1"/>
              <p:nvPr/>
            </p:nvSpPr>
            <p:spPr>
              <a:xfrm>
                <a:off x="11393" y="82905"/>
                <a:ext cx="5168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</a:defRPr>
                </a:pPr>
                <a:r>
                  <a:t>V</a:t>
                </a:r>
                <a:r>
                  <a:rPr sz="1800"/>
                  <a:t>8</a:t>
                </a:r>
              </a:p>
            </p:txBody>
          </p:sp>
        </p:grpSp>
      </p:grpSp>
      <p:grpSp>
        <p:nvGrpSpPr>
          <p:cNvPr id="947" name="Group 1116"/>
          <p:cNvGrpSpPr/>
          <p:nvPr/>
        </p:nvGrpSpPr>
        <p:grpSpPr>
          <a:xfrm>
            <a:off x="712328" y="6296941"/>
            <a:ext cx="927102" cy="923435"/>
            <a:chOff x="0" y="0"/>
            <a:chExt cx="927101" cy="923434"/>
          </a:xfrm>
        </p:grpSpPr>
        <p:sp>
          <p:nvSpPr>
            <p:cNvPr id="945" name="Shape 1114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6" name="Shape 1115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1</a:t>
              </a:r>
            </a:p>
          </p:txBody>
        </p:sp>
      </p:grpSp>
      <p:grpSp>
        <p:nvGrpSpPr>
          <p:cNvPr id="950" name="Group 1119"/>
          <p:cNvGrpSpPr/>
          <p:nvPr/>
        </p:nvGrpSpPr>
        <p:grpSpPr>
          <a:xfrm>
            <a:off x="1739617" y="6296941"/>
            <a:ext cx="927103" cy="923435"/>
            <a:chOff x="0" y="0"/>
            <a:chExt cx="927101" cy="923434"/>
          </a:xfrm>
        </p:grpSpPr>
        <p:sp>
          <p:nvSpPr>
            <p:cNvPr id="948" name="Shape 1117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9" name="Shape 1118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953" name="Group 1122"/>
          <p:cNvGrpSpPr/>
          <p:nvPr/>
        </p:nvGrpSpPr>
        <p:grpSpPr>
          <a:xfrm>
            <a:off x="1739617" y="5375769"/>
            <a:ext cx="927103" cy="923435"/>
            <a:chOff x="0" y="0"/>
            <a:chExt cx="927101" cy="923434"/>
          </a:xfrm>
        </p:grpSpPr>
        <p:sp>
          <p:nvSpPr>
            <p:cNvPr id="951" name="Shape 1120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2" name="Shape 1121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2</a:t>
              </a:r>
            </a:p>
          </p:txBody>
        </p:sp>
      </p:grpSp>
      <p:grpSp>
        <p:nvGrpSpPr>
          <p:cNvPr id="956" name="Group 1125"/>
          <p:cNvGrpSpPr/>
          <p:nvPr/>
        </p:nvGrpSpPr>
        <p:grpSpPr>
          <a:xfrm>
            <a:off x="2819400" y="6296941"/>
            <a:ext cx="927100" cy="923435"/>
            <a:chOff x="0" y="0"/>
            <a:chExt cx="927100" cy="923434"/>
          </a:xfrm>
        </p:grpSpPr>
        <p:sp>
          <p:nvSpPr>
            <p:cNvPr id="954" name="Shape 1123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5" name="Shape 1124"/>
            <p:cNvSpPr txBox="1"/>
            <p:nvPr/>
          </p:nvSpPr>
          <p:spPr>
            <a:xfrm>
              <a:off x="225175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959" name="Group 1128"/>
          <p:cNvGrpSpPr/>
          <p:nvPr/>
        </p:nvGrpSpPr>
        <p:grpSpPr>
          <a:xfrm>
            <a:off x="2819400" y="5375769"/>
            <a:ext cx="927100" cy="923435"/>
            <a:chOff x="0" y="0"/>
            <a:chExt cx="927100" cy="923434"/>
          </a:xfrm>
        </p:grpSpPr>
        <p:sp>
          <p:nvSpPr>
            <p:cNvPr id="957" name="Shape 1126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8" name="Shape 1127"/>
            <p:cNvSpPr txBox="1"/>
            <p:nvPr/>
          </p:nvSpPr>
          <p:spPr>
            <a:xfrm>
              <a:off x="225175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962" name="Group 1131"/>
          <p:cNvGrpSpPr/>
          <p:nvPr/>
        </p:nvGrpSpPr>
        <p:grpSpPr>
          <a:xfrm>
            <a:off x="2819400" y="4441895"/>
            <a:ext cx="927100" cy="923435"/>
            <a:chOff x="0" y="0"/>
            <a:chExt cx="927100" cy="923434"/>
          </a:xfrm>
        </p:grpSpPr>
        <p:sp>
          <p:nvSpPr>
            <p:cNvPr id="960" name="Shape 1129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1" name="Shape 1130"/>
            <p:cNvSpPr txBox="1"/>
            <p:nvPr/>
          </p:nvSpPr>
          <p:spPr>
            <a:xfrm>
              <a:off x="225175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4</a:t>
              </a:r>
            </a:p>
          </p:txBody>
        </p:sp>
      </p:grpSp>
      <p:grpSp>
        <p:nvGrpSpPr>
          <p:cNvPr id="965" name="Group 1134"/>
          <p:cNvGrpSpPr/>
          <p:nvPr/>
        </p:nvGrpSpPr>
        <p:grpSpPr>
          <a:xfrm>
            <a:off x="3923453" y="6299198"/>
            <a:ext cx="927103" cy="923435"/>
            <a:chOff x="0" y="0"/>
            <a:chExt cx="927101" cy="923434"/>
          </a:xfrm>
        </p:grpSpPr>
        <p:sp>
          <p:nvSpPr>
            <p:cNvPr id="963" name="Shape 1132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4" name="Shape 1133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968" name="Group 1137"/>
          <p:cNvGrpSpPr/>
          <p:nvPr/>
        </p:nvGrpSpPr>
        <p:grpSpPr>
          <a:xfrm>
            <a:off x="3923453" y="5372099"/>
            <a:ext cx="927103" cy="923435"/>
            <a:chOff x="0" y="0"/>
            <a:chExt cx="927101" cy="923434"/>
          </a:xfrm>
        </p:grpSpPr>
        <p:sp>
          <p:nvSpPr>
            <p:cNvPr id="966" name="Shape 1135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7" name="Shape 1136"/>
            <p:cNvSpPr txBox="1"/>
            <p:nvPr/>
          </p:nvSpPr>
          <p:spPr>
            <a:xfrm>
              <a:off x="226870" y="244965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971" name="Group 1140"/>
          <p:cNvGrpSpPr/>
          <p:nvPr/>
        </p:nvGrpSpPr>
        <p:grpSpPr>
          <a:xfrm>
            <a:off x="3923453" y="4444999"/>
            <a:ext cx="927103" cy="923435"/>
            <a:chOff x="0" y="0"/>
            <a:chExt cx="927101" cy="923434"/>
          </a:xfrm>
        </p:grpSpPr>
        <p:sp>
          <p:nvSpPr>
            <p:cNvPr id="969" name="Shape 1138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0" name="Shape 1139"/>
            <p:cNvSpPr txBox="1"/>
            <p:nvPr/>
          </p:nvSpPr>
          <p:spPr>
            <a:xfrm>
              <a:off x="226870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8</a:t>
              </a:r>
            </a:p>
          </p:txBody>
        </p:sp>
      </p:grpSp>
      <p:grpSp>
        <p:nvGrpSpPr>
          <p:cNvPr id="974" name="Group 1143"/>
          <p:cNvGrpSpPr/>
          <p:nvPr/>
        </p:nvGrpSpPr>
        <p:grpSpPr>
          <a:xfrm>
            <a:off x="5052342" y="6299198"/>
            <a:ext cx="927102" cy="923435"/>
            <a:chOff x="0" y="0"/>
            <a:chExt cx="927101" cy="923434"/>
          </a:xfrm>
        </p:grpSpPr>
        <p:sp>
          <p:nvSpPr>
            <p:cNvPr id="972" name="Shape 1141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3" name="Shape 1142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977" name="Group 1146"/>
          <p:cNvGrpSpPr/>
          <p:nvPr/>
        </p:nvGrpSpPr>
        <p:grpSpPr>
          <a:xfrm>
            <a:off x="5052342" y="5372099"/>
            <a:ext cx="927102" cy="923435"/>
            <a:chOff x="0" y="0"/>
            <a:chExt cx="927101" cy="923434"/>
          </a:xfrm>
        </p:grpSpPr>
        <p:sp>
          <p:nvSpPr>
            <p:cNvPr id="975" name="Shape 1144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6" name="Shape 1145"/>
            <p:cNvSpPr txBox="1"/>
            <p:nvPr/>
          </p:nvSpPr>
          <p:spPr>
            <a:xfrm>
              <a:off x="226870" y="244965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980" name="Group 1149"/>
          <p:cNvGrpSpPr/>
          <p:nvPr/>
        </p:nvGrpSpPr>
        <p:grpSpPr>
          <a:xfrm>
            <a:off x="5052342" y="4444999"/>
            <a:ext cx="927102" cy="923435"/>
            <a:chOff x="0" y="0"/>
            <a:chExt cx="927101" cy="923434"/>
          </a:xfrm>
        </p:grpSpPr>
        <p:sp>
          <p:nvSpPr>
            <p:cNvPr id="978" name="Shape 1147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9" name="Shape 1148"/>
            <p:cNvSpPr txBox="1"/>
            <p:nvPr/>
          </p:nvSpPr>
          <p:spPr>
            <a:xfrm>
              <a:off x="226870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7</a:t>
              </a:r>
            </a:p>
          </p:txBody>
        </p:sp>
      </p:grpSp>
      <p:grpSp>
        <p:nvGrpSpPr>
          <p:cNvPr id="983" name="Group 1152"/>
          <p:cNvGrpSpPr/>
          <p:nvPr/>
        </p:nvGrpSpPr>
        <p:grpSpPr>
          <a:xfrm>
            <a:off x="5052342" y="2580921"/>
            <a:ext cx="927102" cy="923435"/>
            <a:chOff x="0" y="0"/>
            <a:chExt cx="927101" cy="923434"/>
          </a:xfrm>
        </p:grpSpPr>
        <p:sp>
          <p:nvSpPr>
            <p:cNvPr id="981" name="Shape 1150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2" name="Shape 1151"/>
            <p:cNvSpPr txBox="1"/>
            <p:nvPr/>
          </p:nvSpPr>
          <p:spPr>
            <a:xfrm>
              <a:off x="226870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986" name="Group 1155"/>
          <p:cNvGrpSpPr/>
          <p:nvPr/>
        </p:nvGrpSpPr>
        <p:grpSpPr>
          <a:xfrm>
            <a:off x="6128172" y="6299198"/>
            <a:ext cx="927103" cy="923435"/>
            <a:chOff x="0" y="0"/>
            <a:chExt cx="927101" cy="923434"/>
          </a:xfrm>
        </p:grpSpPr>
        <p:sp>
          <p:nvSpPr>
            <p:cNvPr id="984" name="Shape 1153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5" name="Shape 1154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989" name="Group 1158"/>
          <p:cNvGrpSpPr/>
          <p:nvPr/>
        </p:nvGrpSpPr>
        <p:grpSpPr>
          <a:xfrm>
            <a:off x="6128172" y="5372099"/>
            <a:ext cx="927103" cy="923435"/>
            <a:chOff x="0" y="0"/>
            <a:chExt cx="927101" cy="923434"/>
          </a:xfrm>
        </p:grpSpPr>
        <p:sp>
          <p:nvSpPr>
            <p:cNvPr id="987" name="Shape 1156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8" name="Shape 1157"/>
            <p:cNvSpPr txBox="1"/>
            <p:nvPr/>
          </p:nvSpPr>
          <p:spPr>
            <a:xfrm>
              <a:off x="226869" y="244965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992" name="Group 1161"/>
          <p:cNvGrpSpPr/>
          <p:nvPr/>
        </p:nvGrpSpPr>
        <p:grpSpPr>
          <a:xfrm>
            <a:off x="6128172" y="3517899"/>
            <a:ext cx="927103" cy="923435"/>
            <a:chOff x="0" y="0"/>
            <a:chExt cx="927101" cy="923434"/>
          </a:xfrm>
        </p:grpSpPr>
        <p:sp>
          <p:nvSpPr>
            <p:cNvPr id="990" name="Shape 1159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1" name="Shape 1160"/>
            <p:cNvSpPr txBox="1"/>
            <p:nvPr/>
          </p:nvSpPr>
          <p:spPr>
            <a:xfrm>
              <a:off x="226869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6</a:t>
              </a:r>
            </a:p>
          </p:txBody>
        </p:sp>
      </p:grpSp>
      <p:grpSp>
        <p:nvGrpSpPr>
          <p:cNvPr id="995" name="Group 1164"/>
          <p:cNvGrpSpPr/>
          <p:nvPr/>
        </p:nvGrpSpPr>
        <p:grpSpPr>
          <a:xfrm>
            <a:off x="7257061" y="6299198"/>
            <a:ext cx="927103" cy="923435"/>
            <a:chOff x="0" y="0"/>
            <a:chExt cx="927101" cy="923434"/>
          </a:xfrm>
        </p:grpSpPr>
        <p:sp>
          <p:nvSpPr>
            <p:cNvPr id="993" name="Shape 1162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4" name="Shape 1163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998" name="Group 1167"/>
          <p:cNvGrpSpPr/>
          <p:nvPr/>
        </p:nvGrpSpPr>
        <p:grpSpPr>
          <a:xfrm>
            <a:off x="7257061" y="5372099"/>
            <a:ext cx="927103" cy="923435"/>
            <a:chOff x="0" y="0"/>
            <a:chExt cx="927101" cy="923434"/>
          </a:xfrm>
        </p:grpSpPr>
        <p:sp>
          <p:nvSpPr>
            <p:cNvPr id="996" name="Shape 1165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7" name="Shape 1166"/>
            <p:cNvSpPr txBox="1"/>
            <p:nvPr/>
          </p:nvSpPr>
          <p:spPr>
            <a:xfrm>
              <a:off x="226869" y="244965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1001" name="Group 1170"/>
          <p:cNvGrpSpPr/>
          <p:nvPr/>
        </p:nvGrpSpPr>
        <p:grpSpPr>
          <a:xfrm>
            <a:off x="7252547" y="3514795"/>
            <a:ext cx="927103" cy="923435"/>
            <a:chOff x="0" y="0"/>
            <a:chExt cx="927101" cy="923434"/>
          </a:xfrm>
        </p:grpSpPr>
        <p:sp>
          <p:nvSpPr>
            <p:cNvPr id="999" name="Shape 1168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0" name="Shape 1169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1004" name="Group 1173"/>
          <p:cNvGrpSpPr/>
          <p:nvPr/>
        </p:nvGrpSpPr>
        <p:grpSpPr>
          <a:xfrm>
            <a:off x="8373250" y="6299198"/>
            <a:ext cx="927103" cy="923435"/>
            <a:chOff x="0" y="0"/>
            <a:chExt cx="927101" cy="923434"/>
          </a:xfrm>
        </p:grpSpPr>
        <p:sp>
          <p:nvSpPr>
            <p:cNvPr id="1002" name="Shape 1171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3" name="Shape 1172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1007" name="Group 1176"/>
          <p:cNvGrpSpPr/>
          <p:nvPr/>
        </p:nvGrpSpPr>
        <p:grpSpPr>
          <a:xfrm>
            <a:off x="8373250" y="5372099"/>
            <a:ext cx="927103" cy="923435"/>
            <a:chOff x="0" y="0"/>
            <a:chExt cx="927101" cy="923434"/>
          </a:xfrm>
        </p:grpSpPr>
        <p:sp>
          <p:nvSpPr>
            <p:cNvPr id="1005" name="Shape 1174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6" name="Shape 1175"/>
            <p:cNvSpPr txBox="1"/>
            <p:nvPr/>
          </p:nvSpPr>
          <p:spPr>
            <a:xfrm>
              <a:off x="226869" y="244965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1010" name="Group 1179"/>
          <p:cNvGrpSpPr/>
          <p:nvPr/>
        </p:nvGrpSpPr>
        <p:grpSpPr>
          <a:xfrm>
            <a:off x="8373250" y="3517899"/>
            <a:ext cx="927103" cy="923435"/>
            <a:chOff x="0" y="0"/>
            <a:chExt cx="927101" cy="923434"/>
          </a:xfrm>
        </p:grpSpPr>
        <p:sp>
          <p:nvSpPr>
            <p:cNvPr id="1008" name="Shape 1177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9" name="Shape 1178"/>
            <p:cNvSpPr txBox="1"/>
            <p:nvPr/>
          </p:nvSpPr>
          <p:spPr>
            <a:xfrm>
              <a:off x="226869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7</a:t>
              </a:r>
            </a:p>
          </p:txBody>
        </p:sp>
      </p:grpSp>
      <p:grpSp>
        <p:nvGrpSpPr>
          <p:cNvPr id="1013" name="Group 1182"/>
          <p:cNvGrpSpPr/>
          <p:nvPr/>
        </p:nvGrpSpPr>
        <p:grpSpPr>
          <a:xfrm>
            <a:off x="9436382" y="6299198"/>
            <a:ext cx="927103" cy="923435"/>
            <a:chOff x="0" y="0"/>
            <a:chExt cx="927101" cy="923434"/>
          </a:xfrm>
        </p:grpSpPr>
        <p:sp>
          <p:nvSpPr>
            <p:cNvPr id="1011" name="Shape 1180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2" name="Shape 1181"/>
            <p:cNvSpPr txBox="1"/>
            <p:nvPr/>
          </p:nvSpPr>
          <p:spPr>
            <a:xfrm>
              <a:off x="226869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grpSp>
        <p:nvGrpSpPr>
          <p:cNvPr id="1016" name="Group 1185"/>
          <p:cNvGrpSpPr/>
          <p:nvPr/>
        </p:nvGrpSpPr>
        <p:grpSpPr>
          <a:xfrm>
            <a:off x="9436382" y="5372099"/>
            <a:ext cx="927103" cy="923435"/>
            <a:chOff x="0" y="0"/>
            <a:chExt cx="927101" cy="923434"/>
          </a:xfrm>
        </p:grpSpPr>
        <p:sp>
          <p:nvSpPr>
            <p:cNvPr id="1014" name="Shape 1183"/>
            <p:cNvSpPr/>
            <p:nvPr/>
          </p:nvSpPr>
          <p:spPr>
            <a:xfrm>
              <a:off x="0" y="-1"/>
              <a:ext cx="927102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5" name="Shape 1184"/>
            <p:cNvSpPr txBox="1"/>
            <p:nvPr/>
          </p:nvSpPr>
          <p:spPr>
            <a:xfrm>
              <a:off x="226869" y="244965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1019" name="Group 1188"/>
          <p:cNvGrpSpPr/>
          <p:nvPr/>
        </p:nvGrpSpPr>
        <p:grpSpPr>
          <a:xfrm>
            <a:off x="10464800" y="6296941"/>
            <a:ext cx="927100" cy="923435"/>
            <a:chOff x="0" y="0"/>
            <a:chExt cx="927100" cy="923434"/>
          </a:xfrm>
        </p:grpSpPr>
        <p:sp>
          <p:nvSpPr>
            <p:cNvPr id="1017" name="Shape 1186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8" name="Shape 1187"/>
            <p:cNvSpPr txBox="1"/>
            <p:nvPr/>
          </p:nvSpPr>
          <p:spPr>
            <a:xfrm>
              <a:off x="221224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  <p:sp>
        <p:nvSpPr>
          <p:cNvPr id="1020" name="Shape 1189"/>
          <p:cNvSpPr/>
          <p:nvPr/>
        </p:nvSpPr>
        <p:spPr>
          <a:xfrm>
            <a:off x="165099" y="7425832"/>
            <a:ext cx="12648073" cy="2258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023" name="Group 1192"/>
          <p:cNvGrpSpPr/>
          <p:nvPr/>
        </p:nvGrpSpPr>
        <p:grpSpPr>
          <a:xfrm>
            <a:off x="5054600" y="3517899"/>
            <a:ext cx="927100" cy="923435"/>
            <a:chOff x="0" y="0"/>
            <a:chExt cx="927100" cy="923434"/>
          </a:xfrm>
        </p:grpSpPr>
        <p:sp>
          <p:nvSpPr>
            <p:cNvPr id="1021" name="Shape 1190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2" name="Shape 1191"/>
            <p:cNvSpPr txBox="1"/>
            <p:nvPr/>
          </p:nvSpPr>
          <p:spPr>
            <a:xfrm>
              <a:off x="226869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6</a:t>
              </a:r>
            </a:p>
          </p:txBody>
        </p:sp>
      </p:grpSp>
      <p:grpSp>
        <p:nvGrpSpPr>
          <p:cNvPr id="1026" name="Group 1195"/>
          <p:cNvGrpSpPr/>
          <p:nvPr/>
        </p:nvGrpSpPr>
        <p:grpSpPr>
          <a:xfrm>
            <a:off x="6134100" y="4444999"/>
            <a:ext cx="927100" cy="923435"/>
            <a:chOff x="0" y="0"/>
            <a:chExt cx="927100" cy="923434"/>
          </a:xfrm>
        </p:grpSpPr>
        <p:sp>
          <p:nvSpPr>
            <p:cNvPr id="1024" name="Shape 1193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5" name="Shape 1194"/>
            <p:cNvSpPr txBox="1"/>
            <p:nvPr/>
          </p:nvSpPr>
          <p:spPr>
            <a:xfrm>
              <a:off x="226869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7</a:t>
              </a:r>
            </a:p>
          </p:txBody>
        </p:sp>
      </p:grpSp>
      <p:grpSp>
        <p:nvGrpSpPr>
          <p:cNvPr id="1029" name="Group 1198"/>
          <p:cNvGrpSpPr/>
          <p:nvPr/>
        </p:nvGrpSpPr>
        <p:grpSpPr>
          <a:xfrm>
            <a:off x="7251700" y="4444999"/>
            <a:ext cx="927100" cy="923435"/>
            <a:chOff x="0" y="0"/>
            <a:chExt cx="927100" cy="923434"/>
          </a:xfrm>
        </p:grpSpPr>
        <p:sp>
          <p:nvSpPr>
            <p:cNvPr id="1027" name="Shape 1196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8" name="Shape 1197"/>
            <p:cNvSpPr txBox="1"/>
            <p:nvPr/>
          </p:nvSpPr>
          <p:spPr>
            <a:xfrm>
              <a:off x="226869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7</a:t>
              </a:r>
            </a:p>
          </p:txBody>
        </p:sp>
      </p:grpSp>
      <p:grpSp>
        <p:nvGrpSpPr>
          <p:cNvPr id="1032" name="Group 1201"/>
          <p:cNvGrpSpPr/>
          <p:nvPr/>
        </p:nvGrpSpPr>
        <p:grpSpPr>
          <a:xfrm>
            <a:off x="8369300" y="4444999"/>
            <a:ext cx="927100" cy="923435"/>
            <a:chOff x="0" y="0"/>
            <a:chExt cx="927100" cy="923434"/>
          </a:xfrm>
        </p:grpSpPr>
        <p:sp>
          <p:nvSpPr>
            <p:cNvPr id="1030" name="Shape 1199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1" name="Shape 1200"/>
            <p:cNvSpPr txBox="1"/>
            <p:nvPr/>
          </p:nvSpPr>
          <p:spPr>
            <a:xfrm>
              <a:off x="226869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7</a:t>
              </a:r>
            </a:p>
          </p:txBody>
        </p:sp>
      </p:grpSp>
      <p:grpSp>
        <p:nvGrpSpPr>
          <p:cNvPr id="1035" name="Group 1204"/>
          <p:cNvGrpSpPr/>
          <p:nvPr/>
        </p:nvGrpSpPr>
        <p:grpSpPr>
          <a:xfrm>
            <a:off x="9436100" y="4444999"/>
            <a:ext cx="927100" cy="923435"/>
            <a:chOff x="0" y="0"/>
            <a:chExt cx="927100" cy="923434"/>
          </a:xfrm>
        </p:grpSpPr>
        <p:sp>
          <p:nvSpPr>
            <p:cNvPr id="1033" name="Shape 1202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4" name="Shape 1203"/>
            <p:cNvSpPr txBox="1"/>
            <p:nvPr/>
          </p:nvSpPr>
          <p:spPr>
            <a:xfrm>
              <a:off x="226869" y="238192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7</a:t>
              </a:r>
            </a:p>
          </p:txBody>
        </p:sp>
      </p:grpSp>
      <p:grpSp>
        <p:nvGrpSpPr>
          <p:cNvPr id="1038" name="Group 1207"/>
          <p:cNvGrpSpPr/>
          <p:nvPr/>
        </p:nvGrpSpPr>
        <p:grpSpPr>
          <a:xfrm>
            <a:off x="10464800" y="5372099"/>
            <a:ext cx="927100" cy="923435"/>
            <a:chOff x="0" y="0"/>
            <a:chExt cx="927100" cy="923434"/>
          </a:xfrm>
        </p:grpSpPr>
        <p:sp>
          <p:nvSpPr>
            <p:cNvPr id="1036" name="Shape 1205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7" name="Shape 1206"/>
            <p:cNvSpPr txBox="1"/>
            <p:nvPr/>
          </p:nvSpPr>
          <p:spPr>
            <a:xfrm>
              <a:off x="226869" y="244965"/>
              <a:ext cx="467433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5</a:t>
              </a:r>
            </a:p>
          </p:txBody>
        </p:sp>
      </p:grpSp>
      <p:grpSp>
        <p:nvGrpSpPr>
          <p:cNvPr id="1041" name="Group 1210"/>
          <p:cNvGrpSpPr/>
          <p:nvPr/>
        </p:nvGrpSpPr>
        <p:grpSpPr>
          <a:xfrm>
            <a:off x="11493500" y="6299198"/>
            <a:ext cx="927100" cy="923435"/>
            <a:chOff x="0" y="0"/>
            <a:chExt cx="927100" cy="923434"/>
          </a:xfrm>
        </p:grpSpPr>
        <p:sp>
          <p:nvSpPr>
            <p:cNvPr id="1039" name="Shape 1208"/>
            <p:cNvSpPr/>
            <p:nvPr/>
          </p:nvSpPr>
          <p:spPr>
            <a:xfrm>
              <a:off x="0" y="-1"/>
              <a:ext cx="927100" cy="923435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0" name="Shape 1209"/>
            <p:cNvSpPr txBox="1"/>
            <p:nvPr/>
          </p:nvSpPr>
          <p:spPr>
            <a:xfrm>
              <a:off x="221224" y="239039"/>
              <a:ext cx="467434" cy="449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0250"/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Class="entr" nodeType="click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Class="entr" nodeType="clickEffect" presetSubtype="0" presetID="1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Class="entr" nodeType="clickEffect" presetSubtype="0" presetID="1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Class="entr" nodeType="clickEffect" presetSubtype="0" presetID="1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Class="entr" nodeType="clickEffect" presetSubtype="0" presetID="1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Class="entr" nodeType="clickEffect" presetSubtype="0" presetID="1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65" grpId="7"/>
      <p:bldP build="whole" bldLvl="1" animBg="1" rev="0" advAuto="0" spid="956" grpId="4"/>
      <p:bldP build="whole" bldLvl="1" animBg="1" rev="0" advAuto="0" spid="995" grpId="19"/>
      <p:bldP build="whole" bldLvl="1" animBg="1" rev="0" advAuto="0" spid="1032" grpId="25"/>
      <p:bldP build="whole" bldLvl="1" animBg="1" rev="0" advAuto="0" spid="968" grpId="8"/>
      <p:bldP build="whole" bldLvl="1" animBg="1" rev="0" advAuto="0" spid="959" grpId="5"/>
      <p:bldP build="whole" bldLvl="1" animBg="1" rev="0" advAuto="0" spid="998" grpId="20"/>
      <p:bldP build="whole" bldLvl="1" animBg="1" rev="0" advAuto="0" spid="1035" grpId="29"/>
      <p:bldP build="whole" bldLvl="1" animBg="1" rev="0" advAuto="0" spid="1010" grpId="26"/>
      <p:bldP build="whole" bldLvl="1" animBg="1" rev="0" advAuto="0" spid="983" grpId="14"/>
      <p:bldP build="whole" bldLvl="1" animBg="1" rev="0" advAuto="0" spid="1038" grpId="31"/>
      <p:bldP build="whole" bldLvl="1" animBg="1" rev="0" advAuto="0" spid="1013" grpId="27"/>
      <p:bldP build="whole" bldLvl="1" animBg="1" rev="0" advAuto="0" spid="947" grpId="1"/>
      <p:bldP build="whole" bldLvl="1" animBg="1" rev="0" advAuto="0" spid="986" grpId="15"/>
      <p:bldP build="whole" bldLvl="1" animBg="1" rev="0" advAuto="0" spid="1041" grpId="32"/>
      <p:bldP build="whole" bldLvl="1" animBg="1" rev="0" advAuto="0" spid="1023" grpId="13"/>
      <p:bldP build="whole" bldLvl="1" animBg="1" rev="0" advAuto="0" spid="989" grpId="16"/>
      <p:bldP build="whole" bldLvl="1" animBg="1" rev="0" advAuto="0" spid="971" grpId="9"/>
      <p:bldP build="whole" bldLvl="1" animBg="1" rev="0" advAuto="0" spid="950" grpId="2"/>
      <p:bldP build="whole" bldLvl="1" animBg="1" rev="0" advAuto="0" spid="1001" grpId="22"/>
      <p:bldP build="whole" bldLvl="1" animBg="1" rev="0" advAuto="0" spid="974" grpId="10"/>
      <p:bldP build="whole" bldLvl="1" animBg="1" rev="0" advAuto="0" spid="1026" grpId="17"/>
      <p:bldP build="whole" bldLvl="1" animBg="1" rev="0" advAuto="0" spid="1016" grpId="28"/>
      <p:bldP build="whole" bldLvl="1" animBg="1" rev="0" advAuto="0" spid="1004" grpId="23"/>
      <p:bldP build="whole" bldLvl="1" animBg="1" rev="0" advAuto="0" spid="977" grpId="11"/>
      <p:bldP build="whole" bldLvl="1" animBg="1" rev="0" advAuto="0" spid="1007" grpId="24"/>
      <p:bldP build="whole" bldLvl="1" animBg="1" rev="0" advAuto="0" spid="980" grpId="12"/>
      <p:bldP build="whole" bldLvl="1" animBg="1" rev="0" advAuto="0" spid="1029" grpId="21"/>
      <p:bldP build="whole" bldLvl="1" animBg="1" rev="0" advAuto="0" spid="1019" grpId="30"/>
      <p:bldP build="whole" bldLvl="1" animBg="1" rev="0" advAuto="0" spid="962" grpId="6"/>
      <p:bldP build="whole" bldLvl="1" animBg="1" rev="0" advAuto="0" spid="953" grpId="3"/>
      <p:bldP build="whole" bldLvl="1" animBg="1" rev="0" advAuto="0" spid="992" grpId="18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4" name="成组"/>
          <p:cNvGrpSpPr/>
          <p:nvPr/>
        </p:nvGrpSpPr>
        <p:grpSpPr>
          <a:xfrm>
            <a:off x="382127" y="2630863"/>
            <a:ext cx="5427702" cy="3998528"/>
            <a:chOff x="0" y="0"/>
            <a:chExt cx="5427700" cy="3998526"/>
          </a:xfrm>
        </p:grpSpPr>
        <p:sp>
          <p:nvSpPr>
            <p:cNvPr id="1043" name="Shape 282"/>
            <p:cNvSpPr/>
            <p:nvPr/>
          </p:nvSpPr>
          <p:spPr>
            <a:xfrm>
              <a:off x="1047608" y="1142435"/>
              <a:ext cx="1142438" cy="38156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4" name="Shape 245"/>
            <p:cNvSpPr/>
            <p:nvPr/>
          </p:nvSpPr>
          <p:spPr>
            <a:xfrm>
              <a:off x="2095217" y="1429173"/>
              <a:ext cx="666049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5" name="Shape 246"/>
            <p:cNvSpPr txBox="1"/>
            <p:nvPr/>
          </p:nvSpPr>
          <p:spPr>
            <a:xfrm>
              <a:off x="2250967" y="1510769"/>
              <a:ext cx="329148" cy="357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46" name="Shape 248"/>
            <p:cNvSpPr/>
            <p:nvPr/>
          </p:nvSpPr>
          <p:spPr>
            <a:xfrm>
              <a:off x="413173" y="760870"/>
              <a:ext cx="666047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7" name="Shape 249"/>
            <p:cNvSpPr txBox="1"/>
            <p:nvPr/>
          </p:nvSpPr>
          <p:spPr>
            <a:xfrm>
              <a:off x="563229" y="867866"/>
              <a:ext cx="315133" cy="357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048" name="Shape 251"/>
            <p:cNvSpPr/>
            <p:nvPr/>
          </p:nvSpPr>
          <p:spPr>
            <a:xfrm>
              <a:off x="0" y="2095217"/>
              <a:ext cx="666047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9" name="Shape 252"/>
            <p:cNvSpPr txBox="1"/>
            <p:nvPr/>
          </p:nvSpPr>
          <p:spPr>
            <a:xfrm>
              <a:off x="150056" y="2164113"/>
              <a:ext cx="315133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050" name="Shape 254"/>
            <p:cNvSpPr/>
            <p:nvPr/>
          </p:nvSpPr>
          <p:spPr>
            <a:xfrm>
              <a:off x="1047608" y="3427306"/>
              <a:ext cx="666049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1" name="Shape 255"/>
            <p:cNvSpPr txBox="1"/>
            <p:nvPr/>
          </p:nvSpPr>
          <p:spPr>
            <a:xfrm>
              <a:off x="1203358" y="3534302"/>
              <a:ext cx="32914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052" name="Shape 257"/>
            <p:cNvSpPr/>
            <p:nvPr/>
          </p:nvSpPr>
          <p:spPr>
            <a:xfrm>
              <a:off x="1905564" y="2666435"/>
              <a:ext cx="666047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3" name="Shape 258"/>
            <p:cNvSpPr txBox="1"/>
            <p:nvPr/>
          </p:nvSpPr>
          <p:spPr>
            <a:xfrm>
              <a:off x="2023213" y="2773431"/>
              <a:ext cx="329148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054" name="Shape 260"/>
            <p:cNvSpPr/>
            <p:nvPr/>
          </p:nvSpPr>
          <p:spPr>
            <a:xfrm>
              <a:off x="3348285" y="2237457"/>
              <a:ext cx="666047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5" name="Shape 261"/>
            <p:cNvSpPr txBox="1"/>
            <p:nvPr/>
          </p:nvSpPr>
          <p:spPr>
            <a:xfrm>
              <a:off x="3530873" y="2344453"/>
              <a:ext cx="300870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056" name="Shape 263"/>
            <p:cNvSpPr/>
            <p:nvPr/>
          </p:nvSpPr>
          <p:spPr>
            <a:xfrm>
              <a:off x="4761654" y="2666435"/>
              <a:ext cx="666047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7" name="Shape 264"/>
            <p:cNvSpPr txBox="1"/>
            <p:nvPr/>
          </p:nvSpPr>
          <p:spPr>
            <a:xfrm>
              <a:off x="4979527" y="2770609"/>
              <a:ext cx="230301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1058" name="Shape 266"/>
            <p:cNvSpPr/>
            <p:nvPr/>
          </p:nvSpPr>
          <p:spPr>
            <a:xfrm>
              <a:off x="3903698" y="381564"/>
              <a:ext cx="666049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9" name="Shape 267"/>
            <p:cNvSpPr txBox="1"/>
            <p:nvPr/>
          </p:nvSpPr>
          <p:spPr>
            <a:xfrm>
              <a:off x="4093231" y="488560"/>
              <a:ext cx="286980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060" name="Shape 269"/>
            <p:cNvSpPr/>
            <p:nvPr/>
          </p:nvSpPr>
          <p:spPr>
            <a:xfrm flipH="1">
              <a:off x="666044" y="1808479"/>
              <a:ext cx="1429175" cy="47639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1" name="Shape 270"/>
            <p:cNvSpPr/>
            <p:nvPr/>
          </p:nvSpPr>
          <p:spPr>
            <a:xfrm>
              <a:off x="381564" y="2666435"/>
              <a:ext cx="760873" cy="85570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2" name="Shape 271"/>
            <p:cNvSpPr/>
            <p:nvPr/>
          </p:nvSpPr>
          <p:spPr>
            <a:xfrm>
              <a:off x="2868789" y="286737"/>
              <a:ext cx="1041402" cy="28448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3" name="Shape 272"/>
            <p:cNvSpPr/>
            <p:nvPr/>
          </p:nvSpPr>
          <p:spPr>
            <a:xfrm flipH="1">
              <a:off x="2195971" y="2000391"/>
              <a:ext cx="286740" cy="66604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4" name="Shape 273"/>
            <p:cNvSpPr/>
            <p:nvPr/>
          </p:nvSpPr>
          <p:spPr>
            <a:xfrm flipH="1">
              <a:off x="1713653" y="3142826"/>
              <a:ext cx="286740" cy="47413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5" name="Shape 274"/>
            <p:cNvSpPr/>
            <p:nvPr/>
          </p:nvSpPr>
          <p:spPr>
            <a:xfrm>
              <a:off x="3998525" y="2575277"/>
              <a:ext cx="763131" cy="38100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6" name="Shape 275"/>
            <p:cNvSpPr/>
            <p:nvPr/>
          </p:nvSpPr>
          <p:spPr>
            <a:xfrm>
              <a:off x="2761263" y="1808479"/>
              <a:ext cx="760873" cy="47639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7" name="Shape 276"/>
            <p:cNvSpPr/>
            <p:nvPr/>
          </p:nvSpPr>
          <p:spPr>
            <a:xfrm>
              <a:off x="4557043" y="760870"/>
              <a:ext cx="571220" cy="1905567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8" name="Shape 277"/>
            <p:cNvSpPr/>
            <p:nvPr/>
          </p:nvSpPr>
          <p:spPr>
            <a:xfrm flipH="1">
              <a:off x="3903698" y="952782"/>
              <a:ext cx="381567" cy="133209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9" name="Shape 278"/>
            <p:cNvSpPr/>
            <p:nvPr/>
          </p:nvSpPr>
          <p:spPr>
            <a:xfrm>
              <a:off x="2195970" y="0"/>
              <a:ext cx="666049" cy="571220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0" name="Shape 279"/>
            <p:cNvSpPr txBox="1"/>
            <p:nvPr/>
          </p:nvSpPr>
          <p:spPr>
            <a:xfrm>
              <a:off x="2333094" y="68895"/>
              <a:ext cx="32914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071" name="Shape 281"/>
            <p:cNvSpPr/>
            <p:nvPr/>
          </p:nvSpPr>
          <p:spPr>
            <a:xfrm flipV="1">
              <a:off x="1044504" y="331046"/>
              <a:ext cx="1142438" cy="57122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2" name="Shape 283"/>
            <p:cNvSpPr/>
            <p:nvPr/>
          </p:nvSpPr>
          <p:spPr>
            <a:xfrm flipH="1">
              <a:off x="2717236" y="835377"/>
              <a:ext cx="1225976" cy="69850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3" name="Shape 284"/>
            <p:cNvSpPr/>
            <p:nvPr/>
          </p:nvSpPr>
          <p:spPr>
            <a:xfrm flipH="1">
              <a:off x="381564" y="1332088"/>
              <a:ext cx="232553" cy="76313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101" name="成组"/>
          <p:cNvGrpSpPr/>
          <p:nvPr/>
        </p:nvGrpSpPr>
        <p:grpSpPr>
          <a:xfrm>
            <a:off x="7002216" y="3789679"/>
            <a:ext cx="4095611" cy="3892412"/>
            <a:chOff x="0" y="0"/>
            <a:chExt cx="4095610" cy="3892410"/>
          </a:xfrm>
        </p:grpSpPr>
        <p:sp>
          <p:nvSpPr>
            <p:cNvPr id="1075" name="Shape 290"/>
            <p:cNvSpPr/>
            <p:nvPr/>
          </p:nvSpPr>
          <p:spPr>
            <a:xfrm flipH="1">
              <a:off x="1382888" y="1550784"/>
              <a:ext cx="600879" cy="60087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6" name="Shape 291"/>
            <p:cNvSpPr/>
            <p:nvPr/>
          </p:nvSpPr>
          <p:spPr>
            <a:xfrm>
              <a:off x="2177062" y="1586019"/>
              <a:ext cx="1" cy="57834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7" name="Shape 218"/>
            <p:cNvSpPr/>
            <p:nvPr/>
          </p:nvSpPr>
          <p:spPr>
            <a:xfrm>
              <a:off x="1842345" y="1025878"/>
              <a:ext cx="666047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8" name="Shape 219"/>
            <p:cNvSpPr txBox="1"/>
            <p:nvPr/>
          </p:nvSpPr>
          <p:spPr>
            <a:xfrm>
              <a:off x="1977134" y="1132026"/>
              <a:ext cx="329148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79" name="Shape 221"/>
            <p:cNvSpPr/>
            <p:nvPr/>
          </p:nvSpPr>
          <p:spPr>
            <a:xfrm>
              <a:off x="1790417" y="0"/>
              <a:ext cx="666049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0" name="Shape 222"/>
            <p:cNvSpPr txBox="1"/>
            <p:nvPr/>
          </p:nvSpPr>
          <p:spPr>
            <a:xfrm>
              <a:off x="1965873" y="106995"/>
              <a:ext cx="315133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081" name="Shape 224"/>
            <p:cNvSpPr/>
            <p:nvPr/>
          </p:nvSpPr>
          <p:spPr>
            <a:xfrm>
              <a:off x="0" y="1025878"/>
              <a:ext cx="666046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2" name="Shape 225"/>
            <p:cNvSpPr txBox="1"/>
            <p:nvPr/>
          </p:nvSpPr>
          <p:spPr>
            <a:xfrm>
              <a:off x="175455" y="1132026"/>
              <a:ext cx="315133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083" name="Shape 227"/>
            <p:cNvSpPr/>
            <p:nvPr/>
          </p:nvSpPr>
          <p:spPr>
            <a:xfrm>
              <a:off x="0" y="2151662"/>
              <a:ext cx="666046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4" name="Shape 228"/>
            <p:cNvSpPr txBox="1"/>
            <p:nvPr/>
          </p:nvSpPr>
          <p:spPr>
            <a:xfrm>
              <a:off x="168448" y="2258657"/>
              <a:ext cx="32914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085" name="Shape 230"/>
            <p:cNvSpPr/>
            <p:nvPr/>
          </p:nvSpPr>
          <p:spPr>
            <a:xfrm>
              <a:off x="1024183" y="2151662"/>
              <a:ext cx="666047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6" name="Shape 231"/>
            <p:cNvSpPr txBox="1"/>
            <p:nvPr/>
          </p:nvSpPr>
          <p:spPr>
            <a:xfrm>
              <a:off x="1153122" y="2258657"/>
              <a:ext cx="32914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087" name="Shape 233"/>
            <p:cNvSpPr/>
            <p:nvPr/>
          </p:nvSpPr>
          <p:spPr>
            <a:xfrm>
              <a:off x="1842345" y="2151662"/>
              <a:ext cx="666047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8" name="Shape 234"/>
            <p:cNvSpPr txBox="1"/>
            <p:nvPr/>
          </p:nvSpPr>
          <p:spPr>
            <a:xfrm>
              <a:off x="2003973" y="2258657"/>
              <a:ext cx="300870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089" name="Shape 236"/>
            <p:cNvSpPr/>
            <p:nvPr/>
          </p:nvSpPr>
          <p:spPr>
            <a:xfrm>
              <a:off x="1843475" y="3321190"/>
              <a:ext cx="666046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0" name="Shape 237"/>
            <p:cNvSpPr txBox="1"/>
            <p:nvPr/>
          </p:nvSpPr>
          <p:spPr>
            <a:xfrm>
              <a:off x="2030874" y="3425364"/>
              <a:ext cx="230301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1091" name="Shape 239"/>
            <p:cNvSpPr/>
            <p:nvPr/>
          </p:nvSpPr>
          <p:spPr>
            <a:xfrm>
              <a:off x="2763518" y="2151662"/>
              <a:ext cx="666049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2" name="Shape 240"/>
            <p:cNvSpPr txBox="1"/>
            <p:nvPr/>
          </p:nvSpPr>
          <p:spPr>
            <a:xfrm>
              <a:off x="2953051" y="2258657"/>
              <a:ext cx="286980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093" name="Shape 242"/>
            <p:cNvSpPr/>
            <p:nvPr/>
          </p:nvSpPr>
          <p:spPr>
            <a:xfrm>
              <a:off x="3429564" y="1025878"/>
              <a:ext cx="666047" cy="57122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4" name="Shape 243"/>
            <p:cNvSpPr txBox="1"/>
            <p:nvPr/>
          </p:nvSpPr>
          <p:spPr>
            <a:xfrm>
              <a:off x="3585312" y="1132026"/>
              <a:ext cx="329148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095" name="Shape 286"/>
            <p:cNvSpPr/>
            <p:nvPr/>
          </p:nvSpPr>
          <p:spPr>
            <a:xfrm flipH="1">
              <a:off x="576015" y="390878"/>
              <a:ext cx="1231902" cy="71571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6" name="Shape 287"/>
            <p:cNvSpPr/>
            <p:nvPr/>
          </p:nvSpPr>
          <p:spPr>
            <a:xfrm>
              <a:off x="2177062" y="559365"/>
              <a:ext cx="1" cy="46566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7" name="Shape 288"/>
            <p:cNvSpPr/>
            <p:nvPr/>
          </p:nvSpPr>
          <p:spPr>
            <a:xfrm>
              <a:off x="2431061" y="390878"/>
              <a:ext cx="1126633" cy="71571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8" name="Shape 289"/>
            <p:cNvSpPr/>
            <p:nvPr/>
          </p:nvSpPr>
          <p:spPr>
            <a:xfrm>
              <a:off x="332457" y="1597378"/>
              <a:ext cx="2260" cy="53791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9" name="Shape 292"/>
            <p:cNvSpPr/>
            <p:nvPr/>
          </p:nvSpPr>
          <p:spPr>
            <a:xfrm>
              <a:off x="2427032" y="1505860"/>
              <a:ext cx="645804" cy="64580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0" name="Shape 293"/>
            <p:cNvSpPr/>
            <p:nvPr/>
          </p:nvSpPr>
          <p:spPr>
            <a:xfrm>
              <a:off x="2174803" y="2712720"/>
              <a:ext cx="2260" cy="6163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102" name="Shape 83"/>
          <p:cNvSpPr txBox="1"/>
          <p:nvPr/>
        </p:nvSpPr>
        <p:spPr>
          <a:xfrm>
            <a:off x="1875649" y="152400"/>
            <a:ext cx="8458202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最短路径</a:t>
            </a:r>
          </a:p>
        </p:txBody>
      </p:sp>
      <p:sp>
        <p:nvSpPr>
          <p:cNvPr id="1103" name="Shape 294"/>
          <p:cNvSpPr txBox="1"/>
          <p:nvPr/>
        </p:nvSpPr>
        <p:spPr>
          <a:xfrm>
            <a:off x="787711" y="1425922"/>
            <a:ext cx="11837791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3800">
                <a:uFill>
                  <a:solidFill>
                    <a:srgbClr val="800000"/>
                  </a:solidFill>
                </a:uFill>
              </a:defRPr>
            </a:pPr>
            <a:r>
              <a:t>广度优先访问顶点的次序是按“路径长度”渐增的次序</a:t>
            </a:r>
            <a:r>
              <a:rPr>
                <a:uFill>
                  <a:solidFill>
                    <a:srgbClr val="000082"/>
                  </a:solidFill>
                </a:uFill>
              </a:rPr>
              <a:t>。</a:t>
            </a:r>
          </a:p>
        </p:txBody>
      </p:sp>
      <p:sp>
        <p:nvSpPr>
          <p:cNvPr id="1104" name="Shape 295"/>
          <p:cNvSpPr txBox="1"/>
          <p:nvPr/>
        </p:nvSpPr>
        <p:spPr>
          <a:xfrm>
            <a:off x="6159811" y="2658239"/>
            <a:ext cx="6571160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3800">
                <a:solidFill>
                  <a:schemeClr val="accent1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pPr/>
            <a:r>
              <a:t>如何记住路径的所有顶点？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04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
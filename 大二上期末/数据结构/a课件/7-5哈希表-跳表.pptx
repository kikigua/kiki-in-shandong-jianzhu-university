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s/comment1.xml" ContentType="application/vnd.openxmlformats-officedocument.presentationml.comment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s/comment2.xml" ContentType="application/vnd.openxmlformats-officedocument.presentationml.comments+xml"/>
  <Override PartName="/ppt/slides/slide14.xml" ContentType="application/vnd.openxmlformats-officedocument.presentationml.slide+xml"/>
  <Override PartName="/ppt/comments/comment3.xml" ContentType="application/vnd.openxmlformats-officedocument.presentationml.comment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s/comment4.xml" ContentType="application/vnd.openxmlformats-officedocument.presentationml.comments+xml"/>
  <Override PartName="/ppt/slides/slide17.xml" ContentType="application/vnd.openxmlformats-officedocument.presentationml.slide+xml"/>
  <Override PartName="/ppt/comments/comment5.xml" ContentType="application/vnd.openxmlformats-officedocument.presentationml.comments+xml"/>
  <Override PartName="/ppt/slides/slide18.xml" ContentType="application/vnd.openxmlformats-officedocument.presentationml.slide+xml"/>
  <Override PartName="/ppt/comments/comment6.xml" ContentType="application/vnd.openxmlformats-officedocument.presentationml.comment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6"/>
    <p:sldId id="264" r:id="rId17"/>
    <p:sldId id="265" r:id="rId18"/>
    <p:sldId id="266" r:id="rId19"/>
    <p:sldId id="267" r:id="rId20"/>
    <p:sldId id="268" r:id="rId21"/>
    <p:sldId id="269" r:id="rId23"/>
    <p:sldId id="270" r:id="rId25"/>
    <p:sldId id="271" r:id="rId26"/>
    <p:sldId id="272" r:id="rId28"/>
    <p:sldId id="273" r:id="rId30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comments" Target="comments/comment1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comments" Target="comments/comment2.xml"/><Relationship Id="rId23" Type="http://schemas.openxmlformats.org/officeDocument/2006/relationships/slide" Target="slides/slide14.xml"/><Relationship Id="rId24" Type="http://schemas.openxmlformats.org/officeDocument/2006/relationships/comments" Target="comments/comment3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comments" Target="comments/comment4.xml"/><Relationship Id="rId28" Type="http://schemas.openxmlformats.org/officeDocument/2006/relationships/slide" Target="slides/slide17.xml"/><Relationship Id="rId29" Type="http://schemas.openxmlformats.org/officeDocument/2006/relationships/comments" Target="comments/comment5.xml"/><Relationship Id="rId30" Type="http://schemas.openxmlformats.org/officeDocument/2006/relationships/slide" Target="slides/slide18.xml"/><Relationship Id="rId31" Type="http://schemas.openxmlformats.org/officeDocument/2006/relationships/comments" Target="comments/comment6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1-17T07:14:19.814" idx="1">
    <p:pos x="5712" y="2328"/>
    <p:text>哈希表不能太满，否则，性能下降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15T15:54:17.834" idx="2">
    <p:pos x="4606" y="3470"/>
    <p:text>Node的作用就是以前的Node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5-12T07:48:11.816" idx="3">
    <p:pos x="2037" y="3462"/>
    <p:text>注 ： table[i] 引用链表的第一个结点，head的作用
类库中Node就叫Entry
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9T08:09:47.602" idx="4">
    <p:pos x="303" y="4563"/>
    <p:text>// hashcode的值有可能为负数，负数的%操作达不到想要的结果,按位与操作后，保证为正数
</p:text>
    <p:extLst>
      <p:ext uri="{C676402C-5697-4E1C-873F-D02D1690AC5C}">
        <p15:threadingInfo xmlns:p15="http://schemas.microsoft.com/office/powerpoint/2012/main" timeZoneBias="-480"/>
      </p:ext>
    </p:extLst>
  </p:cm>
  <p:cm authorId="0" dt="2021-11-10T09:16:32.424" idx="5">
    <p:pos x="2674" y="4459"/>
    <p:text>equals和hashCode的规定：
相等的对象，hashCode相同，即 o1.equals(o2) = true if and only if hashCode(o1) = hashCode(o2)
不相等的对象，hashCode最好不同
这里先判断n.hash == hash，利用了2个整数比较效率高，和&amp;&amp; 的熔断机制，过滤掉那些不可能相等的对象
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1-17T07:22:01.124" idx="6">
    <p:pos x="5008" y="4680"/>
    <p:text>如果n.hash != hash，则两个key肯定不相等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1-17T07:22:58.791" idx="7">
    <p:pos x="5368" y="1200"/>
    <p:text>比较好的做法是找下一个质数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Shape 6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825500" latinLnBrk="0">
      <a:defRPr sz="2200">
        <a:latin typeface="+mn-lt"/>
        <a:ea typeface="+mn-ea"/>
        <a:cs typeface="+mn-cs"/>
        <a:sym typeface="Lucida Grande"/>
      </a:defRPr>
    </a:lvl1pPr>
    <a:lvl2pPr indent="228600" defTabSz="825500" latinLnBrk="0">
      <a:defRPr sz="2200">
        <a:latin typeface="+mn-lt"/>
        <a:ea typeface="+mn-ea"/>
        <a:cs typeface="+mn-cs"/>
        <a:sym typeface="Lucida Grande"/>
      </a:defRPr>
    </a:lvl2pPr>
    <a:lvl3pPr indent="457200" defTabSz="825500" latinLnBrk="0">
      <a:defRPr sz="2200">
        <a:latin typeface="+mn-lt"/>
        <a:ea typeface="+mn-ea"/>
        <a:cs typeface="+mn-cs"/>
        <a:sym typeface="Lucida Grande"/>
      </a:defRPr>
    </a:lvl3pPr>
    <a:lvl4pPr indent="685800" defTabSz="825500" latinLnBrk="0">
      <a:defRPr sz="2200">
        <a:latin typeface="+mn-lt"/>
        <a:ea typeface="+mn-ea"/>
        <a:cs typeface="+mn-cs"/>
        <a:sym typeface="Lucida Grande"/>
      </a:defRPr>
    </a:lvl4pPr>
    <a:lvl5pPr indent="914400" defTabSz="825500" latinLnBrk="0">
      <a:defRPr sz="2200">
        <a:latin typeface="+mn-lt"/>
        <a:ea typeface="+mn-ea"/>
        <a:cs typeface="+mn-cs"/>
        <a:sym typeface="Lucida Grande"/>
      </a:defRPr>
    </a:lvl5pPr>
    <a:lvl6pPr indent="1143000" defTabSz="825500" latinLnBrk="0">
      <a:defRPr sz="2200">
        <a:latin typeface="+mn-lt"/>
        <a:ea typeface="+mn-ea"/>
        <a:cs typeface="+mn-cs"/>
        <a:sym typeface="Lucida Grande"/>
      </a:defRPr>
    </a:lvl6pPr>
    <a:lvl7pPr indent="1371600" defTabSz="825500" latinLnBrk="0">
      <a:defRPr sz="2200">
        <a:latin typeface="+mn-lt"/>
        <a:ea typeface="+mn-ea"/>
        <a:cs typeface="+mn-cs"/>
        <a:sym typeface="Lucida Grande"/>
      </a:defRPr>
    </a:lvl7pPr>
    <a:lvl8pPr indent="1600200" defTabSz="825500" latinLnBrk="0">
      <a:defRPr sz="2200">
        <a:latin typeface="+mn-lt"/>
        <a:ea typeface="+mn-ea"/>
        <a:cs typeface="+mn-cs"/>
        <a:sym typeface="Lucida Grande"/>
      </a:defRPr>
    </a:lvl8pPr>
    <a:lvl9pPr indent="1828800" defTabSz="8255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hape 8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04" name="Shape 8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p指向头结点-&gt;p的2（最高级别）级链指针所指向的结点的值＝40，查找结束。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Shape 8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8" name="Shape 8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p指向头结点-&gt;p的2（最高级别）级链指针所指向的结点为40，其值比24要大-&gt;p不动，降级，p的1级链指针所指向的结点为24，其值比20大-&gt;p不动，降级，在0级链中查找，找到20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Shape 9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6" name="Shape 9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为40，其值比24要大-&gt;p不动，降级，p的1级链指针所指向的结点为24，其值比30小-&gt;移动p到1级链的下一个结点（24），继续在1级链中查找，p的1级链指针所指的结点为40，其值大于30-&gt;p不动，降级，在0级链中查找，找到30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Shape 10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8" name="Shape 10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为40，其值比24要大-&gt;p不动，降级，p的1级链指针所指向的结点为24，其值比30小-&gt;移动p到1级链的下一个结点（24），继续在1级链中查找，p的1级链指针所指的结点为40，其值大于30-&gt;p不动，降级，p的0级链指针所指向的结点为30，其值比30大-&gt;移动p到0级链的下一个结点40，40比35大，并且目前已经到了最低级别的链，因此，没有35这个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Shape 11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4" name="Shape 11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为40，其值比90要小-&gt;将p移动到2级链的下一个结点40，继续在2级链中查找，p的2级链指向的结点为最后一个结点，其值比90大-&gt;p不动，降级，p的1级链指针所指向的结点为75，其值比90小-&gt;移动p到1级链的下一个结点（75），继续在1级链中查找，p的1级链指针所指的结点为无穷大，其值大于90-&gt;p不动，降级，p的0级链指针所指向的结点为80，其值比90小-&gt;移动p到0级链的最后一个结点，其值比90大，并且目前已经到了最低级别的链，因此，没有90这个数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hape 12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0" name="Shape 12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为40，其值比77要小-&gt;将p移动到2级链的下一个结点40，继续在2级链中查找，p的2级链指向的结点为最后一个结点，其值比77大-&gt;p不动，降级，同时用p2记住p的2级指针最后一个结点的位置，p的1级链指针所指向的结点为75，其值比77小-&gt;移动p到1级链的下一个结点（75），继续在1级链中查找，p的1级链指针所指的结点为无穷大，其值大于77-&gt;p不动，降级，用p1记住降级前1级链的最后一个结点，p的0级链指针所指向的结点为80，比77大，所以77应该插入的位置就确定了：0级链在p的后面，1级链在p1的后面，2级链在p2的后面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Shape 14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8" name="Shape 14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为40，其值比90要小-&gt;将p移动到2级链的下一个结点40，继续在2级链中查找，p的2级链指向的结点为最后一个结点，其值比90大-&gt;p不动，降级，p的1级链指针所指向的结点为75，其值比90小-&gt;移动p到1级链的下一个结点（75），继续在1级链中查找，p的1级链指针所指的结点为无穷大，其值大于90-&gt;p不动，降级，p的0级链指针所指向的结点为80，其值比90小-&gt;移动p到0级链的最后一个结点，其值比90大，并且目前已经到了最低级别的链，因此，没有90这个数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Shape 14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3" name="Shape 14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25000"/>
              </a:lnSpc>
              <a:defRPr sz="24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pPr/>
            <a:r>
              <a:t>p指向头结点-&gt;p的2（最高级别）级链指针所指向的结点为40，其值比90要小-&gt;将p移动到2级链的下一个结点40，继续在2级链中查找，p的2级链指向的结点为最后一个结点，其值比90大-&gt;p不动，降级，p的1级链指针所指向的结点为75，其值比90小-&gt;移动p到1级链的下一个结点（75），继续在1级链中查找，p的1级链指针所指的结点为无穷大，其值大于90-&gt;p不动，降级，p的0级链指针所指向的结点为80，其值比90小-&gt;移动p到0级链的最后一个结点，其值比90大，并且目前已经到了最低级别的链，因此，没有90这个数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"/>
          <p:cNvSpPr/>
          <p:nvPr/>
        </p:nvSpPr>
        <p:spPr>
          <a:xfrm>
            <a:off x="1143000" y="320603"/>
            <a:ext cx="467360" cy="675081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2" name="Group 7"/>
          <p:cNvGrpSpPr/>
          <p:nvPr/>
        </p:nvGrpSpPr>
        <p:grpSpPr>
          <a:xfrm>
            <a:off x="165096" y="320600"/>
            <a:ext cx="1435106" cy="1041407"/>
            <a:chOff x="-1" y="0"/>
            <a:chExt cx="1435105" cy="1041406"/>
          </a:xfrm>
        </p:grpSpPr>
        <p:sp>
          <p:nvSpPr>
            <p:cNvPr id="28" name="Shape 3"/>
            <p:cNvSpPr/>
            <p:nvPr/>
          </p:nvSpPr>
          <p:spPr>
            <a:xfrm>
              <a:off x="364274" y="-1"/>
              <a:ext cx="545673" cy="548567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" name="Shape 4"/>
            <p:cNvSpPr/>
            <p:nvPr/>
          </p:nvSpPr>
          <p:spPr>
            <a:xfrm>
              <a:off x="518484" y="492837"/>
              <a:ext cx="525902" cy="548569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" name="Shape 5"/>
            <p:cNvSpPr/>
            <p:nvPr/>
          </p:nvSpPr>
          <p:spPr>
            <a:xfrm>
              <a:off x="979141" y="492837"/>
              <a:ext cx="455964" cy="548569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" name="Shape 6"/>
            <p:cNvSpPr/>
            <p:nvPr/>
          </p:nvSpPr>
          <p:spPr>
            <a:xfrm>
              <a:off x="-2" y="403626"/>
              <a:ext cx="697907" cy="488024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3" name="Shape 8"/>
          <p:cNvSpPr/>
          <p:nvPr/>
        </p:nvSpPr>
        <p:spPr>
          <a:xfrm>
            <a:off x="1087402" y="26528"/>
            <a:ext cx="45159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" name="Shape 9"/>
          <p:cNvSpPr/>
          <p:nvPr/>
        </p:nvSpPr>
        <p:spPr>
          <a:xfrm>
            <a:off x="629919" y="1088248"/>
            <a:ext cx="11699807" cy="45160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35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4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标题文本"/>
          <p:cNvSpPr txBox="1"/>
          <p:nvPr>
            <p:ph type="title"/>
          </p:nvPr>
        </p:nvSpPr>
        <p:spPr>
          <a:xfrm>
            <a:off x="1611487" y="125587"/>
            <a:ext cx="9448804" cy="952504"/>
          </a:xfrm>
          <a:prstGeom prst="rect">
            <a:avLst/>
          </a:prstGeom>
        </p:spPr>
        <p:txBody>
          <a:bodyPr anchor="ctr"/>
          <a:lstStyle>
            <a:lvl1pPr>
              <a:defRPr sz="4200"/>
            </a:lvl1pPr>
          </a:lstStyle>
          <a:p>
            <a:pPr/>
            <a:r>
              <a:t>标题文本</a:t>
            </a:r>
          </a:p>
        </p:txBody>
      </p:sp>
      <p:sp>
        <p:nvSpPr>
          <p:cNvPr id="37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2"/>
          <p:cNvSpPr/>
          <p:nvPr/>
        </p:nvSpPr>
        <p:spPr>
          <a:xfrm>
            <a:off x="1143000" y="53902"/>
            <a:ext cx="467360" cy="675082"/>
          </a:xfrm>
          <a:prstGeom prst="rect">
            <a:avLst/>
          </a:prstGeom>
          <a:gradFill>
            <a:gsLst>
              <a:gs pos="0">
                <a:srgbClr val="F824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49" name="Group 7"/>
          <p:cNvGrpSpPr/>
          <p:nvPr/>
        </p:nvGrpSpPr>
        <p:grpSpPr>
          <a:xfrm>
            <a:off x="165096" y="41200"/>
            <a:ext cx="1435106" cy="1041407"/>
            <a:chOff x="-1" y="0"/>
            <a:chExt cx="1435105" cy="1041406"/>
          </a:xfrm>
        </p:grpSpPr>
        <p:sp>
          <p:nvSpPr>
            <p:cNvPr id="45" name="Shape 3"/>
            <p:cNvSpPr/>
            <p:nvPr/>
          </p:nvSpPr>
          <p:spPr>
            <a:xfrm>
              <a:off x="364274" y="-1"/>
              <a:ext cx="545673" cy="548567"/>
            </a:xfrm>
            <a:prstGeom prst="rect">
              <a:avLst/>
            </a:prstGeom>
            <a:solidFill>
              <a:srgbClr val="F824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" name="Shape 4"/>
            <p:cNvSpPr/>
            <p:nvPr/>
          </p:nvSpPr>
          <p:spPr>
            <a:xfrm>
              <a:off x="518484" y="492837"/>
              <a:ext cx="525902" cy="548569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" name="Shape 5"/>
            <p:cNvSpPr/>
            <p:nvPr/>
          </p:nvSpPr>
          <p:spPr>
            <a:xfrm>
              <a:off x="979141" y="492837"/>
              <a:ext cx="455964" cy="548569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" name="Shape 6"/>
            <p:cNvSpPr/>
            <p:nvPr/>
          </p:nvSpPr>
          <p:spPr>
            <a:xfrm>
              <a:off x="-2" y="403626"/>
              <a:ext cx="697907" cy="488024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26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0" name="Shape 8"/>
          <p:cNvSpPr/>
          <p:nvPr/>
        </p:nvSpPr>
        <p:spPr>
          <a:xfrm>
            <a:off x="1087402" y="-62372"/>
            <a:ext cx="45159" cy="12175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" name="Shape 9"/>
          <p:cNvSpPr/>
          <p:nvPr/>
        </p:nvSpPr>
        <p:spPr>
          <a:xfrm>
            <a:off x="629919" y="973948"/>
            <a:ext cx="11699807" cy="45160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52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5899" y="15803"/>
            <a:ext cx="1000129" cy="952503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标题文本"/>
          <p:cNvSpPr txBox="1"/>
          <p:nvPr>
            <p:ph type="title"/>
          </p:nvPr>
        </p:nvSpPr>
        <p:spPr>
          <a:xfrm>
            <a:off x="1611487" y="36685"/>
            <a:ext cx="9448804" cy="952505"/>
          </a:xfrm>
          <a:prstGeom prst="rect">
            <a:avLst/>
          </a:prstGeom>
        </p:spPr>
        <p:txBody>
          <a:bodyPr anchor="ctr"/>
          <a:lstStyle>
            <a:lvl1pPr>
              <a:defRPr sz="3500"/>
            </a:lvl1pPr>
          </a:lstStyle>
          <a:p>
            <a:pPr/>
            <a:r>
              <a:t>标题文本</a:t>
            </a:r>
          </a:p>
        </p:txBody>
      </p:sp>
      <p:sp>
        <p:nvSpPr>
          <p:cNvPr id="54" name="幻灯片编号"/>
          <p:cNvSpPr txBox="1"/>
          <p:nvPr>
            <p:ph type="sldNum" sz="quarter" idx="2"/>
          </p:nvPr>
        </p:nvSpPr>
        <p:spPr>
          <a:xfrm>
            <a:off x="6282549" y="9080500"/>
            <a:ext cx="419101" cy="43155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28502"/>
            <a:ext cx="623149" cy="675082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43000" y="28502"/>
            <a:ext cx="467360" cy="675082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2" y="381000"/>
            <a:ext cx="600570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381000"/>
            <a:ext cx="520704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90497" y="449015"/>
            <a:ext cx="797001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131404" y="26526"/>
            <a:ext cx="46052" cy="1069910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024748"/>
            <a:ext cx="11699807" cy="45160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6" indent="57796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28504"/>
            <a:ext cx="1074707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 defTabSz="825500"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  <p:transition xmlns:p14="http://schemas.microsoft.com/office/powerpoint/2010/main" spd="med" advClick="1"/>
  <p:txStyles>
    <p:titleStyle>
      <a:lvl1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6" indent="577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40" marR="57796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28708" marR="57796" indent="-330867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50874" marR="57796" indent="-29583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771467" marR="57796" indent="-359227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28667" marR="57796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28668" marR="57796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28668" marR="57796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28668" marR="57796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28668" marR="57796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5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6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tif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tif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tif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tif"/><Relationship Id="rId3" Type="http://schemas.openxmlformats.org/officeDocument/2006/relationships/image" Target="../media/image5.tif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哈希表(hashtable)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哈希表(hashtable)</a:t>
            </a:r>
          </a:p>
        </p:txBody>
      </p:sp>
      <p:sp>
        <p:nvSpPr>
          <p:cNvPr id="64" name="Shape 38"/>
          <p:cNvSpPr txBox="1"/>
          <p:nvPr/>
        </p:nvSpPr>
        <p:spPr>
          <a:xfrm>
            <a:off x="461883" y="3295512"/>
            <a:ext cx="12391481" cy="402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6" indent="57796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1、使用桶(bucket)存储&lt;key, value&gt;，桶的编号为0，1，…，</a:t>
            </a:r>
            <a:r>
              <a:rPr i="1"/>
              <a:t>m</a:t>
            </a:r>
            <a:r>
              <a:t> -1</a:t>
            </a:r>
          </a:p>
          <a:p>
            <a:pPr marR="57796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 2、</a:t>
            </a:r>
            <a:r>
              <a:t>使用哈希函数建立&lt;key, value&gt;与桶的对应关系，常用的哈希函数：</a:t>
            </a:r>
          </a:p>
          <a:p>
            <a:pPr marR="57796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              </a:t>
            </a:r>
            <a:r>
              <a:rPr i="1">
                <a:solidFill>
                  <a:schemeClr val="accent5"/>
                </a:solidFill>
              </a:rPr>
              <a:t>index</a:t>
            </a:r>
            <a:r>
              <a:rPr>
                <a:solidFill>
                  <a:schemeClr val="accent5"/>
                </a:solidFill>
              </a:rPr>
              <a:t> = </a:t>
            </a:r>
            <a:r>
              <a:rPr i="1">
                <a:solidFill>
                  <a:schemeClr val="accent5"/>
                </a:solidFill>
              </a:rPr>
              <a:t>key</a:t>
            </a:r>
            <a:r>
              <a:rPr>
                <a:solidFill>
                  <a:schemeClr val="accent5"/>
                </a:solidFill>
              </a:rPr>
              <a:t>.</a:t>
            </a:r>
            <a:r>
              <a:rPr i="1">
                <a:solidFill>
                  <a:schemeClr val="accent5"/>
                </a:solidFill>
              </a:rPr>
              <a:t>hashCode</a:t>
            </a:r>
            <a:r>
              <a:rPr>
                <a:solidFill>
                  <a:schemeClr val="accent5"/>
                </a:solidFill>
              </a:rPr>
              <a:t>() % </a:t>
            </a:r>
            <a:r>
              <a:rPr i="1">
                <a:solidFill>
                  <a:schemeClr val="accent5"/>
                </a:solidFill>
              </a:rPr>
              <a:t>m</a:t>
            </a:r>
          </a:p>
          <a:p>
            <a:pPr marR="57796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 3、理想情况下，存、取一个&lt;key, value&gt;的时间复杂度为O(1)</a:t>
            </a:r>
          </a:p>
          <a:p>
            <a:pPr marR="57796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 4、冲突：</a:t>
            </a:r>
          </a:p>
          <a:p>
            <a:pPr lvl="2" marR="57796" indent="514998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 key</a:t>
            </a:r>
            <a:r>
              <a:rPr baseline="-5998"/>
              <a:t>1</a:t>
            </a:r>
            <a:r>
              <a:t> != key</a:t>
            </a:r>
            <a:r>
              <a:rPr baseline="-5998"/>
              <a:t>2</a:t>
            </a:r>
            <a:r>
              <a:t>，但index</a:t>
            </a:r>
            <a:r>
              <a:rPr baseline="-5999"/>
              <a:t>1</a:t>
            </a:r>
            <a:r>
              <a:t> = index</a:t>
            </a:r>
            <a:r>
              <a:rPr baseline="-5999"/>
              <a:t>2</a:t>
            </a:r>
            <a:r>
              <a:t>                 </a:t>
            </a:r>
          </a:p>
        </p:txBody>
      </p:sp>
      <p:grpSp>
        <p:nvGrpSpPr>
          <p:cNvPr id="95" name="成组"/>
          <p:cNvGrpSpPr/>
          <p:nvPr/>
        </p:nvGrpSpPr>
        <p:grpSpPr>
          <a:xfrm>
            <a:off x="1023329" y="1582753"/>
            <a:ext cx="11268586" cy="1440082"/>
            <a:chOff x="-2" y="0"/>
            <a:chExt cx="11268585" cy="1440081"/>
          </a:xfrm>
        </p:grpSpPr>
        <p:sp>
          <p:nvSpPr>
            <p:cNvPr id="65" name="调色盘"/>
            <p:cNvSpPr/>
            <p:nvPr/>
          </p:nvSpPr>
          <p:spPr>
            <a:xfrm>
              <a:off x="8280079" y="123331"/>
              <a:ext cx="855833" cy="575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6" h="21600" fill="norm" stroke="1" extrusionOk="0">
                  <a:moveTo>
                    <a:pt x="10355" y="0"/>
                  </a:moveTo>
                  <a:cubicBezTo>
                    <a:pt x="4075" y="0"/>
                    <a:pt x="0" y="5708"/>
                    <a:pt x="0" y="10604"/>
                  </a:cubicBezTo>
                  <a:cubicBezTo>
                    <a:pt x="0" y="16475"/>
                    <a:pt x="4437" y="21600"/>
                    <a:pt x="10535" y="21600"/>
                  </a:cubicBezTo>
                  <a:cubicBezTo>
                    <a:pt x="16633" y="21600"/>
                    <a:pt x="18927" y="17540"/>
                    <a:pt x="18927" y="16103"/>
                  </a:cubicBezTo>
                  <a:cubicBezTo>
                    <a:pt x="18927" y="13878"/>
                    <a:pt x="15918" y="13910"/>
                    <a:pt x="16271" y="11835"/>
                  </a:cubicBezTo>
                  <a:cubicBezTo>
                    <a:pt x="16603" y="9885"/>
                    <a:pt x="18596" y="10604"/>
                    <a:pt x="19290" y="10604"/>
                  </a:cubicBezTo>
                  <a:cubicBezTo>
                    <a:pt x="19984" y="10604"/>
                    <a:pt x="21600" y="9886"/>
                    <a:pt x="20574" y="7008"/>
                  </a:cubicBezTo>
                  <a:cubicBezTo>
                    <a:pt x="19547" y="4131"/>
                    <a:pt x="16636" y="0"/>
                    <a:pt x="10355" y="0"/>
                  </a:cubicBezTo>
                  <a:close/>
                  <a:moveTo>
                    <a:pt x="13482" y="12485"/>
                  </a:moveTo>
                  <a:cubicBezTo>
                    <a:pt x="14165" y="12485"/>
                    <a:pt x="14720" y="13337"/>
                    <a:pt x="14720" y="14388"/>
                  </a:cubicBezTo>
                  <a:cubicBezTo>
                    <a:pt x="14720" y="15439"/>
                    <a:pt x="14165" y="16289"/>
                    <a:pt x="13482" y="16289"/>
                  </a:cubicBezTo>
                  <a:cubicBezTo>
                    <a:pt x="12798" y="16289"/>
                    <a:pt x="12244" y="15439"/>
                    <a:pt x="12244" y="14388"/>
                  </a:cubicBezTo>
                  <a:cubicBezTo>
                    <a:pt x="12244" y="13337"/>
                    <a:pt x="12798" y="12485"/>
                    <a:pt x="13482" y="12485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" name="调色盘"/>
            <p:cNvSpPr/>
            <p:nvPr/>
          </p:nvSpPr>
          <p:spPr>
            <a:xfrm>
              <a:off x="3134759" y="102613"/>
              <a:ext cx="855834" cy="575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6" h="21600" fill="norm" stroke="1" extrusionOk="0">
                  <a:moveTo>
                    <a:pt x="10355" y="0"/>
                  </a:moveTo>
                  <a:cubicBezTo>
                    <a:pt x="4075" y="0"/>
                    <a:pt x="0" y="5708"/>
                    <a:pt x="0" y="10604"/>
                  </a:cubicBezTo>
                  <a:cubicBezTo>
                    <a:pt x="0" y="16475"/>
                    <a:pt x="4437" y="21600"/>
                    <a:pt x="10535" y="21600"/>
                  </a:cubicBezTo>
                  <a:cubicBezTo>
                    <a:pt x="16633" y="21600"/>
                    <a:pt x="18927" y="17540"/>
                    <a:pt x="18927" y="16103"/>
                  </a:cubicBezTo>
                  <a:cubicBezTo>
                    <a:pt x="18927" y="13878"/>
                    <a:pt x="15918" y="13910"/>
                    <a:pt x="16271" y="11835"/>
                  </a:cubicBezTo>
                  <a:cubicBezTo>
                    <a:pt x="16603" y="9885"/>
                    <a:pt x="18596" y="10604"/>
                    <a:pt x="19290" y="10604"/>
                  </a:cubicBezTo>
                  <a:cubicBezTo>
                    <a:pt x="19984" y="10604"/>
                    <a:pt x="21600" y="9886"/>
                    <a:pt x="20574" y="7008"/>
                  </a:cubicBezTo>
                  <a:cubicBezTo>
                    <a:pt x="19547" y="4131"/>
                    <a:pt x="16636" y="0"/>
                    <a:pt x="10355" y="0"/>
                  </a:cubicBezTo>
                  <a:close/>
                  <a:moveTo>
                    <a:pt x="13482" y="12485"/>
                  </a:moveTo>
                  <a:cubicBezTo>
                    <a:pt x="14165" y="12485"/>
                    <a:pt x="14720" y="13337"/>
                    <a:pt x="14720" y="14388"/>
                  </a:cubicBezTo>
                  <a:cubicBezTo>
                    <a:pt x="14720" y="15439"/>
                    <a:pt x="14165" y="16289"/>
                    <a:pt x="13482" y="16289"/>
                  </a:cubicBezTo>
                  <a:cubicBezTo>
                    <a:pt x="12798" y="16289"/>
                    <a:pt x="12244" y="15439"/>
                    <a:pt x="12244" y="14388"/>
                  </a:cubicBezTo>
                  <a:cubicBezTo>
                    <a:pt x="12244" y="13337"/>
                    <a:pt x="12798" y="12485"/>
                    <a:pt x="13482" y="12485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" name="调色盘"/>
            <p:cNvSpPr/>
            <p:nvPr/>
          </p:nvSpPr>
          <p:spPr>
            <a:xfrm>
              <a:off x="162958" y="97931"/>
              <a:ext cx="855834" cy="575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6" h="21600" fill="norm" stroke="1" extrusionOk="0">
                  <a:moveTo>
                    <a:pt x="10355" y="0"/>
                  </a:moveTo>
                  <a:cubicBezTo>
                    <a:pt x="4075" y="0"/>
                    <a:pt x="0" y="5708"/>
                    <a:pt x="0" y="10604"/>
                  </a:cubicBezTo>
                  <a:cubicBezTo>
                    <a:pt x="0" y="16475"/>
                    <a:pt x="4437" y="21600"/>
                    <a:pt x="10535" y="21600"/>
                  </a:cubicBezTo>
                  <a:cubicBezTo>
                    <a:pt x="16633" y="21600"/>
                    <a:pt x="18927" y="17540"/>
                    <a:pt x="18927" y="16103"/>
                  </a:cubicBezTo>
                  <a:cubicBezTo>
                    <a:pt x="18927" y="13878"/>
                    <a:pt x="15918" y="13910"/>
                    <a:pt x="16271" y="11835"/>
                  </a:cubicBezTo>
                  <a:cubicBezTo>
                    <a:pt x="16603" y="9885"/>
                    <a:pt x="18596" y="10604"/>
                    <a:pt x="19290" y="10604"/>
                  </a:cubicBezTo>
                  <a:cubicBezTo>
                    <a:pt x="19984" y="10604"/>
                    <a:pt x="21600" y="9886"/>
                    <a:pt x="20574" y="7008"/>
                  </a:cubicBezTo>
                  <a:cubicBezTo>
                    <a:pt x="19547" y="4131"/>
                    <a:pt x="16636" y="0"/>
                    <a:pt x="10355" y="0"/>
                  </a:cubicBezTo>
                  <a:close/>
                  <a:moveTo>
                    <a:pt x="13482" y="12485"/>
                  </a:moveTo>
                  <a:cubicBezTo>
                    <a:pt x="14165" y="12485"/>
                    <a:pt x="14720" y="13337"/>
                    <a:pt x="14720" y="14388"/>
                  </a:cubicBezTo>
                  <a:cubicBezTo>
                    <a:pt x="14720" y="15439"/>
                    <a:pt x="14165" y="16289"/>
                    <a:pt x="13482" y="16289"/>
                  </a:cubicBezTo>
                  <a:cubicBezTo>
                    <a:pt x="12798" y="16289"/>
                    <a:pt x="12244" y="15439"/>
                    <a:pt x="12244" y="14388"/>
                  </a:cubicBezTo>
                  <a:cubicBezTo>
                    <a:pt x="12244" y="13337"/>
                    <a:pt x="12798" y="12485"/>
                    <a:pt x="13482" y="12485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3" name="Group 77"/>
            <p:cNvGrpSpPr/>
            <p:nvPr/>
          </p:nvGrpSpPr>
          <p:grpSpPr>
            <a:xfrm>
              <a:off x="-3" y="0"/>
              <a:ext cx="11268586" cy="821838"/>
              <a:chOff x="-2" y="0"/>
              <a:chExt cx="11268585" cy="821837"/>
            </a:xfrm>
          </p:grpSpPr>
          <p:grpSp>
            <p:nvGrpSpPr>
              <p:cNvPr id="72" name="Group 66"/>
              <p:cNvGrpSpPr/>
              <p:nvPr/>
            </p:nvGrpSpPr>
            <p:grpSpPr>
              <a:xfrm>
                <a:off x="-3" y="0"/>
                <a:ext cx="11268586" cy="821838"/>
                <a:chOff x="0" y="0"/>
                <a:chExt cx="11268584" cy="821837"/>
              </a:xfrm>
            </p:grpSpPr>
            <p:sp>
              <p:nvSpPr>
                <p:cNvPr id="68" name="Shape 62"/>
                <p:cNvSpPr/>
                <p:nvPr/>
              </p:nvSpPr>
              <p:spPr>
                <a:xfrm>
                  <a:off x="-1" y="819581"/>
                  <a:ext cx="11266327" cy="225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69" name="Shape 63"/>
                <p:cNvSpPr/>
                <p:nvPr/>
              </p:nvSpPr>
              <p:spPr>
                <a:xfrm>
                  <a:off x="-1" y="0"/>
                  <a:ext cx="11266327" cy="225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70" name="Shape 64"/>
                <p:cNvSpPr/>
                <p:nvPr/>
              </p:nvSpPr>
              <p:spPr>
                <a:xfrm>
                  <a:off x="11266323" y="0"/>
                  <a:ext cx="2262" cy="81958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71" name="Shape 65"/>
                <p:cNvSpPr/>
                <p:nvPr/>
              </p:nvSpPr>
              <p:spPr>
                <a:xfrm>
                  <a:off x="-1" y="0"/>
                  <a:ext cx="2261" cy="81958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</p:grpSp>
          <p:sp>
            <p:nvSpPr>
              <p:cNvPr id="73" name="Shape 67"/>
              <p:cNvSpPr/>
              <p:nvPr/>
            </p:nvSpPr>
            <p:spPr>
              <a:xfrm>
                <a:off x="1025033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74" name="Shape 68"/>
              <p:cNvSpPr/>
              <p:nvPr/>
            </p:nvSpPr>
            <p:spPr>
              <a:xfrm>
                <a:off x="2050064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75" name="Shape 69"/>
              <p:cNvSpPr/>
              <p:nvPr/>
            </p:nvSpPr>
            <p:spPr>
              <a:xfrm>
                <a:off x="3072839" y="0"/>
                <a:ext cx="2261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76" name="Shape 70"/>
              <p:cNvSpPr/>
              <p:nvPr/>
            </p:nvSpPr>
            <p:spPr>
              <a:xfrm>
                <a:off x="4097871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77" name="Shape 71"/>
              <p:cNvSpPr/>
              <p:nvPr/>
            </p:nvSpPr>
            <p:spPr>
              <a:xfrm>
                <a:off x="5224502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78" name="Shape 72"/>
              <p:cNvSpPr/>
              <p:nvPr/>
            </p:nvSpPr>
            <p:spPr>
              <a:xfrm>
                <a:off x="6247275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79" name="Shape 73"/>
              <p:cNvSpPr/>
              <p:nvPr/>
            </p:nvSpPr>
            <p:spPr>
              <a:xfrm>
                <a:off x="7272307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80" name="Shape 74"/>
              <p:cNvSpPr/>
              <p:nvPr/>
            </p:nvSpPr>
            <p:spPr>
              <a:xfrm>
                <a:off x="8193482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81" name="Shape 75"/>
              <p:cNvSpPr/>
              <p:nvPr/>
            </p:nvSpPr>
            <p:spPr>
              <a:xfrm>
                <a:off x="9218515" y="0"/>
                <a:ext cx="2261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82" name="Shape 76"/>
              <p:cNvSpPr/>
              <p:nvPr/>
            </p:nvSpPr>
            <p:spPr>
              <a:xfrm>
                <a:off x="10241288" y="0"/>
                <a:ext cx="2262" cy="81957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sp>
          <p:nvSpPr>
            <p:cNvPr id="84" name="Shape 81"/>
            <p:cNvSpPr txBox="1"/>
            <p:nvPr/>
          </p:nvSpPr>
          <p:spPr>
            <a:xfrm>
              <a:off x="154830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5" name="Shape 85"/>
            <p:cNvSpPr txBox="1"/>
            <p:nvPr/>
          </p:nvSpPr>
          <p:spPr>
            <a:xfrm>
              <a:off x="1217651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6" name="Shape 86"/>
            <p:cNvSpPr txBox="1"/>
            <p:nvPr/>
          </p:nvSpPr>
          <p:spPr>
            <a:xfrm>
              <a:off x="2285016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7" name="Shape 87"/>
            <p:cNvSpPr txBox="1"/>
            <p:nvPr/>
          </p:nvSpPr>
          <p:spPr>
            <a:xfrm>
              <a:off x="3347837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8" name="Shape 88"/>
            <p:cNvSpPr txBox="1"/>
            <p:nvPr/>
          </p:nvSpPr>
          <p:spPr>
            <a:xfrm>
              <a:off x="4410658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9" name="Shape 89"/>
            <p:cNvSpPr txBox="1"/>
            <p:nvPr/>
          </p:nvSpPr>
          <p:spPr>
            <a:xfrm>
              <a:off x="5473478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90" name="Shape 90"/>
            <p:cNvSpPr txBox="1"/>
            <p:nvPr/>
          </p:nvSpPr>
          <p:spPr>
            <a:xfrm>
              <a:off x="6468678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91" name="Shape 91"/>
            <p:cNvSpPr txBox="1"/>
            <p:nvPr/>
          </p:nvSpPr>
          <p:spPr>
            <a:xfrm>
              <a:off x="7596269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92" name="Shape 92"/>
            <p:cNvSpPr txBox="1"/>
            <p:nvPr/>
          </p:nvSpPr>
          <p:spPr>
            <a:xfrm>
              <a:off x="8526698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93" name="Shape 93"/>
            <p:cNvSpPr txBox="1"/>
            <p:nvPr/>
          </p:nvSpPr>
          <p:spPr>
            <a:xfrm>
              <a:off x="9457128" y="922866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94" name="Shape 94"/>
            <p:cNvSpPr txBox="1"/>
            <p:nvPr/>
          </p:nvSpPr>
          <p:spPr>
            <a:xfrm>
              <a:off x="10584719" y="922866"/>
              <a:ext cx="5530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哈希表(hashtable)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</a:t>
            </a:r>
          </a:p>
        </p:txBody>
      </p:sp>
      <p:sp>
        <p:nvSpPr>
          <p:cNvPr id="98" name="Shape 82"/>
          <p:cNvSpPr txBox="1"/>
          <p:nvPr/>
        </p:nvSpPr>
        <p:spPr>
          <a:xfrm>
            <a:off x="308902" y="1549963"/>
            <a:ext cx="698582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键值对：｛&lt;55，v</a:t>
            </a:r>
            <a:r>
              <a:rPr baseline="-5998"/>
              <a:t>1</a:t>
            </a:r>
            <a:r>
              <a:t>&gt;, &lt;36, v</a:t>
            </a:r>
            <a:r>
              <a:rPr baseline="-5998"/>
              <a:t>2</a:t>
            </a:r>
            <a:r>
              <a:t>&gt;, &lt;19, v</a:t>
            </a:r>
            <a:r>
              <a:rPr baseline="-5998"/>
              <a:t>3</a:t>
            </a:r>
            <a:r>
              <a:t>&gt;｝</a:t>
            </a:r>
          </a:p>
        </p:txBody>
      </p:sp>
      <p:sp>
        <p:nvSpPr>
          <p:cNvPr id="99" name="Shape 83"/>
          <p:cNvSpPr txBox="1"/>
          <p:nvPr/>
        </p:nvSpPr>
        <p:spPr>
          <a:xfrm>
            <a:off x="308902" y="3188430"/>
            <a:ext cx="1183873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哈希函数：</a:t>
            </a:r>
            <a:r>
              <a:rPr i="1"/>
              <a:t>hash</a:t>
            </a:r>
            <a:r>
              <a:t>(</a:t>
            </a:r>
            <a:r>
              <a:rPr i="1"/>
              <a:t>k</a:t>
            </a:r>
            <a:r>
              <a:t>) = </a:t>
            </a:r>
            <a:r>
              <a:rPr i="1"/>
              <a:t>k.</a:t>
            </a:r>
            <a:r>
              <a:rPr i="1"/>
              <a:t>hashCode</a:t>
            </a:r>
            <a:r>
              <a:t>() % </a:t>
            </a:r>
            <a:r>
              <a:rPr i="1"/>
              <a:t>m，k</a:t>
            </a:r>
            <a:r>
              <a:t>是Integer，则</a:t>
            </a:r>
            <a:r>
              <a:rPr i="1"/>
              <a:t>k</a:t>
            </a:r>
            <a:r>
              <a:t>.</a:t>
            </a:r>
            <a:r>
              <a:rPr i="1"/>
              <a:t>hashCode</a:t>
            </a:r>
            <a:r>
              <a:t>() = </a:t>
            </a:r>
            <a:r>
              <a:rPr i="1"/>
              <a:t>k</a:t>
            </a:r>
          </a:p>
        </p:txBody>
      </p:sp>
      <p:sp>
        <p:nvSpPr>
          <p:cNvPr id="100" name="Shape 84"/>
          <p:cNvSpPr txBox="1"/>
          <p:nvPr/>
        </p:nvSpPr>
        <p:spPr>
          <a:xfrm>
            <a:off x="308903" y="2370467"/>
            <a:ext cx="293397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哈希表长：</a:t>
            </a:r>
            <a:r>
              <a:rPr i="1"/>
              <a:t>m</a:t>
            </a:r>
            <a:r>
              <a:t>=11</a:t>
            </a:r>
          </a:p>
        </p:txBody>
      </p:sp>
      <p:sp>
        <p:nvSpPr>
          <p:cNvPr id="101" name="调色盘"/>
          <p:cNvSpPr/>
          <p:nvPr/>
        </p:nvSpPr>
        <p:spPr>
          <a:xfrm>
            <a:off x="8985911" y="4487383"/>
            <a:ext cx="855833" cy="575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6" h="21600" fill="norm" stroke="1" extrusionOk="0">
                <a:moveTo>
                  <a:pt x="10355" y="0"/>
                </a:moveTo>
                <a:cubicBezTo>
                  <a:pt x="4075" y="0"/>
                  <a:pt x="0" y="5708"/>
                  <a:pt x="0" y="10604"/>
                </a:cubicBezTo>
                <a:cubicBezTo>
                  <a:pt x="0" y="16475"/>
                  <a:pt x="4437" y="21600"/>
                  <a:pt x="10535" y="21600"/>
                </a:cubicBezTo>
                <a:cubicBezTo>
                  <a:pt x="16633" y="21600"/>
                  <a:pt x="18927" y="17540"/>
                  <a:pt x="18927" y="16103"/>
                </a:cubicBezTo>
                <a:cubicBezTo>
                  <a:pt x="18927" y="13878"/>
                  <a:pt x="15918" y="13910"/>
                  <a:pt x="16271" y="11835"/>
                </a:cubicBezTo>
                <a:cubicBezTo>
                  <a:pt x="16603" y="9885"/>
                  <a:pt x="18596" y="10604"/>
                  <a:pt x="19290" y="10604"/>
                </a:cubicBezTo>
                <a:cubicBezTo>
                  <a:pt x="19984" y="10604"/>
                  <a:pt x="21600" y="9886"/>
                  <a:pt x="20574" y="7008"/>
                </a:cubicBezTo>
                <a:cubicBezTo>
                  <a:pt x="19547" y="4131"/>
                  <a:pt x="16636" y="0"/>
                  <a:pt x="10355" y="0"/>
                </a:cubicBezTo>
                <a:close/>
                <a:moveTo>
                  <a:pt x="13482" y="12485"/>
                </a:moveTo>
                <a:cubicBezTo>
                  <a:pt x="14165" y="12485"/>
                  <a:pt x="14720" y="13337"/>
                  <a:pt x="14720" y="14388"/>
                </a:cubicBezTo>
                <a:cubicBezTo>
                  <a:pt x="14720" y="15439"/>
                  <a:pt x="14165" y="16289"/>
                  <a:pt x="13482" y="16289"/>
                </a:cubicBezTo>
                <a:cubicBezTo>
                  <a:pt x="12798" y="16289"/>
                  <a:pt x="12244" y="15439"/>
                  <a:pt x="12244" y="14388"/>
                </a:cubicBezTo>
                <a:cubicBezTo>
                  <a:pt x="12244" y="13337"/>
                  <a:pt x="12798" y="12485"/>
                  <a:pt x="13482" y="12485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2" name="调色盘"/>
          <p:cNvSpPr/>
          <p:nvPr/>
        </p:nvSpPr>
        <p:spPr>
          <a:xfrm>
            <a:off x="3840593" y="4466666"/>
            <a:ext cx="855831" cy="575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6" h="21600" fill="norm" stroke="1" extrusionOk="0">
                <a:moveTo>
                  <a:pt x="10355" y="0"/>
                </a:moveTo>
                <a:cubicBezTo>
                  <a:pt x="4075" y="0"/>
                  <a:pt x="0" y="5708"/>
                  <a:pt x="0" y="10604"/>
                </a:cubicBezTo>
                <a:cubicBezTo>
                  <a:pt x="0" y="16475"/>
                  <a:pt x="4437" y="21600"/>
                  <a:pt x="10535" y="21600"/>
                </a:cubicBezTo>
                <a:cubicBezTo>
                  <a:pt x="16633" y="21600"/>
                  <a:pt x="18927" y="17540"/>
                  <a:pt x="18927" y="16103"/>
                </a:cubicBezTo>
                <a:cubicBezTo>
                  <a:pt x="18927" y="13878"/>
                  <a:pt x="15918" y="13910"/>
                  <a:pt x="16271" y="11835"/>
                </a:cubicBezTo>
                <a:cubicBezTo>
                  <a:pt x="16603" y="9885"/>
                  <a:pt x="18596" y="10604"/>
                  <a:pt x="19290" y="10604"/>
                </a:cubicBezTo>
                <a:cubicBezTo>
                  <a:pt x="19984" y="10604"/>
                  <a:pt x="21600" y="9886"/>
                  <a:pt x="20574" y="7008"/>
                </a:cubicBezTo>
                <a:cubicBezTo>
                  <a:pt x="19547" y="4131"/>
                  <a:pt x="16636" y="0"/>
                  <a:pt x="10355" y="0"/>
                </a:cubicBezTo>
                <a:close/>
                <a:moveTo>
                  <a:pt x="13482" y="12485"/>
                </a:moveTo>
                <a:cubicBezTo>
                  <a:pt x="14165" y="12485"/>
                  <a:pt x="14720" y="13337"/>
                  <a:pt x="14720" y="14388"/>
                </a:cubicBezTo>
                <a:cubicBezTo>
                  <a:pt x="14720" y="15439"/>
                  <a:pt x="14165" y="16289"/>
                  <a:pt x="13482" y="16289"/>
                </a:cubicBezTo>
                <a:cubicBezTo>
                  <a:pt x="12798" y="16289"/>
                  <a:pt x="12244" y="15439"/>
                  <a:pt x="12244" y="14388"/>
                </a:cubicBezTo>
                <a:cubicBezTo>
                  <a:pt x="12244" y="13337"/>
                  <a:pt x="12798" y="12485"/>
                  <a:pt x="13482" y="12485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3" name="调色盘"/>
          <p:cNvSpPr/>
          <p:nvPr/>
        </p:nvSpPr>
        <p:spPr>
          <a:xfrm>
            <a:off x="868792" y="4461983"/>
            <a:ext cx="855832" cy="575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6" h="21600" fill="norm" stroke="1" extrusionOk="0">
                <a:moveTo>
                  <a:pt x="10355" y="0"/>
                </a:moveTo>
                <a:cubicBezTo>
                  <a:pt x="4075" y="0"/>
                  <a:pt x="0" y="5708"/>
                  <a:pt x="0" y="10604"/>
                </a:cubicBezTo>
                <a:cubicBezTo>
                  <a:pt x="0" y="16475"/>
                  <a:pt x="4437" y="21600"/>
                  <a:pt x="10535" y="21600"/>
                </a:cubicBezTo>
                <a:cubicBezTo>
                  <a:pt x="16633" y="21600"/>
                  <a:pt x="18927" y="17540"/>
                  <a:pt x="18927" y="16103"/>
                </a:cubicBezTo>
                <a:cubicBezTo>
                  <a:pt x="18927" y="13878"/>
                  <a:pt x="15918" y="13910"/>
                  <a:pt x="16271" y="11835"/>
                </a:cubicBezTo>
                <a:cubicBezTo>
                  <a:pt x="16603" y="9885"/>
                  <a:pt x="18596" y="10604"/>
                  <a:pt x="19290" y="10604"/>
                </a:cubicBezTo>
                <a:cubicBezTo>
                  <a:pt x="19984" y="10604"/>
                  <a:pt x="21600" y="9886"/>
                  <a:pt x="20574" y="7008"/>
                </a:cubicBezTo>
                <a:cubicBezTo>
                  <a:pt x="19547" y="4131"/>
                  <a:pt x="16636" y="0"/>
                  <a:pt x="10355" y="0"/>
                </a:cubicBezTo>
                <a:close/>
                <a:moveTo>
                  <a:pt x="13482" y="12485"/>
                </a:moveTo>
                <a:cubicBezTo>
                  <a:pt x="14165" y="12485"/>
                  <a:pt x="14720" y="13337"/>
                  <a:pt x="14720" y="14388"/>
                </a:cubicBezTo>
                <a:cubicBezTo>
                  <a:pt x="14720" y="15439"/>
                  <a:pt x="14165" y="16289"/>
                  <a:pt x="13482" y="16289"/>
                </a:cubicBezTo>
                <a:cubicBezTo>
                  <a:pt x="12798" y="16289"/>
                  <a:pt x="12244" y="15439"/>
                  <a:pt x="12244" y="14388"/>
                </a:cubicBezTo>
                <a:cubicBezTo>
                  <a:pt x="12244" y="13337"/>
                  <a:pt x="12798" y="12485"/>
                  <a:pt x="13482" y="12485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19" name="Group 77"/>
          <p:cNvGrpSpPr/>
          <p:nvPr/>
        </p:nvGrpSpPr>
        <p:grpSpPr>
          <a:xfrm>
            <a:off x="705830" y="4364050"/>
            <a:ext cx="11268583" cy="821840"/>
            <a:chOff x="-2" y="-1"/>
            <a:chExt cx="11268581" cy="821838"/>
          </a:xfrm>
        </p:grpSpPr>
        <p:grpSp>
          <p:nvGrpSpPr>
            <p:cNvPr id="108" name="Group 66"/>
            <p:cNvGrpSpPr/>
            <p:nvPr/>
          </p:nvGrpSpPr>
          <p:grpSpPr>
            <a:xfrm>
              <a:off x="-3" y="-2"/>
              <a:ext cx="11268583" cy="821840"/>
              <a:chOff x="0" y="0"/>
              <a:chExt cx="11268582" cy="821838"/>
            </a:xfrm>
          </p:grpSpPr>
          <p:sp>
            <p:nvSpPr>
              <p:cNvPr id="104" name="Shape 62"/>
              <p:cNvSpPr/>
              <p:nvPr/>
            </p:nvSpPr>
            <p:spPr>
              <a:xfrm>
                <a:off x="0" y="819582"/>
                <a:ext cx="11266323" cy="225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105" name="Shape 63"/>
              <p:cNvSpPr/>
              <p:nvPr/>
            </p:nvSpPr>
            <p:spPr>
              <a:xfrm>
                <a:off x="0" y="0"/>
                <a:ext cx="11266323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106" name="Shape 64"/>
              <p:cNvSpPr/>
              <p:nvPr/>
            </p:nvSpPr>
            <p:spPr>
              <a:xfrm>
                <a:off x="11266320" y="-1"/>
                <a:ext cx="2262" cy="81958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107" name="Shape 65"/>
              <p:cNvSpPr/>
              <p:nvPr/>
            </p:nvSpPr>
            <p:spPr>
              <a:xfrm>
                <a:off x="-1" y="-1"/>
                <a:ext cx="2261" cy="81958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sp>
          <p:nvSpPr>
            <p:cNvPr id="109" name="Shape 67"/>
            <p:cNvSpPr/>
            <p:nvPr/>
          </p:nvSpPr>
          <p:spPr>
            <a:xfrm>
              <a:off x="1025033" y="-2"/>
              <a:ext cx="2262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0" name="Shape 68"/>
            <p:cNvSpPr/>
            <p:nvPr/>
          </p:nvSpPr>
          <p:spPr>
            <a:xfrm>
              <a:off x="2050064" y="-2"/>
              <a:ext cx="2262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1" name="Shape 69"/>
            <p:cNvSpPr/>
            <p:nvPr/>
          </p:nvSpPr>
          <p:spPr>
            <a:xfrm>
              <a:off x="3072838" y="-2"/>
              <a:ext cx="2261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2" name="Shape 70"/>
            <p:cNvSpPr/>
            <p:nvPr/>
          </p:nvSpPr>
          <p:spPr>
            <a:xfrm>
              <a:off x="4097869" y="-2"/>
              <a:ext cx="2262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3" name="Shape 71"/>
            <p:cNvSpPr/>
            <p:nvPr/>
          </p:nvSpPr>
          <p:spPr>
            <a:xfrm>
              <a:off x="5224501" y="-2"/>
              <a:ext cx="2261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4" name="Shape 72"/>
            <p:cNvSpPr/>
            <p:nvPr/>
          </p:nvSpPr>
          <p:spPr>
            <a:xfrm>
              <a:off x="6247274" y="-2"/>
              <a:ext cx="2262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5" name="Shape 73"/>
            <p:cNvSpPr/>
            <p:nvPr/>
          </p:nvSpPr>
          <p:spPr>
            <a:xfrm>
              <a:off x="7272306" y="-2"/>
              <a:ext cx="2262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6" name="Shape 74"/>
            <p:cNvSpPr/>
            <p:nvPr/>
          </p:nvSpPr>
          <p:spPr>
            <a:xfrm>
              <a:off x="8193479" y="-2"/>
              <a:ext cx="2262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7" name="Shape 75"/>
            <p:cNvSpPr/>
            <p:nvPr/>
          </p:nvSpPr>
          <p:spPr>
            <a:xfrm>
              <a:off x="9218512" y="-2"/>
              <a:ext cx="2261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8" name="Shape 76"/>
            <p:cNvSpPr/>
            <p:nvPr/>
          </p:nvSpPr>
          <p:spPr>
            <a:xfrm>
              <a:off x="10241284" y="-2"/>
              <a:ext cx="2262" cy="8195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</p:grpSp>
      <p:sp>
        <p:nvSpPr>
          <p:cNvPr id="120" name="Shape 78"/>
          <p:cNvSpPr txBox="1"/>
          <p:nvPr/>
        </p:nvSpPr>
        <p:spPr>
          <a:xfrm>
            <a:off x="8962531" y="4427553"/>
            <a:ext cx="629298" cy="615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121" name="Shape 79"/>
          <p:cNvSpPr txBox="1"/>
          <p:nvPr/>
        </p:nvSpPr>
        <p:spPr>
          <a:xfrm>
            <a:off x="916938" y="4467180"/>
            <a:ext cx="629298" cy="615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55</a:t>
            </a:r>
          </a:p>
        </p:txBody>
      </p:sp>
      <p:sp>
        <p:nvSpPr>
          <p:cNvPr id="122" name="Shape 80"/>
          <p:cNvSpPr txBox="1"/>
          <p:nvPr/>
        </p:nvSpPr>
        <p:spPr>
          <a:xfrm>
            <a:off x="3819311" y="4395661"/>
            <a:ext cx="629298" cy="615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36</a:t>
            </a:r>
          </a:p>
        </p:txBody>
      </p:sp>
      <p:sp>
        <p:nvSpPr>
          <p:cNvPr id="123" name="Shape 81"/>
          <p:cNvSpPr txBox="1"/>
          <p:nvPr/>
        </p:nvSpPr>
        <p:spPr>
          <a:xfrm>
            <a:off x="860664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24" name="Shape 85"/>
          <p:cNvSpPr txBox="1"/>
          <p:nvPr/>
        </p:nvSpPr>
        <p:spPr>
          <a:xfrm>
            <a:off x="1923482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5" name="Shape 86"/>
          <p:cNvSpPr txBox="1"/>
          <p:nvPr/>
        </p:nvSpPr>
        <p:spPr>
          <a:xfrm>
            <a:off x="2990850" y="5286919"/>
            <a:ext cx="362597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6" name="Shape 87"/>
          <p:cNvSpPr txBox="1"/>
          <p:nvPr/>
        </p:nvSpPr>
        <p:spPr>
          <a:xfrm>
            <a:off x="4053671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7" name="Shape 88"/>
          <p:cNvSpPr txBox="1"/>
          <p:nvPr/>
        </p:nvSpPr>
        <p:spPr>
          <a:xfrm>
            <a:off x="5116491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8" name="Shape 89"/>
          <p:cNvSpPr txBox="1"/>
          <p:nvPr/>
        </p:nvSpPr>
        <p:spPr>
          <a:xfrm>
            <a:off x="6179310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9" name="Shape 90"/>
          <p:cNvSpPr txBox="1"/>
          <p:nvPr/>
        </p:nvSpPr>
        <p:spPr>
          <a:xfrm>
            <a:off x="7174510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0" name="Shape 91"/>
          <p:cNvSpPr txBox="1"/>
          <p:nvPr/>
        </p:nvSpPr>
        <p:spPr>
          <a:xfrm>
            <a:off x="8302103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1" name="Shape 92"/>
          <p:cNvSpPr txBox="1"/>
          <p:nvPr/>
        </p:nvSpPr>
        <p:spPr>
          <a:xfrm>
            <a:off x="9232531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2" name="Shape 93"/>
          <p:cNvSpPr txBox="1"/>
          <p:nvPr/>
        </p:nvSpPr>
        <p:spPr>
          <a:xfrm>
            <a:off x="10162961" y="5286919"/>
            <a:ext cx="3625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33" name="Shape 94"/>
          <p:cNvSpPr txBox="1"/>
          <p:nvPr/>
        </p:nvSpPr>
        <p:spPr>
          <a:xfrm>
            <a:off x="11290551" y="5286919"/>
            <a:ext cx="55309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34" name="Shape 82"/>
          <p:cNvSpPr txBox="1"/>
          <p:nvPr/>
        </p:nvSpPr>
        <p:spPr>
          <a:xfrm>
            <a:off x="308903" y="6308281"/>
            <a:ext cx="982093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{&lt;55，v</a:t>
            </a:r>
            <a:r>
              <a:rPr baseline="-5998"/>
              <a:t>1</a:t>
            </a:r>
            <a:r>
              <a:t>&gt;, &lt;36, v</a:t>
            </a:r>
            <a:r>
              <a:rPr baseline="-5998"/>
              <a:t>2</a:t>
            </a:r>
            <a:r>
              <a:t>&gt;, &lt;19, v</a:t>
            </a:r>
            <a:r>
              <a:rPr baseline="-5998"/>
              <a:t>3</a:t>
            </a:r>
            <a:r>
              <a:t>&gt;, </a:t>
            </a:r>
            <a:r>
              <a:rPr>
                <a:solidFill>
                  <a:schemeClr val="accent5"/>
                </a:solidFill>
              </a:rPr>
              <a:t>&lt;3, v</a:t>
            </a:r>
            <a:r>
              <a:rPr baseline="-5998">
                <a:solidFill>
                  <a:schemeClr val="accent5"/>
                </a:solidFill>
              </a:rPr>
              <a:t>4</a:t>
            </a:r>
            <a:r>
              <a:rPr>
                <a:solidFill>
                  <a:schemeClr val="accent5"/>
                </a:solidFill>
              </a:rPr>
              <a:t>&gt;</a:t>
            </a:r>
            <a:r>
              <a:t>｝，3号桶出现冲突。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哈希表(hashtable)处理冲突方法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冲突方法：线性探测</a:t>
            </a:r>
          </a:p>
        </p:txBody>
      </p:sp>
      <p:sp>
        <p:nvSpPr>
          <p:cNvPr id="137" name="假设哈希表长为11，依次插入19，1，23，14，55，68，11，82，36 ，…"/>
          <p:cNvSpPr txBox="1"/>
          <p:nvPr/>
        </p:nvSpPr>
        <p:spPr>
          <a:xfrm>
            <a:off x="394011" y="4231167"/>
            <a:ext cx="11801773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假设哈希表长为11，依次插入19，1，23，14，55，68，11，82，36 ，</a:t>
            </a:r>
          </a:p>
          <a:p>
            <a:pPr>
              <a:lnSpc>
                <a:spcPct val="120000"/>
              </a:lnSpc>
            </a:pPr>
            <a:r>
              <a:t>10后的哈希表为：</a:t>
            </a:r>
          </a:p>
        </p:txBody>
      </p:sp>
      <p:sp>
        <p:nvSpPr>
          <p:cNvPr id="138" name="线性探测是通过形如y = ax + b的线性函数计算下一个桶号…"/>
          <p:cNvSpPr txBox="1"/>
          <p:nvPr/>
        </p:nvSpPr>
        <p:spPr>
          <a:xfrm>
            <a:off x="593117" y="1327774"/>
            <a:ext cx="9967438" cy="2740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spcBef>
                <a:spcPts val="1200"/>
              </a:spcBef>
              <a:buSzPct val="60000"/>
              <a:buBlip>
                <a:blip r:embed="rId2"/>
              </a:buBlip>
            </a:pPr>
            <a:r>
              <a:t>线性探测是通过形如y = ax + b的线性函数计算下一个桶号</a:t>
            </a:r>
          </a:p>
          <a:p>
            <a:pPr marL="300789" indent="-300789">
              <a:spcBef>
                <a:spcPts val="1200"/>
              </a:spcBef>
              <a:buSzPct val="60000"/>
              <a:buBlip>
                <a:blip r:embed="rId2"/>
              </a:buBlip>
            </a:pPr>
            <a:r>
              <a:t>一种常用的线性探测采用函数</a:t>
            </a:r>
            <a:r>
              <a:rPr i="1"/>
              <a:t>y</a:t>
            </a:r>
            <a:r>
              <a:t> = 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 + </a:t>
            </a:r>
            <a:r>
              <a:rPr i="1"/>
              <a:t>i</a:t>
            </a:r>
            <a:r>
              <a:t>，</a:t>
            </a:r>
          </a:p>
          <a:p>
            <a:pPr>
              <a:spcBef>
                <a:spcPts val="1200"/>
              </a:spcBef>
            </a:pPr>
            <a:r>
              <a:t>     即如果桶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)被占用，则按如下的探测序列寻找空桶，</a:t>
            </a:r>
          </a:p>
          <a:p>
            <a:pPr algn="ctr">
              <a:spcBef>
                <a:spcPts val="1200"/>
              </a:spcBef>
            </a:pP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)+1，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)+2，…，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)+</a:t>
            </a:r>
            <a:r>
              <a:rPr i="1"/>
              <a:t>i</a:t>
            </a:r>
            <a:r>
              <a:t>，…, 0, …，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</a:t>
            </a:r>
          </a:p>
        </p:txBody>
      </p:sp>
      <p:grpSp>
        <p:nvGrpSpPr>
          <p:cNvPr id="161" name="成组"/>
          <p:cNvGrpSpPr/>
          <p:nvPr/>
        </p:nvGrpSpPr>
        <p:grpSpPr>
          <a:xfrm>
            <a:off x="1808398" y="5495522"/>
            <a:ext cx="9004301" cy="1965946"/>
            <a:chOff x="0" y="0"/>
            <a:chExt cx="9004300" cy="1965944"/>
          </a:xfrm>
        </p:grpSpPr>
        <p:graphicFrame>
          <p:nvGraphicFramePr>
            <p:cNvPr id="139" name="表格"/>
            <p:cNvGraphicFramePr/>
            <p:nvPr/>
          </p:nvGraphicFramePr>
          <p:xfrm>
            <a:off x="0" y="530684"/>
            <a:ext cx="9004300" cy="914401"/>
          </p:xfrm>
          <a:graphic xmlns:a="http://schemas.openxmlformats.org/drawingml/2006/main">
            <a:graphicData uri="http://schemas.openxmlformats.org/drawingml/2006/table">
              <a:tbl>
                <a:tblPr firstCol="1" firstRow="0" lastCol="0" lastRow="0" bandCol="0" bandRow="0" rtl="0">
                  <a:tableStyleId>{4C3C2611-4C71-4FC5-86AE-919BDF0F9419}</a:tableStyleId>
                </a:tblPr>
                <a:tblGrid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</a:tblGrid>
                <a:tr h="859576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b="0"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55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23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14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68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11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82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36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19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10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40" name="0"/>
            <p:cNvSpPr txBox="1"/>
            <p:nvPr/>
          </p:nvSpPr>
          <p:spPr>
            <a:xfrm>
              <a:off x="192739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41" name="1"/>
            <p:cNvSpPr txBox="1"/>
            <p:nvPr/>
          </p:nvSpPr>
          <p:spPr>
            <a:xfrm>
              <a:off x="1057877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2" name="2"/>
            <p:cNvSpPr txBox="1"/>
            <p:nvPr/>
          </p:nvSpPr>
          <p:spPr>
            <a:xfrm>
              <a:off x="1923015" y="1386995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3" name="3"/>
            <p:cNvSpPr txBox="1"/>
            <p:nvPr/>
          </p:nvSpPr>
          <p:spPr>
            <a:xfrm>
              <a:off x="2722858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4" name="4"/>
            <p:cNvSpPr txBox="1"/>
            <p:nvPr/>
          </p:nvSpPr>
          <p:spPr>
            <a:xfrm>
              <a:off x="3490056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45" name="5"/>
            <p:cNvSpPr txBox="1"/>
            <p:nvPr/>
          </p:nvSpPr>
          <p:spPr>
            <a:xfrm>
              <a:off x="4289900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46" name="6"/>
            <p:cNvSpPr txBox="1"/>
            <p:nvPr/>
          </p:nvSpPr>
          <p:spPr>
            <a:xfrm>
              <a:off x="5138714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47" name="7"/>
            <p:cNvSpPr txBox="1"/>
            <p:nvPr/>
          </p:nvSpPr>
          <p:spPr>
            <a:xfrm>
              <a:off x="5954882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48" name="8"/>
            <p:cNvSpPr txBox="1"/>
            <p:nvPr/>
          </p:nvSpPr>
          <p:spPr>
            <a:xfrm>
              <a:off x="6787373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49" name="9"/>
            <p:cNvSpPr txBox="1"/>
            <p:nvPr/>
          </p:nvSpPr>
          <p:spPr>
            <a:xfrm>
              <a:off x="7587216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50" name="10"/>
            <p:cNvSpPr txBox="1"/>
            <p:nvPr/>
          </p:nvSpPr>
          <p:spPr>
            <a:xfrm>
              <a:off x="8354414" y="1386995"/>
              <a:ext cx="460319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51" name="1"/>
            <p:cNvSpPr txBox="1"/>
            <p:nvPr/>
          </p:nvSpPr>
          <p:spPr>
            <a:xfrm>
              <a:off x="192739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2" name="1"/>
            <p:cNvSpPr txBox="1"/>
            <p:nvPr/>
          </p:nvSpPr>
          <p:spPr>
            <a:xfrm>
              <a:off x="1057877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3" name="2"/>
            <p:cNvSpPr txBox="1"/>
            <p:nvPr/>
          </p:nvSpPr>
          <p:spPr>
            <a:xfrm>
              <a:off x="1923015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54" name="1"/>
            <p:cNvSpPr txBox="1"/>
            <p:nvPr/>
          </p:nvSpPr>
          <p:spPr>
            <a:xfrm>
              <a:off x="2722858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5" name="3"/>
            <p:cNvSpPr txBox="1"/>
            <p:nvPr/>
          </p:nvSpPr>
          <p:spPr>
            <a:xfrm>
              <a:off x="3490056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56" name="6"/>
            <p:cNvSpPr txBox="1"/>
            <p:nvPr/>
          </p:nvSpPr>
          <p:spPr>
            <a:xfrm>
              <a:off x="4289900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57" name="2"/>
            <p:cNvSpPr txBox="1"/>
            <p:nvPr/>
          </p:nvSpPr>
          <p:spPr>
            <a:xfrm>
              <a:off x="5138714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58" name="5"/>
            <p:cNvSpPr txBox="1"/>
            <p:nvPr/>
          </p:nvSpPr>
          <p:spPr>
            <a:xfrm>
              <a:off x="5954882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59" name="1"/>
            <p:cNvSpPr txBox="1"/>
            <p:nvPr/>
          </p:nvSpPr>
          <p:spPr>
            <a:xfrm>
              <a:off x="6787373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0" name="1"/>
            <p:cNvSpPr txBox="1"/>
            <p:nvPr/>
          </p:nvSpPr>
          <p:spPr>
            <a:xfrm>
              <a:off x="8370737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哈希表(hashtable)处理冲突方法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冲突方法：线性探测</a:t>
            </a:r>
          </a:p>
        </p:txBody>
      </p:sp>
      <p:sp>
        <p:nvSpPr>
          <p:cNvPr id="164" name="主聚集(primary clustering)现象："/>
          <p:cNvSpPr txBox="1"/>
          <p:nvPr/>
        </p:nvSpPr>
        <p:spPr>
          <a:xfrm>
            <a:off x="467219" y="1378372"/>
            <a:ext cx="545778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主聚集(primary clustering)现象：</a:t>
            </a:r>
          </a:p>
        </p:txBody>
      </p:sp>
      <p:grpSp>
        <p:nvGrpSpPr>
          <p:cNvPr id="177" name="成组"/>
          <p:cNvGrpSpPr/>
          <p:nvPr/>
        </p:nvGrpSpPr>
        <p:grpSpPr>
          <a:xfrm>
            <a:off x="1795795" y="4802419"/>
            <a:ext cx="8128001" cy="1514868"/>
            <a:chOff x="0" y="0"/>
            <a:chExt cx="8128000" cy="1514867"/>
          </a:xfrm>
        </p:grpSpPr>
        <p:graphicFrame>
          <p:nvGraphicFramePr>
            <p:cNvPr id="165" name="表格"/>
            <p:cNvGraphicFramePr/>
            <p:nvPr/>
          </p:nvGraphicFramePr>
          <p:xfrm>
            <a:off x="0" y="0"/>
            <a:ext cx="8128000" cy="939800"/>
          </p:xfrm>
          <a:graphic xmlns:a="http://schemas.openxmlformats.org/drawingml/2006/main">
            <a:graphicData uri="http://schemas.openxmlformats.org/drawingml/2006/table">
              <a:tbl>
                <a:tblPr firstCol="1" firstRow="0" lastCol="0" lastRow="0" bandCol="0" bandRow="0" rtl="0">
                  <a:tableStyleId>{4C3C2611-4C71-4FC5-86AE-919BDF0F9419}</a:tableStyleId>
                </a:tblPr>
                <a:tblGrid>
                  <a:gridCol w="734834"/>
                  <a:gridCol w="734834"/>
                  <a:gridCol w="734834"/>
                  <a:gridCol w="734834"/>
                  <a:gridCol w="734834"/>
                  <a:gridCol w="734834"/>
                  <a:gridCol w="734834"/>
                  <a:gridCol w="734834"/>
                  <a:gridCol w="734834"/>
                  <a:gridCol w="734834"/>
                  <a:gridCol w="734834"/>
                </a:tblGrid>
                <a:tr h="889812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b="0" sz="1600">
                            <a:solidFill>
                              <a:srgbClr val="000000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66" name="0"/>
            <p:cNvSpPr txBox="1"/>
            <p:nvPr/>
          </p:nvSpPr>
          <p:spPr>
            <a:xfrm>
              <a:off x="176595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67" name="1"/>
            <p:cNvSpPr txBox="1"/>
            <p:nvPr/>
          </p:nvSpPr>
          <p:spPr>
            <a:xfrm>
              <a:off x="958267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8" name="2"/>
            <p:cNvSpPr txBox="1"/>
            <p:nvPr/>
          </p:nvSpPr>
          <p:spPr>
            <a:xfrm>
              <a:off x="1739938" y="903227"/>
              <a:ext cx="297922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69" name="3"/>
            <p:cNvSpPr txBox="1"/>
            <p:nvPr/>
          </p:nvSpPr>
          <p:spPr>
            <a:xfrm>
              <a:off x="2462616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0" name="4"/>
            <p:cNvSpPr txBox="1"/>
            <p:nvPr/>
          </p:nvSpPr>
          <p:spPr>
            <a:xfrm>
              <a:off x="3155796" y="903227"/>
              <a:ext cx="297922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1" name="5"/>
            <p:cNvSpPr txBox="1"/>
            <p:nvPr/>
          </p:nvSpPr>
          <p:spPr>
            <a:xfrm>
              <a:off x="3878474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72" name="6"/>
            <p:cNvSpPr txBox="1"/>
            <p:nvPr/>
          </p:nvSpPr>
          <p:spPr>
            <a:xfrm>
              <a:off x="4645397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73" name="7"/>
            <p:cNvSpPr txBox="1"/>
            <p:nvPr/>
          </p:nvSpPr>
          <p:spPr>
            <a:xfrm>
              <a:off x="5382824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74" name="8"/>
            <p:cNvSpPr txBox="1"/>
            <p:nvPr/>
          </p:nvSpPr>
          <p:spPr>
            <a:xfrm>
              <a:off x="6134998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75" name="9"/>
            <p:cNvSpPr txBox="1"/>
            <p:nvPr/>
          </p:nvSpPr>
          <p:spPr>
            <a:xfrm>
              <a:off x="6857675" y="903227"/>
              <a:ext cx="297921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76" name="10"/>
            <p:cNvSpPr txBox="1"/>
            <p:nvPr/>
          </p:nvSpPr>
          <p:spPr>
            <a:xfrm>
              <a:off x="7550855" y="903227"/>
              <a:ext cx="415910" cy="61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178" name="插入7号桶发生冲突的概率是2号桶的4倍…"/>
          <p:cNvSpPr txBox="1"/>
          <p:nvPr/>
        </p:nvSpPr>
        <p:spPr>
          <a:xfrm>
            <a:off x="297179" y="2164664"/>
            <a:ext cx="12416590" cy="173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buSzPct val="60000"/>
              <a:buBlip>
                <a:blip r:embed="rId2"/>
              </a:buBlip>
            </a:pPr>
            <a:r>
              <a:t>插入7号桶发生冲突的概率是2号桶的4倍</a:t>
            </a:r>
          </a:p>
          <a:p>
            <a:pPr marL="300789" indent="-300789">
              <a:buSzPct val="60000"/>
              <a:buBlip>
                <a:blip r:embed="rId2"/>
              </a:buBlip>
            </a:pPr>
            <a:r>
              <a:t>插入7号桶后，使得4、5、6和8、9连成了一片，造成4，5，6号桶的探测</a:t>
            </a:r>
          </a:p>
          <a:p>
            <a:pPr/>
            <a:r>
              <a:t>    次数由4，3，2变为7，6，5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哈希表(hashtable)处理冲突方法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冲突方法：线性探测</a:t>
            </a:r>
          </a:p>
        </p:txBody>
      </p:sp>
      <p:sp>
        <p:nvSpPr>
          <p:cNvPr id="181" name="理论上可以证明，使用线性探测时，…"/>
          <p:cNvSpPr txBox="1"/>
          <p:nvPr/>
        </p:nvSpPr>
        <p:spPr>
          <a:xfrm>
            <a:off x="349250" y="1191759"/>
            <a:ext cx="12306301" cy="6679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理论上可以证明，使用线性探测时，</a:t>
            </a:r>
          </a:p>
          <a:p>
            <a:pPr>
              <a:lnSpc>
                <a:spcPct val="120000"/>
              </a:lnSpc>
            </a:pPr>
            <a:r>
              <a:t>查找失败时需要的平均的探测(比较)数：</a:t>
            </a:r>
          </a:p>
          <a:p>
            <a:pPr algn="ctr">
              <a:lnSpc>
                <a:spcPct val="120000"/>
              </a:lnSpc>
            </a:pPr>
            <a:r>
              <a:rPr i="1"/>
              <a:t>C</a:t>
            </a:r>
            <a:r>
              <a:t>' = (1+1/(1–</a:t>
            </a:r>
            <a:r>
              <a:rPr i="1"/>
              <a:t>𝛂</a:t>
            </a:r>
            <a:r>
              <a:t>)</a:t>
            </a:r>
            <a:r>
              <a:rPr baseline="31999"/>
              <a:t>2</a:t>
            </a:r>
            <a:r>
              <a:t>)/2</a:t>
            </a:r>
          </a:p>
          <a:p>
            <a:pPr>
              <a:lnSpc>
                <a:spcPct val="120000"/>
              </a:lnSpc>
            </a:pPr>
            <a:r>
              <a:t>查找成功时平均的探测数：</a:t>
            </a:r>
          </a:p>
          <a:p>
            <a:pPr algn="ctr">
              <a:lnSpc>
                <a:spcPct val="120000"/>
              </a:lnSpc>
            </a:pPr>
            <a:r>
              <a:rPr i="1"/>
              <a:t>C</a:t>
            </a:r>
            <a:r>
              <a:t> = (1+1/ ( 1–</a:t>
            </a:r>
            <a:r>
              <a:rPr i="1"/>
              <a:t>𝛂</a:t>
            </a:r>
            <a:r>
              <a:t>))/2</a:t>
            </a:r>
          </a:p>
          <a:p>
            <a:pPr>
              <a:lnSpc>
                <a:spcPct val="120000"/>
              </a:lnSpc>
            </a:pPr>
            <a:r>
              <a:t>其中，𝛂 = </a:t>
            </a:r>
            <a:r>
              <a:rPr i="1"/>
              <a:t>n</a:t>
            </a:r>
            <a:r>
              <a:t> / </a:t>
            </a:r>
            <a:r>
              <a:rPr i="1"/>
              <a:t>m</a:t>
            </a:r>
            <a:r>
              <a:t>，</a:t>
            </a:r>
            <a:r>
              <a:rPr i="1"/>
              <a:t>n</a:t>
            </a:r>
            <a:r>
              <a:t>是哈希表中键值对的个数，𝛂叫做装载因子。</a:t>
            </a:r>
          </a:p>
          <a:p>
            <a:pPr>
              <a:lnSpc>
                <a:spcPct val="120000"/>
              </a:lnSpc>
            </a:pPr>
            <a:r>
              <a:t>如果不考虑主聚集现象，查找成功和查找失败时需要的平均的探测数为：</a:t>
            </a:r>
          </a:p>
          <a:p>
            <a:pPr algn="ctr">
              <a:lnSpc>
                <a:spcPct val="120000"/>
              </a:lnSpc>
            </a:pPr>
            <a:r>
              <a:rPr i="1"/>
              <a:t>C</a:t>
            </a:r>
            <a:r>
              <a:t> = -</a:t>
            </a:r>
            <a:r>
              <a:rPr i="1"/>
              <a:t>ln</a:t>
            </a:r>
            <a:r>
              <a:t>(1-𝛂)/ 𝛂</a:t>
            </a:r>
          </a:p>
          <a:p>
            <a:pPr algn="ctr">
              <a:lnSpc>
                <a:spcPct val="120000"/>
              </a:lnSpc>
            </a:pPr>
            <a:r>
              <a:rPr i="1"/>
              <a:t>C</a:t>
            </a:r>
            <a:r>
              <a:t>' = 1/𝛂。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哈希表(hashtable)处理冲突方法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冲突方法：线性探测</a:t>
            </a:r>
          </a:p>
        </p:txBody>
      </p:sp>
      <p:grpSp>
        <p:nvGrpSpPr>
          <p:cNvPr id="206" name="成组"/>
          <p:cNvGrpSpPr/>
          <p:nvPr/>
        </p:nvGrpSpPr>
        <p:grpSpPr>
          <a:xfrm>
            <a:off x="1821098" y="1391071"/>
            <a:ext cx="9004301" cy="1965946"/>
            <a:chOff x="0" y="0"/>
            <a:chExt cx="9004300" cy="1965944"/>
          </a:xfrm>
        </p:grpSpPr>
        <p:graphicFrame>
          <p:nvGraphicFramePr>
            <p:cNvPr id="184" name="表格"/>
            <p:cNvGraphicFramePr/>
            <p:nvPr/>
          </p:nvGraphicFramePr>
          <p:xfrm>
            <a:off x="0" y="530684"/>
            <a:ext cx="9004300" cy="914401"/>
          </p:xfrm>
          <a:graphic xmlns:a="http://schemas.openxmlformats.org/drawingml/2006/main">
            <a:graphicData uri="http://schemas.openxmlformats.org/drawingml/2006/table">
              <a:tbl>
                <a:tblPr firstCol="1" firstRow="0" lastCol="0" lastRow="0" bandCol="0" bandRow="0" rtl="0">
                  <a:tableStyleId>{4C3C2611-4C71-4FC5-86AE-919BDF0F9419}</a:tableStyleId>
                </a:tblPr>
                <a:tblGrid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</a:tblGrid>
                <a:tr h="859576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b="0"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55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23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14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68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11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82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36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19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10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85" name="0"/>
            <p:cNvSpPr txBox="1"/>
            <p:nvPr/>
          </p:nvSpPr>
          <p:spPr>
            <a:xfrm>
              <a:off x="192739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86" name="1"/>
            <p:cNvSpPr txBox="1"/>
            <p:nvPr/>
          </p:nvSpPr>
          <p:spPr>
            <a:xfrm>
              <a:off x="1057877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7" name="2"/>
            <p:cNvSpPr txBox="1"/>
            <p:nvPr/>
          </p:nvSpPr>
          <p:spPr>
            <a:xfrm>
              <a:off x="1923015" y="1386995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8" name="3"/>
            <p:cNvSpPr txBox="1"/>
            <p:nvPr/>
          </p:nvSpPr>
          <p:spPr>
            <a:xfrm>
              <a:off x="2722858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89" name="4"/>
            <p:cNvSpPr txBox="1"/>
            <p:nvPr/>
          </p:nvSpPr>
          <p:spPr>
            <a:xfrm>
              <a:off x="3490056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90" name="5"/>
            <p:cNvSpPr txBox="1"/>
            <p:nvPr/>
          </p:nvSpPr>
          <p:spPr>
            <a:xfrm>
              <a:off x="4289900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91" name="6"/>
            <p:cNvSpPr txBox="1"/>
            <p:nvPr/>
          </p:nvSpPr>
          <p:spPr>
            <a:xfrm>
              <a:off x="5138714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92" name="7"/>
            <p:cNvSpPr txBox="1"/>
            <p:nvPr/>
          </p:nvSpPr>
          <p:spPr>
            <a:xfrm>
              <a:off x="5954882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93" name="8"/>
            <p:cNvSpPr txBox="1"/>
            <p:nvPr/>
          </p:nvSpPr>
          <p:spPr>
            <a:xfrm>
              <a:off x="6787373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94" name="9"/>
            <p:cNvSpPr txBox="1"/>
            <p:nvPr/>
          </p:nvSpPr>
          <p:spPr>
            <a:xfrm>
              <a:off x="7587216" y="1386995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95" name="10"/>
            <p:cNvSpPr txBox="1"/>
            <p:nvPr/>
          </p:nvSpPr>
          <p:spPr>
            <a:xfrm>
              <a:off x="8354414" y="1386995"/>
              <a:ext cx="460319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96" name="1"/>
            <p:cNvSpPr txBox="1"/>
            <p:nvPr/>
          </p:nvSpPr>
          <p:spPr>
            <a:xfrm>
              <a:off x="192739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97" name="1"/>
            <p:cNvSpPr txBox="1"/>
            <p:nvPr/>
          </p:nvSpPr>
          <p:spPr>
            <a:xfrm>
              <a:off x="1057877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98" name="2"/>
            <p:cNvSpPr txBox="1"/>
            <p:nvPr/>
          </p:nvSpPr>
          <p:spPr>
            <a:xfrm>
              <a:off x="1923015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99" name="1"/>
            <p:cNvSpPr txBox="1"/>
            <p:nvPr/>
          </p:nvSpPr>
          <p:spPr>
            <a:xfrm>
              <a:off x="2722858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00" name="3"/>
            <p:cNvSpPr txBox="1"/>
            <p:nvPr/>
          </p:nvSpPr>
          <p:spPr>
            <a:xfrm>
              <a:off x="3490056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01" name="6"/>
            <p:cNvSpPr txBox="1"/>
            <p:nvPr/>
          </p:nvSpPr>
          <p:spPr>
            <a:xfrm>
              <a:off x="4289900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202" name="2"/>
            <p:cNvSpPr txBox="1"/>
            <p:nvPr/>
          </p:nvSpPr>
          <p:spPr>
            <a:xfrm>
              <a:off x="5138714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03" name="5"/>
            <p:cNvSpPr txBox="1"/>
            <p:nvPr/>
          </p:nvSpPr>
          <p:spPr>
            <a:xfrm>
              <a:off x="5954882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04" name="1"/>
            <p:cNvSpPr txBox="1"/>
            <p:nvPr/>
          </p:nvSpPr>
          <p:spPr>
            <a:xfrm>
              <a:off x="6787373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05" name="1"/>
            <p:cNvSpPr txBox="1"/>
            <p:nvPr/>
          </p:nvSpPr>
          <p:spPr>
            <a:xfrm>
              <a:off x="8370737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07" name="查找成功的平均探测次数：(1 + 1 + 2 + 1 + 3 + 6 + 2 + 5 + 1 + 1) / 10 = 2.3"/>
          <p:cNvSpPr txBox="1"/>
          <p:nvPr/>
        </p:nvSpPr>
        <p:spPr>
          <a:xfrm>
            <a:off x="467219" y="4406900"/>
            <a:ext cx="12052363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查找成功的平均探测次数：(1 + 1 + 2 + 1 + 3 + 6 + 2 + 5 + 1 + 1) / 10 = 2.3</a:t>
            </a:r>
          </a:p>
        </p:txBody>
      </p:sp>
      <p:sp>
        <p:nvSpPr>
          <p:cNvPr id="208" name="查找失败的平均探测次数：(10 + 9 + 8 + 7 + 6 + 5 + 4 + 3 + 2 + 12) / 11 = 6"/>
          <p:cNvSpPr txBox="1"/>
          <p:nvPr/>
        </p:nvSpPr>
        <p:spPr>
          <a:xfrm>
            <a:off x="467219" y="5236657"/>
            <a:ext cx="1213347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查找失败的平均探测次数：(10 + 9 + 8 + 7 + 6 + 5 + 4 + 3 + 2 + 12) / 11 = 6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8" grpId="2"/>
      <p:bldP build="whole" bldLvl="1" animBg="1" rev="0" advAuto="0" spid="20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哈希表(hashtable)处理冲突方法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冲突方法：线性探测</a:t>
            </a:r>
          </a:p>
        </p:txBody>
      </p:sp>
      <p:sp>
        <p:nvSpPr>
          <p:cNvPr id="211" name="𝛂 = 0.5…"/>
          <p:cNvSpPr txBox="1"/>
          <p:nvPr/>
        </p:nvSpPr>
        <p:spPr>
          <a:xfrm>
            <a:off x="666832" y="1274130"/>
            <a:ext cx="5903157" cy="7097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𝛂 = 0.5</a:t>
            </a:r>
          </a:p>
          <a:p>
            <a:pPr>
              <a:lnSpc>
                <a:spcPct val="120000"/>
              </a:lnSpc>
            </a:pPr>
            <a:r>
              <a:t>查找成功的平均比较次数:1.5</a:t>
            </a:r>
          </a:p>
          <a:p>
            <a:pPr>
              <a:lnSpc>
                <a:spcPct val="120000"/>
              </a:lnSpc>
            </a:pPr>
            <a:r>
              <a:t>查找失败(插入)的平均比较次数:2.5</a:t>
            </a:r>
          </a:p>
          <a:p>
            <a:pPr>
              <a:lnSpc>
                <a:spcPct val="120000"/>
              </a:lnSpc>
            </a:pPr>
          </a:p>
          <a:p>
            <a:pPr>
              <a:lnSpc>
                <a:spcPct val="120000"/>
              </a:lnSpc>
              <a:defRPr>
                <a:solidFill>
                  <a:schemeClr val="accent5"/>
                </a:solidFill>
              </a:defRPr>
            </a:pPr>
            <a:r>
              <a:t>𝛂 = 0.75</a:t>
            </a:r>
          </a:p>
          <a:p>
            <a:pPr>
              <a:lnSpc>
                <a:spcPct val="120000"/>
              </a:lnSpc>
            </a:pPr>
            <a:r>
              <a:t>查找成功的平均比较次数:2.5</a:t>
            </a:r>
          </a:p>
          <a:p>
            <a:pPr>
              <a:lnSpc>
                <a:spcPct val="120000"/>
              </a:lnSpc>
            </a:pPr>
            <a:r>
              <a:t>查找失败的平均比较次数:8.5</a:t>
            </a:r>
          </a:p>
          <a:p>
            <a:pPr>
              <a:lnSpc>
                <a:spcPct val="120000"/>
              </a:lnSpc>
            </a:pPr>
          </a:p>
          <a:p>
            <a:pPr>
              <a:lnSpc>
                <a:spcPct val="120000"/>
              </a:lnSpc>
            </a:pPr>
            <a:r>
              <a:t>𝛂 = 0.9</a:t>
            </a:r>
          </a:p>
          <a:p>
            <a:pPr>
              <a:lnSpc>
                <a:spcPct val="120000"/>
              </a:lnSpc>
            </a:pPr>
            <a:r>
              <a:t>查找成功的平均比较次数:5.5</a:t>
            </a:r>
          </a:p>
          <a:p>
            <a:pPr>
              <a:lnSpc>
                <a:spcPct val="120000"/>
              </a:lnSpc>
            </a:pPr>
            <a:r>
              <a:t>查找失败的平均比较次数:50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线性探测再散列课堂练习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线性探测课堂练习</a:t>
            </a:r>
          </a:p>
        </p:txBody>
      </p:sp>
      <p:sp>
        <p:nvSpPr>
          <p:cNvPr id="214" name="Shape 387"/>
          <p:cNvSpPr txBox="1"/>
          <p:nvPr/>
        </p:nvSpPr>
        <p:spPr>
          <a:xfrm>
            <a:off x="261156" y="1416470"/>
            <a:ext cx="12482487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lnSpc>
                <a:spcPct val="130000"/>
              </a:lnSpc>
              <a:defRPr sz="3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假设哈希表长为11，依次插入54，33，89，47，38，59，15，2</a:t>
            </a:r>
          </a:p>
        </p:txBody>
      </p:sp>
      <p:grpSp>
        <p:nvGrpSpPr>
          <p:cNvPr id="235" name="成组"/>
          <p:cNvGrpSpPr/>
          <p:nvPr/>
        </p:nvGrpSpPr>
        <p:grpSpPr>
          <a:xfrm>
            <a:off x="2026029" y="2462665"/>
            <a:ext cx="8965442" cy="1965946"/>
            <a:chOff x="25400" y="0"/>
            <a:chExt cx="8965441" cy="1965945"/>
          </a:xfrm>
        </p:grpSpPr>
        <p:graphicFrame>
          <p:nvGraphicFramePr>
            <p:cNvPr id="215" name="表格"/>
            <p:cNvGraphicFramePr/>
            <p:nvPr/>
          </p:nvGraphicFramePr>
          <p:xfrm>
            <a:off x="25400" y="556084"/>
            <a:ext cx="8965442" cy="872278"/>
          </p:xfrm>
          <a:graphic xmlns:a="http://schemas.openxmlformats.org/drawingml/2006/main">
            <a:graphicData uri="http://schemas.openxmlformats.org/drawingml/2006/table">
              <a:tbl>
                <a:tblPr firstCol="1" firstRow="0" lastCol="0" lastRow="0" bandCol="0" bandRow="0" rtl="0">
                  <a:tableStyleId>{4C3C2611-4C71-4FC5-86AE-919BDF0F9419}</a:tableStyleId>
                </a:tblPr>
                <a:tblGrid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</a:tblGrid>
                <a:tr h="859576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b="0"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33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89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2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47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59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38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15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54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216" name="0"/>
            <p:cNvSpPr txBox="1"/>
            <p:nvPr/>
          </p:nvSpPr>
          <p:spPr>
            <a:xfrm>
              <a:off x="192739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17" name="1"/>
            <p:cNvSpPr txBox="1"/>
            <p:nvPr/>
          </p:nvSpPr>
          <p:spPr>
            <a:xfrm>
              <a:off x="1057877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18" name="2"/>
            <p:cNvSpPr txBox="1"/>
            <p:nvPr/>
          </p:nvSpPr>
          <p:spPr>
            <a:xfrm>
              <a:off x="1923015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19" name="3"/>
            <p:cNvSpPr txBox="1"/>
            <p:nvPr/>
          </p:nvSpPr>
          <p:spPr>
            <a:xfrm>
              <a:off x="2722858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20" name="4"/>
            <p:cNvSpPr txBox="1"/>
            <p:nvPr/>
          </p:nvSpPr>
          <p:spPr>
            <a:xfrm>
              <a:off x="3490056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21" name="5"/>
            <p:cNvSpPr txBox="1"/>
            <p:nvPr/>
          </p:nvSpPr>
          <p:spPr>
            <a:xfrm>
              <a:off x="4289900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22" name="6"/>
            <p:cNvSpPr txBox="1"/>
            <p:nvPr/>
          </p:nvSpPr>
          <p:spPr>
            <a:xfrm>
              <a:off x="5138715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223" name="7"/>
            <p:cNvSpPr txBox="1"/>
            <p:nvPr/>
          </p:nvSpPr>
          <p:spPr>
            <a:xfrm>
              <a:off x="5954883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224" name="8"/>
            <p:cNvSpPr txBox="1"/>
            <p:nvPr/>
          </p:nvSpPr>
          <p:spPr>
            <a:xfrm>
              <a:off x="6787373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225" name="9"/>
            <p:cNvSpPr txBox="1"/>
            <p:nvPr/>
          </p:nvSpPr>
          <p:spPr>
            <a:xfrm>
              <a:off x="7587216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226" name="10"/>
            <p:cNvSpPr txBox="1"/>
            <p:nvPr/>
          </p:nvSpPr>
          <p:spPr>
            <a:xfrm>
              <a:off x="8354414" y="1386995"/>
              <a:ext cx="460319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27" name="1"/>
            <p:cNvSpPr txBox="1"/>
            <p:nvPr/>
          </p:nvSpPr>
          <p:spPr>
            <a:xfrm>
              <a:off x="256239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8" name="1"/>
            <p:cNvSpPr txBox="1"/>
            <p:nvPr/>
          </p:nvSpPr>
          <p:spPr>
            <a:xfrm>
              <a:off x="1057877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9" name="1"/>
            <p:cNvSpPr txBox="1"/>
            <p:nvPr/>
          </p:nvSpPr>
          <p:spPr>
            <a:xfrm>
              <a:off x="1923015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30" name="1"/>
            <p:cNvSpPr txBox="1"/>
            <p:nvPr/>
          </p:nvSpPr>
          <p:spPr>
            <a:xfrm>
              <a:off x="2722858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31" name="1"/>
            <p:cNvSpPr txBox="1"/>
            <p:nvPr/>
          </p:nvSpPr>
          <p:spPr>
            <a:xfrm>
              <a:off x="3490056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32" name="1"/>
            <p:cNvSpPr txBox="1"/>
            <p:nvPr/>
          </p:nvSpPr>
          <p:spPr>
            <a:xfrm>
              <a:off x="4353400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33" name="3"/>
            <p:cNvSpPr txBox="1"/>
            <p:nvPr/>
          </p:nvSpPr>
          <p:spPr>
            <a:xfrm>
              <a:off x="5138715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34" name="1"/>
            <p:cNvSpPr txBox="1"/>
            <p:nvPr/>
          </p:nvSpPr>
          <p:spPr>
            <a:xfrm>
              <a:off x="8370737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36" name="查找成功的平均探测次数：(1 + 1 +1 +1 +1 +1 +3 + 1) / 8 = 1.25"/>
          <p:cNvSpPr txBox="1"/>
          <p:nvPr/>
        </p:nvSpPr>
        <p:spPr>
          <a:xfrm>
            <a:off x="467219" y="4406900"/>
            <a:ext cx="1038437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查找成功的平均探测次数：(1 + 1 +1 +1 +1 +1 +3 + 1) / 8 = 1.25</a:t>
            </a:r>
          </a:p>
        </p:txBody>
      </p:sp>
      <p:sp>
        <p:nvSpPr>
          <p:cNvPr id="237" name="查找失败的平均探测次数：(8 + 7 +6 +5 +4 +3 +2 + 1 + 1 + 1 + 9) / 11 = 4.27"/>
          <p:cNvSpPr txBox="1"/>
          <p:nvPr/>
        </p:nvSpPr>
        <p:spPr>
          <a:xfrm>
            <a:off x="467219" y="5236657"/>
            <a:ext cx="1234834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查找失败的平均探测次数：(8 + 7 +6 +5 +4 +3 +2 + 1 + 1 + 1 + 9) / 11 = 4.27</a:t>
            </a:r>
          </a:p>
        </p:txBody>
      </p:sp>
      <p:sp>
        <p:nvSpPr>
          <p:cNvPr id="238" name="𝛂 = 0.73"/>
          <p:cNvSpPr txBox="1"/>
          <p:nvPr/>
        </p:nvSpPr>
        <p:spPr>
          <a:xfrm>
            <a:off x="533787" y="6066414"/>
            <a:ext cx="143178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𝛂 = 0.73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7" grpId="3"/>
      <p:bldP build="whole" bldLvl="1" animBg="1" rev="0" advAuto="0" spid="236" grpId="2"/>
      <p:bldP build="whole" bldLvl="1" animBg="1" rev="0" advAuto="0" spid="238" grpId="4"/>
      <p:bldP build="whole" bldLvl="1" animBg="1" rev="0" advAuto="0" spid="23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哈希表(hashtable)处理冲突方法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冲突方法：二次探测</a:t>
            </a:r>
          </a:p>
        </p:txBody>
      </p:sp>
      <p:sp>
        <p:nvSpPr>
          <p:cNvPr id="241" name="假设哈希表长为11，依次插入19，1，23，14，55，68，11，82，36 ，…"/>
          <p:cNvSpPr txBox="1"/>
          <p:nvPr/>
        </p:nvSpPr>
        <p:spPr>
          <a:xfrm>
            <a:off x="394011" y="4027967"/>
            <a:ext cx="11801773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假设哈希表长为11，依次插入19，1，23，14，55，68，11，82，36 ，</a:t>
            </a:r>
          </a:p>
          <a:p>
            <a:pPr>
              <a:lnSpc>
                <a:spcPct val="120000"/>
              </a:lnSpc>
            </a:pPr>
            <a:r>
              <a:t>10后的哈希表为：</a:t>
            </a:r>
          </a:p>
        </p:txBody>
      </p:sp>
      <p:sp>
        <p:nvSpPr>
          <p:cNvPr id="242" name="二次探测是通过形如y = ax2 + bx + c的线性函数计算下一个桶号…"/>
          <p:cNvSpPr txBox="1"/>
          <p:nvPr/>
        </p:nvSpPr>
        <p:spPr>
          <a:xfrm>
            <a:off x="593117" y="1149974"/>
            <a:ext cx="10859414" cy="2740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spcBef>
                <a:spcPts val="1200"/>
              </a:spcBef>
              <a:buSzPct val="60000"/>
              <a:buBlip>
                <a:blip r:embed="rId2"/>
              </a:buBlip>
            </a:pPr>
            <a:r>
              <a:t>二次探测是通过形如y = ax</a:t>
            </a:r>
            <a:r>
              <a:rPr baseline="31999"/>
              <a:t>2</a:t>
            </a:r>
            <a:r>
              <a:t> + bx + c的线性函数计算下一个桶号</a:t>
            </a:r>
          </a:p>
          <a:p>
            <a:pPr marL="300789" indent="-300789">
              <a:spcBef>
                <a:spcPts val="1200"/>
              </a:spcBef>
              <a:buSzPct val="60000"/>
              <a:buBlip>
                <a:blip r:embed="rId2"/>
              </a:buBlip>
            </a:pPr>
            <a:r>
              <a:t>一种常用的二次探测采用函数</a:t>
            </a:r>
            <a:r>
              <a:rPr i="1"/>
              <a:t>y</a:t>
            </a:r>
            <a:r>
              <a:t> =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 + </a:t>
            </a:r>
            <a:r>
              <a:rPr i="1"/>
              <a:t>i</a:t>
            </a:r>
            <a:r>
              <a:rPr baseline="31999"/>
              <a:t>2</a:t>
            </a:r>
            <a:r>
              <a:t>，</a:t>
            </a:r>
          </a:p>
          <a:p>
            <a:pPr>
              <a:spcBef>
                <a:spcPts val="1200"/>
              </a:spcBef>
            </a:pPr>
            <a:r>
              <a:t>     即如果桶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)被占用，则按如下的探测序列寻找空桶，</a:t>
            </a:r>
          </a:p>
          <a:p>
            <a:pPr algn="ctr">
              <a:spcBef>
                <a:spcPts val="1200"/>
              </a:spcBef>
            </a:pP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)+1</a:t>
            </a:r>
            <a:r>
              <a:rPr baseline="31999"/>
              <a:t>2</a:t>
            </a:r>
            <a:r>
              <a:t>，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)+2</a:t>
            </a:r>
            <a:r>
              <a:rPr baseline="31999"/>
              <a:t>2</a:t>
            </a:r>
            <a:r>
              <a:t>，…，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)+</a:t>
            </a:r>
            <a:r>
              <a:rPr i="1"/>
              <a:t>i</a:t>
            </a:r>
            <a:r>
              <a:rPr baseline="31999"/>
              <a:t>2</a:t>
            </a:r>
            <a:r>
              <a:t>，…, 超过</a:t>
            </a:r>
            <a:r>
              <a:rPr i="1"/>
              <a:t>m</a:t>
            </a:r>
            <a:r>
              <a:t>则回绕</a:t>
            </a:r>
          </a:p>
        </p:txBody>
      </p:sp>
      <p:grpSp>
        <p:nvGrpSpPr>
          <p:cNvPr id="265" name="成组"/>
          <p:cNvGrpSpPr/>
          <p:nvPr/>
        </p:nvGrpSpPr>
        <p:grpSpPr>
          <a:xfrm>
            <a:off x="2512528" y="5343431"/>
            <a:ext cx="7378701" cy="1614347"/>
            <a:chOff x="0" y="0"/>
            <a:chExt cx="7378700" cy="1614346"/>
          </a:xfrm>
        </p:grpSpPr>
        <p:graphicFrame>
          <p:nvGraphicFramePr>
            <p:cNvPr id="243" name="表格"/>
            <p:cNvGraphicFramePr/>
            <p:nvPr/>
          </p:nvGraphicFramePr>
          <p:xfrm>
            <a:off x="0" y="431232"/>
            <a:ext cx="7378700" cy="749301"/>
          </p:xfrm>
          <a:graphic xmlns:a="http://schemas.openxmlformats.org/drawingml/2006/main">
            <a:graphicData uri="http://schemas.openxmlformats.org/drawingml/2006/table">
              <a:tbl>
                <a:tblPr firstCol="1" firstRow="0" lastCol="0" lastRow="0" bandCol="0" bandRow="0" rtl="0">
                  <a:tableStyleId>{4C3C2611-4C71-4FC5-86AE-919BDF0F9419}</a:tableStyleId>
                </a:tblPr>
                <a:tblGrid>
                  <a:gridCol w="665762"/>
                  <a:gridCol w="665762"/>
                  <a:gridCol w="665762"/>
                  <a:gridCol w="665762"/>
                  <a:gridCol w="665762"/>
                  <a:gridCol w="665762"/>
                  <a:gridCol w="665762"/>
                  <a:gridCol w="665762"/>
                  <a:gridCol w="665762"/>
                  <a:gridCol w="665762"/>
                  <a:gridCol w="665762"/>
                </a:tblGrid>
                <a:tr h="697492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b="0"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55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23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14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11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82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68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36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19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10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244" name="0"/>
            <p:cNvSpPr txBox="1"/>
            <p:nvPr/>
          </p:nvSpPr>
          <p:spPr>
            <a:xfrm>
              <a:off x="162573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45" name="1"/>
            <p:cNvSpPr txBox="1"/>
            <p:nvPr/>
          </p:nvSpPr>
          <p:spPr>
            <a:xfrm>
              <a:off x="871753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46" name="2"/>
            <p:cNvSpPr txBox="1"/>
            <p:nvPr/>
          </p:nvSpPr>
          <p:spPr>
            <a:xfrm>
              <a:off x="1580933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47" name="3"/>
            <p:cNvSpPr txBox="1"/>
            <p:nvPr/>
          </p:nvSpPr>
          <p:spPr>
            <a:xfrm>
              <a:off x="2236590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48" name="4"/>
            <p:cNvSpPr txBox="1"/>
            <p:nvPr/>
          </p:nvSpPr>
          <p:spPr>
            <a:xfrm>
              <a:off x="2865485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49" name="5"/>
            <p:cNvSpPr txBox="1"/>
            <p:nvPr/>
          </p:nvSpPr>
          <p:spPr>
            <a:xfrm>
              <a:off x="3521142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50" name="6"/>
            <p:cNvSpPr txBox="1"/>
            <p:nvPr/>
          </p:nvSpPr>
          <p:spPr>
            <a:xfrm>
              <a:off x="4216941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251" name="7"/>
            <p:cNvSpPr txBox="1"/>
            <p:nvPr/>
          </p:nvSpPr>
          <p:spPr>
            <a:xfrm>
              <a:off x="4885979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252" name="8"/>
            <p:cNvSpPr txBox="1"/>
            <p:nvPr/>
          </p:nvSpPr>
          <p:spPr>
            <a:xfrm>
              <a:off x="5568397" y="1138939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253" name="9"/>
            <p:cNvSpPr txBox="1"/>
            <p:nvPr/>
          </p:nvSpPr>
          <p:spPr>
            <a:xfrm>
              <a:off x="6224053" y="1138939"/>
              <a:ext cx="270293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254" name="10"/>
            <p:cNvSpPr txBox="1"/>
            <p:nvPr/>
          </p:nvSpPr>
          <p:spPr>
            <a:xfrm>
              <a:off x="6852948" y="1138939"/>
              <a:ext cx="377339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55" name="1"/>
            <p:cNvSpPr txBox="1"/>
            <p:nvPr/>
          </p:nvSpPr>
          <p:spPr>
            <a:xfrm>
              <a:off x="162573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6" name="1"/>
            <p:cNvSpPr txBox="1"/>
            <p:nvPr/>
          </p:nvSpPr>
          <p:spPr>
            <a:xfrm>
              <a:off x="871753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7" name="2"/>
            <p:cNvSpPr txBox="1"/>
            <p:nvPr/>
          </p:nvSpPr>
          <p:spPr>
            <a:xfrm>
              <a:off x="1580933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58" name="1"/>
            <p:cNvSpPr txBox="1"/>
            <p:nvPr/>
          </p:nvSpPr>
          <p:spPr>
            <a:xfrm>
              <a:off x="2236590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9" name="3"/>
            <p:cNvSpPr txBox="1"/>
            <p:nvPr/>
          </p:nvSpPr>
          <p:spPr>
            <a:xfrm>
              <a:off x="2865485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60" name="1"/>
            <p:cNvSpPr txBox="1"/>
            <p:nvPr/>
          </p:nvSpPr>
          <p:spPr>
            <a:xfrm>
              <a:off x="3521142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61" name="3"/>
            <p:cNvSpPr txBox="1"/>
            <p:nvPr/>
          </p:nvSpPr>
          <p:spPr>
            <a:xfrm>
              <a:off x="4216941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62" name="3"/>
            <p:cNvSpPr txBox="1"/>
            <p:nvPr/>
          </p:nvSpPr>
          <p:spPr>
            <a:xfrm>
              <a:off x="4885979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63" name="1"/>
            <p:cNvSpPr txBox="1"/>
            <p:nvPr/>
          </p:nvSpPr>
          <p:spPr>
            <a:xfrm>
              <a:off x="5568397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64" name="1"/>
            <p:cNvSpPr txBox="1"/>
            <p:nvPr/>
          </p:nvSpPr>
          <p:spPr>
            <a:xfrm>
              <a:off x="6866330" y="0"/>
              <a:ext cx="270292" cy="475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66" name="查找成功的平均探测次数：(1 + 1 +2 +1 +3 +1 +3 +3 + 1 + 1) / 10 = 1.7"/>
          <p:cNvSpPr txBox="1"/>
          <p:nvPr/>
        </p:nvSpPr>
        <p:spPr>
          <a:xfrm>
            <a:off x="461448" y="6934200"/>
            <a:ext cx="11480863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查找成功的平均探测次数：(1 + 1 +2 +1 +3 +1 +3 +3 + 1 + 1) / 10 = 1.7</a:t>
            </a:r>
          </a:p>
        </p:txBody>
      </p:sp>
      <p:sp>
        <p:nvSpPr>
          <p:cNvPr id="267" name="查找不成功的平均探测次数？"/>
          <p:cNvSpPr txBox="1"/>
          <p:nvPr/>
        </p:nvSpPr>
        <p:spPr>
          <a:xfrm>
            <a:off x="461448" y="7772400"/>
            <a:ext cx="5067301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查找不成功的平均探测次数？</a:t>
            </a:r>
          </a:p>
        </p:txBody>
      </p:sp>
      <p:sp>
        <p:nvSpPr>
          <p:cNvPr id="268" name="查找位置1的数据探测不到位置9，陷入循环"/>
          <p:cNvSpPr txBox="1"/>
          <p:nvPr/>
        </p:nvSpPr>
        <p:spPr>
          <a:xfrm>
            <a:off x="5763729" y="7829550"/>
            <a:ext cx="59055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查找位置1的数据探测不到位置9，陷入循环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6" grpId="1"/>
      <p:bldP build="whole" bldLvl="1" animBg="1" rev="0" advAuto="0" spid="267" grpId="2"/>
      <p:bldP build="whole" bldLvl="1" animBg="1" rev="0" advAuto="0" spid="268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哈希表(hashtable)处理冲突方法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冲突方法：二次探测</a:t>
            </a:r>
          </a:p>
        </p:txBody>
      </p:sp>
      <p:sp>
        <p:nvSpPr>
          <p:cNvPr id="271" name="如果采用函数y = h(k) + i2进行二次探测，理论上可以证明，当m为质数，…"/>
          <p:cNvSpPr txBox="1"/>
          <p:nvPr/>
        </p:nvSpPr>
        <p:spPr>
          <a:xfrm>
            <a:off x="262997" y="1267583"/>
            <a:ext cx="12573976" cy="4492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如果采用函数</a:t>
            </a:r>
            <a:r>
              <a:rPr i="1"/>
              <a:t>y</a:t>
            </a:r>
            <a:r>
              <a:t> = </a:t>
            </a:r>
            <a:r>
              <a:rPr i="1"/>
              <a:t>h</a:t>
            </a:r>
            <a:r>
              <a:t>(</a:t>
            </a:r>
            <a:r>
              <a:rPr i="1"/>
              <a:t>k</a:t>
            </a:r>
            <a:r>
              <a:t>) + </a:t>
            </a:r>
            <a:r>
              <a:rPr i="1"/>
              <a:t>i</a:t>
            </a:r>
            <a:r>
              <a:rPr baseline="31999"/>
              <a:t>2</a:t>
            </a:r>
            <a:r>
              <a:t>进行二次探测，理论上可以证明，当</a:t>
            </a:r>
            <a:r>
              <a:rPr i="1"/>
              <a:t>m</a:t>
            </a:r>
            <a:r>
              <a:t>为质数，</a:t>
            </a:r>
          </a:p>
          <a:p>
            <a:pPr>
              <a:lnSpc>
                <a:spcPct val="120000"/>
              </a:lnSpc>
            </a:pPr>
            <a:r>
              <a:t>𝛂 &lt; 1/2，二次探测总能为新插入的键值对找到空桶，并且，在插入过程中</a:t>
            </a:r>
          </a:p>
          <a:p>
            <a:pPr>
              <a:lnSpc>
                <a:spcPct val="120000"/>
              </a:lnSpc>
            </a:pPr>
            <a:r>
              <a:t>没有一个桶被探测过2次。</a:t>
            </a:r>
          </a:p>
          <a:p>
            <a:pPr>
              <a:lnSpc>
                <a:spcPct val="120000"/>
              </a:lnSpc>
            </a:pP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二次探测不会造成严重的主聚集现象，但存在次聚集(secondary clustering)</a:t>
            </a:r>
          </a:p>
          <a:p>
            <a:pPr>
              <a:lnSpc>
                <a:spcPct val="120000"/>
              </a:lnSpc>
            </a:pPr>
            <a:r>
              <a:t>   现象。次聚集是指由于被映射到同一个桶的键值对会在相同的位置进行</a:t>
            </a:r>
          </a:p>
          <a:p>
            <a:pPr>
              <a:lnSpc>
                <a:spcPct val="120000"/>
              </a:lnSpc>
            </a:pPr>
            <a:r>
              <a:t>   探测，使得查找这些键值对时，探测次数增加。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387"/>
          <p:cNvSpPr txBox="1"/>
          <p:nvPr/>
        </p:nvSpPr>
        <p:spPr>
          <a:xfrm>
            <a:off x="261156" y="1416470"/>
            <a:ext cx="12482487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lnSpc>
                <a:spcPct val="130000"/>
              </a:lnSpc>
              <a:defRPr sz="3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假设哈希表长为11，依次插入89，47，38，59，15</a:t>
            </a:r>
          </a:p>
        </p:txBody>
      </p:sp>
      <p:grpSp>
        <p:nvGrpSpPr>
          <p:cNvPr id="291" name="成组"/>
          <p:cNvGrpSpPr/>
          <p:nvPr/>
        </p:nvGrpSpPr>
        <p:grpSpPr>
          <a:xfrm>
            <a:off x="2026029" y="2462665"/>
            <a:ext cx="8965442" cy="1965946"/>
            <a:chOff x="25400" y="0"/>
            <a:chExt cx="8965441" cy="1965945"/>
          </a:xfrm>
        </p:grpSpPr>
        <p:graphicFrame>
          <p:nvGraphicFramePr>
            <p:cNvPr id="274" name="表格"/>
            <p:cNvGraphicFramePr/>
            <p:nvPr/>
          </p:nvGraphicFramePr>
          <p:xfrm>
            <a:off x="25400" y="556084"/>
            <a:ext cx="8965442" cy="872278"/>
          </p:xfrm>
          <a:graphic xmlns:a="http://schemas.openxmlformats.org/drawingml/2006/main">
            <a:graphicData uri="http://schemas.openxmlformats.org/drawingml/2006/table">
              <a:tbl>
                <a:tblPr firstCol="1" firstRow="0" lastCol="0" lastRow="0" bandCol="0" bandRow="0" rtl="0">
                  <a:tableStyleId>{4C3C2611-4C71-4FC5-86AE-919BDF0F9419}</a:tableStyleId>
                </a:tblPr>
                <a:tblGrid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  <a:gridCol w="813885"/>
                </a:tblGrid>
                <a:tr h="859576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b="0" sz="1600">
                            <a:solidFill>
                              <a:srgbClr val="000000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89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47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59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38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15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6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275" name="0"/>
            <p:cNvSpPr txBox="1"/>
            <p:nvPr/>
          </p:nvSpPr>
          <p:spPr>
            <a:xfrm>
              <a:off x="192739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76" name="1"/>
            <p:cNvSpPr txBox="1"/>
            <p:nvPr/>
          </p:nvSpPr>
          <p:spPr>
            <a:xfrm>
              <a:off x="1057877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77" name="2"/>
            <p:cNvSpPr txBox="1"/>
            <p:nvPr/>
          </p:nvSpPr>
          <p:spPr>
            <a:xfrm>
              <a:off x="1923015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78" name="3"/>
            <p:cNvSpPr txBox="1"/>
            <p:nvPr/>
          </p:nvSpPr>
          <p:spPr>
            <a:xfrm>
              <a:off x="2722858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79" name="4"/>
            <p:cNvSpPr txBox="1"/>
            <p:nvPr/>
          </p:nvSpPr>
          <p:spPr>
            <a:xfrm>
              <a:off x="3490056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80" name="5"/>
            <p:cNvSpPr txBox="1"/>
            <p:nvPr/>
          </p:nvSpPr>
          <p:spPr>
            <a:xfrm>
              <a:off x="4289900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81" name="6"/>
            <p:cNvSpPr txBox="1"/>
            <p:nvPr/>
          </p:nvSpPr>
          <p:spPr>
            <a:xfrm>
              <a:off x="5138715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282" name="7"/>
            <p:cNvSpPr txBox="1"/>
            <p:nvPr/>
          </p:nvSpPr>
          <p:spPr>
            <a:xfrm>
              <a:off x="5954883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283" name="8"/>
            <p:cNvSpPr txBox="1"/>
            <p:nvPr/>
          </p:nvSpPr>
          <p:spPr>
            <a:xfrm>
              <a:off x="6787373" y="1386995"/>
              <a:ext cx="329732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284" name="9"/>
            <p:cNvSpPr txBox="1"/>
            <p:nvPr/>
          </p:nvSpPr>
          <p:spPr>
            <a:xfrm>
              <a:off x="7587216" y="1386995"/>
              <a:ext cx="329733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285" name="10"/>
            <p:cNvSpPr txBox="1"/>
            <p:nvPr/>
          </p:nvSpPr>
          <p:spPr>
            <a:xfrm>
              <a:off x="8354414" y="1386995"/>
              <a:ext cx="460319" cy="578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86" name="1"/>
            <p:cNvSpPr txBox="1"/>
            <p:nvPr/>
          </p:nvSpPr>
          <p:spPr>
            <a:xfrm>
              <a:off x="1057877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87" name="1"/>
            <p:cNvSpPr txBox="1"/>
            <p:nvPr/>
          </p:nvSpPr>
          <p:spPr>
            <a:xfrm>
              <a:off x="2722858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88" name="1"/>
            <p:cNvSpPr txBox="1"/>
            <p:nvPr/>
          </p:nvSpPr>
          <p:spPr>
            <a:xfrm>
              <a:off x="3490056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89" name="1"/>
            <p:cNvSpPr txBox="1"/>
            <p:nvPr/>
          </p:nvSpPr>
          <p:spPr>
            <a:xfrm>
              <a:off x="4353400" y="0"/>
              <a:ext cx="329733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90" name="3"/>
            <p:cNvSpPr txBox="1"/>
            <p:nvPr/>
          </p:nvSpPr>
          <p:spPr>
            <a:xfrm>
              <a:off x="6825473" y="0"/>
              <a:ext cx="329732" cy="578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92" name="查找成功的平均探测次数：(1 + 1 + 1 + 1 + 3 ) / 5 = 1.4"/>
          <p:cNvSpPr txBox="1"/>
          <p:nvPr/>
        </p:nvSpPr>
        <p:spPr>
          <a:xfrm>
            <a:off x="162419" y="4406900"/>
            <a:ext cx="897776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查找成功的平均探测次数：(1 + 1 + 1 + 1 + 3 ) / 5 = 1.4</a:t>
            </a:r>
          </a:p>
        </p:txBody>
      </p:sp>
      <p:sp>
        <p:nvSpPr>
          <p:cNvPr id="293" name="查找失败的平均探测次数：(1 + 2 + 1 +3 + 4 + 2 + 1 + 1 + 2 + 1 + 1) / 11 = 1.73"/>
          <p:cNvSpPr txBox="1"/>
          <p:nvPr/>
        </p:nvSpPr>
        <p:spPr>
          <a:xfrm>
            <a:off x="162419" y="5236657"/>
            <a:ext cx="1272934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查找失败的平均探测次数：(1 + 2 + 1 +3 + 4 + 2 + 1 + 1 + 2 + 1 + 1) / 11 = 1.73</a:t>
            </a:r>
          </a:p>
        </p:txBody>
      </p:sp>
      <p:sp>
        <p:nvSpPr>
          <p:cNvPr id="294" name="线性探测再散列课堂练习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二次探测课堂练习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2" grpId="2"/>
      <p:bldP build="whole" bldLvl="1" animBg="1" rev="0" advAuto="0" spid="293" grpId="3"/>
      <p:bldP build="whole" bldLvl="1" animBg="1" rev="0" advAuto="0" spid="29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652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分离链法(separate chaining)</a:t>
            </a:r>
          </a:p>
        </p:txBody>
      </p:sp>
      <p:sp>
        <p:nvSpPr>
          <p:cNvPr id="297" name="Shape 563"/>
          <p:cNvSpPr txBox="1"/>
          <p:nvPr/>
        </p:nvSpPr>
        <p:spPr>
          <a:xfrm>
            <a:off x="104722" y="1288438"/>
            <a:ext cx="77517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defRPr sz="28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桶内存储多个&lt;key, value&gt;，并组织成一个链表</a:t>
            </a:r>
          </a:p>
        </p:txBody>
      </p:sp>
      <p:sp>
        <p:nvSpPr>
          <p:cNvPr id="298" name="理论上可以证明，查找成功的平均探测次数为，…"/>
          <p:cNvSpPr txBox="1"/>
          <p:nvPr/>
        </p:nvSpPr>
        <p:spPr>
          <a:xfrm>
            <a:off x="4315319" y="1962192"/>
            <a:ext cx="8439900" cy="3020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理论上可以证明，查找成功的平均探测次数为，</a:t>
            </a:r>
          </a:p>
          <a:p>
            <a:pPr algn="ctr"/>
            <a:r>
              <a:rPr i="1"/>
              <a:t>C</a:t>
            </a:r>
            <a:r>
              <a:t> = 1+ 𝛂 /2</a:t>
            </a:r>
          </a:p>
          <a:p>
            <a:pPr/>
            <a:r>
              <a:t>当𝛂 ≥ 1时，查找失败的平均探测次数为，</a:t>
            </a:r>
          </a:p>
          <a:p>
            <a:pPr algn="ctr"/>
            <a:r>
              <a:rPr i="1"/>
              <a:t>C</a:t>
            </a:r>
            <a:r>
              <a:t>' = (𝛂(𝛂+3))/(2(𝛂+1)) </a:t>
            </a:r>
          </a:p>
          <a:p>
            <a:pPr/>
            <a:r>
              <a:t>当𝛂 &lt; 1时，查找失败的平均探测次数小于等于𝛂。</a:t>
            </a:r>
          </a:p>
        </p:txBody>
      </p:sp>
      <p:sp>
        <p:nvSpPr>
          <p:cNvPr id="299" name="查找成功的平均探测次数：…"/>
          <p:cNvSpPr txBox="1"/>
          <p:nvPr/>
        </p:nvSpPr>
        <p:spPr>
          <a:xfrm>
            <a:off x="4315319" y="5263539"/>
            <a:ext cx="6745871" cy="1001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查找成功的平均探测次数：</a:t>
            </a:r>
          </a:p>
          <a:p>
            <a:pPr lvl="2">
              <a:defRPr sz="2600"/>
            </a:pPr>
            <a:r>
              <a:t>(1 + 2 + 1 + 2 + 1 + 1 + 2 + 1  + 1  + 1 ) / 10 = 1.3</a:t>
            </a:r>
          </a:p>
        </p:txBody>
      </p:sp>
      <p:sp>
        <p:nvSpPr>
          <p:cNvPr id="300" name="查找失败的平均探测次数：…"/>
          <p:cNvSpPr txBox="1"/>
          <p:nvPr/>
        </p:nvSpPr>
        <p:spPr>
          <a:xfrm>
            <a:off x="4315319" y="6410796"/>
            <a:ext cx="7167489" cy="1001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查找失败的平均探测次数：</a:t>
            </a:r>
          </a:p>
          <a:p>
            <a:pPr>
              <a:defRPr sz="2600"/>
            </a:pPr>
            <a:r>
              <a:t>(3 + 3 + 2 + 3 + 1 + 2 + 1 + 1 + 2 + 1 + 2) / 11 = 1.91</a:t>
            </a:r>
          </a:p>
        </p:txBody>
      </p:sp>
      <p:sp>
        <p:nvSpPr>
          <p:cNvPr id="301" name="分离链不存在主聚集现象，但存在次聚集现象，…"/>
          <p:cNvSpPr txBox="1"/>
          <p:nvPr/>
        </p:nvSpPr>
        <p:spPr>
          <a:xfrm>
            <a:off x="4315319" y="7559482"/>
            <a:ext cx="887730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分离链不存在主聚集现象，但存在次聚集现象，</a:t>
            </a:r>
          </a:p>
          <a:p>
            <a:pPr/>
            <a:r>
              <a:t>随着一个桶内的键值对数量的增加，探测次数增加。</a:t>
            </a:r>
          </a:p>
        </p:txBody>
      </p:sp>
      <p:grpSp>
        <p:nvGrpSpPr>
          <p:cNvPr id="396" name="成组"/>
          <p:cNvGrpSpPr/>
          <p:nvPr/>
        </p:nvGrpSpPr>
        <p:grpSpPr>
          <a:xfrm>
            <a:off x="301843" y="2482893"/>
            <a:ext cx="3214981" cy="6270227"/>
            <a:chOff x="0" y="0"/>
            <a:chExt cx="3214979" cy="6270226"/>
          </a:xfrm>
        </p:grpSpPr>
        <p:sp>
          <p:nvSpPr>
            <p:cNvPr id="302" name="0"/>
            <p:cNvSpPr txBox="1"/>
            <p:nvPr/>
          </p:nvSpPr>
          <p:spPr>
            <a:xfrm>
              <a:off x="88900" y="137666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03" name="1"/>
            <p:cNvSpPr txBox="1"/>
            <p:nvPr/>
          </p:nvSpPr>
          <p:spPr>
            <a:xfrm>
              <a:off x="88900" y="696911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4" name="2"/>
            <p:cNvSpPr txBox="1"/>
            <p:nvPr/>
          </p:nvSpPr>
          <p:spPr>
            <a:xfrm>
              <a:off x="88900" y="1267966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5" name="3"/>
            <p:cNvSpPr txBox="1"/>
            <p:nvPr/>
          </p:nvSpPr>
          <p:spPr>
            <a:xfrm>
              <a:off x="88900" y="184125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06" name="4"/>
            <p:cNvSpPr txBox="1"/>
            <p:nvPr/>
          </p:nvSpPr>
          <p:spPr>
            <a:xfrm>
              <a:off x="88900" y="2401839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07" name="5"/>
            <p:cNvSpPr txBox="1"/>
            <p:nvPr/>
          </p:nvSpPr>
          <p:spPr>
            <a:xfrm>
              <a:off x="88900" y="2975320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08" name="6"/>
            <p:cNvSpPr txBox="1"/>
            <p:nvPr/>
          </p:nvSpPr>
          <p:spPr>
            <a:xfrm>
              <a:off x="88900" y="3541266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09" name="7"/>
            <p:cNvSpPr txBox="1"/>
            <p:nvPr/>
          </p:nvSpPr>
          <p:spPr>
            <a:xfrm>
              <a:off x="88900" y="413261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310" name="8"/>
            <p:cNvSpPr txBox="1"/>
            <p:nvPr/>
          </p:nvSpPr>
          <p:spPr>
            <a:xfrm>
              <a:off x="88900" y="473913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311" name="9"/>
            <p:cNvSpPr txBox="1"/>
            <p:nvPr/>
          </p:nvSpPr>
          <p:spPr>
            <a:xfrm>
              <a:off x="88900" y="528990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312" name="10"/>
            <p:cNvSpPr txBox="1"/>
            <p:nvPr/>
          </p:nvSpPr>
          <p:spPr>
            <a:xfrm>
              <a:off x="0" y="5813078"/>
              <a:ext cx="3581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13" name="矩形"/>
            <p:cNvSpPr/>
            <p:nvPr/>
          </p:nvSpPr>
          <p:spPr>
            <a:xfrm>
              <a:off x="359945" y="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" name="矩形"/>
            <p:cNvSpPr/>
            <p:nvPr/>
          </p:nvSpPr>
          <p:spPr>
            <a:xfrm>
              <a:off x="359945" y="57150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5" name="矩形"/>
            <p:cNvSpPr/>
            <p:nvPr/>
          </p:nvSpPr>
          <p:spPr>
            <a:xfrm>
              <a:off x="359945" y="114300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6" name="矩形"/>
            <p:cNvSpPr/>
            <p:nvPr/>
          </p:nvSpPr>
          <p:spPr>
            <a:xfrm>
              <a:off x="359945" y="171450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7" name="矩形"/>
            <p:cNvSpPr/>
            <p:nvPr/>
          </p:nvSpPr>
          <p:spPr>
            <a:xfrm>
              <a:off x="359945" y="2282426"/>
              <a:ext cx="383779" cy="5715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8" name="矩形"/>
            <p:cNvSpPr/>
            <p:nvPr/>
          </p:nvSpPr>
          <p:spPr>
            <a:xfrm>
              <a:off x="359945" y="2850353"/>
              <a:ext cx="383779" cy="5715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9" name="矩形"/>
            <p:cNvSpPr/>
            <p:nvPr/>
          </p:nvSpPr>
          <p:spPr>
            <a:xfrm>
              <a:off x="359945" y="341630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0" name="矩形"/>
            <p:cNvSpPr/>
            <p:nvPr/>
          </p:nvSpPr>
          <p:spPr>
            <a:xfrm>
              <a:off x="359945" y="398780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1" name="矩形"/>
            <p:cNvSpPr/>
            <p:nvPr/>
          </p:nvSpPr>
          <p:spPr>
            <a:xfrm>
              <a:off x="359945" y="455930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" name="矩形"/>
            <p:cNvSpPr/>
            <p:nvPr/>
          </p:nvSpPr>
          <p:spPr>
            <a:xfrm>
              <a:off x="359945" y="5130800"/>
              <a:ext cx="383779" cy="5715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3" name="矩形"/>
            <p:cNvSpPr/>
            <p:nvPr/>
          </p:nvSpPr>
          <p:spPr>
            <a:xfrm>
              <a:off x="359945" y="5698726"/>
              <a:ext cx="383779" cy="5715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29" name="成组"/>
            <p:cNvGrpSpPr/>
            <p:nvPr/>
          </p:nvGrpSpPr>
          <p:grpSpPr>
            <a:xfrm>
              <a:off x="549056" y="634203"/>
              <a:ext cx="1398390" cy="495301"/>
              <a:chOff x="0" y="0"/>
              <a:chExt cx="1398389" cy="495300"/>
            </a:xfrm>
          </p:grpSpPr>
          <p:grpSp>
            <p:nvGrpSpPr>
              <p:cNvPr id="327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24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25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26" name="23"/>
                <p:cNvSpPr txBox="1"/>
                <p:nvPr/>
              </p:nvSpPr>
              <p:spPr>
                <a:xfrm>
                  <a:off x="40566" y="72913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23</a:t>
                  </a:r>
                </a:p>
              </p:txBody>
            </p:sp>
          </p:grpSp>
          <p:sp>
            <p:nvSpPr>
              <p:cNvPr id="328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35" name="成组"/>
            <p:cNvGrpSpPr/>
            <p:nvPr/>
          </p:nvGrpSpPr>
          <p:grpSpPr>
            <a:xfrm>
              <a:off x="1806356" y="642243"/>
              <a:ext cx="1398390" cy="495301"/>
              <a:chOff x="0" y="0"/>
              <a:chExt cx="1398389" cy="495300"/>
            </a:xfrm>
          </p:grpSpPr>
          <p:grpSp>
            <p:nvGrpSpPr>
              <p:cNvPr id="333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30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31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32" name="1"/>
                <p:cNvSpPr txBox="1"/>
                <p:nvPr/>
              </p:nvSpPr>
              <p:spPr>
                <a:xfrm>
                  <a:off x="104066" y="7291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1</a:t>
                  </a:r>
                </a:p>
              </p:txBody>
            </p:sp>
          </p:grpSp>
          <p:sp>
            <p:nvSpPr>
              <p:cNvPr id="334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41" name="成组"/>
            <p:cNvGrpSpPr/>
            <p:nvPr/>
          </p:nvGrpSpPr>
          <p:grpSpPr>
            <a:xfrm>
              <a:off x="549056" y="1791884"/>
              <a:ext cx="1398390" cy="495301"/>
              <a:chOff x="0" y="0"/>
              <a:chExt cx="1398389" cy="495300"/>
            </a:xfrm>
          </p:grpSpPr>
          <p:grpSp>
            <p:nvGrpSpPr>
              <p:cNvPr id="339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36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37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38" name="36"/>
                <p:cNvSpPr txBox="1"/>
                <p:nvPr/>
              </p:nvSpPr>
              <p:spPr>
                <a:xfrm>
                  <a:off x="27866" y="72913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36</a:t>
                  </a:r>
                </a:p>
              </p:txBody>
            </p:sp>
          </p:grpSp>
          <p:sp>
            <p:nvSpPr>
              <p:cNvPr id="340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47" name="成组"/>
            <p:cNvGrpSpPr/>
            <p:nvPr/>
          </p:nvGrpSpPr>
          <p:grpSpPr>
            <a:xfrm>
              <a:off x="549056" y="31527"/>
              <a:ext cx="1398390" cy="495301"/>
              <a:chOff x="0" y="0"/>
              <a:chExt cx="1398389" cy="495300"/>
            </a:xfrm>
          </p:grpSpPr>
          <p:grpSp>
            <p:nvGrpSpPr>
              <p:cNvPr id="345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42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43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44" name="11"/>
                <p:cNvSpPr txBox="1"/>
                <p:nvPr/>
              </p:nvSpPr>
              <p:spPr>
                <a:xfrm>
                  <a:off x="27866" y="72913"/>
                  <a:ext cx="41667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11</a:t>
                  </a:r>
                </a:p>
              </p:txBody>
            </p:sp>
          </p:grpSp>
          <p:sp>
            <p:nvSpPr>
              <p:cNvPr id="346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53" name="成组"/>
            <p:cNvGrpSpPr/>
            <p:nvPr/>
          </p:nvGrpSpPr>
          <p:grpSpPr>
            <a:xfrm>
              <a:off x="549056" y="1197567"/>
              <a:ext cx="1398390" cy="495301"/>
              <a:chOff x="0" y="0"/>
              <a:chExt cx="1398389" cy="495300"/>
            </a:xfrm>
          </p:grpSpPr>
          <p:grpSp>
            <p:nvGrpSpPr>
              <p:cNvPr id="351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48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49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50" name="68"/>
                <p:cNvSpPr txBox="1"/>
                <p:nvPr/>
              </p:nvSpPr>
              <p:spPr>
                <a:xfrm>
                  <a:off x="27866" y="72913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68</a:t>
                  </a:r>
                </a:p>
              </p:txBody>
            </p:sp>
          </p:grpSp>
          <p:sp>
            <p:nvSpPr>
              <p:cNvPr id="352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59" name="成组"/>
            <p:cNvGrpSpPr/>
            <p:nvPr/>
          </p:nvGrpSpPr>
          <p:grpSpPr>
            <a:xfrm>
              <a:off x="1806356" y="50800"/>
              <a:ext cx="1398390" cy="495300"/>
              <a:chOff x="0" y="0"/>
              <a:chExt cx="1398389" cy="495300"/>
            </a:xfrm>
          </p:grpSpPr>
          <p:grpSp>
            <p:nvGrpSpPr>
              <p:cNvPr id="357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54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55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56" name="55"/>
                <p:cNvSpPr txBox="1"/>
                <p:nvPr/>
              </p:nvSpPr>
              <p:spPr>
                <a:xfrm>
                  <a:off x="27866" y="72913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55</a:t>
                  </a:r>
                </a:p>
              </p:txBody>
            </p:sp>
          </p:grpSp>
          <p:sp>
            <p:nvSpPr>
              <p:cNvPr id="358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65" name="成组"/>
            <p:cNvGrpSpPr/>
            <p:nvPr/>
          </p:nvGrpSpPr>
          <p:grpSpPr>
            <a:xfrm>
              <a:off x="549056" y="2906319"/>
              <a:ext cx="1398390" cy="495301"/>
              <a:chOff x="0" y="0"/>
              <a:chExt cx="1398389" cy="495300"/>
            </a:xfrm>
          </p:grpSpPr>
          <p:grpSp>
            <p:nvGrpSpPr>
              <p:cNvPr id="363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60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61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62" name="82"/>
                <p:cNvSpPr txBox="1"/>
                <p:nvPr/>
              </p:nvSpPr>
              <p:spPr>
                <a:xfrm>
                  <a:off x="27866" y="72913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82</a:t>
                  </a:r>
                </a:p>
              </p:txBody>
            </p:sp>
          </p:grpSp>
          <p:sp>
            <p:nvSpPr>
              <p:cNvPr id="364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71" name="成组"/>
            <p:cNvGrpSpPr/>
            <p:nvPr/>
          </p:nvGrpSpPr>
          <p:grpSpPr>
            <a:xfrm>
              <a:off x="1806356" y="1773039"/>
              <a:ext cx="1398390" cy="495301"/>
              <a:chOff x="0" y="0"/>
              <a:chExt cx="1398389" cy="495300"/>
            </a:xfrm>
          </p:grpSpPr>
          <p:grpSp>
            <p:nvGrpSpPr>
              <p:cNvPr id="369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66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67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68" name="14"/>
                <p:cNvSpPr txBox="1"/>
                <p:nvPr/>
              </p:nvSpPr>
              <p:spPr>
                <a:xfrm>
                  <a:off x="27866" y="72913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14</a:t>
                  </a:r>
                </a:p>
              </p:txBody>
            </p:sp>
          </p:grpSp>
          <p:sp>
            <p:nvSpPr>
              <p:cNvPr id="370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72" name="∧"/>
            <p:cNvSpPr txBox="1"/>
            <p:nvPr/>
          </p:nvSpPr>
          <p:spPr>
            <a:xfrm>
              <a:off x="2889711" y="146049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73" name="∧"/>
            <p:cNvSpPr txBox="1"/>
            <p:nvPr/>
          </p:nvSpPr>
          <p:spPr>
            <a:xfrm>
              <a:off x="2889711" y="712093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74" name="∧"/>
            <p:cNvSpPr txBox="1"/>
            <p:nvPr/>
          </p:nvSpPr>
          <p:spPr>
            <a:xfrm>
              <a:off x="2889711" y="1867793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grpSp>
          <p:nvGrpSpPr>
            <p:cNvPr id="381" name="成组"/>
            <p:cNvGrpSpPr/>
            <p:nvPr/>
          </p:nvGrpSpPr>
          <p:grpSpPr>
            <a:xfrm>
              <a:off x="549056" y="5761838"/>
              <a:ext cx="1408624" cy="495301"/>
              <a:chOff x="0" y="0"/>
              <a:chExt cx="1408623" cy="495300"/>
            </a:xfrm>
          </p:grpSpPr>
          <p:grpSp>
            <p:nvGrpSpPr>
              <p:cNvPr id="378" name="成组"/>
              <p:cNvGrpSpPr/>
              <p:nvPr/>
            </p:nvGrpSpPr>
            <p:grpSpPr>
              <a:xfrm>
                <a:off x="636389" y="0"/>
                <a:ext cx="762001" cy="495300"/>
                <a:chOff x="0" y="0"/>
                <a:chExt cx="762000" cy="495300"/>
              </a:xfrm>
            </p:grpSpPr>
            <p:sp>
              <p:nvSpPr>
                <p:cNvPr id="375" name="矩形"/>
                <p:cNvSpPr/>
                <p:nvPr/>
              </p:nvSpPr>
              <p:spPr>
                <a:xfrm>
                  <a:off x="0" y="0"/>
                  <a:ext cx="508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76" name="矩形"/>
                <p:cNvSpPr/>
                <p:nvPr/>
              </p:nvSpPr>
              <p:spPr>
                <a:xfrm>
                  <a:off x="508000" y="0"/>
                  <a:ext cx="254000" cy="4953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77" name="10"/>
                <p:cNvSpPr txBox="1"/>
                <p:nvPr/>
              </p:nvSpPr>
              <p:spPr>
                <a:xfrm>
                  <a:off x="27866" y="72913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indent="57798">
                    <a:lnSpc>
                      <a:spcPct val="120000"/>
                    </a:lnSpc>
                    <a:defRPr sz="2000">
                      <a:uFill>
                        <a:solidFill>
                          <a:srgbClr val="CC3300"/>
                        </a:solidFill>
                      </a:uFill>
                    </a:defRPr>
                  </a:lvl1pPr>
                </a:lstStyle>
                <a:p>
                  <a:pPr>
                    <a:defRPr>
                      <a:uFillTx/>
                    </a:defRPr>
                  </a:pPr>
                  <a:r>
                    <a:rPr>
                      <a:uFill>
                        <a:solidFill>
                          <a:srgbClr val="CC3300"/>
                        </a:solidFill>
                      </a:uFill>
                    </a:rPr>
                    <a:t>10</a:t>
                  </a:r>
                </a:p>
              </p:txBody>
            </p:sp>
          </p:grpSp>
          <p:sp>
            <p:nvSpPr>
              <p:cNvPr id="379" name="线条"/>
              <p:cNvSpPr/>
              <p:nvPr/>
            </p:nvSpPr>
            <p:spPr>
              <a:xfrm flipV="1">
                <a:off x="0" y="254599"/>
                <a:ext cx="63500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0" name="∧"/>
              <p:cNvSpPr txBox="1"/>
              <p:nvPr/>
            </p:nvSpPr>
            <p:spPr>
              <a:xfrm>
                <a:off x="1083355" y="69849"/>
                <a:ext cx="325269" cy="355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indent="57798">
                  <a:lnSpc>
                    <a:spcPct val="120000"/>
                  </a:lnSpc>
                  <a:defRPr sz="2000">
                    <a:uFill>
                      <a:solidFill>
                        <a:srgbClr val="CC3300"/>
                      </a:solidFill>
                    </a:uFill>
                  </a:defRPr>
                </a:lvl1pPr>
              </a:lstStyle>
              <a:p>
                <a:pPr>
                  <a:defRPr>
                    <a:uFillTx/>
                  </a:defRPr>
                </a:pPr>
                <a:r>
                  <a:rPr>
                    <a:uFill>
                      <a:solidFill>
                        <a:srgbClr val="CC3300"/>
                      </a:solidFill>
                    </a:uFill>
                  </a:rPr>
                  <a:t>∧</a:t>
                </a:r>
              </a:p>
            </p:txBody>
          </p:sp>
        </p:grpSp>
        <p:sp>
          <p:nvSpPr>
            <p:cNvPr id="382" name="∧"/>
            <p:cNvSpPr txBox="1"/>
            <p:nvPr/>
          </p:nvSpPr>
          <p:spPr>
            <a:xfrm>
              <a:off x="1632411" y="2995218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grpSp>
          <p:nvGrpSpPr>
            <p:cNvPr id="390" name="成组"/>
            <p:cNvGrpSpPr/>
            <p:nvPr/>
          </p:nvGrpSpPr>
          <p:grpSpPr>
            <a:xfrm>
              <a:off x="549056" y="4614166"/>
              <a:ext cx="1408624" cy="495301"/>
              <a:chOff x="0" y="0"/>
              <a:chExt cx="1408623" cy="495300"/>
            </a:xfrm>
          </p:grpSpPr>
          <p:grpSp>
            <p:nvGrpSpPr>
              <p:cNvPr id="388" name="成组"/>
              <p:cNvGrpSpPr/>
              <p:nvPr/>
            </p:nvGrpSpPr>
            <p:grpSpPr>
              <a:xfrm>
                <a:off x="-1" y="0"/>
                <a:ext cx="1398391" cy="495300"/>
                <a:chOff x="0" y="0"/>
                <a:chExt cx="1398389" cy="495300"/>
              </a:xfrm>
            </p:grpSpPr>
            <p:grpSp>
              <p:nvGrpSpPr>
                <p:cNvPr id="386" name="成组"/>
                <p:cNvGrpSpPr/>
                <p:nvPr/>
              </p:nvGrpSpPr>
              <p:grpSpPr>
                <a:xfrm>
                  <a:off x="636389" y="0"/>
                  <a:ext cx="762001" cy="495300"/>
                  <a:chOff x="0" y="0"/>
                  <a:chExt cx="762000" cy="495300"/>
                </a:xfrm>
              </p:grpSpPr>
              <p:sp>
                <p:nvSpPr>
                  <p:cNvPr id="383" name="矩形"/>
                  <p:cNvSpPr/>
                  <p:nvPr/>
                </p:nvSpPr>
                <p:spPr>
                  <a:xfrm>
                    <a:off x="0" y="0"/>
                    <a:ext cx="508000" cy="49530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40" marR="40640" defTabSz="914400">
                      <a:spcBef>
                        <a:spcPts val="16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384" name="矩形"/>
                  <p:cNvSpPr/>
                  <p:nvPr/>
                </p:nvSpPr>
                <p:spPr>
                  <a:xfrm>
                    <a:off x="508000" y="0"/>
                    <a:ext cx="254000" cy="49530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40" marR="40640" defTabSz="914400">
                      <a:spcBef>
                        <a:spcPts val="16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385" name="19"/>
                  <p:cNvSpPr txBox="1"/>
                  <p:nvPr/>
                </p:nvSpPr>
                <p:spPr>
                  <a:xfrm>
                    <a:off x="27866" y="72913"/>
                    <a:ext cx="426100" cy="3829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 indent="57798">
                      <a:lnSpc>
                        <a:spcPct val="120000"/>
                      </a:lnSpc>
                      <a:defRPr sz="2000">
                        <a:uFill>
                          <a:solidFill>
                            <a:srgbClr val="CC3300"/>
                          </a:solidFill>
                        </a:uFill>
                      </a:defRPr>
                    </a:lvl1pPr>
                  </a:lstStyle>
                  <a:p>
                    <a:pPr>
                      <a:defRPr>
                        <a:uFillTx/>
                      </a:defRPr>
                    </a:pPr>
                    <a:r>
                      <a:rPr>
                        <a:uFill>
                          <a:solidFill>
                            <a:srgbClr val="CC3300"/>
                          </a:solidFill>
                        </a:uFill>
                      </a:rPr>
                      <a:t>19</a:t>
                    </a:r>
                  </a:p>
                </p:txBody>
              </p:sp>
            </p:grpSp>
            <p:sp>
              <p:nvSpPr>
                <p:cNvPr id="387" name="线条"/>
                <p:cNvSpPr/>
                <p:nvPr/>
              </p:nvSpPr>
              <p:spPr>
                <a:xfrm flipV="1">
                  <a:off x="0" y="254599"/>
                  <a:ext cx="63500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  <a:tailEnd type="stealth" w="med" len="med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40640" marR="40640" defTabSz="914400">
                    <a:spcBef>
                      <a:spcPts val="16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389" name="∧"/>
              <p:cNvSpPr txBox="1"/>
              <p:nvPr/>
            </p:nvSpPr>
            <p:spPr>
              <a:xfrm>
                <a:off x="1083355" y="107949"/>
                <a:ext cx="325269" cy="355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indent="57798">
                  <a:lnSpc>
                    <a:spcPct val="120000"/>
                  </a:lnSpc>
                  <a:defRPr sz="2000">
                    <a:uFill>
                      <a:solidFill>
                        <a:srgbClr val="CC3300"/>
                      </a:solidFill>
                    </a:uFill>
                  </a:defRPr>
                </a:lvl1pPr>
              </a:lstStyle>
              <a:p>
                <a:pPr>
                  <a:defRPr>
                    <a:uFillTx/>
                  </a:defRPr>
                </a:pPr>
                <a:r>
                  <a:rPr>
                    <a:uFill>
                      <a:solidFill>
                        <a:srgbClr val="CC3300"/>
                      </a:solidFill>
                    </a:uFill>
                  </a:rPr>
                  <a:t>∧</a:t>
                </a:r>
              </a:p>
            </p:txBody>
          </p:sp>
        </p:grpSp>
        <p:sp>
          <p:nvSpPr>
            <p:cNvPr id="391" name="∧"/>
            <p:cNvSpPr txBox="1"/>
            <p:nvPr/>
          </p:nvSpPr>
          <p:spPr>
            <a:xfrm>
              <a:off x="376500" y="2392983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92" name="∧"/>
            <p:cNvSpPr txBox="1"/>
            <p:nvPr/>
          </p:nvSpPr>
          <p:spPr>
            <a:xfrm>
              <a:off x="376500" y="3524249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93" name="∧"/>
            <p:cNvSpPr txBox="1"/>
            <p:nvPr/>
          </p:nvSpPr>
          <p:spPr>
            <a:xfrm>
              <a:off x="376500" y="4083049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94" name="∧"/>
            <p:cNvSpPr txBox="1"/>
            <p:nvPr/>
          </p:nvSpPr>
          <p:spPr>
            <a:xfrm>
              <a:off x="376500" y="5246883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95" name="∧"/>
            <p:cNvSpPr txBox="1"/>
            <p:nvPr/>
          </p:nvSpPr>
          <p:spPr>
            <a:xfrm>
              <a:off x="1632411" y="1287124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indent="57798">
                <a:lnSpc>
                  <a:spcPct val="120000"/>
                </a:lnSpc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9" grpId="1"/>
      <p:bldP build="whole" bldLvl="1" animBg="1" rev="0" advAuto="0" spid="300" grpId="2"/>
      <p:bldP build="whole" bldLvl="1" animBg="1" rev="0" advAuto="0" spid="301" grpId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399" name="private static class Node&lt;K, V&gt; {…"/>
          <p:cNvSpPr txBox="1"/>
          <p:nvPr/>
        </p:nvSpPr>
        <p:spPr>
          <a:xfrm>
            <a:off x="1477215" y="1391072"/>
            <a:ext cx="10364720" cy="552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Node&lt;K, V&gt; {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hash</a:t>
            </a:r>
            <a:r>
              <a:rPr>
                <a:solidFill>
                  <a:srgbClr val="000000"/>
                </a:solidFill>
              </a:rPr>
              <a:t>;// K.hashCode()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final</a:t>
            </a:r>
            <a:r>
              <a:rPr>
                <a:solidFill>
                  <a:srgbClr val="000000"/>
                </a:solidFill>
              </a:rPr>
              <a:t> K </a:t>
            </a:r>
            <a:r>
              <a:rPr>
                <a:solidFill>
                  <a:srgbClr val="0326CC"/>
                </a:solidFill>
              </a:rPr>
              <a:t>key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V </a:t>
            </a:r>
            <a:r>
              <a:rPr>
                <a:solidFill>
                  <a:srgbClr val="0326CC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Node&lt;K, V&gt;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Node(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, K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, V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, Node&lt;K, V&gt;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) {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hash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hash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key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key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t>value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402" name="public class Ihashtable&lt;K, V&gt; implements IMap&lt;K, V&gt; {…"/>
          <p:cNvSpPr txBox="1"/>
          <p:nvPr/>
        </p:nvSpPr>
        <p:spPr>
          <a:xfrm>
            <a:off x="1373600" y="1391071"/>
            <a:ext cx="10212445" cy="3292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//参考了java类库的 HashTable类的实现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CHashtable&lt;K, V&gt;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IMap&lt;K, V&gt; {</a:t>
            </a:r>
          </a:p>
          <a:p>
            <a:pPr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&lt;key,value&gt;的个数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float</a:t>
            </a:r>
            <a:r>
              <a:rPr>
                <a:solidFill>
                  <a:srgbClr val="000000"/>
                </a:solidFill>
              </a:rPr>
              <a:t> </a:t>
            </a:r>
            <a:r>
              <a:t>loadFactor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装载因子上限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threshold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阈值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Node&lt;?, ?&gt;[]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405" name="public Ihashtable(int maxSize, float loadFactor) {// 表长最好为素数…"/>
          <p:cNvSpPr txBox="1"/>
          <p:nvPr/>
        </p:nvSpPr>
        <p:spPr>
          <a:xfrm>
            <a:off x="188707" y="1204280"/>
            <a:ext cx="12399319" cy="547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CHashtable(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, 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 </a:t>
            </a:r>
            <a:r>
              <a:rPr>
                <a:solidFill>
                  <a:srgbClr val="7E504F"/>
                </a:solidFill>
              </a:rPr>
              <a:t>loadFactor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表长最好为质数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loadFactor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loadFactor</a:t>
            </a:r>
            <a:r>
              <a:t>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threshold</a:t>
            </a:r>
            <a:r>
              <a:t> =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) (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 * </a:t>
            </a:r>
            <a:r>
              <a:rPr>
                <a:solidFill>
                  <a:srgbClr val="7E504F"/>
                </a:solidFill>
              </a:rPr>
              <a:t>loadFactor</a:t>
            </a:r>
            <a:r>
              <a:t>);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Node&lt;?, ?&gt;[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];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CHashtable(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initialCapacity</a:t>
            </a:r>
            <a:r>
              <a:t>) 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(</a:t>
            </a:r>
            <a:r>
              <a:rPr>
                <a:solidFill>
                  <a:srgbClr val="7E504F"/>
                </a:solidFill>
              </a:rPr>
              <a:t>initialCapacity</a:t>
            </a:r>
            <a:r>
              <a:t>, 0.75f);</a:t>
            </a:r>
            <a:r>
              <a:rPr>
                <a:solidFill>
                  <a:srgbClr val="4E9072"/>
                </a:solidFill>
              </a:rPr>
              <a:t>// 默认装载因子0.75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CHashtable() 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(11, 0.75f);</a:t>
            </a:r>
            <a:r>
              <a:rPr>
                <a:solidFill>
                  <a:srgbClr val="4E9072"/>
                </a:solidFill>
              </a:rPr>
              <a:t>// 默认表长11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408" name="public V get(K key) {…"/>
          <p:cNvSpPr txBox="1"/>
          <p:nvPr/>
        </p:nvSpPr>
        <p:spPr>
          <a:xfrm>
            <a:off x="310218" y="1174641"/>
            <a:ext cx="11637468" cy="5359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V get(K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 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Objects.requireNonNull(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.hashCode();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(</a:t>
            </a:r>
            <a:r>
              <a:rPr u="sng">
                <a:solidFill>
                  <a:srgbClr val="7E504F"/>
                </a:solidFill>
              </a:rPr>
              <a:t>hash</a:t>
            </a:r>
            <a:r>
              <a:rPr u="sng"/>
              <a:t> &amp; 0x7FFFFFFF</a:t>
            </a:r>
            <a:r>
              <a:t>) %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(Node&lt;?, ?&gt;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];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hash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) &amp;&amp;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key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)) {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77777"/>
                </a:solidFill>
              </a:rPr>
              <a:t>@SuppressWarnings</a:t>
            </a:r>
            <a: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t>)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V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(V)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value</a:t>
            </a:r>
            <a:r>
              <a:t>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411" name="public V put(K key, V value) {…"/>
          <p:cNvSpPr txBox="1"/>
          <p:nvPr/>
        </p:nvSpPr>
        <p:spPr>
          <a:xfrm>
            <a:off x="1384868" y="1165819"/>
            <a:ext cx="8550865" cy="7616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V put(K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, V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) {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Objects.requireNonNull(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Objects.requireNonNull(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.hashCode();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 &amp; 0x7FFFFFFF) %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Node&lt;K, V&gt;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7E504F"/>
                </a:solidFill>
              </a:rPr>
              <a:t>n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m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(Node&lt;K, V&gt;)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];</a:t>
            </a:r>
          </a:p>
          <a:p>
            <a:pPr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查找是否已经存在&lt;key, value&gt;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</a:t>
            </a:r>
            <a:r>
              <a:rPr u="sng">
                <a:solidFill>
                  <a:srgbClr val="7E504F"/>
                </a:solidFill>
              </a:rPr>
              <a:t>n</a:t>
            </a:r>
            <a:r>
              <a:rPr u="sng"/>
              <a:t>.</a:t>
            </a:r>
            <a:r>
              <a:rPr u="sng">
                <a:solidFill>
                  <a:srgbClr val="0326CC"/>
                </a:solidFill>
              </a:rPr>
              <a:t>hash</a:t>
            </a:r>
            <a:r>
              <a:rPr u="sng"/>
              <a:t> == </a:t>
            </a:r>
            <a:r>
              <a:rPr u="sng">
                <a:solidFill>
                  <a:srgbClr val="7E504F"/>
                </a:solidFill>
              </a:rPr>
              <a:t>hash</a:t>
            </a:r>
            <a:r>
              <a:t>) &amp;&amp;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key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)) {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	V </a:t>
            </a:r>
            <a:r>
              <a:rPr>
                <a:solidFill>
                  <a:srgbClr val="7E504F"/>
                </a:solidFill>
              </a:rPr>
              <a:t>old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value</a:t>
            </a:r>
            <a:r>
              <a:t>;</a:t>
            </a:r>
          </a:p>
          <a:p>
            <a:pPr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.</a:t>
            </a:r>
            <a:r>
              <a:t>value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old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新结点作为链表的第一个结点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,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,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);</a:t>
            </a:r>
          </a:p>
          <a:p>
            <a:pPr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(++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t>threshold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rehash();</a:t>
            </a:r>
          </a:p>
          <a:p>
            <a:pPr>
              <a:defRPr sz="21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414" name="public V remove(K key) {…"/>
          <p:cNvSpPr txBox="1"/>
          <p:nvPr/>
        </p:nvSpPr>
        <p:spPr>
          <a:xfrm>
            <a:off x="886568" y="1164765"/>
            <a:ext cx="11546013" cy="7624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rehash() {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oldCapacity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Node&lt;?, ?&gt;[] </a:t>
            </a:r>
            <a:r>
              <a:rPr>
                <a:solidFill>
                  <a:srgbClr val="7E504F"/>
                </a:solidFill>
              </a:rPr>
              <a:t>oldTable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;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newCapacity</a:t>
            </a:r>
            <a:r>
              <a:rPr>
                <a:solidFill>
                  <a:srgbClr val="000000"/>
                </a:solidFill>
              </a:rPr>
              <a:t> = (</a:t>
            </a:r>
            <a:r>
              <a:t>oldCapacity</a:t>
            </a:r>
            <a:r>
              <a:rPr>
                <a:solidFill>
                  <a:srgbClr val="000000"/>
                </a:solidFill>
              </a:rPr>
              <a:t> &lt;&lt; 1) + 1;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rPr>
                <a:solidFill>
                  <a:srgbClr val="000000"/>
                </a:solidFill>
              </a:rPr>
              <a:t> - </a:t>
            </a:r>
            <a:r>
              <a:t>MAX_ARRAY_SIZE</a:t>
            </a:r>
            <a:r>
              <a:rPr>
                <a:solidFill>
                  <a:srgbClr val="000000"/>
                </a:solidFill>
              </a:rPr>
              <a:t> &gt; 0) {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oldCapacity</a:t>
            </a:r>
            <a:r>
              <a:rPr>
                <a:solidFill>
                  <a:srgbClr val="000000"/>
                </a:solidFill>
              </a:rPr>
              <a:t> == </a:t>
            </a:r>
            <a:r>
              <a:t>MAX_ARRAY_SIZE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t>MAX_ARRAY_SIZE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Node&lt;?, ?&gt;[] </a:t>
            </a:r>
            <a:r>
              <a:rPr>
                <a:solidFill>
                  <a:srgbClr val="7E504F"/>
                </a:solidFill>
              </a:rPr>
              <a:t>newTable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Node&lt;?, ?&gt;[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t>];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threshold</a:t>
            </a:r>
            <a:r>
              <a:rPr>
                <a:solidFill>
                  <a:srgbClr val="000000"/>
                </a:solidFill>
              </a:rPr>
              <a:t> =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) Math.min(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rPr>
                <a:solidFill>
                  <a:srgbClr val="000000"/>
                </a:solidFill>
              </a:rPr>
              <a:t> * </a:t>
            </a:r>
            <a:r>
              <a:t>loadFactor</a:t>
            </a:r>
            <a:r>
              <a:rPr>
                <a:solidFill>
                  <a:srgbClr val="000000"/>
                </a:solidFill>
              </a:rPr>
              <a:t>, </a:t>
            </a:r>
            <a:r>
              <a:t>MAX_ARRAY_SIZE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table</a:t>
            </a:r>
            <a:r>
              <a:rPr>
                <a:solidFill>
                  <a:srgbClr val="000000"/>
                </a:solidFill>
              </a:rPr>
              <a:t> = </a:t>
            </a:r>
            <a:r>
              <a:t>newTable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oldCapacity</a:t>
            </a:r>
            <a:r>
              <a:rPr>
                <a:solidFill>
                  <a:srgbClr val="000000"/>
                </a:solidFill>
              </a:rPr>
              <a:t>; </a:t>
            </a:r>
            <a:r>
              <a:t>i</a:t>
            </a:r>
            <a:r>
              <a:rPr>
                <a:solidFill>
                  <a:srgbClr val="000000"/>
                </a:solidFill>
              </a:rPr>
              <a:t>-- &gt; 0;) {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(Node&lt;K, V&gt; </a:t>
            </a:r>
            <a:r>
              <a:rPr>
                <a:solidFill>
                  <a:srgbClr val="7E504F"/>
                </a:solidFill>
              </a:rPr>
              <a:t>old</a:t>
            </a:r>
            <a:r>
              <a:t> = (Node&lt;K, V&gt;) </a:t>
            </a:r>
            <a:r>
              <a:rPr>
                <a:solidFill>
                  <a:srgbClr val="7E504F"/>
                </a:solidFill>
              </a:rPr>
              <a:t>oldTable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 </a:t>
            </a:r>
            <a:r>
              <a:rPr>
                <a:solidFill>
                  <a:srgbClr val="7E504F"/>
                </a:solidFill>
              </a:rPr>
              <a:t>old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Node&lt;K, V&gt;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7E504F"/>
                </a:solidFill>
              </a:rPr>
              <a:t>old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old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old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hash</a:t>
            </a:r>
            <a:r>
              <a:t> &amp; 0x7FFFFFFF) % 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= (Node&lt;K, V&gt;) </a:t>
            </a:r>
            <a:r>
              <a:rPr>
                <a:solidFill>
                  <a:srgbClr val="7E504F"/>
                </a:solidFill>
              </a:rPr>
              <a:t>newTable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];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newTable</a:t>
            </a:r>
            <a:r>
              <a:rPr>
                <a:solidFill>
                  <a:srgbClr val="000000"/>
                </a:solidFill>
              </a:rPr>
              <a:t>[</a:t>
            </a:r>
            <a:r>
              <a:t>index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417" name="protected void rehash() {…"/>
          <p:cNvSpPr txBox="1"/>
          <p:nvPr/>
        </p:nvSpPr>
        <p:spPr>
          <a:xfrm>
            <a:off x="885008" y="1236154"/>
            <a:ext cx="11549133" cy="728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V remove(K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Objects.requireNonNull(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.hashCode();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 &amp; 0x7FFFFFFF) %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</a:t>
            </a:r>
          </a:p>
          <a:p>
            <a:pPr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Node&lt;K, V&gt;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(Node&lt;K, V&gt;)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];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(Node&lt;K, V&gt; </a:t>
            </a:r>
            <a:r>
              <a:rPr>
                <a:solidFill>
                  <a:srgbClr val="7E504F"/>
                </a:solidFill>
              </a:rPr>
              <a:t>prev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prev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,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hash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hash</a:t>
            </a:r>
            <a:r>
              <a:t>) &amp;&amp;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key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prev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prev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--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V </a:t>
            </a:r>
            <a:r>
              <a:t>oldValue</a:t>
            </a:r>
            <a:r>
              <a:rPr>
                <a:solidFill>
                  <a:srgbClr val="000000"/>
                </a:solidFill>
              </a:rPr>
              <a:t> = </a:t>
            </a:r>
            <a:r>
              <a:t>n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.</a:t>
            </a:r>
            <a:r>
              <a:t>value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oldValue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哈希表的实现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哈希表的实现</a:t>
            </a:r>
          </a:p>
        </p:txBody>
      </p:sp>
      <p:sp>
        <p:nvSpPr>
          <p:cNvPr id="420" name="public void clear() {…"/>
          <p:cNvSpPr txBox="1"/>
          <p:nvPr/>
        </p:nvSpPr>
        <p:spPr>
          <a:xfrm>
            <a:off x="235632" y="1104767"/>
            <a:ext cx="12281676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--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&gt;= 0;)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table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;// </a:t>
            </a:r>
            <a:r>
              <a:rPr>
                <a:solidFill>
                  <a:schemeClr val="accent5"/>
                </a:solidFill>
              </a:rPr>
              <a:t>必须的，否则，内存泄漏，</a:t>
            </a:r>
            <a:r>
              <a:rPr>
                <a:solidFill>
                  <a:schemeClr val="accent1"/>
                </a:solidFill>
              </a:rPr>
              <a:t>没有进一步帮助GC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0;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791"/>
          <p:cNvSpPr txBox="1"/>
          <p:nvPr/>
        </p:nvSpPr>
        <p:spPr>
          <a:xfrm>
            <a:off x="1234475" y="1452455"/>
            <a:ext cx="107696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从查找过程得知：</a:t>
            </a:r>
          </a:p>
        </p:txBody>
      </p:sp>
      <p:sp>
        <p:nvSpPr>
          <p:cNvPr id="423" name="Shape 792"/>
          <p:cNvSpPr txBox="1"/>
          <p:nvPr/>
        </p:nvSpPr>
        <p:spPr>
          <a:xfrm>
            <a:off x="1234475" y="2430496"/>
            <a:ext cx="10985501" cy="1391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1、由于冲突的产生，哈希表的查找过程仍然是一个给定值和关键字进行比较的过程。</a:t>
            </a:r>
          </a:p>
        </p:txBody>
      </p:sp>
      <p:sp>
        <p:nvSpPr>
          <p:cNvPr id="424" name="Shape 793"/>
          <p:cNvSpPr txBox="1"/>
          <p:nvPr/>
        </p:nvSpPr>
        <p:spPr>
          <a:xfrm>
            <a:off x="1234474" y="4137940"/>
            <a:ext cx="11379204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2、哈希表查找的平均查找长度实际上并不等于零。</a:t>
            </a:r>
          </a:p>
        </p:txBody>
      </p:sp>
      <p:sp>
        <p:nvSpPr>
          <p:cNvPr id="425" name="哈希表性能分析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哈希表性能分析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哈希表性能分析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哈希表性能分析</a:t>
            </a:r>
          </a:p>
        </p:txBody>
      </p:sp>
      <p:sp>
        <p:nvSpPr>
          <p:cNvPr id="428" name="Shape 804"/>
          <p:cNvSpPr txBox="1"/>
          <p:nvPr/>
        </p:nvSpPr>
        <p:spPr>
          <a:xfrm>
            <a:off x="2682239" y="2187219"/>
            <a:ext cx="8851901" cy="4116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6" indent="57796" defTabSz="1295400">
              <a:lnSpc>
                <a:spcPct val="130000"/>
              </a:lnSpc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t>1)  哈希函数;</a:t>
            </a:r>
          </a:p>
          <a:p>
            <a:pPr marR="57796" indent="57796" defTabSz="1295400">
              <a:lnSpc>
                <a:spcPct val="130000"/>
              </a:lnSpc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t>2)  处理冲突的方法;</a:t>
            </a:r>
          </a:p>
          <a:p>
            <a:pPr marR="57796" indent="57796" defTabSz="1295400">
              <a:lnSpc>
                <a:spcPct val="130000"/>
              </a:lnSpc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t>3）哈希表饱和的程度：装载因子    </a:t>
            </a:r>
          </a:p>
          <a:p>
            <a:pPr marR="57796" indent="57796" defTabSz="1295400">
              <a:lnSpc>
                <a:spcPct val="130000"/>
              </a:lnSpc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t>        α=n/m 值的大小</a:t>
            </a:r>
          </a:p>
          <a:p>
            <a:pPr marR="57796" indent="57796" defTabSz="1295400">
              <a:lnSpc>
                <a:spcPct val="130000"/>
              </a:lnSpc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t>（n—记录数，m—表长）</a:t>
            </a:r>
          </a:p>
        </p:txBody>
      </p:sp>
      <p:sp>
        <p:nvSpPr>
          <p:cNvPr id="429" name="Shape 805"/>
          <p:cNvSpPr txBox="1"/>
          <p:nvPr/>
        </p:nvSpPr>
        <p:spPr>
          <a:xfrm>
            <a:off x="1700106" y="1410263"/>
            <a:ext cx="82042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决定哈希表性能的因素：</a:t>
            </a:r>
          </a:p>
        </p:txBody>
      </p:sp>
      <p:sp>
        <p:nvSpPr>
          <p:cNvPr id="430" name="Shape 852"/>
          <p:cNvSpPr txBox="1"/>
          <p:nvPr/>
        </p:nvSpPr>
        <p:spPr>
          <a:xfrm>
            <a:off x="351346" y="6521664"/>
            <a:ext cx="1262576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选择一个适当的装填因子 α ，使得性能限定在某个范围内。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2547"/>
          <p:cNvSpPr txBox="1"/>
          <p:nvPr>
            <p:ph type="title"/>
          </p:nvPr>
        </p:nvSpPr>
        <p:spPr>
          <a:xfrm>
            <a:off x="1611486" y="36686"/>
            <a:ext cx="9448805" cy="952504"/>
          </a:xfrm>
          <a:prstGeom prst="rect">
            <a:avLst/>
          </a:prstGeom>
        </p:spPr>
        <p:txBody>
          <a:bodyPr/>
          <a:lstStyle/>
          <a:p>
            <a:pPr/>
            <a:r>
              <a:t>接口</a:t>
            </a:r>
          </a:p>
        </p:txBody>
      </p:sp>
      <p:sp>
        <p:nvSpPr>
          <p:cNvPr id="433" name="NavigableMap"/>
          <p:cNvSpPr txBox="1"/>
          <p:nvPr/>
        </p:nvSpPr>
        <p:spPr>
          <a:xfrm>
            <a:off x="5178099" y="3894290"/>
            <a:ext cx="2436145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6"/>
          </a:lstStyle>
          <a:p>
            <a:pPr/>
            <a:r>
              <a:t>NavigableMap</a:t>
            </a:r>
          </a:p>
        </p:txBody>
      </p:sp>
      <p:sp>
        <p:nvSpPr>
          <p:cNvPr id="434" name="SortedMap"/>
          <p:cNvSpPr txBox="1"/>
          <p:nvPr/>
        </p:nvSpPr>
        <p:spPr>
          <a:xfrm>
            <a:off x="5178099" y="2776690"/>
            <a:ext cx="1865204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6"/>
          </a:lstStyle>
          <a:p>
            <a:pPr/>
            <a:r>
              <a:t>SortedMap</a:t>
            </a:r>
          </a:p>
        </p:txBody>
      </p:sp>
      <p:sp>
        <p:nvSpPr>
          <p:cNvPr id="435" name="Map"/>
          <p:cNvSpPr txBox="1"/>
          <p:nvPr/>
        </p:nvSpPr>
        <p:spPr>
          <a:xfrm>
            <a:off x="5228899" y="1586233"/>
            <a:ext cx="870474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6"/>
          </a:lstStyle>
          <a:p>
            <a:pPr/>
            <a:r>
              <a:t>Map</a:t>
            </a:r>
          </a:p>
        </p:txBody>
      </p:sp>
      <p:sp>
        <p:nvSpPr>
          <p:cNvPr id="436" name="线条"/>
          <p:cNvSpPr/>
          <p:nvPr/>
        </p:nvSpPr>
        <p:spPr>
          <a:xfrm flipV="1">
            <a:off x="5784848" y="3251197"/>
            <a:ext cx="3" cy="77975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37" name="线条"/>
          <p:cNvSpPr/>
          <p:nvPr/>
        </p:nvSpPr>
        <p:spPr>
          <a:xfrm flipV="1">
            <a:off x="5784848" y="2070097"/>
            <a:ext cx="3" cy="77975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2547"/>
          <p:cNvSpPr txBox="1"/>
          <p:nvPr>
            <p:ph type="title"/>
          </p:nvPr>
        </p:nvSpPr>
        <p:spPr>
          <a:xfrm>
            <a:off x="1611486" y="36686"/>
            <a:ext cx="9448805" cy="952504"/>
          </a:xfrm>
          <a:prstGeom prst="rect">
            <a:avLst/>
          </a:prstGeom>
        </p:spPr>
        <p:txBody>
          <a:bodyPr/>
          <a:lstStyle/>
          <a:p>
            <a:pPr/>
            <a:r>
              <a:t>接口</a:t>
            </a:r>
          </a:p>
        </p:txBody>
      </p:sp>
      <p:sp>
        <p:nvSpPr>
          <p:cNvPr id="440" name="Map"/>
          <p:cNvSpPr txBox="1"/>
          <p:nvPr/>
        </p:nvSpPr>
        <p:spPr>
          <a:xfrm>
            <a:off x="674742" y="1264069"/>
            <a:ext cx="870473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6"/>
          </a:lstStyle>
          <a:p>
            <a:pPr/>
            <a:r>
              <a:t>Map</a:t>
            </a:r>
          </a:p>
        </p:txBody>
      </p:sp>
      <p:pic>
        <p:nvPicPr>
          <p:cNvPr id="44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59200" y="1390650"/>
            <a:ext cx="4813300" cy="6591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2547"/>
          <p:cNvSpPr txBox="1"/>
          <p:nvPr>
            <p:ph type="title"/>
          </p:nvPr>
        </p:nvSpPr>
        <p:spPr>
          <a:xfrm>
            <a:off x="1611486" y="36686"/>
            <a:ext cx="9448805" cy="952504"/>
          </a:xfrm>
          <a:prstGeom prst="rect">
            <a:avLst/>
          </a:prstGeom>
        </p:spPr>
        <p:txBody>
          <a:bodyPr/>
          <a:lstStyle/>
          <a:p>
            <a:pPr/>
            <a:r>
              <a:t>接口</a:t>
            </a:r>
          </a:p>
        </p:txBody>
      </p:sp>
      <p:sp>
        <p:nvSpPr>
          <p:cNvPr id="444" name="SortedMap"/>
          <p:cNvSpPr txBox="1"/>
          <p:nvPr/>
        </p:nvSpPr>
        <p:spPr>
          <a:xfrm>
            <a:off x="674742" y="1264069"/>
            <a:ext cx="1865204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6"/>
          </a:lstStyle>
          <a:p>
            <a:pPr/>
            <a:r>
              <a:t>SortedMap</a:t>
            </a:r>
          </a:p>
        </p:txBody>
      </p:sp>
      <p:pic>
        <p:nvPicPr>
          <p:cNvPr id="445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98950" y="1543050"/>
            <a:ext cx="4648200" cy="2527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2547"/>
          <p:cNvSpPr txBox="1"/>
          <p:nvPr>
            <p:ph type="title"/>
          </p:nvPr>
        </p:nvSpPr>
        <p:spPr>
          <a:xfrm>
            <a:off x="1611486" y="36686"/>
            <a:ext cx="9448805" cy="952504"/>
          </a:xfrm>
          <a:prstGeom prst="rect">
            <a:avLst/>
          </a:prstGeom>
        </p:spPr>
        <p:txBody>
          <a:bodyPr/>
          <a:lstStyle/>
          <a:p>
            <a:pPr/>
            <a:r>
              <a:t>接口</a:t>
            </a:r>
          </a:p>
        </p:txBody>
      </p:sp>
      <p:sp>
        <p:nvSpPr>
          <p:cNvPr id="448" name="NavigableMap"/>
          <p:cNvSpPr txBox="1"/>
          <p:nvPr/>
        </p:nvSpPr>
        <p:spPr>
          <a:xfrm>
            <a:off x="674741" y="1264069"/>
            <a:ext cx="2436146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6"/>
          </a:lstStyle>
          <a:p>
            <a:pPr/>
            <a:r>
              <a:t>NavigableMap</a:t>
            </a:r>
          </a:p>
        </p:txBody>
      </p:sp>
      <p:pic>
        <p:nvPicPr>
          <p:cNvPr id="44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5088" y="1111250"/>
            <a:ext cx="5181603" cy="5016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2547"/>
          <p:cNvSpPr txBox="1"/>
          <p:nvPr>
            <p:ph type="title"/>
          </p:nvPr>
        </p:nvSpPr>
        <p:spPr>
          <a:xfrm>
            <a:off x="1611486" y="36686"/>
            <a:ext cx="9448805" cy="952504"/>
          </a:xfrm>
          <a:prstGeom prst="rect">
            <a:avLst/>
          </a:prstGeom>
        </p:spPr>
        <p:txBody>
          <a:bodyPr/>
          <a:lstStyle/>
          <a:p>
            <a:pPr/>
            <a:r>
              <a:t>抽象类</a:t>
            </a:r>
          </a:p>
        </p:txBody>
      </p:sp>
      <p:sp>
        <p:nvSpPr>
          <p:cNvPr id="452" name="public abstract class AbstractMap&lt;K,V&gt; implements Map&lt;K,V&gt;"/>
          <p:cNvSpPr txBox="1"/>
          <p:nvPr/>
        </p:nvSpPr>
        <p:spPr>
          <a:xfrm>
            <a:off x="745799" y="1794954"/>
            <a:ext cx="9107364" cy="4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abstract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AbstractMap&lt;K,V&gt; </a:t>
            </a:r>
            <a:r>
              <a:t>implements</a:t>
            </a:r>
            <a:r>
              <a:rPr>
                <a:solidFill>
                  <a:srgbClr val="000000"/>
                </a:solidFill>
              </a:rPr>
              <a:t> Map&lt;K,V&gt; </a:t>
            </a:r>
          </a:p>
        </p:txBody>
      </p:sp>
      <p:sp>
        <p:nvSpPr>
          <p:cNvPr id="453" name="public abstract class Dictionary&lt;K,V&gt;"/>
          <p:cNvSpPr txBox="1"/>
          <p:nvPr/>
        </p:nvSpPr>
        <p:spPr>
          <a:xfrm>
            <a:off x="720399" y="2747454"/>
            <a:ext cx="5754019" cy="4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abstract class </a:t>
            </a:r>
            <a:r>
              <a:rPr>
                <a:solidFill>
                  <a:srgbClr val="000000"/>
                </a:solidFill>
              </a:rPr>
              <a:t>Dictionary&lt;K,V&gt;</a:t>
            </a:r>
          </a:p>
        </p:txBody>
      </p:sp>
      <p:pic>
        <p:nvPicPr>
          <p:cNvPr id="45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35900" y="2597150"/>
            <a:ext cx="3924300" cy="537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800" y="3492500"/>
            <a:ext cx="3949700" cy="2768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2547"/>
          <p:cNvSpPr txBox="1"/>
          <p:nvPr>
            <p:ph type="title"/>
          </p:nvPr>
        </p:nvSpPr>
        <p:spPr>
          <a:xfrm>
            <a:off x="1611486" y="36686"/>
            <a:ext cx="9448805" cy="952504"/>
          </a:xfrm>
          <a:prstGeom prst="rect">
            <a:avLst/>
          </a:prstGeom>
        </p:spPr>
        <p:txBody>
          <a:bodyPr/>
          <a:lstStyle/>
          <a:p>
            <a:pPr/>
            <a:r>
              <a:t>类</a:t>
            </a:r>
          </a:p>
        </p:txBody>
      </p:sp>
      <p:sp>
        <p:nvSpPr>
          <p:cNvPr id="458" name="public class Hashtable&lt;K,V&gt;…"/>
          <p:cNvSpPr txBox="1"/>
          <p:nvPr/>
        </p:nvSpPr>
        <p:spPr>
          <a:xfrm>
            <a:off x="21900" y="1172653"/>
            <a:ext cx="8802515" cy="1109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Hashtable&lt;K,V&gt;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extends</a:t>
            </a:r>
            <a:r>
              <a:t> Dictionary&lt;K,V&gt;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Map&lt;K,V&gt;, Cloneable, java.io.Serializable </a:t>
            </a:r>
          </a:p>
        </p:txBody>
      </p:sp>
      <p:sp>
        <p:nvSpPr>
          <p:cNvPr id="459" name="public class HashMap&lt;K,V&gt;…"/>
          <p:cNvSpPr txBox="1"/>
          <p:nvPr/>
        </p:nvSpPr>
        <p:spPr>
          <a:xfrm>
            <a:off x="21899" y="2585861"/>
            <a:ext cx="7583116" cy="1109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HashMap&lt;K,V&gt; 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extends</a:t>
            </a:r>
            <a:r>
              <a:t> AbstractMap&lt;K,V&gt;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Map&lt;K,V&gt;, Cloneable, Serializable </a:t>
            </a:r>
          </a:p>
        </p:txBody>
      </p:sp>
      <p:sp>
        <p:nvSpPr>
          <p:cNvPr id="460" name="public class TreeMap&lt;K,V&gt;…"/>
          <p:cNvSpPr txBox="1"/>
          <p:nvPr/>
        </p:nvSpPr>
        <p:spPr>
          <a:xfrm>
            <a:off x="59999" y="6187842"/>
            <a:ext cx="10021913" cy="1109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TreeMap&lt;K,V&gt;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extends</a:t>
            </a:r>
            <a:r>
              <a:t> AbstractMap&lt;K,V&gt;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NavigableMap&lt;K,V&gt;, Cloneable, java.io.Serializable</a:t>
            </a:r>
          </a:p>
        </p:txBody>
      </p:sp>
      <p:sp>
        <p:nvSpPr>
          <p:cNvPr id="461" name="key，value均不能为空值…"/>
          <p:cNvSpPr txBox="1"/>
          <p:nvPr/>
        </p:nvSpPr>
        <p:spPr>
          <a:xfrm>
            <a:off x="9165900" y="1066827"/>
            <a:ext cx="3540574" cy="97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6">
              <a:defRPr sz="2500"/>
            </a:pPr>
            <a:r>
              <a:t>key，value均不能为空值</a:t>
            </a:r>
          </a:p>
          <a:p>
            <a:pPr indent="57796">
              <a:defRPr sz="2500"/>
            </a:pPr>
            <a:r>
              <a:t>线程安全( 非高并发)</a:t>
            </a:r>
          </a:p>
        </p:txBody>
      </p:sp>
      <p:sp>
        <p:nvSpPr>
          <p:cNvPr id="462" name="key，value均可以为空值…"/>
          <p:cNvSpPr txBox="1"/>
          <p:nvPr/>
        </p:nvSpPr>
        <p:spPr>
          <a:xfrm>
            <a:off x="9165900" y="2720810"/>
            <a:ext cx="3540574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6">
              <a:defRPr sz="2500"/>
            </a:pPr>
            <a:r>
              <a:t>key，value均可以为空值</a:t>
            </a:r>
          </a:p>
          <a:p>
            <a:pPr indent="57796">
              <a:defRPr sz="2500"/>
            </a:pPr>
            <a:r>
              <a:t>非线程安全</a:t>
            </a:r>
          </a:p>
          <a:p>
            <a:pPr indent="57796">
              <a:defRPr sz="2500"/>
            </a:pPr>
            <a:r>
              <a:t>get, put O(1)</a:t>
            </a:r>
          </a:p>
        </p:txBody>
      </p:sp>
      <p:sp>
        <p:nvSpPr>
          <p:cNvPr id="463" name="public class ConcurrentHashMap&lt;K,V&gt; extends AbstractMap&lt;K,V&gt;…"/>
          <p:cNvSpPr txBox="1"/>
          <p:nvPr/>
        </p:nvSpPr>
        <p:spPr>
          <a:xfrm>
            <a:off x="59999" y="5161117"/>
            <a:ext cx="9259790" cy="766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ConcurrentHashMap&lt;K,V&gt; </a:t>
            </a:r>
            <a:r>
              <a:t>extends</a:t>
            </a:r>
            <a:r>
              <a:rPr>
                <a:solidFill>
                  <a:srgbClr val="000000"/>
                </a:solidFill>
              </a:rPr>
              <a:t> AbstractMap&lt;K,V&gt;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ConcurrentMap&lt;K,V&gt;, Serializable </a:t>
            </a:r>
          </a:p>
        </p:txBody>
      </p:sp>
      <p:sp>
        <p:nvSpPr>
          <p:cNvPr id="464" name="key，value均可以为空值…"/>
          <p:cNvSpPr txBox="1"/>
          <p:nvPr/>
        </p:nvSpPr>
        <p:spPr>
          <a:xfrm>
            <a:off x="9204000" y="5009755"/>
            <a:ext cx="3540574" cy="97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6">
              <a:defRPr sz="2500"/>
            </a:pPr>
            <a:r>
              <a:t>key，value均可以为空值</a:t>
            </a:r>
          </a:p>
          <a:p>
            <a:pPr indent="57796">
              <a:defRPr sz="2500"/>
            </a:pPr>
            <a:r>
              <a:t>线程安全(高并发)</a:t>
            </a:r>
          </a:p>
        </p:txBody>
      </p:sp>
      <p:sp>
        <p:nvSpPr>
          <p:cNvPr id="465" name="private static class SynchronizedMap&lt;K,V&gt;…"/>
          <p:cNvSpPr txBox="1"/>
          <p:nvPr/>
        </p:nvSpPr>
        <p:spPr>
          <a:xfrm>
            <a:off x="59998" y="7710141"/>
            <a:ext cx="8192816" cy="766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Collections.SynchronizedMap&lt;K,V&gt;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Map&lt;K,V&gt;, Serializable </a:t>
            </a:r>
          </a:p>
        </p:txBody>
      </p:sp>
      <p:sp>
        <p:nvSpPr>
          <p:cNvPr id="466" name="有序，get, put, remove,…"/>
          <p:cNvSpPr txBox="1"/>
          <p:nvPr/>
        </p:nvSpPr>
        <p:spPr>
          <a:xfrm>
            <a:off x="9673900" y="6054309"/>
            <a:ext cx="334647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6">
              <a:defRPr sz="2500"/>
            </a:pPr>
            <a:r>
              <a:t>有序，get, put, remove, </a:t>
            </a:r>
          </a:p>
          <a:p>
            <a:pPr indent="57796">
              <a:defRPr sz="2500"/>
            </a:pPr>
            <a:r>
              <a:t>containsKey  O(logn)</a:t>
            </a:r>
          </a:p>
        </p:txBody>
      </p:sp>
      <p:sp>
        <p:nvSpPr>
          <p:cNvPr id="467" name="“包裹” TreeMap和HashMap…"/>
          <p:cNvSpPr txBox="1"/>
          <p:nvPr/>
        </p:nvSpPr>
        <p:spPr>
          <a:xfrm>
            <a:off x="9204000" y="7612881"/>
            <a:ext cx="3866911" cy="978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57796">
              <a:defRPr sz="2500"/>
            </a:pPr>
            <a:r>
              <a:t>“包裹” TreeMap和HashMap</a:t>
            </a:r>
          </a:p>
          <a:p>
            <a:pPr indent="57796">
              <a:defRPr sz="2500"/>
            </a:pPr>
            <a:r>
              <a:t>线程安全</a:t>
            </a:r>
          </a:p>
        </p:txBody>
      </p:sp>
      <p:sp>
        <p:nvSpPr>
          <p:cNvPr id="468" name="public class LinkedHashMap&lt;K,V&gt;…"/>
          <p:cNvSpPr txBox="1"/>
          <p:nvPr/>
        </p:nvSpPr>
        <p:spPr>
          <a:xfrm>
            <a:off x="2851" y="3797289"/>
            <a:ext cx="4839469" cy="1109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LinkedHashMap&lt;K,V&gt;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extends</a:t>
            </a:r>
            <a:r>
              <a:t> HashMap&lt;K,V&gt;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Map&lt;K,V&gt;</a:t>
            </a:r>
          </a:p>
        </p:txBody>
      </p:sp>
      <p:sp>
        <p:nvSpPr>
          <p:cNvPr id="469" name="key，value均可以为空值…"/>
          <p:cNvSpPr txBox="1"/>
          <p:nvPr/>
        </p:nvSpPr>
        <p:spPr>
          <a:xfrm>
            <a:off x="9165900" y="4201693"/>
            <a:ext cx="334709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57796">
              <a:defRPr sz="2500"/>
            </a:lvl1pPr>
          </a:lstStyle>
          <a:p>
            <a:pPr/>
            <a:r>
              <a:t>增加了存取序或加入序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86"/>
          <p:cNvSpPr txBox="1"/>
          <p:nvPr/>
        </p:nvSpPr>
        <p:spPr>
          <a:xfrm>
            <a:off x="1600198" y="4300218"/>
            <a:ext cx="10430316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lnSpc>
                <a:spcPct val="120000"/>
              </a:lnSpc>
              <a:defRPr sz="32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java.util.HashTable ：线程安全</a:t>
            </a:r>
          </a:p>
        </p:txBody>
      </p:sp>
      <p:sp>
        <p:nvSpPr>
          <p:cNvPr id="472" name="总结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总结</a:t>
            </a:r>
          </a:p>
        </p:txBody>
      </p:sp>
      <p:sp>
        <p:nvSpPr>
          <p:cNvPr id="473" name="Shape 86"/>
          <p:cNvSpPr txBox="1"/>
          <p:nvPr/>
        </p:nvSpPr>
        <p:spPr>
          <a:xfrm>
            <a:off x="660398" y="1524000"/>
            <a:ext cx="11638850" cy="67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lnSpc>
                <a:spcPct val="120000"/>
              </a:lnSpc>
              <a:defRPr sz="32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桶：有各种实现方式，如链式线性表、顺序线性表、二叉树等。</a:t>
            </a:r>
          </a:p>
        </p:txBody>
      </p:sp>
      <p:sp>
        <p:nvSpPr>
          <p:cNvPr id="474" name="Shape 86"/>
          <p:cNvSpPr txBox="1"/>
          <p:nvPr/>
        </p:nvSpPr>
        <p:spPr>
          <a:xfrm>
            <a:off x="660398" y="3263900"/>
            <a:ext cx="11638850" cy="67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6" indent="57796" defTabSz="1295400">
              <a:lnSpc>
                <a:spcPct val="120000"/>
              </a:lnSpc>
              <a:defRPr sz="32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java.util.Map接口定义了操作，以下的类实现了该接口：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86"/>
          <p:cNvSpPr txBox="1"/>
          <p:nvPr/>
        </p:nvSpPr>
        <p:spPr>
          <a:xfrm>
            <a:off x="63498" y="1149771"/>
            <a:ext cx="12889204" cy="3337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java.util.HashMap : 实现原理同HashTable，但是</a:t>
            </a:r>
          </a:p>
          <a:p>
            <a:pPr lvl="2" marL="1317213" marR="57796" indent="-370414" defTabSz="1295400">
              <a:lnSpc>
                <a:spcPct val="130000"/>
              </a:lnSpc>
              <a:buSzPct val="45000"/>
              <a:buBlip>
                <a:blip r:embed="rId2"/>
              </a:buBlip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允许key和value的值为null</a:t>
            </a:r>
          </a:p>
          <a:p>
            <a:pPr lvl="2" marL="1317213" marR="57796" indent="-370414" defTabSz="1295400">
              <a:lnSpc>
                <a:spcPct val="130000"/>
              </a:lnSpc>
              <a:buSzPct val="45000"/>
              <a:buBlip>
                <a:blip r:embed="rId2"/>
              </a:buBlip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非线程安全</a:t>
            </a:r>
          </a:p>
          <a:p>
            <a:pPr lvl="2" marL="1317213" marR="57796" indent="-370414" defTabSz="1295400">
              <a:lnSpc>
                <a:spcPct val="130000"/>
              </a:lnSpc>
              <a:buSzPct val="45000"/>
              <a:buBlip>
                <a:blip r:embed="rId2"/>
              </a:buBlip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采用了与ArrayDeque一样的方法处理% 运算</a:t>
            </a:r>
          </a:p>
          <a:p>
            <a:pPr lvl="2" marL="1317213" marR="57796" indent="-370414" defTabSz="1295400">
              <a:lnSpc>
                <a:spcPct val="130000"/>
              </a:lnSpc>
              <a:buSzPct val="45000"/>
              <a:buBlip>
                <a:blip r:embed="rId2"/>
              </a:buBlip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桶有两种形式：链表、红黑树。</a:t>
            </a:r>
          </a:p>
          <a:p>
            <a:pPr lvl="2" marL="1317213" marR="57796" indent="-370414" defTabSz="1295400">
              <a:lnSpc>
                <a:spcPct val="130000"/>
              </a:lnSpc>
              <a:buSzPct val="45000"/>
              <a:buBlip>
                <a:blip r:embed="rId2"/>
              </a:buBlip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高效的Map</a:t>
            </a:r>
          </a:p>
        </p:txBody>
      </p:sp>
      <p:sp>
        <p:nvSpPr>
          <p:cNvPr id="477" name="总结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总结</a:t>
            </a:r>
          </a:p>
        </p:txBody>
      </p:sp>
      <p:sp>
        <p:nvSpPr>
          <p:cNvPr id="478" name="Shape 86"/>
          <p:cNvSpPr txBox="1"/>
          <p:nvPr/>
        </p:nvSpPr>
        <p:spPr>
          <a:xfrm>
            <a:off x="32398" y="5355773"/>
            <a:ext cx="12889204" cy="1652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  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hash(Object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</a:t>
            </a:r>
            <a: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? 0 : (</a:t>
            </a:r>
            <a:r>
              <a:rPr>
                <a:solidFill>
                  <a:srgbClr val="7E504F"/>
                </a:solidFill>
              </a:rPr>
              <a:t>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.hashCode()) ^ (</a:t>
            </a:r>
            <a:r>
              <a:rPr>
                <a:solidFill>
                  <a:srgbClr val="7E504F"/>
                </a:solidFill>
              </a:rPr>
              <a:t>h</a:t>
            </a:r>
            <a:r>
              <a:t> &gt;&gt;&gt; 16);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479" name="没有直接使用key.hashcode，而是调用以下的函数："/>
          <p:cNvSpPr txBox="1"/>
          <p:nvPr/>
        </p:nvSpPr>
        <p:spPr>
          <a:xfrm>
            <a:off x="42708" y="4713575"/>
            <a:ext cx="868729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6" indent="57796" defTabSz="1295400">
              <a:lnSpc>
                <a:spcPct val="120000"/>
              </a:lnSpc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没有直接使用key.hashcode，而是调用以下的函数：</a:t>
            </a:r>
          </a:p>
        </p:txBody>
      </p:sp>
      <p:sp>
        <p:nvSpPr>
          <p:cNvPr id="480" name="java.util.concurrent.ConcurrentHashMap：线程安全"/>
          <p:cNvSpPr txBox="1"/>
          <p:nvPr/>
        </p:nvSpPr>
        <p:spPr>
          <a:xfrm>
            <a:off x="428400" y="7486650"/>
            <a:ext cx="8815786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  <a:defRPr sz="3200"/>
            </a:lvl1pPr>
          </a:lstStyle>
          <a:p>
            <a:pPr/>
            <a:r>
              <a:t>java.util.concurrent.ConcurrentHashMap：线程安全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86"/>
          <p:cNvSpPr txBox="1"/>
          <p:nvPr/>
        </p:nvSpPr>
        <p:spPr>
          <a:xfrm>
            <a:off x="63498" y="1225971"/>
            <a:ext cx="12889204" cy="581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java.util.LinkedHashMap ：扩展了HashMap</a:t>
            </a:r>
          </a:p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除了HashMap的各桶的分离链外，还设置了一个双向链表按照次序将结点链接起来</a:t>
            </a:r>
          </a:p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每个结点参与了一个分离链，所有的结点都还参与了双向链表。</a:t>
            </a:r>
          </a:p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将存入表中的&lt;key, value&gt;用双向链表按插入次序或存取次序链接起来。</a:t>
            </a:r>
          </a:p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</a:p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HashMap有3个空函数，由put等函数调用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afterNodeAccess(Node&lt;K,V&gt;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) { 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afterNodeInsertion(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</a:t>
            </a:r>
            <a:r>
              <a:rPr>
                <a:solidFill>
                  <a:srgbClr val="7E504F"/>
                </a:solidFill>
              </a:rPr>
              <a:t>evict</a:t>
            </a:r>
            <a:r>
              <a:t>) { 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afterNodeRemoval(Node&lt;K,V&gt;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) { 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LinkedHashMap只覆盖了这3个函数，但没有覆盖put等函数。</a:t>
            </a:r>
          </a:p>
          <a:p>
            <a:pPr marR="57796" indent="57796" defTabSz="1295400">
              <a:lnSpc>
                <a:spcPct val="120000"/>
              </a:lnSpc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用Entry扩展了Node</a:t>
            </a:r>
          </a:p>
        </p:txBody>
      </p:sp>
      <p:sp>
        <p:nvSpPr>
          <p:cNvPr id="483" name="总结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总结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331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跳表(SkipList)</a:t>
            </a:r>
          </a:p>
        </p:txBody>
      </p:sp>
      <p:sp>
        <p:nvSpPr>
          <p:cNvPr id="486" name="Shape 332"/>
          <p:cNvSpPr txBox="1"/>
          <p:nvPr/>
        </p:nvSpPr>
        <p:spPr>
          <a:xfrm>
            <a:off x="1054099" y="2006600"/>
            <a:ext cx="39056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 sz="36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折半查找：O(logn)</a:t>
            </a:r>
          </a:p>
        </p:txBody>
      </p:sp>
      <p:graphicFrame>
        <p:nvGraphicFramePr>
          <p:cNvPr id="487" name="Table 333"/>
          <p:cNvGraphicFramePr/>
          <p:nvPr/>
        </p:nvGraphicFramePr>
        <p:xfrm>
          <a:off x="2870200" y="3111500"/>
          <a:ext cx="7544203" cy="118350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77743"/>
                <a:gridCol w="1077743"/>
                <a:gridCol w="1077743"/>
                <a:gridCol w="1077743"/>
                <a:gridCol w="1077743"/>
                <a:gridCol w="1077743"/>
                <a:gridCol w="1077743"/>
              </a:tblGrid>
              <a:tr h="1183504"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20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24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30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40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60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75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80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34" name="Group 362"/>
          <p:cNvGrpSpPr/>
          <p:nvPr/>
        </p:nvGrpSpPr>
        <p:grpSpPr>
          <a:xfrm>
            <a:off x="928471" y="5892791"/>
            <a:ext cx="11147856" cy="607260"/>
            <a:chOff x="-2" y="-3"/>
            <a:chExt cx="11147856" cy="607259"/>
          </a:xfrm>
        </p:grpSpPr>
        <p:grpSp>
          <p:nvGrpSpPr>
            <p:cNvPr id="493" name="Group 337"/>
            <p:cNvGrpSpPr/>
            <p:nvPr/>
          </p:nvGrpSpPr>
          <p:grpSpPr>
            <a:xfrm>
              <a:off x="2006597" y="-4"/>
              <a:ext cx="1351244" cy="596915"/>
              <a:chOff x="-1" y="-2"/>
              <a:chExt cx="1351243" cy="596913"/>
            </a:xfrm>
          </p:grpSpPr>
          <p:grpSp>
            <p:nvGrpSpPr>
              <p:cNvPr id="490" name="Shape 334"/>
              <p:cNvGrpSpPr/>
              <p:nvPr/>
            </p:nvGrpSpPr>
            <p:grpSpPr>
              <a:xfrm>
                <a:off x="-2" y="-3"/>
                <a:ext cx="635009" cy="596915"/>
                <a:chOff x="0" y="-1"/>
                <a:chExt cx="635007" cy="596913"/>
              </a:xfrm>
            </p:grpSpPr>
            <p:sp>
              <p:nvSpPr>
                <p:cNvPr id="488" name="矩形"/>
                <p:cNvSpPr/>
                <p:nvPr/>
              </p:nvSpPr>
              <p:spPr>
                <a:xfrm>
                  <a:off x="-1" y="-2"/>
                  <a:ext cx="635009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489" name="20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20</a:t>
                  </a:r>
                </a:p>
              </p:txBody>
            </p:sp>
          </p:grpSp>
          <p:sp>
            <p:nvSpPr>
              <p:cNvPr id="491" name="Shape 335"/>
              <p:cNvSpPr/>
              <p:nvPr/>
            </p:nvSpPr>
            <p:spPr>
              <a:xfrm>
                <a:off x="635002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2" name="Shape 336"/>
              <p:cNvSpPr/>
              <p:nvPr/>
            </p:nvSpPr>
            <p:spPr>
              <a:xfrm flipH="1">
                <a:off x="882581" y="323705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499" name="Group 341"/>
            <p:cNvGrpSpPr/>
            <p:nvPr/>
          </p:nvGrpSpPr>
          <p:grpSpPr>
            <a:xfrm>
              <a:off x="3352797" y="-4"/>
              <a:ext cx="1351244" cy="596915"/>
              <a:chOff x="-1" y="-2"/>
              <a:chExt cx="1351243" cy="596913"/>
            </a:xfrm>
          </p:grpSpPr>
          <p:grpSp>
            <p:nvGrpSpPr>
              <p:cNvPr id="496" name="Shape 338"/>
              <p:cNvGrpSpPr/>
              <p:nvPr/>
            </p:nvGrpSpPr>
            <p:grpSpPr>
              <a:xfrm>
                <a:off x="-2" y="-3"/>
                <a:ext cx="635009" cy="596915"/>
                <a:chOff x="0" y="-1"/>
                <a:chExt cx="635007" cy="596913"/>
              </a:xfrm>
            </p:grpSpPr>
            <p:sp>
              <p:nvSpPr>
                <p:cNvPr id="494" name="矩形"/>
                <p:cNvSpPr/>
                <p:nvPr/>
              </p:nvSpPr>
              <p:spPr>
                <a:xfrm>
                  <a:off x="-1" y="-2"/>
                  <a:ext cx="635009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495" name="24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497" name="Shape 339"/>
              <p:cNvSpPr/>
              <p:nvPr/>
            </p:nvSpPr>
            <p:spPr>
              <a:xfrm>
                <a:off x="635002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8" name="Shape 340"/>
              <p:cNvSpPr/>
              <p:nvPr/>
            </p:nvSpPr>
            <p:spPr>
              <a:xfrm flipH="1">
                <a:off x="882581" y="323705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05" name="Group 345"/>
            <p:cNvGrpSpPr/>
            <p:nvPr/>
          </p:nvGrpSpPr>
          <p:grpSpPr>
            <a:xfrm>
              <a:off x="4698997" y="-4"/>
              <a:ext cx="1351244" cy="596915"/>
              <a:chOff x="-1" y="-2"/>
              <a:chExt cx="1351243" cy="596913"/>
            </a:xfrm>
          </p:grpSpPr>
          <p:grpSp>
            <p:nvGrpSpPr>
              <p:cNvPr id="502" name="Shape 342"/>
              <p:cNvGrpSpPr/>
              <p:nvPr/>
            </p:nvGrpSpPr>
            <p:grpSpPr>
              <a:xfrm>
                <a:off x="-2" y="-3"/>
                <a:ext cx="635009" cy="596915"/>
                <a:chOff x="0" y="-1"/>
                <a:chExt cx="635007" cy="596913"/>
              </a:xfrm>
            </p:grpSpPr>
            <p:sp>
              <p:nvSpPr>
                <p:cNvPr id="500" name="矩形"/>
                <p:cNvSpPr/>
                <p:nvPr/>
              </p:nvSpPr>
              <p:spPr>
                <a:xfrm>
                  <a:off x="-1" y="-2"/>
                  <a:ext cx="635009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01" name="30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503" name="Shape 343"/>
              <p:cNvSpPr/>
              <p:nvPr/>
            </p:nvSpPr>
            <p:spPr>
              <a:xfrm>
                <a:off x="635002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4" name="Shape 344"/>
              <p:cNvSpPr/>
              <p:nvPr/>
            </p:nvSpPr>
            <p:spPr>
              <a:xfrm flipH="1">
                <a:off x="882581" y="323705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11" name="Group 349"/>
            <p:cNvGrpSpPr/>
            <p:nvPr/>
          </p:nvGrpSpPr>
          <p:grpSpPr>
            <a:xfrm>
              <a:off x="6032497" y="-4"/>
              <a:ext cx="1351246" cy="596915"/>
              <a:chOff x="-2" y="-2"/>
              <a:chExt cx="1351244" cy="596913"/>
            </a:xfrm>
          </p:grpSpPr>
          <p:grpSp>
            <p:nvGrpSpPr>
              <p:cNvPr id="508" name="Shape 346"/>
              <p:cNvGrpSpPr/>
              <p:nvPr/>
            </p:nvGrpSpPr>
            <p:grpSpPr>
              <a:xfrm>
                <a:off x="-3" y="-3"/>
                <a:ext cx="635009" cy="596915"/>
                <a:chOff x="0" y="-1"/>
                <a:chExt cx="635007" cy="596913"/>
              </a:xfrm>
            </p:grpSpPr>
            <p:sp>
              <p:nvSpPr>
                <p:cNvPr id="506" name="矩形"/>
                <p:cNvSpPr/>
                <p:nvPr/>
              </p:nvSpPr>
              <p:spPr>
                <a:xfrm>
                  <a:off x="-1" y="-2"/>
                  <a:ext cx="635009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07" name="40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509" name="Shape 347"/>
              <p:cNvSpPr/>
              <p:nvPr/>
            </p:nvSpPr>
            <p:spPr>
              <a:xfrm>
                <a:off x="635003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0" name="Shape 348"/>
              <p:cNvSpPr/>
              <p:nvPr/>
            </p:nvSpPr>
            <p:spPr>
              <a:xfrm flipH="1">
                <a:off x="882582" y="323705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17" name="Group 353"/>
            <p:cNvGrpSpPr/>
            <p:nvPr/>
          </p:nvGrpSpPr>
          <p:grpSpPr>
            <a:xfrm>
              <a:off x="7365999" y="-4"/>
              <a:ext cx="1351245" cy="596915"/>
              <a:chOff x="-2" y="-2"/>
              <a:chExt cx="1351244" cy="596913"/>
            </a:xfrm>
          </p:grpSpPr>
          <p:grpSp>
            <p:nvGrpSpPr>
              <p:cNvPr id="514" name="Shape 350"/>
              <p:cNvGrpSpPr/>
              <p:nvPr/>
            </p:nvGrpSpPr>
            <p:grpSpPr>
              <a:xfrm>
                <a:off x="-3" y="-3"/>
                <a:ext cx="635009" cy="596915"/>
                <a:chOff x="0" y="-1"/>
                <a:chExt cx="635007" cy="596913"/>
              </a:xfrm>
            </p:grpSpPr>
            <p:sp>
              <p:nvSpPr>
                <p:cNvPr id="512" name="矩形"/>
                <p:cNvSpPr/>
                <p:nvPr/>
              </p:nvSpPr>
              <p:spPr>
                <a:xfrm>
                  <a:off x="-1" y="-2"/>
                  <a:ext cx="635009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13" name="60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515" name="Shape 351"/>
              <p:cNvSpPr/>
              <p:nvPr/>
            </p:nvSpPr>
            <p:spPr>
              <a:xfrm>
                <a:off x="635003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6" name="Shape 352"/>
              <p:cNvSpPr/>
              <p:nvPr/>
            </p:nvSpPr>
            <p:spPr>
              <a:xfrm flipH="1">
                <a:off x="882582" y="323705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23" name="Group 357"/>
            <p:cNvGrpSpPr/>
            <p:nvPr/>
          </p:nvGrpSpPr>
          <p:grpSpPr>
            <a:xfrm>
              <a:off x="8686799" y="-4"/>
              <a:ext cx="1351245" cy="596915"/>
              <a:chOff x="-2" y="-2"/>
              <a:chExt cx="1351244" cy="596913"/>
            </a:xfrm>
          </p:grpSpPr>
          <p:grpSp>
            <p:nvGrpSpPr>
              <p:cNvPr id="520" name="Shape 354"/>
              <p:cNvGrpSpPr/>
              <p:nvPr/>
            </p:nvGrpSpPr>
            <p:grpSpPr>
              <a:xfrm>
                <a:off x="-3" y="-3"/>
                <a:ext cx="635009" cy="596915"/>
                <a:chOff x="0" y="-1"/>
                <a:chExt cx="635007" cy="596913"/>
              </a:xfrm>
            </p:grpSpPr>
            <p:sp>
              <p:nvSpPr>
                <p:cNvPr id="518" name="矩形"/>
                <p:cNvSpPr/>
                <p:nvPr/>
              </p:nvSpPr>
              <p:spPr>
                <a:xfrm>
                  <a:off x="-1" y="-2"/>
                  <a:ext cx="635009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19" name="75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521" name="Shape 355"/>
              <p:cNvSpPr/>
              <p:nvPr/>
            </p:nvSpPr>
            <p:spPr>
              <a:xfrm>
                <a:off x="635003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2" name="Shape 356"/>
              <p:cNvSpPr/>
              <p:nvPr/>
            </p:nvSpPr>
            <p:spPr>
              <a:xfrm flipH="1">
                <a:off x="882582" y="323705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26" name="Shape 358"/>
            <p:cNvGrpSpPr/>
            <p:nvPr/>
          </p:nvGrpSpPr>
          <p:grpSpPr>
            <a:xfrm>
              <a:off x="10063166" y="4764"/>
              <a:ext cx="635008" cy="596910"/>
              <a:chOff x="-1" y="0"/>
              <a:chExt cx="635007" cy="596909"/>
            </a:xfrm>
          </p:grpSpPr>
          <p:sp>
            <p:nvSpPr>
              <p:cNvPr id="524" name="矩形"/>
              <p:cNvSpPr/>
              <p:nvPr/>
            </p:nvSpPr>
            <p:spPr>
              <a:xfrm>
                <a:off x="-2" y="-1"/>
                <a:ext cx="635009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5" name="80"/>
              <p:cNvSpPr txBox="1"/>
              <p:nvPr/>
            </p:nvSpPr>
            <p:spPr>
              <a:xfrm>
                <a:off x="-2" y="52004"/>
                <a:ext cx="635009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80</a:t>
                </a:r>
              </a:p>
            </p:txBody>
          </p:sp>
        </p:grpSp>
        <p:grpSp>
          <p:nvGrpSpPr>
            <p:cNvPr id="529" name="Shape 359"/>
            <p:cNvGrpSpPr/>
            <p:nvPr/>
          </p:nvGrpSpPr>
          <p:grpSpPr>
            <a:xfrm>
              <a:off x="10690013" y="10346"/>
              <a:ext cx="457842" cy="596910"/>
              <a:chOff x="0" y="0"/>
              <a:chExt cx="457840" cy="596909"/>
            </a:xfrm>
          </p:grpSpPr>
          <p:sp>
            <p:nvSpPr>
              <p:cNvPr id="527" name="矩形"/>
              <p:cNvSpPr/>
              <p:nvPr/>
            </p:nvSpPr>
            <p:spPr>
              <a:xfrm>
                <a:off x="-1" y="-1"/>
                <a:ext cx="457842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8" name="⋀"/>
              <p:cNvSpPr txBox="1"/>
              <p:nvPr/>
            </p:nvSpPr>
            <p:spPr>
              <a:xfrm>
                <a:off x="-1" y="32710"/>
                <a:ext cx="457842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532" name="Shape 360"/>
            <p:cNvGrpSpPr/>
            <p:nvPr/>
          </p:nvGrpSpPr>
          <p:grpSpPr>
            <a:xfrm>
              <a:off x="-3" y="-2"/>
              <a:ext cx="1598014" cy="596910"/>
              <a:chOff x="0" y="-1"/>
              <a:chExt cx="1598013" cy="596909"/>
            </a:xfrm>
          </p:grpSpPr>
          <p:sp>
            <p:nvSpPr>
              <p:cNvPr id="530" name="矩形"/>
              <p:cNvSpPr/>
              <p:nvPr/>
            </p:nvSpPr>
            <p:spPr>
              <a:xfrm>
                <a:off x="-1" y="-2"/>
                <a:ext cx="1598014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1" name="head"/>
              <p:cNvSpPr txBox="1"/>
              <p:nvPr/>
            </p:nvSpPr>
            <p:spPr>
              <a:xfrm>
                <a:off x="266700" y="52004"/>
                <a:ext cx="1042728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head</a:t>
                </a:r>
              </a:p>
            </p:txBody>
          </p:sp>
        </p:grpSp>
        <p:sp>
          <p:nvSpPr>
            <p:cNvPr id="533" name="Shape 361"/>
            <p:cNvSpPr/>
            <p:nvPr/>
          </p:nvSpPr>
          <p:spPr>
            <a:xfrm flipH="1">
              <a:off x="1530278" y="323705"/>
              <a:ext cx="468661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</p:grpSp>
      <p:graphicFrame>
        <p:nvGraphicFramePr>
          <p:cNvPr id="535" name="Table 363"/>
          <p:cNvGraphicFramePr/>
          <p:nvPr/>
        </p:nvGraphicFramePr>
        <p:xfrm>
          <a:off x="2870200" y="4178355"/>
          <a:ext cx="7544203" cy="86221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77743"/>
                <a:gridCol w="1077743"/>
                <a:gridCol w="1077743"/>
                <a:gridCol w="1077743"/>
                <a:gridCol w="1077743"/>
                <a:gridCol w="1077743"/>
                <a:gridCol w="1077743"/>
              </a:tblGrid>
              <a:tr h="862216"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0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1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2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3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4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5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57796" defTabSz="1295400">
                        <a:spcBef>
                          <a:spcPts val="900"/>
                        </a:spcBef>
                        <a:tabLst>
                          <a:tab pos="1295400" algn="l"/>
                        </a:tabLst>
                        <a:defRPr sz="1800">
                          <a:uFillTx/>
                        </a:defRPr>
                      </a:pPr>
                      <a:r>
                        <a:rPr baseline="-16798" sz="4000">
                          <a:uFill>
                            <a:solidFill>
                              <a:srgbClr val="000000"/>
                            </a:solidFill>
                          </a:uFill>
                          <a:sym typeface="Lucida Grande"/>
                        </a:rPr>
                        <a:t>6</a:t>
                      </a:r>
                    </a:p>
                  </a:txBody>
                  <a:tcPr marL="50800" marR="50800" marT="50800" marB="5080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365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</a:t>
            </a:r>
          </a:p>
        </p:txBody>
      </p:sp>
      <p:grpSp>
        <p:nvGrpSpPr>
          <p:cNvPr id="597" name="Group 405"/>
          <p:cNvGrpSpPr/>
          <p:nvPr/>
        </p:nvGrpSpPr>
        <p:grpSpPr>
          <a:xfrm>
            <a:off x="215894" y="3441694"/>
            <a:ext cx="11722110" cy="1193807"/>
            <a:chOff x="-2" y="-1"/>
            <a:chExt cx="11722109" cy="1193805"/>
          </a:xfrm>
        </p:grpSpPr>
        <p:grpSp>
          <p:nvGrpSpPr>
            <p:cNvPr id="543" name="Group 369"/>
            <p:cNvGrpSpPr/>
            <p:nvPr/>
          </p:nvGrpSpPr>
          <p:grpSpPr>
            <a:xfrm>
              <a:off x="1358895" y="596900"/>
              <a:ext cx="1351244" cy="596904"/>
              <a:chOff x="-1" y="-1"/>
              <a:chExt cx="1351243" cy="596903"/>
            </a:xfrm>
          </p:grpSpPr>
          <p:grpSp>
            <p:nvGrpSpPr>
              <p:cNvPr id="540" name="Shape 366"/>
              <p:cNvGrpSpPr/>
              <p:nvPr/>
            </p:nvGrpSpPr>
            <p:grpSpPr>
              <a:xfrm>
                <a:off x="-2" y="-2"/>
                <a:ext cx="635009" cy="596904"/>
                <a:chOff x="0" y="0"/>
                <a:chExt cx="635007" cy="596903"/>
              </a:xfrm>
            </p:grpSpPr>
            <p:sp>
              <p:nvSpPr>
                <p:cNvPr id="538" name="矩形"/>
                <p:cNvSpPr/>
                <p:nvPr/>
              </p:nvSpPr>
              <p:spPr>
                <a:xfrm>
                  <a:off x="-1" y="-1"/>
                  <a:ext cx="635009" cy="59690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39" name="20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20</a:t>
                  </a:r>
                </a:p>
              </p:txBody>
            </p:sp>
          </p:grpSp>
          <p:sp>
            <p:nvSpPr>
              <p:cNvPr id="541" name="Shape 367"/>
              <p:cNvSpPr/>
              <p:nvPr/>
            </p:nvSpPr>
            <p:spPr>
              <a:xfrm>
                <a:off x="635002" y="-2"/>
                <a:ext cx="368302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2" name="Shape 368"/>
              <p:cNvSpPr/>
              <p:nvPr/>
            </p:nvSpPr>
            <p:spPr>
              <a:xfrm flipH="1">
                <a:off x="882581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49" name="Group 373"/>
            <p:cNvGrpSpPr/>
            <p:nvPr/>
          </p:nvGrpSpPr>
          <p:grpSpPr>
            <a:xfrm>
              <a:off x="2705099" y="596900"/>
              <a:ext cx="1351241" cy="596904"/>
              <a:chOff x="0" y="-1"/>
              <a:chExt cx="1351240" cy="596903"/>
            </a:xfrm>
          </p:grpSpPr>
          <p:grpSp>
            <p:nvGrpSpPr>
              <p:cNvPr id="546" name="Shape 370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544" name="矩形"/>
                <p:cNvSpPr/>
                <p:nvPr/>
              </p:nvSpPr>
              <p:spPr>
                <a:xfrm>
                  <a:off x="0" y="-1"/>
                  <a:ext cx="635006" cy="59690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45" name="24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547" name="Shape 371"/>
              <p:cNvSpPr/>
              <p:nvPr/>
            </p:nvSpPr>
            <p:spPr>
              <a:xfrm>
                <a:off x="635000" y="-2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8" name="Shape 372"/>
              <p:cNvSpPr/>
              <p:nvPr/>
            </p:nvSpPr>
            <p:spPr>
              <a:xfrm flipH="1">
                <a:off x="882579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55" name="Group 377"/>
            <p:cNvGrpSpPr/>
            <p:nvPr/>
          </p:nvGrpSpPr>
          <p:grpSpPr>
            <a:xfrm>
              <a:off x="4051299" y="596900"/>
              <a:ext cx="1351242" cy="596904"/>
              <a:chOff x="0" y="-1"/>
              <a:chExt cx="1351240" cy="596903"/>
            </a:xfrm>
          </p:grpSpPr>
          <p:grpSp>
            <p:nvGrpSpPr>
              <p:cNvPr id="552" name="Shape 374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550" name="矩形"/>
                <p:cNvSpPr/>
                <p:nvPr/>
              </p:nvSpPr>
              <p:spPr>
                <a:xfrm>
                  <a:off x="0" y="-1"/>
                  <a:ext cx="635006" cy="59690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51" name="3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553" name="Shape 375"/>
              <p:cNvSpPr/>
              <p:nvPr/>
            </p:nvSpPr>
            <p:spPr>
              <a:xfrm>
                <a:off x="635000" y="-2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4" name="Shape 376"/>
              <p:cNvSpPr/>
              <p:nvPr/>
            </p:nvSpPr>
            <p:spPr>
              <a:xfrm flipH="1">
                <a:off x="882579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61" name="Group 381"/>
            <p:cNvGrpSpPr/>
            <p:nvPr/>
          </p:nvGrpSpPr>
          <p:grpSpPr>
            <a:xfrm>
              <a:off x="5384800" y="596900"/>
              <a:ext cx="1351242" cy="596904"/>
              <a:chOff x="0" y="-1"/>
              <a:chExt cx="1351240" cy="596903"/>
            </a:xfrm>
          </p:grpSpPr>
          <p:grpSp>
            <p:nvGrpSpPr>
              <p:cNvPr id="558" name="Shape 378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556" name="矩形"/>
                <p:cNvSpPr/>
                <p:nvPr/>
              </p:nvSpPr>
              <p:spPr>
                <a:xfrm>
                  <a:off x="0" y="-1"/>
                  <a:ext cx="635006" cy="59690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57" name="4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559" name="Shape 379"/>
              <p:cNvSpPr/>
              <p:nvPr/>
            </p:nvSpPr>
            <p:spPr>
              <a:xfrm>
                <a:off x="635000" y="-2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0" name="Shape 380"/>
              <p:cNvSpPr/>
              <p:nvPr/>
            </p:nvSpPr>
            <p:spPr>
              <a:xfrm flipH="1">
                <a:off x="882579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67" name="Group 385"/>
            <p:cNvGrpSpPr/>
            <p:nvPr/>
          </p:nvGrpSpPr>
          <p:grpSpPr>
            <a:xfrm>
              <a:off x="6718301" y="596900"/>
              <a:ext cx="1351241" cy="596904"/>
              <a:chOff x="0" y="-1"/>
              <a:chExt cx="1351240" cy="596903"/>
            </a:xfrm>
          </p:grpSpPr>
          <p:grpSp>
            <p:nvGrpSpPr>
              <p:cNvPr id="564" name="Shape 382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562" name="矩形"/>
                <p:cNvSpPr/>
                <p:nvPr/>
              </p:nvSpPr>
              <p:spPr>
                <a:xfrm>
                  <a:off x="0" y="-1"/>
                  <a:ext cx="635006" cy="59690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63" name="6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565" name="Shape 383"/>
              <p:cNvSpPr/>
              <p:nvPr/>
            </p:nvSpPr>
            <p:spPr>
              <a:xfrm>
                <a:off x="635000" y="-2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6" name="Shape 384"/>
              <p:cNvSpPr/>
              <p:nvPr/>
            </p:nvSpPr>
            <p:spPr>
              <a:xfrm flipH="1">
                <a:off x="882579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73" name="Group 389"/>
            <p:cNvGrpSpPr/>
            <p:nvPr/>
          </p:nvGrpSpPr>
          <p:grpSpPr>
            <a:xfrm>
              <a:off x="8039101" y="596900"/>
              <a:ext cx="1351241" cy="596904"/>
              <a:chOff x="0" y="-1"/>
              <a:chExt cx="1351240" cy="596903"/>
            </a:xfrm>
          </p:grpSpPr>
          <p:grpSp>
            <p:nvGrpSpPr>
              <p:cNvPr id="570" name="Shape 386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568" name="矩形"/>
                <p:cNvSpPr/>
                <p:nvPr/>
              </p:nvSpPr>
              <p:spPr>
                <a:xfrm>
                  <a:off x="0" y="-1"/>
                  <a:ext cx="635006" cy="59690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69" name="75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571" name="Shape 387"/>
              <p:cNvSpPr/>
              <p:nvPr/>
            </p:nvSpPr>
            <p:spPr>
              <a:xfrm>
                <a:off x="635000" y="-2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2" name="Shape 388"/>
              <p:cNvSpPr/>
              <p:nvPr/>
            </p:nvSpPr>
            <p:spPr>
              <a:xfrm flipH="1">
                <a:off x="882579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79" name="Group 393"/>
            <p:cNvGrpSpPr/>
            <p:nvPr/>
          </p:nvGrpSpPr>
          <p:grpSpPr>
            <a:xfrm>
              <a:off x="9385301" y="596900"/>
              <a:ext cx="1351241" cy="596904"/>
              <a:chOff x="0" y="-1"/>
              <a:chExt cx="1351240" cy="596903"/>
            </a:xfrm>
          </p:grpSpPr>
          <p:grpSp>
            <p:nvGrpSpPr>
              <p:cNvPr id="576" name="Shape 390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574" name="矩形"/>
                <p:cNvSpPr/>
                <p:nvPr/>
              </p:nvSpPr>
              <p:spPr>
                <a:xfrm>
                  <a:off x="0" y="-1"/>
                  <a:ext cx="635006" cy="59690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75" name="8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577" name="Shape 391"/>
              <p:cNvSpPr/>
              <p:nvPr/>
            </p:nvSpPr>
            <p:spPr>
              <a:xfrm>
                <a:off x="635000" y="-2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8" name="Shape 392"/>
              <p:cNvSpPr/>
              <p:nvPr/>
            </p:nvSpPr>
            <p:spPr>
              <a:xfrm flipH="1">
                <a:off x="882579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82" name="Shape 394"/>
            <p:cNvGrpSpPr/>
            <p:nvPr/>
          </p:nvGrpSpPr>
          <p:grpSpPr>
            <a:xfrm>
              <a:off x="10718802" y="596900"/>
              <a:ext cx="635005" cy="596904"/>
              <a:chOff x="-1" y="-1"/>
              <a:chExt cx="635004" cy="596903"/>
            </a:xfrm>
          </p:grpSpPr>
          <p:sp>
            <p:nvSpPr>
              <p:cNvPr id="580" name="矩形"/>
              <p:cNvSpPr/>
              <p:nvPr/>
            </p:nvSpPr>
            <p:spPr>
              <a:xfrm>
                <a:off x="-2" y="-2"/>
                <a:ext cx="635006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b="1" sz="2800">
                    <a:uFill>
                      <a:solidFill>
                        <a:srgbClr val="000000"/>
                      </a:solidFill>
                    </a:uFill>
                    <a:latin typeface="Abadi MT Condensed Extra Bold"/>
                    <a:ea typeface="Abadi MT Condensed Extra Bold"/>
                    <a:cs typeface="Abadi MT Condensed Extra Bold"/>
                    <a:sym typeface="Abadi MT Condensed Extra Bold"/>
                  </a:defRPr>
                </a:pPr>
              </a:p>
            </p:txBody>
          </p:sp>
          <p:sp>
            <p:nvSpPr>
              <p:cNvPr id="581" name="∞"/>
              <p:cNvSpPr txBox="1"/>
              <p:nvPr/>
            </p:nvSpPr>
            <p:spPr>
              <a:xfrm>
                <a:off x="-2" y="31749"/>
                <a:ext cx="635006" cy="533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="1" sz="2800">
                    <a:uFill>
                      <a:solidFill>
                        <a:srgbClr val="000000"/>
                      </a:solidFill>
                    </a:uFill>
                    <a:latin typeface="Abadi MT Condensed Extra Bold"/>
                    <a:ea typeface="Abadi MT Condensed Extra Bold"/>
                    <a:cs typeface="Abadi MT Condensed Extra Bold"/>
                    <a:sym typeface="Abadi MT Condensed Extra Bold"/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585" name="Shape 395"/>
            <p:cNvGrpSpPr/>
            <p:nvPr/>
          </p:nvGrpSpPr>
          <p:grpSpPr>
            <a:xfrm>
              <a:off x="11353802" y="596900"/>
              <a:ext cx="368305" cy="596904"/>
              <a:chOff x="0" y="-1"/>
              <a:chExt cx="368303" cy="596903"/>
            </a:xfrm>
          </p:grpSpPr>
          <p:sp>
            <p:nvSpPr>
              <p:cNvPr id="583" name="矩形"/>
              <p:cNvSpPr/>
              <p:nvPr/>
            </p:nvSpPr>
            <p:spPr>
              <a:xfrm>
                <a:off x="-1" y="-2"/>
                <a:ext cx="368305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4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589" name="Group 399"/>
            <p:cNvGrpSpPr/>
            <p:nvPr/>
          </p:nvGrpSpPr>
          <p:grpSpPr>
            <a:xfrm>
              <a:off x="-3" y="596900"/>
              <a:ext cx="1351242" cy="596904"/>
              <a:chOff x="-1" y="-1"/>
              <a:chExt cx="1351240" cy="596903"/>
            </a:xfrm>
          </p:grpSpPr>
          <p:sp>
            <p:nvSpPr>
              <p:cNvPr id="586" name="Shape 396"/>
              <p:cNvSpPr/>
              <p:nvPr/>
            </p:nvSpPr>
            <p:spPr>
              <a:xfrm>
                <a:off x="-2" y="-2"/>
                <a:ext cx="6350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7" name="Shape 397"/>
              <p:cNvSpPr/>
              <p:nvPr/>
            </p:nvSpPr>
            <p:spPr>
              <a:xfrm>
                <a:off x="635000" y="-2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8" name="Shape 398"/>
              <p:cNvSpPr/>
              <p:nvPr/>
            </p:nvSpPr>
            <p:spPr>
              <a:xfrm flipH="1">
                <a:off x="882579" y="323701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592" name="Shape 400"/>
            <p:cNvGrpSpPr/>
            <p:nvPr/>
          </p:nvGrpSpPr>
          <p:grpSpPr>
            <a:xfrm>
              <a:off x="11341102" y="-2"/>
              <a:ext cx="368305" cy="596906"/>
              <a:chOff x="0" y="0"/>
              <a:chExt cx="368303" cy="596904"/>
            </a:xfrm>
          </p:grpSpPr>
          <p:sp>
            <p:nvSpPr>
              <p:cNvPr id="590" name="矩形"/>
              <p:cNvSpPr/>
              <p:nvPr/>
            </p:nvSpPr>
            <p:spPr>
              <a:xfrm>
                <a:off x="-1" y="-1"/>
                <a:ext cx="368305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1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593" name="Shape 401"/>
            <p:cNvSpPr/>
            <p:nvPr/>
          </p:nvSpPr>
          <p:spPr>
            <a:xfrm>
              <a:off x="6019801" y="-2"/>
              <a:ext cx="368303" cy="59690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4" name="Shape 402"/>
            <p:cNvSpPr/>
            <p:nvPr/>
          </p:nvSpPr>
          <p:spPr>
            <a:xfrm>
              <a:off x="634998" y="-2"/>
              <a:ext cx="368303" cy="59690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5" name="Shape 403"/>
            <p:cNvSpPr/>
            <p:nvPr/>
          </p:nvSpPr>
          <p:spPr>
            <a:xfrm flipH="1">
              <a:off x="916867" y="322927"/>
              <a:ext cx="5085488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596" name="Shape 404"/>
            <p:cNvSpPr/>
            <p:nvPr/>
          </p:nvSpPr>
          <p:spPr>
            <a:xfrm flipH="1">
              <a:off x="6305550" y="324836"/>
              <a:ext cx="5044589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</p:grpSp>
      <p:grpSp>
        <p:nvGrpSpPr>
          <p:cNvPr id="675" name="Group 461"/>
          <p:cNvGrpSpPr/>
          <p:nvPr/>
        </p:nvGrpSpPr>
        <p:grpSpPr>
          <a:xfrm>
            <a:off x="215890" y="5600692"/>
            <a:ext cx="12160910" cy="1790710"/>
            <a:chOff x="-4" y="-3"/>
            <a:chExt cx="12160908" cy="1790709"/>
          </a:xfrm>
        </p:grpSpPr>
        <p:grpSp>
          <p:nvGrpSpPr>
            <p:cNvPr id="671" name="Group 457"/>
            <p:cNvGrpSpPr/>
            <p:nvPr/>
          </p:nvGrpSpPr>
          <p:grpSpPr>
            <a:xfrm>
              <a:off x="-5" y="-4"/>
              <a:ext cx="11722122" cy="1790710"/>
              <a:chOff x="-3" y="-2"/>
              <a:chExt cx="11722120" cy="1790709"/>
            </a:xfrm>
          </p:grpSpPr>
          <p:grpSp>
            <p:nvGrpSpPr>
              <p:cNvPr id="650" name="Group 440"/>
              <p:cNvGrpSpPr/>
              <p:nvPr/>
            </p:nvGrpSpPr>
            <p:grpSpPr>
              <a:xfrm>
                <a:off x="-4" y="1193801"/>
                <a:ext cx="11722122" cy="596906"/>
                <a:chOff x="-2" y="-3"/>
                <a:chExt cx="11722120" cy="596905"/>
              </a:xfrm>
            </p:grpSpPr>
            <p:grpSp>
              <p:nvGrpSpPr>
                <p:cNvPr id="603" name="Group 409"/>
                <p:cNvGrpSpPr/>
                <p:nvPr/>
              </p:nvGrpSpPr>
              <p:grpSpPr>
                <a:xfrm>
                  <a:off x="1358897" y="-4"/>
                  <a:ext cx="1351246" cy="596907"/>
                  <a:chOff x="-2" y="-1"/>
                  <a:chExt cx="1351244" cy="596905"/>
                </a:xfrm>
              </p:grpSpPr>
              <p:grpSp>
                <p:nvGrpSpPr>
                  <p:cNvPr id="600" name="Shape 406"/>
                  <p:cNvGrpSpPr/>
                  <p:nvPr/>
                </p:nvGrpSpPr>
                <p:grpSpPr>
                  <a:xfrm>
                    <a:off x="-3" y="-2"/>
                    <a:ext cx="635009" cy="596906"/>
                    <a:chOff x="0" y="-1"/>
                    <a:chExt cx="635007" cy="596904"/>
                  </a:xfrm>
                </p:grpSpPr>
                <p:sp>
                  <p:nvSpPr>
                    <p:cNvPr id="598" name="矩形"/>
                    <p:cNvSpPr/>
                    <p:nvPr/>
                  </p:nvSpPr>
                  <p:spPr>
                    <a:xfrm>
                      <a:off x="-1" y="-2"/>
                      <a:ext cx="635009" cy="596906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599" name="20"/>
                    <p:cNvSpPr txBox="1"/>
                    <p:nvPr/>
                  </p:nvSpPr>
                  <p:spPr>
                    <a:xfrm>
                      <a:off x="-1" y="52003"/>
                      <a:ext cx="635009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20</a:t>
                      </a:r>
                    </a:p>
                  </p:txBody>
                </p:sp>
              </p:grpSp>
              <p:sp>
                <p:nvSpPr>
                  <p:cNvPr id="601" name="Shape 407"/>
                  <p:cNvSpPr/>
                  <p:nvPr/>
                </p:nvSpPr>
                <p:spPr>
                  <a:xfrm>
                    <a:off x="635003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02" name="Shape 408"/>
                  <p:cNvSpPr/>
                  <p:nvPr/>
                </p:nvSpPr>
                <p:spPr>
                  <a:xfrm flipH="1">
                    <a:off x="882582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609" name="Group 413"/>
                <p:cNvGrpSpPr/>
                <p:nvPr/>
              </p:nvGrpSpPr>
              <p:grpSpPr>
                <a:xfrm>
                  <a:off x="2705100" y="-4"/>
                  <a:ext cx="1351244" cy="596907"/>
                  <a:chOff x="-1" y="-1"/>
                  <a:chExt cx="1351243" cy="596905"/>
                </a:xfrm>
              </p:grpSpPr>
              <p:grpSp>
                <p:nvGrpSpPr>
                  <p:cNvPr id="606" name="Shape 410"/>
                  <p:cNvGrpSpPr/>
                  <p:nvPr/>
                </p:nvGrpSpPr>
                <p:grpSpPr>
                  <a:xfrm>
                    <a:off x="-2" y="-2"/>
                    <a:ext cx="635006" cy="596906"/>
                    <a:chOff x="0" y="-1"/>
                    <a:chExt cx="635004" cy="596904"/>
                  </a:xfrm>
                </p:grpSpPr>
                <p:sp>
                  <p:nvSpPr>
                    <p:cNvPr id="604" name="矩形"/>
                    <p:cNvSpPr/>
                    <p:nvPr/>
                  </p:nvSpPr>
                  <p:spPr>
                    <a:xfrm>
                      <a:off x="-1" y="-2"/>
                      <a:ext cx="635006" cy="596906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05" name="24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24</a:t>
                      </a:r>
                    </a:p>
                  </p:txBody>
                </p:sp>
              </p:grpSp>
              <p:sp>
                <p:nvSpPr>
                  <p:cNvPr id="607" name="Shape 411"/>
                  <p:cNvSpPr/>
                  <p:nvPr/>
                </p:nvSpPr>
                <p:spPr>
                  <a:xfrm>
                    <a:off x="635002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08" name="Shape 412"/>
                  <p:cNvSpPr/>
                  <p:nvPr/>
                </p:nvSpPr>
                <p:spPr>
                  <a:xfrm flipH="1">
                    <a:off x="882581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615" name="Group 417"/>
                <p:cNvGrpSpPr/>
                <p:nvPr/>
              </p:nvGrpSpPr>
              <p:grpSpPr>
                <a:xfrm>
                  <a:off x="4051302" y="-4"/>
                  <a:ext cx="1351245" cy="596907"/>
                  <a:chOff x="-1" y="-1"/>
                  <a:chExt cx="1351243" cy="596905"/>
                </a:xfrm>
              </p:grpSpPr>
              <p:grpSp>
                <p:nvGrpSpPr>
                  <p:cNvPr id="612" name="Shape 414"/>
                  <p:cNvGrpSpPr/>
                  <p:nvPr/>
                </p:nvGrpSpPr>
                <p:grpSpPr>
                  <a:xfrm>
                    <a:off x="-2" y="-2"/>
                    <a:ext cx="635006" cy="596906"/>
                    <a:chOff x="0" y="-1"/>
                    <a:chExt cx="635004" cy="596904"/>
                  </a:xfrm>
                </p:grpSpPr>
                <p:sp>
                  <p:nvSpPr>
                    <p:cNvPr id="610" name="矩形"/>
                    <p:cNvSpPr/>
                    <p:nvPr/>
                  </p:nvSpPr>
                  <p:spPr>
                    <a:xfrm>
                      <a:off x="-1" y="-2"/>
                      <a:ext cx="635006" cy="596906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11" name="30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30</a:t>
                      </a:r>
                    </a:p>
                  </p:txBody>
                </p:sp>
              </p:grpSp>
              <p:sp>
                <p:nvSpPr>
                  <p:cNvPr id="613" name="Shape 415"/>
                  <p:cNvSpPr/>
                  <p:nvPr/>
                </p:nvSpPr>
                <p:spPr>
                  <a:xfrm>
                    <a:off x="635002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14" name="Shape 416"/>
                  <p:cNvSpPr/>
                  <p:nvPr/>
                </p:nvSpPr>
                <p:spPr>
                  <a:xfrm flipH="1">
                    <a:off x="882581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621" name="Group 421"/>
                <p:cNvGrpSpPr/>
                <p:nvPr/>
              </p:nvGrpSpPr>
              <p:grpSpPr>
                <a:xfrm>
                  <a:off x="5384803" y="-4"/>
                  <a:ext cx="1351246" cy="596907"/>
                  <a:chOff x="-2" y="-1"/>
                  <a:chExt cx="1351244" cy="596905"/>
                </a:xfrm>
              </p:grpSpPr>
              <p:grpSp>
                <p:nvGrpSpPr>
                  <p:cNvPr id="618" name="Shape 418"/>
                  <p:cNvGrpSpPr/>
                  <p:nvPr/>
                </p:nvGrpSpPr>
                <p:grpSpPr>
                  <a:xfrm>
                    <a:off x="-3" y="-2"/>
                    <a:ext cx="635008" cy="596906"/>
                    <a:chOff x="0" y="-1"/>
                    <a:chExt cx="635006" cy="596904"/>
                  </a:xfrm>
                </p:grpSpPr>
                <p:sp>
                  <p:nvSpPr>
                    <p:cNvPr id="616" name="矩形"/>
                    <p:cNvSpPr/>
                    <p:nvPr/>
                  </p:nvSpPr>
                  <p:spPr>
                    <a:xfrm>
                      <a:off x="-1" y="-2"/>
                      <a:ext cx="635007" cy="596906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17" name="40"/>
                    <p:cNvSpPr txBox="1"/>
                    <p:nvPr/>
                  </p:nvSpPr>
                  <p:spPr>
                    <a:xfrm>
                      <a:off x="-1" y="52003"/>
                      <a:ext cx="635007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40</a:t>
                      </a:r>
                    </a:p>
                  </p:txBody>
                </p:sp>
              </p:grpSp>
              <p:sp>
                <p:nvSpPr>
                  <p:cNvPr id="619" name="Shape 419"/>
                  <p:cNvSpPr/>
                  <p:nvPr/>
                </p:nvSpPr>
                <p:spPr>
                  <a:xfrm>
                    <a:off x="635003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20" name="Shape 420"/>
                  <p:cNvSpPr/>
                  <p:nvPr/>
                </p:nvSpPr>
                <p:spPr>
                  <a:xfrm flipH="1">
                    <a:off x="882582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627" name="Group 425"/>
                <p:cNvGrpSpPr/>
                <p:nvPr/>
              </p:nvGrpSpPr>
              <p:grpSpPr>
                <a:xfrm>
                  <a:off x="6718304" y="-4"/>
                  <a:ext cx="1351245" cy="596907"/>
                  <a:chOff x="-2" y="-1"/>
                  <a:chExt cx="1351244" cy="596905"/>
                </a:xfrm>
              </p:grpSpPr>
              <p:grpSp>
                <p:nvGrpSpPr>
                  <p:cNvPr id="624" name="Shape 422"/>
                  <p:cNvGrpSpPr/>
                  <p:nvPr/>
                </p:nvGrpSpPr>
                <p:grpSpPr>
                  <a:xfrm>
                    <a:off x="-3" y="-2"/>
                    <a:ext cx="635008" cy="596906"/>
                    <a:chOff x="0" y="-1"/>
                    <a:chExt cx="635006" cy="596904"/>
                  </a:xfrm>
                </p:grpSpPr>
                <p:sp>
                  <p:nvSpPr>
                    <p:cNvPr id="622" name="矩形"/>
                    <p:cNvSpPr/>
                    <p:nvPr/>
                  </p:nvSpPr>
                  <p:spPr>
                    <a:xfrm>
                      <a:off x="-1" y="-2"/>
                      <a:ext cx="635007" cy="596906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23" name="60"/>
                    <p:cNvSpPr txBox="1"/>
                    <p:nvPr/>
                  </p:nvSpPr>
                  <p:spPr>
                    <a:xfrm>
                      <a:off x="-1" y="52003"/>
                      <a:ext cx="635007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60</a:t>
                      </a:r>
                    </a:p>
                  </p:txBody>
                </p:sp>
              </p:grpSp>
              <p:sp>
                <p:nvSpPr>
                  <p:cNvPr id="625" name="Shape 423"/>
                  <p:cNvSpPr/>
                  <p:nvPr/>
                </p:nvSpPr>
                <p:spPr>
                  <a:xfrm>
                    <a:off x="635003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26" name="Shape 424"/>
                  <p:cNvSpPr/>
                  <p:nvPr/>
                </p:nvSpPr>
                <p:spPr>
                  <a:xfrm flipH="1">
                    <a:off x="882582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633" name="Group 429"/>
                <p:cNvGrpSpPr/>
                <p:nvPr/>
              </p:nvGrpSpPr>
              <p:grpSpPr>
                <a:xfrm>
                  <a:off x="8039107" y="-4"/>
                  <a:ext cx="1351245" cy="596907"/>
                  <a:chOff x="-1" y="-1"/>
                  <a:chExt cx="1351243" cy="596905"/>
                </a:xfrm>
              </p:grpSpPr>
              <p:grpSp>
                <p:nvGrpSpPr>
                  <p:cNvPr id="630" name="Shape 426"/>
                  <p:cNvGrpSpPr/>
                  <p:nvPr/>
                </p:nvGrpSpPr>
                <p:grpSpPr>
                  <a:xfrm>
                    <a:off x="-2" y="-2"/>
                    <a:ext cx="635006" cy="596906"/>
                    <a:chOff x="0" y="-1"/>
                    <a:chExt cx="635004" cy="596904"/>
                  </a:xfrm>
                </p:grpSpPr>
                <p:sp>
                  <p:nvSpPr>
                    <p:cNvPr id="628" name="矩形"/>
                    <p:cNvSpPr/>
                    <p:nvPr/>
                  </p:nvSpPr>
                  <p:spPr>
                    <a:xfrm>
                      <a:off x="-1" y="-2"/>
                      <a:ext cx="635006" cy="596906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29" name="75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75</a:t>
                      </a:r>
                    </a:p>
                  </p:txBody>
                </p:sp>
              </p:grpSp>
              <p:sp>
                <p:nvSpPr>
                  <p:cNvPr id="631" name="Shape 427"/>
                  <p:cNvSpPr/>
                  <p:nvPr/>
                </p:nvSpPr>
                <p:spPr>
                  <a:xfrm>
                    <a:off x="635002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32" name="Shape 428"/>
                  <p:cNvSpPr/>
                  <p:nvPr/>
                </p:nvSpPr>
                <p:spPr>
                  <a:xfrm flipH="1">
                    <a:off x="882581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639" name="Group 433"/>
                <p:cNvGrpSpPr/>
                <p:nvPr/>
              </p:nvGrpSpPr>
              <p:grpSpPr>
                <a:xfrm>
                  <a:off x="9385308" y="-4"/>
                  <a:ext cx="1351244" cy="596907"/>
                  <a:chOff x="-1" y="-1"/>
                  <a:chExt cx="1351243" cy="596905"/>
                </a:xfrm>
              </p:grpSpPr>
              <p:grpSp>
                <p:nvGrpSpPr>
                  <p:cNvPr id="636" name="Shape 430"/>
                  <p:cNvGrpSpPr/>
                  <p:nvPr/>
                </p:nvGrpSpPr>
                <p:grpSpPr>
                  <a:xfrm>
                    <a:off x="-2" y="-2"/>
                    <a:ext cx="635006" cy="596906"/>
                    <a:chOff x="0" y="-1"/>
                    <a:chExt cx="635004" cy="596904"/>
                  </a:xfrm>
                </p:grpSpPr>
                <p:sp>
                  <p:nvSpPr>
                    <p:cNvPr id="634" name="矩形"/>
                    <p:cNvSpPr/>
                    <p:nvPr/>
                  </p:nvSpPr>
                  <p:spPr>
                    <a:xfrm>
                      <a:off x="-1" y="-2"/>
                      <a:ext cx="635006" cy="596906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35" name="80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80</a:t>
                      </a:r>
                    </a:p>
                  </p:txBody>
                </p:sp>
              </p:grpSp>
              <p:sp>
                <p:nvSpPr>
                  <p:cNvPr id="637" name="Shape 431"/>
                  <p:cNvSpPr/>
                  <p:nvPr/>
                </p:nvSpPr>
                <p:spPr>
                  <a:xfrm>
                    <a:off x="635002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38" name="Shape 432"/>
                  <p:cNvSpPr/>
                  <p:nvPr/>
                </p:nvSpPr>
                <p:spPr>
                  <a:xfrm flipH="1">
                    <a:off x="882581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642" name="Shape 434"/>
                <p:cNvGrpSpPr/>
                <p:nvPr/>
              </p:nvGrpSpPr>
              <p:grpSpPr>
                <a:xfrm>
                  <a:off x="10718812" y="-3"/>
                  <a:ext cx="635006" cy="596906"/>
                  <a:chOff x="0" y="0"/>
                  <a:chExt cx="635004" cy="596904"/>
                </a:xfrm>
              </p:grpSpPr>
              <p:sp>
                <p:nvSpPr>
                  <p:cNvPr id="640" name="矩形"/>
                  <p:cNvSpPr/>
                  <p:nvPr/>
                </p:nvSpPr>
                <p:spPr>
                  <a:xfrm>
                    <a:off x="-1" y="-1"/>
                    <a:ext cx="635006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41" name="∞"/>
                  <p:cNvSpPr txBox="1"/>
                  <p:nvPr/>
                </p:nvSpPr>
                <p:spPr>
                  <a:xfrm>
                    <a:off x="-1" y="52003"/>
                    <a:ext cx="635006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∞</a:t>
                    </a:r>
                  </a:p>
                </p:txBody>
              </p:sp>
            </p:grpSp>
            <p:grpSp>
              <p:nvGrpSpPr>
                <p:cNvPr id="645" name="Shape 435"/>
                <p:cNvGrpSpPr/>
                <p:nvPr/>
              </p:nvGrpSpPr>
              <p:grpSpPr>
                <a:xfrm>
                  <a:off x="11353814" y="-3"/>
                  <a:ext cx="368305" cy="596906"/>
                  <a:chOff x="-1" y="0"/>
                  <a:chExt cx="368303" cy="596904"/>
                </a:xfrm>
              </p:grpSpPr>
              <p:sp>
                <p:nvSpPr>
                  <p:cNvPr id="643" name="矩形"/>
                  <p:cNvSpPr/>
                  <p:nvPr/>
                </p:nvSpPr>
                <p:spPr>
                  <a:xfrm>
                    <a:off x="-2" y="-1"/>
                    <a:ext cx="368305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44" name="⋀"/>
                  <p:cNvSpPr txBox="1"/>
                  <p:nvPr/>
                </p:nvSpPr>
                <p:spPr>
                  <a:xfrm>
                    <a:off x="-2" y="32709"/>
                    <a:ext cx="368305" cy="5314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baseline="8822" sz="3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⋀</a:t>
                    </a:r>
                  </a:p>
                </p:txBody>
              </p:sp>
            </p:grpSp>
            <p:grpSp>
              <p:nvGrpSpPr>
                <p:cNvPr id="649" name="Group 439"/>
                <p:cNvGrpSpPr/>
                <p:nvPr/>
              </p:nvGrpSpPr>
              <p:grpSpPr>
                <a:xfrm>
                  <a:off x="-3" y="-3"/>
                  <a:ext cx="1351244" cy="596906"/>
                  <a:chOff x="-1" y="0"/>
                  <a:chExt cx="1351242" cy="596904"/>
                </a:xfrm>
              </p:grpSpPr>
              <p:sp>
                <p:nvSpPr>
                  <p:cNvPr id="646" name="Shape 436"/>
                  <p:cNvSpPr/>
                  <p:nvPr/>
                </p:nvSpPr>
                <p:spPr>
                  <a:xfrm>
                    <a:off x="-2" y="-1"/>
                    <a:ext cx="635005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47" name="Shape 437"/>
                  <p:cNvSpPr/>
                  <p:nvPr/>
                </p:nvSpPr>
                <p:spPr>
                  <a:xfrm>
                    <a:off x="635002" y="-1"/>
                    <a:ext cx="368303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48" name="Shape 438"/>
                  <p:cNvSpPr/>
                  <p:nvPr/>
                </p:nvSpPr>
                <p:spPr>
                  <a:xfrm flipH="1">
                    <a:off x="882581" y="323701"/>
                    <a:ext cx="468661" cy="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</p:grpSp>
          <p:grpSp>
            <p:nvGrpSpPr>
              <p:cNvPr id="658" name="Group 446"/>
              <p:cNvGrpSpPr/>
              <p:nvPr/>
            </p:nvGrpSpPr>
            <p:grpSpPr>
              <a:xfrm>
                <a:off x="635002" y="-3"/>
                <a:ext cx="11074415" cy="596908"/>
                <a:chOff x="-1" y="-1"/>
                <a:chExt cx="11074414" cy="596907"/>
              </a:xfrm>
            </p:grpSpPr>
            <p:grpSp>
              <p:nvGrpSpPr>
                <p:cNvPr id="653" name="Shape 441"/>
                <p:cNvGrpSpPr/>
                <p:nvPr/>
              </p:nvGrpSpPr>
              <p:grpSpPr>
                <a:xfrm>
                  <a:off x="10706109" y="-2"/>
                  <a:ext cx="368305" cy="596908"/>
                  <a:chOff x="0" y="-1"/>
                  <a:chExt cx="368303" cy="596907"/>
                </a:xfrm>
              </p:grpSpPr>
              <p:sp>
                <p:nvSpPr>
                  <p:cNvPr id="651" name="矩形"/>
                  <p:cNvSpPr/>
                  <p:nvPr/>
                </p:nvSpPr>
                <p:spPr>
                  <a:xfrm>
                    <a:off x="-1" y="-2"/>
                    <a:ext cx="368305" cy="596909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52" name="⋀"/>
                  <p:cNvSpPr txBox="1"/>
                  <p:nvPr/>
                </p:nvSpPr>
                <p:spPr>
                  <a:xfrm>
                    <a:off x="-1" y="32709"/>
                    <a:ext cx="368305" cy="5314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baseline="8822" sz="3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⋀</a:t>
                    </a:r>
                  </a:p>
                </p:txBody>
              </p:sp>
            </p:grpSp>
            <p:sp>
              <p:nvSpPr>
                <p:cNvPr id="654" name="Shape 442"/>
                <p:cNvSpPr/>
                <p:nvPr/>
              </p:nvSpPr>
              <p:spPr>
                <a:xfrm>
                  <a:off x="5384805" y="-1"/>
                  <a:ext cx="368303" cy="596906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55" name="Shape 443"/>
                <p:cNvSpPr/>
                <p:nvPr/>
              </p:nvSpPr>
              <p:spPr>
                <a:xfrm>
                  <a:off x="-2" y="-1"/>
                  <a:ext cx="368303" cy="596906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56" name="Shape 444"/>
                <p:cNvSpPr/>
                <p:nvPr/>
              </p:nvSpPr>
              <p:spPr>
                <a:xfrm flipH="1">
                  <a:off x="281866" y="322928"/>
                  <a:ext cx="5085489" cy="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657" name="Shape 445"/>
                <p:cNvSpPr/>
                <p:nvPr/>
              </p:nvSpPr>
              <p:spPr>
                <a:xfrm flipH="1">
                  <a:off x="5670551" y="324837"/>
                  <a:ext cx="5044592" cy="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</p:grpSp>
          <p:grpSp>
            <p:nvGrpSpPr>
              <p:cNvPr id="670" name="Group 456"/>
              <p:cNvGrpSpPr/>
              <p:nvPr/>
            </p:nvGrpSpPr>
            <p:grpSpPr>
              <a:xfrm>
                <a:off x="635002" y="596900"/>
                <a:ext cx="11087115" cy="596905"/>
                <a:chOff x="-1" y="-2"/>
                <a:chExt cx="11087114" cy="596904"/>
              </a:xfrm>
            </p:grpSpPr>
            <p:sp>
              <p:nvSpPr>
                <p:cNvPr id="659" name="Shape 447"/>
                <p:cNvSpPr/>
                <p:nvPr/>
              </p:nvSpPr>
              <p:spPr>
                <a:xfrm>
                  <a:off x="2705100" y="-2"/>
                  <a:ext cx="368303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60" name="Shape 448"/>
                <p:cNvSpPr/>
                <p:nvPr/>
              </p:nvSpPr>
              <p:spPr>
                <a:xfrm>
                  <a:off x="-2" y="-2"/>
                  <a:ext cx="368303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61" name="Shape 449"/>
                <p:cNvSpPr/>
                <p:nvPr/>
              </p:nvSpPr>
              <p:spPr>
                <a:xfrm>
                  <a:off x="8039106" y="-2"/>
                  <a:ext cx="368303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grpSp>
              <p:nvGrpSpPr>
                <p:cNvPr id="664" name="Shape 450"/>
                <p:cNvGrpSpPr/>
                <p:nvPr/>
              </p:nvGrpSpPr>
              <p:grpSpPr>
                <a:xfrm>
                  <a:off x="10718809" y="-3"/>
                  <a:ext cx="368305" cy="596906"/>
                  <a:chOff x="0" y="0"/>
                  <a:chExt cx="368303" cy="596904"/>
                </a:xfrm>
              </p:grpSpPr>
              <p:sp>
                <p:nvSpPr>
                  <p:cNvPr id="662" name="矩形"/>
                  <p:cNvSpPr/>
                  <p:nvPr/>
                </p:nvSpPr>
                <p:spPr>
                  <a:xfrm>
                    <a:off x="-1" y="-1"/>
                    <a:ext cx="368305" cy="59690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63" name="⋀"/>
                  <p:cNvSpPr txBox="1"/>
                  <p:nvPr/>
                </p:nvSpPr>
                <p:spPr>
                  <a:xfrm>
                    <a:off x="-1" y="32709"/>
                    <a:ext cx="368305" cy="5314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baseline="8822" sz="3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⋀</a:t>
                    </a:r>
                  </a:p>
                </p:txBody>
              </p:sp>
            </p:grpSp>
            <p:sp>
              <p:nvSpPr>
                <p:cNvPr id="665" name="Shape 451"/>
                <p:cNvSpPr/>
                <p:nvPr/>
              </p:nvSpPr>
              <p:spPr>
                <a:xfrm>
                  <a:off x="5384805" y="-2"/>
                  <a:ext cx="368303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66" name="Shape 452"/>
                <p:cNvSpPr/>
                <p:nvPr/>
              </p:nvSpPr>
              <p:spPr>
                <a:xfrm flipH="1" flipV="1">
                  <a:off x="301390" y="315372"/>
                  <a:ext cx="2422305" cy="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667" name="Shape 453"/>
                <p:cNvSpPr/>
                <p:nvPr/>
              </p:nvSpPr>
              <p:spPr>
                <a:xfrm flipH="1" flipV="1">
                  <a:off x="2978065" y="319390"/>
                  <a:ext cx="2422304" cy="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668" name="Shape 454"/>
                <p:cNvSpPr/>
                <p:nvPr/>
              </p:nvSpPr>
              <p:spPr>
                <a:xfrm flipH="1" flipV="1">
                  <a:off x="5657769" y="319390"/>
                  <a:ext cx="2422304" cy="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669" name="Shape 455"/>
                <p:cNvSpPr/>
                <p:nvPr/>
              </p:nvSpPr>
              <p:spPr>
                <a:xfrm flipH="1" flipV="1">
                  <a:off x="8261271" y="319390"/>
                  <a:ext cx="2422305" cy="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</p:grpSp>
        </p:grpSp>
        <p:sp>
          <p:nvSpPr>
            <p:cNvPr id="672" name="Shape 458"/>
            <p:cNvSpPr txBox="1"/>
            <p:nvPr/>
          </p:nvSpPr>
          <p:spPr>
            <a:xfrm>
              <a:off x="11836407" y="1320803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73" name="Shape 459"/>
            <p:cNvSpPr txBox="1"/>
            <p:nvPr/>
          </p:nvSpPr>
          <p:spPr>
            <a:xfrm>
              <a:off x="11836407" y="8001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74" name="Shape 460"/>
            <p:cNvSpPr txBox="1"/>
            <p:nvPr/>
          </p:nvSpPr>
          <p:spPr>
            <a:xfrm>
              <a:off x="11836407" y="2794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722" name="Group 490"/>
          <p:cNvGrpSpPr/>
          <p:nvPr/>
        </p:nvGrpSpPr>
        <p:grpSpPr>
          <a:xfrm>
            <a:off x="722421" y="2091307"/>
            <a:ext cx="11147856" cy="607259"/>
            <a:chOff x="-1" y="-3"/>
            <a:chExt cx="11147855" cy="607257"/>
          </a:xfrm>
        </p:grpSpPr>
        <p:grpSp>
          <p:nvGrpSpPr>
            <p:cNvPr id="681" name="Group 465"/>
            <p:cNvGrpSpPr/>
            <p:nvPr/>
          </p:nvGrpSpPr>
          <p:grpSpPr>
            <a:xfrm>
              <a:off x="2006600" y="-4"/>
              <a:ext cx="1351241" cy="596915"/>
              <a:chOff x="0" y="-2"/>
              <a:chExt cx="1351240" cy="596913"/>
            </a:xfrm>
          </p:grpSpPr>
          <p:grpSp>
            <p:nvGrpSpPr>
              <p:cNvPr id="678" name="Shape 462"/>
              <p:cNvGrpSpPr/>
              <p:nvPr/>
            </p:nvGrpSpPr>
            <p:grpSpPr>
              <a:xfrm>
                <a:off x="-1" y="-3"/>
                <a:ext cx="635006" cy="596915"/>
                <a:chOff x="0" y="-1"/>
                <a:chExt cx="635004" cy="596913"/>
              </a:xfrm>
            </p:grpSpPr>
            <p:sp>
              <p:nvSpPr>
                <p:cNvPr id="676" name="矩形"/>
                <p:cNvSpPr/>
                <p:nvPr/>
              </p:nvSpPr>
              <p:spPr>
                <a:xfrm>
                  <a:off x="0" y="-2"/>
                  <a:ext cx="635006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77" name="2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20</a:t>
                  </a:r>
                </a:p>
              </p:txBody>
            </p:sp>
          </p:grpSp>
          <p:sp>
            <p:nvSpPr>
              <p:cNvPr id="679" name="Shape 463"/>
              <p:cNvSpPr/>
              <p:nvPr/>
            </p:nvSpPr>
            <p:spPr>
              <a:xfrm>
                <a:off x="635000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0" name="Shape 464"/>
              <p:cNvSpPr/>
              <p:nvPr/>
            </p:nvSpPr>
            <p:spPr>
              <a:xfrm flipH="1">
                <a:off x="882579" y="323706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687" name="Group 469"/>
            <p:cNvGrpSpPr/>
            <p:nvPr/>
          </p:nvGrpSpPr>
          <p:grpSpPr>
            <a:xfrm>
              <a:off x="3352800" y="-4"/>
              <a:ext cx="1351242" cy="596915"/>
              <a:chOff x="0" y="-2"/>
              <a:chExt cx="1351240" cy="596913"/>
            </a:xfrm>
          </p:grpSpPr>
          <p:grpSp>
            <p:nvGrpSpPr>
              <p:cNvPr id="684" name="Shape 466"/>
              <p:cNvGrpSpPr/>
              <p:nvPr/>
            </p:nvGrpSpPr>
            <p:grpSpPr>
              <a:xfrm>
                <a:off x="-1" y="-3"/>
                <a:ext cx="635006" cy="596915"/>
                <a:chOff x="0" y="-1"/>
                <a:chExt cx="635004" cy="596913"/>
              </a:xfrm>
            </p:grpSpPr>
            <p:sp>
              <p:nvSpPr>
                <p:cNvPr id="682" name="矩形"/>
                <p:cNvSpPr/>
                <p:nvPr/>
              </p:nvSpPr>
              <p:spPr>
                <a:xfrm>
                  <a:off x="0" y="-2"/>
                  <a:ext cx="635006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3" name="24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685" name="Shape 467"/>
              <p:cNvSpPr/>
              <p:nvPr/>
            </p:nvSpPr>
            <p:spPr>
              <a:xfrm>
                <a:off x="635000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6" name="Shape 468"/>
              <p:cNvSpPr/>
              <p:nvPr/>
            </p:nvSpPr>
            <p:spPr>
              <a:xfrm flipH="1">
                <a:off x="882579" y="323706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693" name="Group 473"/>
            <p:cNvGrpSpPr/>
            <p:nvPr/>
          </p:nvGrpSpPr>
          <p:grpSpPr>
            <a:xfrm>
              <a:off x="4699001" y="-4"/>
              <a:ext cx="1351241" cy="596915"/>
              <a:chOff x="0" y="-2"/>
              <a:chExt cx="1351240" cy="596913"/>
            </a:xfrm>
          </p:grpSpPr>
          <p:grpSp>
            <p:nvGrpSpPr>
              <p:cNvPr id="690" name="Shape 470"/>
              <p:cNvGrpSpPr/>
              <p:nvPr/>
            </p:nvGrpSpPr>
            <p:grpSpPr>
              <a:xfrm>
                <a:off x="-1" y="-3"/>
                <a:ext cx="635006" cy="596915"/>
                <a:chOff x="0" y="-1"/>
                <a:chExt cx="635004" cy="596913"/>
              </a:xfrm>
            </p:grpSpPr>
            <p:sp>
              <p:nvSpPr>
                <p:cNvPr id="688" name="矩形"/>
                <p:cNvSpPr/>
                <p:nvPr/>
              </p:nvSpPr>
              <p:spPr>
                <a:xfrm>
                  <a:off x="0" y="-2"/>
                  <a:ext cx="635006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9" name="3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691" name="Shape 471"/>
              <p:cNvSpPr/>
              <p:nvPr/>
            </p:nvSpPr>
            <p:spPr>
              <a:xfrm>
                <a:off x="635000" y="0"/>
                <a:ext cx="368303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2" name="Shape 472"/>
              <p:cNvSpPr/>
              <p:nvPr/>
            </p:nvSpPr>
            <p:spPr>
              <a:xfrm flipH="1">
                <a:off x="882579" y="323706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699" name="Group 477"/>
            <p:cNvGrpSpPr/>
            <p:nvPr/>
          </p:nvGrpSpPr>
          <p:grpSpPr>
            <a:xfrm>
              <a:off x="6032498" y="-4"/>
              <a:ext cx="1351244" cy="596915"/>
              <a:chOff x="-1" y="-2"/>
              <a:chExt cx="1351243" cy="596913"/>
            </a:xfrm>
          </p:grpSpPr>
          <p:grpSp>
            <p:nvGrpSpPr>
              <p:cNvPr id="696" name="Shape 474"/>
              <p:cNvGrpSpPr/>
              <p:nvPr/>
            </p:nvGrpSpPr>
            <p:grpSpPr>
              <a:xfrm>
                <a:off x="-2" y="-3"/>
                <a:ext cx="635009" cy="596915"/>
                <a:chOff x="0" y="-1"/>
                <a:chExt cx="635007" cy="596913"/>
              </a:xfrm>
            </p:grpSpPr>
            <p:sp>
              <p:nvSpPr>
                <p:cNvPr id="694" name="矩形"/>
                <p:cNvSpPr/>
                <p:nvPr/>
              </p:nvSpPr>
              <p:spPr>
                <a:xfrm>
                  <a:off x="-1" y="-2"/>
                  <a:ext cx="635009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95" name="40"/>
                <p:cNvSpPr txBox="1"/>
                <p:nvPr/>
              </p:nvSpPr>
              <p:spPr>
                <a:xfrm>
                  <a:off x="-1" y="52003"/>
                  <a:ext cx="635009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697" name="Shape 475"/>
              <p:cNvSpPr/>
              <p:nvPr/>
            </p:nvSpPr>
            <p:spPr>
              <a:xfrm>
                <a:off x="635002" y="0"/>
                <a:ext cx="368302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8" name="Shape 476"/>
              <p:cNvSpPr/>
              <p:nvPr/>
            </p:nvSpPr>
            <p:spPr>
              <a:xfrm flipH="1">
                <a:off x="882581" y="323706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05" name="Group 481"/>
            <p:cNvGrpSpPr/>
            <p:nvPr/>
          </p:nvGrpSpPr>
          <p:grpSpPr>
            <a:xfrm>
              <a:off x="7365998" y="-4"/>
              <a:ext cx="1351248" cy="596915"/>
              <a:chOff x="-2" y="-2"/>
              <a:chExt cx="1351246" cy="596913"/>
            </a:xfrm>
          </p:grpSpPr>
          <p:grpSp>
            <p:nvGrpSpPr>
              <p:cNvPr id="702" name="Shape 478"/>
              <p:cNvGrpSpPr/>
              <p:nvPr/>
            </p:nvGrpSpPr>
            <p:grpSpPr>
              <a:xfrm>
                <a:off x="-3" y="-3"/>
                <a:ext cx="635012" cy="596915"/>
                <a:chOff x="-1" y="-1"/>
                <a:chExt cx="635010" cy="596913"/>
              </a:xfrm>
            </p:grpSpPr>
            <p:sp>
              <p:nvSpPr>
                <p:cNvPr id="700" name="矩形"/>
                <p:cNvSpPr/>
                <p:nvPr/>
              </p:nvSpPr>
              <p:spPr>
                <a:xfrm>
                  <a:off x="-2" y="-2"/>
                  <a:ext cx="635012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1" name="60"/>
                <p:cNvSpPr txBox="1"/>
                <p:nvPr/>
              </p:nvSpPr>
              <p:spPr>
                <a:xfrm>
                  <a:off x="-2" y="52003"/>
                  <a:ext cx="635012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703" name="Shape 479"/>
              <p:cNvSpPr/>
              <p:nvPr/>
            </p:nvSpPr>
            <p:spPr>
              <a:xfrm>
                <a:off x="635005" y="0"/>
                <a:ext cx="368302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4" name="Shape 480"/>
              <p:cNvSpPr/>
              <p:nvPr/>
            </p:nvSpPr>
            <p:spPr>
              <a:xfrm flipH="1">
                <a:off x="882584" y="323706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11" name="Group 485"/>
            <p:cNvGrpSpPr/>
            <p:nvPr/>
          </p:nvGrpSpPr>
          <p:grpSpPr>
            <a:xfrm>
              <a:off x="8686798" y="-4"/>
              <a:ext cx="1351248" cy="596915"/>
              <a:chOff x="-2" y="-2"/>
              <a:chExt cx="1351246" cy="596913"/>
            </a:xfrm>
          </p:grpSpPr>
          <p:grpSp>
            <p:nvGrpSpPr>
              <p:cNvPr id="708" name="Shape 482"/>
              <p:cNvGrpSpPr/>
              <p:nvPr/>
            </p:nvGrpSpPr>
            <p:grpSpPr>
              <a:xfrm>
                <a:off x="-3" y="-3"/>
                <a:ext cx="635012" cy="596915"/>
                <a:chOff x="-1" y="-1"/>
                <a:chExt cx="635010" cy="596913"/>
              </a:xfrm>
            </p:grpSpPr>
            <p:sp>
              <p:nvSpPr>
                <p:cNvPr id="706" name="矩形"/>
                <p:cNvSpPr/>
                <p:nvPr/>
              </p:nvSpPr>
              <p:spPr>
                <a:xfrm>
                  <a:off x="-2" y="-2"/>
                  <a:ext cx="635012" cy="596915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7" name="75"/>
                <p:cNvSpPr txBox="1"/>
                <p:nvPr/>
              </p:nvSpPr>
              <p:spPr>
                <a:xfrm>
                  <a:off x="-2" y="52003"/>
                  <a:ext cx="635012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709" name="Shape 483"/>
              <p:cNvSpPr/>
              <p:nvPr/>
            </p:nvSpPr>
            <p:spPr>
              <a:xfrm>
                <a:off x="635005" y="0"/>
                <a:ext cx="368302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0" name="Shape 484"/>
              <p:cNvSpPr/>
              <p:nvPr/>
            </p:nvSpPr>
            <p:spPr>
              <a:xfrm flipH="1">
                <a:off x="882584" y="323706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14" name="Shape 486"/>
            <p:cNvGrpSpPr/>
            <p:nvPr/>
          </p:nvGrpSpPr>
          <p:grpSpPr>
            <a:xfrm>
              <a:off x="10063164" y="4763"/>
              <a:ext cx="635008" cy="596910"/>
              <a:chOff x="-1" y="0"/>
              <a:chExt cx="635007" cy="596909"/>
            </a:xfrm>
          </p:grpSpPr>
          <p:sp>
            <p:nvSpPr>
              <p:cNvPr id="712" name="矩形"/>
              <p:cNvSpPr/>
              <p:nvPr/>
            </p:nvSpPr>
            <p:spPr>
              <a:xfrm>
                <a:off x="-2" y="-1"/>
                <a:ext cx="635009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3" name="80"/>
              <p:cNvSpPr txBox="1"/>
              <p:nvPr/>
            </p:nvSpPr>
            <p:spPr>
              <a:xfrm>
                <a:off x="-2" y="52004"/>
                <a:ext cx="635009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80</a:t>
                </a:r>
              </a:p>
            </p:txBody>
          </p:sp>
        </p:grpSp>
        <p:grpSp>
          <p:nvGrpSpPr>
            <p:cNvPr id="717" name="Shape 487"/>
            <p:cNvGrpSpPr/>
            <p:nvPr/>
          </p:nvGrpSpPr>
          <p:grpSpPr>
            <a:xfrm>
              <a:off x="10690012" y="10345"/>
              <a:ext cx="457842" cy="596910"/>
              <a:chOff x="0" y="0"/>
              <a:chExt cx="457840" cy="596909"/>
            </a:xfrm>
          </p:grpSpPr>
          <p:sp>
            <p:nvSpPr>
              <p:cNvPr id="715" name="矩形"/>
              <p:cNvSpPr/>
              <p:nvPr/>
            </p:nvSpPr>
            <p:spPr>
              <a:xfrm>
                <a:off x="-1" y="-1"/>
                <a:ext cx="457842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6" name="⋀"/>
              <p:cNvSpPr txBox="1"/>
              <p:nvPr/>
            </p:nvSpPr>
            <p:spPr>
              <a:xfrm>
                <a:off x="-1" y="32710"/>
                <a:ext cx="457842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720" name="Shape 488"/>
            <p:cNvGrpSpPr/>
            <p:nvPr/>
          </p:nvGrpSpPr>
          <p:grpSpPr>
            <a:xfrm>
              <a:off x="-2" y="-2"/>
              <a:ext cx="1598013" cy="596910"/>
              <a:chOff x="-1" y="-1"/>
              <a:chExt cx="1598012" cy="596909"/>
            </a:xfrm>
          </p:grpSpPr>
          <p:sp>
            <p:nvSpPr>
              <p:cNvPr id="718" name="矩形"/>
              <p:cNvSpPr/>
              <p:nvPr/>
            </p:nvSpPr>
            <p:spPr>
              <a:xfrm>
                <a:off x="-2" y="-2"/>
                <a:ext cx="1598014" cy="59691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9" name="head"/>
              <p:cNvSpPr txBox="1"/>
              <p:nvPr/>
            </p:nvSpPr>
            <p:spPr>
              <a:xfrm>
                <a:off x="266699" y="52003"/>
                <a:ext cx="1057188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head</a:t>
                </a:r>
              </a:p>
            </p:txBody>
          </p:sp>
        </p:grpSp>
        <p:sp>
          <p:nvSpPr>
            <p:cNvPr id="721" name="Shape 489"/>
            <p:cNvSpPr/>
            <p:nvPr/>
          </p:nvSpPr>
          <p:spPr>
            <a:xfrm flipH="1">
              <a:off x="1530277" y="323705"/>
              <a:ext cx="468661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97" grpId="1"/>
      <p:bldP build="whole" bldLvl="1" animBg="1" rev="0" advAuto="0" spid="675" grpId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492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 查找</a:t>
            </a:r>
          </a:p>
        </p:txBody>
      </p:sp>
      <p:grpSp>
        <p:nvGrpSpPr>
          <p:cNvPr id="797" name="Group 543"/>
          <p:cNvGrpSpPr/>
          <p:nvPr/>
        </p:nvGrpSpPr>
        <p:grpSpPr>
          <a:xfrm>
            <a:off x="419096" y="2425695"/>
            <a:ext cx="12160905" cy="1790706"/>
            <a:chOff x="-2" y="-1"/>
            <a:chExt cx="12160903" cy="1790705"/>
          </a:xfrm>
        </p:grpSpPr>
        <p:grpSp>
          <p:nvGrpSpPr>
            <p:cNvPr id="727" name="Shape 493"/>
            <p:cNvGrpSpPr/>
            <p:nvPr/>
          </p:nvGrpSpPr>
          <p:grpSpPr>
            <a:xfrm>
              <a:off x="1358898" y="1193801"/>
              <a:ext cx="635006" cy="596903"/>
              <a:chOff x="0" y="-1"/>
              <a:chExt cx="635004" cy="596901"/>
            </a:xfrm>
          </p:grpSpPr>
          <p:sp>
            <p:nvSpPr>
              <p:cNvPr id="725" name="矩形"/>
              <p:cNvSpPr/>
              <p:nvPr/>
            </p:nvSpPr>
            <p:spPr>
              <a:xfrm>
                <a:off x="-1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6" name="20"/>
              <p:cNvSpPr txBox="1"/>
              <p:nvPr/>
            </p:nvSpPr>
            <p:spPr>
              <a:xfrm>
                <a:off x="-1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728" name="Shape 494"/>
            <p:cNvSpPr/>
            <p:nvPr/>
          </p:nvSpPr>
          <p:spPr>
            <a:xfrm>
              <a:off x="1993900" y="1193802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29" name="Shape 495"/>
            <p:cNvSpPr/>
            <p:nvPr/>
          </p:nvSpPr>
          <p:spPr>
            <a:xfrm flipH="1">
              <a:off x="2241476" y="1517503"/>
              <a:ext cx="46866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735" name="Group 499"/>
            <p:cNvGrpSpPr/>
            <p:nvPr/>
          </p:nvGrpSpPr>
          <p:grpSpPr>
            <a:xfrm>
              <a:off x="2705100" y="1193800"/>
              <a:ext cx="1351240" cy="596904"/>
              <a:chOff x="0" y="-1"/>
              <a:chExt cx="1351239" cy="596903"/>
            </a:xfrm>
          </p:grpSpPr>
          <p:grpSp>
            <p:nvGrpSpPr>
              <p:cNvPr id="732" name="Shape 496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730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31" name="24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733" name="Shape 49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4" name="Shape 49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41" name="Group 503"/>
            <p:cNvGrpSpPr/>
            <p:nvPr/>
          </p:nvGrpSpPr>
          <p:grpSpPr>
            <a:xfrm>
              <a:off x="4051300" y="1193800"/>
              <a:ext cx="1351240" cy="596904"/>
              <a:chOff x="0" y="-1"/>
              <a:chExt cx="1351239" cy="596903"/>
            </a:xfrm>
          </p:grpSpPr>
          <p:grpSp>
            <p:nvGrpSpPr>
              <p:cNvPr id="738" name="Shape 500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736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37" name="3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739" name="Shape 501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0" name="Shape 502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47" name="Group 507"/>
            <p:cNvGrpSpPr/>
            <p:nvPr/>
          </p:nvGrpSpPr>
          <p:grpSpPr>
            <a:xfrm>
              <a:off x="5384800" y="1193800"/>
              <a:ext cx="1351241" cy="596904"/>
              <a:chOff x="0" y="-1"/>
              <a:chExt cx="1351239" cy="596903"/>
            </a:xfrm>
          </p:grpSpPr>
          <p:grpSp>
            <p:nvGrpSpPr>
              <p:cNvPr id="744" name="Shape 504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742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43" name="4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745" name="Shape 50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6" name="Shape 50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53" name="Group 511"/>
            <p:cNvGrpSpPr/>
            <p:nvPr/>
          </p:nvGrpSpPr>
          <p:grpSpPr>
            <a:xfrm>
              <a:off x="6718300" y="1193800"/>
              <a:ext cx="1351241" cy="596904"/>
              <a:chOff x="0" y="-1"/>
              <a:chExt cx="1351239" cy="596903"/>
            </a:xfrm>
          </p:grpSpPr>
          <p:grpSp>
            <p:nvGrpSpPr>
              <p:cNvPr id="750" name="Shape 508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748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49" name="6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751" name="Shape 50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2" name="Shape 51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59" name="Group 515"/>
            <p:cNvGrpSpPr/>
            <p:nvPr/>
          </p:nvGrpSpPr>
          <p:grpSpPr>
            <a:xfrm>
              <a:off x="8039101" y="1193800"/>
              <a:ext cx="1351240" cy="596904"/>
              <a:chOff x="0" y="-1"/>
              <a:chExt cx="1351239" cy="596903"/>
            </a:xfrm>
          </p:grpSpPr>
          <p:grpSp>
            <p:nvGrpSpPr>
              <p:cNvPr id="756" name="Shape 512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754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55" name="75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757" name="Shape 513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8" name="Shape 514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65" name="Group 519"/>
            <p:cNvGrpSpPr/>
            <p:nvPr/>
          </p:nvGrpSpPr>
          <p:grpSpPr>
            <a:xfrm>
              <a:off x="9385301" y="1193800"/>
              <a:ext cx="1351240" cy="596904"/>
              <a:chOff x="0" y="-1"/>
              <a:chExt cx="1351239" cy="596903"/>
            </a:xfrm>
          </p:grpSpPr>
          <p:grpSp>
            <p:nvGrpSpPr>
              <p:cNvPr id="762" name="Shape 516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760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61" name="8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763" name="Shape 51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4" name="Shape 51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68" name="Shape 520"/>
            <p:cNvGrpSpPr/>
            <p:nvPr/>
          </p:nvGrpSpPr>
          <p:grpSpPr>
            <a:xfrm>
              <a:off x="10718802" y="1193801"/>
              <a:ext cx="635005" cy="596903"/>
              <a:chOff x="-1" y="-1"/>
              <a:chExt cx="635004" cy="596901"/>
            </a:xfrm>
          </p:grpSpPr>
          <p:sp>
            <p:nvSpPr>
              <p:cNvPr id="766" name="矩形"/>
              <p:cNvSpPr/>
              <p:nvPr/>
            </p:nvSpPr>
            <p:spPr>
              <a:xfrm>
                <a:off x="-2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7" name="∞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771" name="Shape 521"/>
            <p:cNvGrpSpPr/>
            <p:nvPr/>
          </p:nvGrpSpPr>
          <p:grpSpPr>
            <a:xfrm>
              <a:off x="11353802" y="1193801"/>
              <a:ext cx="368305" cy="596903"/>
              <a:chOff x="0" y="-1"/>
              <a:chExt cx="368303" cy="596901"/>
            </a:xfrm>
          </p:grpSpPr>
          <p:sp>
            <p:nvSpPr>
              <p:cNvPr id="769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0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775" name="Group 525"/>
            <p:cNvGrpSpPr/>
            <p:nvPr/>
          </p:nvGrpSpPr>
          <p:grpSpPr>
            <a:xfrm>
              <a:off x="-3" y="1193801"/>
              <a:ext cx="1351242" cy="596903"/>
              <a:chOff x="-1" y="-1"/>
              <a:chExt cx="1351241" cy="596901"/>
            </a:xfrm>
          </p:grpSpPr>
          <p:sp>
            <p:nvSpPr>
              <p:cNvPr id="772" name="Shape 522"/>
              <p:cNvSpPr/>
              <p:nvPr/>
            </p:nvSpPr>
            <p:spPr>
              <a:xfrm>
                <a:off x="-2" y="-2"/>
                <a:ext cx="635004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3" name="Shape 523"/>
              <p:cNvSpPr/>
              <p:nvPr/>
            </p:nvSpPr>
            <p:spPr>
              <a:xfrm>
                <a:off x="635001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4" name="Shape 524"/>
              <p:cNvSpPr/>
              <p:nvPr/>
            </p:nvSpPr>
            <p:spPr>
              <a:xfrm flipH="1">
                <a:off x="882580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778" name="Shape 526"/>
            <p:cNvGrpSpPr/>
            <p:nvPr/>
          </p:nvGrpSpPr>
          <p:grpSpPr>
            <a:xfrm>
              <a:off x="11341102" y="-2"/>
              <a:ext cx="368305" cy="596905"/>
              <a:chOff x="0" y="0"/>
              <a:chExt cx="368303" cy="596903"/>
            </a:xfrm>
          </p:grpSpPr>
          <p:sp>
            <p:nvSpPr>
              <p:cNvPr id="776" name="矩形"/>
              <p:cNvSpPr/>
              <p:nvPr/>
            </p:nvSpPr>
            <p:spPr>
              <a:xfrm>
                <a:off x="-1" y="-1"/>
                <a:ext cx="368305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7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779" name="Shape 527"/>
            <p:cNvSpPr/>
            <p:nvPr/>
          </p:nvSpPr>
          <p:spPr>
            <a:xfrm>
              <a:off x="6019800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0" name="Shape 528"/>
            <p:cNvSpPr/>
            <p:nvPr/>
          </p:nvSpPr>
          <p:spPr>
            <a:xfrm>
              <a:off x="634998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1" name="Shape 529"/>
            <p:cNvSpPr/>
            <p:nvPr/>
          </p:nvSpPr>
          <p:spPr>
            <a:xfrm flipH="1">
              <a:off x="916867" y="322927"/>
              <a:ext cx="5085486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782" name="Shape 530"/>
            <p:cNvSpPr/>
            <p:nvPr/>
          </p:nvSpPr>
          <p:spPr>
            <a:xfrm flipH="1">
              <a:off x="6305550" y="324836"/>
              <a:ext cx="5044588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783" name="Shape 531"/>
            <p:cNvSpPr/>
            <p:nvPr/>
          </p:nvSpPr>
          <p:spPr>
            <a:xfrm>
              <a:off x="33401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4" name="Shape 532"/>
            <p:cNvSpPr/>
            <p:nvPr/>
          </p:nvSpPr>
          <p:spPr>
            <a:xfrm>
              <a:off x="634998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5" name="Shape 533"/>
            <p:cNvSpPr/>
            <p:nvPr/>
          </p:nvSpPr>
          <p:spPr>
            <a:xfrm>
              <a:off x="8674101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88" name="Shape 534"/>
            <p:cNvGrpSpPr/>
            <p:nvPr/>
          </p:nvGrpSpPr>
          <p:grpSpPr>
            <a:xfrm>
              <a:off x="11353802" y="596900"/>
              <a:ext cx="368305" cy="596903"/>
              <a:chOff x="0" y="-1"/>
              <a:chExt cx="368303" cy="596901"/>
            </a:xfrm>
          </p:grpSpPr>
          <p:sp>
            <p:nvSpPr>
              <p:cNvPr id="786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87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789" name="Shape 535"/>
            <p:cNvSpPr/>
            <p:nvPr/>
          </p:nvSpPr>
          <p:spPr>
            <a:xfrm>
              <a:off x="60198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0" name="Shape 536"/>
            <p:cNvSpPr/>
            <p:nvPr/>
          </p:nvSpPr>
          <p:spPr>
            <a:xfrm flipH="1" flipV="1">
              <a:off x="936390" y="912273"/>
              <a:ext cx="2422304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791" name="Shape 537"/>
            <p:cNvSpPr/>
            <p:nvPr/>
          </p:nvSpPr>
          <p:spPr>
            <a:xfrm flipH="1" flipV="1">
              <a:off x="36130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792" name="Shape 538"/>
            <p:cNvSpPr/>
            <p:nvPr/>
          </p:nvSpPr>
          <p:spPr>
            <a:xfrm flipH="1" flipV="1">
              <a:off x="62927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793" name="Shape 539"/>
            <p:cNvSpPr/>
            <p:nvPr/>
          </p:nvSpPr>
          <p:spPr>
            <a:xfrm flipH="1" flipV="1">
              <a:off x="8896267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794" name="Shape 540"/>
            <p:cNvSpPr txBox="1"/>
            <p:nvPr/>
          </p:nvSpPr>
          <p:spPr>
            <a:xfrm>
              <a:off x="11836403" y="13208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95" name="Shape 541"/>
            <p:cNvSpPr txBox="1"/>
            <p:nvPr/>
          </p:nvSpPr>
          <p:spPr>
            <a:xfrm>
              <a:off x="11836403" y="8001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796" name="Shape 542"/>
            <p:cNvSpPr txBox="1"/>
            <p:nvPr/>
          </p:nvSpPr>
          <p:spPr>
            <a:xfrm>
              <a:off x="11836403" y="2794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800" name="Group 546"/>
          <p:cNvGrpSpPr/>
          <p:nvPr/>
        </p:nvGrpSpPr>
        <p:grpSpPr>
          <a:xfrm>
            <a:off x="558799" y="4267126"/>
            <a:ext cx="362599" cy="745887"/>
            <a:chOff x="0" y="0"/>
            <a:chExt cx="362597" cy="745885"/>
          </a:xfrm>
        </p:grpSpPr>
        <p:sp>
          <p:nvSpPr>
            <p:cNvPr id="798" name="Shape 544"/>
            <p:cNvSpPr/>
            <p:nvPr/>
          </p:nvSpPr>
          <p:spPr>
            <a:xfrm flipH="1">
              <a:off x="195809" y="-1"/>
              <a:ext cx="4" cy="40981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799" name="Shape 545"/>
            <p:cNvSpPr txBox="1"/>
            <p:nvPr/>
          </p:nvSpPr>
          <p:spPr>
            <a:xfrm>
              <a:off x="0" y="228669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801" name="Shape 547"/>
          <p:cNvSpPr txBox="1"/>
          <p:nvPr/>
        </p:nvSpPr>
        <p:spPr>
          <a:xfrm>
            <a:off x="762000" y="1346200"/>
            <a:ext cx="199245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例1:查找40</a:t>
            </a:r>
          </a:p>
        </p:txBody>
      </p:sp>
      <p:sp>
        <p:nvSpPr>
          <p:cNvPr id="802" name="Shape 548"/>
          <p:cNvSpPr/>
          <p:nvPr/>
        </p:nvSpPr>
        <p:spPr>
          <a:xfrm flipH="1">
            <a:off x="1339847" y="2740260"/>
            <a:ext cx="5085485" cy="2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00" grpId="1"/>
      <p:bldP build="whole" bldLvl="1" animBg="1" rev="0" advAuto="0" spid="802" grpId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552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 查找</a:t>
            </a:r>
          </a:p>
        </p:txBody>
      </p:sp>
      <p:grpSp>
        <p:nvGrpSpPr>
          <p:cNvPr id="879" name="Group 603"/>
          <p:cNvGrpSpPr/>
          <p:nvPr/>
        </p:nvGrpSpPr>
        <p:grpSpPr>
          <a:xfrm>
            <a:off x="419096" y="2095495"/>
            <a:ext cx="12160905" cy="1790706"/>
            <a:chOff x="-2" y="-1"/>
            <a:chExt cx="12160903" cy="1790705"/>
          </a:xfrm>
        </p:grpSpPr>
        <p:grpSp>
          <p:nvGrpSpPr>
            <p:cNvPr id="809" name="Shape 553"/>
            <p:cNvGrpSpPr/>
            <p:nvPr/>
          </p:nvGrpSpPr>
          <p:grpSpPr>
            <a:xfrm>
              <a:off x="1358898" y="1193801"/>
              <a:ext cx="635006" cy="596903"/>
              <a:chOff x="0" y="-1"/>
              <a:chExt cx="635004" cy="596901"/>
            </a:xfrm>
          </p:grpSpPr>
          <p:sp>
            <p:nvSpPr>
              <p:cNvPr id="807" name="矩形"/>
              <p:cNvSpPr/>
              <p:nvPr/>
            </p:nvSpPr>
            <p:spPr>
              <a:xfrm>
                <a:off x="-1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8" name="20"/>
              <p:cNvSpPr txBox="1"/>
              <p:nvPr/>
            </p:nvSpPr>
            <p:spPr>
              <a:xfrm>
                <a:off x="-1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810" name="Shape 554"/>
            <p:cNvSpPr/>
            <p:nvPr/>
          </p:nvSpPr>
          <p:spPr>
            <a:xfrm>
              <a:off x="1993900" y="1193802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1" name="Shape 555"/>
            <p:cNvSpPr/>
            <p:nvPr/>
          </p:nvSpPr>
          <p:spPr>
            <a:xfrm flipH="1">
              <a:off x="2241476" y="1517503"/>
              <a:ext cx="46866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817" name="Group 559"/>
            <p:cNvGrpSpPr/>
            <p:nvPr/>
          </p:nvGrpSpPr>
          <p:grpSpPr>
            <a:xfrm>
              <a:off x="2705100" y="1193800"/>
              <a:ext cx="1351240" cy="596904"/>
              <a:chOff x="0" y="-1"/>
              <a:chExt cx="1351239" cy="596903"/>
            </a:xfrm>
          </p:grpSpPr>
          <p:grpSp>
            <p:nvGrpSpPr>
              <p:cNvPr id="814" name="Shape 556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812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13" name="24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815" name="Shape 55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6" name="Shape 55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823" name="Group 563"/>
            <p:cNvGrpSpPr/>
            <p:nvPr/>
          </p:nvGrpSpPr>
          <p:grpSpPr>
            <a:xfrm>
              <a:off x="4051300" y="1193800"/>
              <a:ext cx="1351240" cy="596904"/>
              <a:chOff x="0" y="-1"/>
              <a:chExt cx="1351239" cy="596903"/>
            </a:xfrm>
          </p:grpSpPr>
          <p:grpSp>
            <p:nvGrpSpPr>
              <p:cNvPr id="820" name="Shape 560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818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19" name="3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821" name="Shape 561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2" name="Shape 562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829" name="Group 567"/>
            <p:cNvGrpSpPr/>
            <p:nvPr/>
          </p:nvGrpSpPr>
          <p:grpSpPr>
            <a:xfrm>
              <a:off x="5384800" y="1193800"/>
              <a:ext cx="1351241" cy="596904"/>
              <a:chOff x="0" y="-1"/>
              <a:chExt cx="1351239" cy="596903"/>
            </a:xfrm>
          </p:grpSpPr>
          <p:grpSp>
            <p:nvGrpSpPr>
              <p:cNvPr id="826" name="Shape 564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824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25" name="4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827" name="Shape 56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8" name="Shape 56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835" name="Group 571"/>
            <p:cNvGrpSpPr/>
            <p:nvPr/>
          </p:nvGrpSpPr>
          <p:grpSpPr>
            <a:xfrm>
              <a:off x="6718300" y="1193800"/>
              <a:ext cx="1351241" cy="596904"/>
              <a:chOff x="0" y="-1"/>
              <a:chExt cx="1351239" cy="596903"/>
            </a:xfrm>
          </p:grpSpPr>
          <p:grpSp>
            <p:nvGrpSpPr>
              <p:cNvPr id="832" name="Shape 568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830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31" name="6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833" name="Shape 56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4" name="Shape 57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841" name="Group 575"/>
            <p:cNvGrpSpPr/>
            <p:nvPr/>
          </p:nvGrpSpPr>
          <p:grpSpPr>
            <a:xfrm>
              <a:off x="8039101" y="1193800"/>
              <a:ext cx="1351240" cy="596904"/>
              <a:chOff x="0" y="-1"/>
              <a:chExt cx="1351239" cy="596903"/>
            </a:xfrm>
          </p:grpSpPr>
          <p:grpSp>
            <p:nvGrpSpPr>
              <p:cNvPr id="838" name="Shape 572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836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37" name="75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839" name="Shape 573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40" name="Shape 574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847" name="Group 579"/>
            <p:cNvGrpSpPr/>
            <p:nvPr/>
          </p:nvGrpSpPr>
          <p:grpSpPr>
            <a:xfrm>
              <a:off x="9385301" y="1193800"/>
              <a:ext cx="1351240" cy="596904"/>
              <a:chOff x="0" y="-1"/>
              <a:chExt cx="1351239" cy="596903"/>
            </a:xfrm>
          </p:grpSpPr>
          <p:grpSp>
            <p:nvGrpSpPr>
              <p:cNvPr id="844" name="Shape 576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842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43" name="8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845" name="Shape 57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46" name="Shape 57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850" name="Shape 580"/>
            <p:cNvGrpSpPr/>
            <p:nvPr/>
          </p:nvGrpSpPr>
          <p:grpSpPr>
            <a:xfrm>
              <a:off x="10718802" y="1193801"/>
              <a:ext cx="635005" cy="596903"/>
              <a:chOff x="-1" y="-1"/>
              <a:chExt cx="635004" cy="596901"/>
            </a:xfrm>
          </p:grpSpPr>
          <p:sp>
            <p:nvSpPr>
              <p:cNvPr id="848" name="矩形"/>
              <p:cNvSpPr/>
              <p:nvPr/>
            </p:nvSpPr>
            <p:spPr>
              <a:xfrm>
                <a:off x="-2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49" name="∞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853" name="Shape 581"/>
            <p:cNvGrpSpPr/>
            <p:nvPr/>
          </p:nvGrpSpPr>
          <p:grpSpPr>
            <a:xfrm>
              <a:off x="11353802" y="1193801"/>
              <a:ext cx="368305" cy="596903"/>
              <a:chOff x="0" y="-1"/>
              <a:chExt cx="368303" cy="596901"/>
            </a:xfrm>
          </p:grpSpPr>
          <p:sp>
            <p:nvSpPr>
              <p:cNvPr id="851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2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857" name="Group 585"/>
            <p:cNvGrpSpPr/>
            <p:nvPr/>
          </p:nvGrpSpPr>
          <p:grpSpPr>
            <a:xfrm>
              <a:off x="-3" y="1193801"/>
              <a:ext cx="1351242" cy="596903"/>
              <a:chOff x="-1" y="-1"/>
              <a:chExt cx="1351241" cy="596901"/>
            </a:xfrm>
          </p:grpSpPr>
          <p:sp>
            <p:nvSpPr>
              <p:cNvPr id="854" name="Shape 582"/>
              <p:cNvSpPr/>
              <p:nvPr/>
            </p:nvSpPr>
            <p:spPr>
              <a:xfrm>
                <a:off x="-2" y="-2"/>
                <a:ext cx="635004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5" name="Shape 583"/>
              <p:cNvSpPr/>
              <p:nvPr/>
            </p:nvSpPr>
            <p:spPr>
              <a:xfrm>
                <a:off x="635001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6" name="Shape 584"/>
              <p:cNvSpPr/>
              <p:nvPr/>
            </p:nvSpPr>
            <p:spPr>
              <a:xfrm flipH="1">
                <a:off x="882580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860" name="Shape 586"/>
            <p:cNvGrpSpPr/>
            <p:nvPr/>
          </p:nvGrpSpPr>
          <p:grpSpPr>
            <a:xfrm>
              <a:off x="11341102" y="-2"/>
              <a:ext cx="368305" cy="596905"/>
              <a:chOff x="0" y="0"/>
              <a:chExt cx="368303" cy="596903"/>
            </a:xfrm>
          </p:grpSpPr>
          <p:sp>
            <p:nvSpPr>
              <p:cNvPr id="858" name="矩形"/>
              <p:cNvSpPr/>
              <p:nvPr/>
            </p:nvSpPr>
            <p:spPr>
              <a:xfrm>
                <a:off x="-1" y="-1"/>
                <a:ext cx="368305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9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861" name="Shape 587"/>
            <p:cNvSpPr/>
            <p:nvPr/>
          </p:nvSpPr>
          <p:spPr>
            <a:xfrm>
              <a:off x="6019800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2" name="Shape 588"/>
            <p:cNvSpPr/>
            <p:nvPr/>
          </p:nvSpPr>
          <p:spPr>
            <a:xfrm>
              <a:off x="634998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3" name="Shape 589"/>
            <p:cNvSpPr/>
            <p:nvPr/>
          </p:nvSpPr>
          <p:spPr>
            <a:xfrm flipH="1">
              <a:off x="916867" y="322927"/>
              <a:ext cx="5085486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864" name="Shape 590"/>
            <p:cNvSpPr/>
            <p:nvPr/>
          </p:nvSpPr>
          <p:spPr>
            <a:xfrm flipH="1">
              <a:off x="6305550" y="324836"/>
              <a:ext cx="5044588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865" name="Shape 591"/>
            <p:cNvSpPr/>
            <p:nvPr/>
          </p:nvSpPr>
          <p:spPr>
            <a:xfrm>
              <a:off x="33401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6" name="Shape 592"/>
            <p:cNvSpPr/>
            <p:nvPr/>
          </p:nvSpPr>
          <p:spPr>
            <a:xfrm>
              <a:off x="634998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7" name="Shape 593"/>
            <p:cNvSpPr/>
            <p:nvPr/>
          </p:nvSpPr>
          <p:spPr>
            <a:xfrm>
              <a:off x="8674101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70" name="Shape 594"/>
            <p:cNvGrpSpPr/>
            <p:nvPr/>
          </p:nvGrpSpPr>
          <p:grpSpPr>
            <a:xfrm>
              <a:off x="11353802" y="596900"/>
              <a:ext cx="368305" cy="596903"/>
              <a:chOff x="0" y="-1"/>
              <a:chExt cx="368303" cy="596901"/>
            </a:xfrm>
          </p:grpSpPr>
          <p:sp>
            <p:nvSpPr>
              <p:cNvPr id="868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9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871" name="Shape 595"/>
            <p:cNvSpPr/>
            <p:nvPr/>
          </p:nvSpPr>
          <p:spPr>
            <a:xfrm>
              <a:off x="60198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2" name="Shape 596"/>
            <p:cNvSpPr/>
            <p:nvPr/>
          </p:nvSpPr>
          <p:spPr>
            <a:xfrm flipH="1" flipV="1">
              <a:off x="936390" y="912273"/>
              <a:ext cx="2422304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873" name="Shape 597"/>
            <p:cNvSpPr/>
            <p:nvPr/>
          </p:nvSpPr>
          <p:spPr>
            <a:xfrm flipH="1" flipV="1">
              <a:off x="36130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874" name="Shape 598"/>
            <p:cNvSpPr/>
            <p:nvPr/>
          </p:nvSpPr>
          <p:spPr>
            <a:xfrm flipH="1" flipV="1">
              <a:off x="62927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875" name="Shape 599"/>
            <p:cNvSpPr/>
            <p:nvPr/>
          </p:nvSpPr>
          <p:spPr>
            <a:xfrm flipH="1" flipV="1">
              <a:off x="8896267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876" name="Shape 600"/>
            <p:cNvSpPr txBox="1"/>
            <p:nvPr/>
          </p:nvSpPr>
          <p:spPr>
            <a:xfrm>
              <a:off x="11836403" y="13208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77" name="Shape 601"/>
            <p:cNvSpPr txBox="1"/>
            <p:nvPr/>
          </p:nvSpPr>
          <p:spPr>
            <a:xfrm>
              <a:off x="11836403" y="8001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78" name="Shape 602"/>
            <p:cNvSpPr txBox="1"/>
            <p:nvPr/>
          </p:nvSpPr>
          <p:spPr>
            <a:xfrm>
              <a:off x="11836403" y="2794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882" name="Group 606"/>
          <p:cNvGrpSpPr/>
          <p:nvPr/>
        </p:nvGrpSpPr>
        <p:grpSpPr>
          <a:xfrm>
            <a:off x="596899" y="3936926"/>
            <a:ext cx="362599" cy="745887"/>
            <a:chOff x="0" y="0"/>
            <a:chExt cx="362597" cy="745885"/>
          </a:xfrm>
        </p:grpSpPr>
        <p:sp>
          <p:nvSpPr>
            <p:cNvPr id="880" name="Shape 604"/>
            <p:cNvSpPr/>
            <p:nvPr/>
          </p:nvSpPr>
          <p:spPr>
            <a:xfrm flipH="1">
              <a:off x="195809" y="-1"/>
              <a:ext cx="4" cy="40981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881" name="Shape 605"/>
            <p:cNvSpPr txBox="1"/>
            <p:nvPr/>
          </p:nvSpPr>
          <p:spPr>
            <a:xfrm>
              <a:off x="0" y="228669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883" name="Shape 607"/>
          <p:cNvSpPr txBox="1"/>
          <p:nvPr/>
        </p:nvSpPr>
        <p:spPr>
          <a:xfrm>
            <a:off x="762000" y="1143000"/>
            <a:ext cx="199245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例2:查找20</a:t>
            </a:r>
          </a:p>
        </p:txBody>
      </p:sp>
      <p:sp>
        <p:nvSpPr>
          <p:cNvPr id="884" name="Shape 608"/>
          <p:cNvSpPr/>
          <p:nvPr/>
        </p:nvSpPr>
        <p:spPr>
          <a:xfrm flipH="1">
            <a:off x="1339847" y="2410060"/>
            <a:ext cx="5085485" cy="2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85" name="Shape 609"/>
          <p:cNvSpPr/>
          <p:nvPr/>
        </p:nvSpPr>
        <p:spPr>
          <a:xfrm flipH="1" flipV="1">
            <a:off x="1352547" y="3013674"/>
            <a:ext cx="2422304" cy="5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86" name="Shape 610"/>
          <p:cNvSpPr/>
          <p:nvPr/>
        </p:nvSpPr>
        <p:spPr>
          <a:xfrm flipH="1">
            <a:off x="1314450" y="3606498"/>
            <a:ext cx="46866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5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82" grpId="1"/>
      <p:bldP build="whole" bldLvl="1" animBg="1" rev="0" advAuto="0" spid="886" grpId="4"/>
      <p:bldP build="whole" bldLvl="1" animBg="1" rev="0" advAuto="0" spid="885" grpId="3"/>
      <p:bldP build="whole" bldLvl="1" animBg="1" rev="0" advAuto="0" spid="884" grpId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Shape 614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 查找</a:t>
            </a:r>
          </a:p>
        </p:txBody>
      </p:sp>
      <p:grpSp>
        <p:nvGrpSpPr>
          <p:cNvPr id="963" name="Group 665"/>
          <p:cNvGrpSpPr/>
          <p:nvPr/>
        </p:nvGrpSpPr>
        <p:grpSpPr>
          <a:xfrm>
            <a:off x="419096" y="2222495"/>
            <a:ext cx="12160905" cy="1790706"/>
            <a:chOff x="-2" y="-1"/>
            <a:chExt cx="12160903" cy="1790705"/>
          </a:xfrm>
        </p:grpSpPr>
        <p:grpSp>
          <p:nvGrpSpPr>
            <p:cNvPr id="893" name="Shape 615"/>
            <p:cNvGrpSpPr/>
            <p:nvPr/>
          </p:nvGrpSpPr>
          <p:grpSpPr>
            <a:xfrm>
              <a:off x="1358898" y="1193801"/>
              <a:ext cx="635006" cy="596903"/>
              <a:chOff x="0" y="-1"/>
              <a:chExt cx="635004" cy="596901"/>
            </a:xfrm>
          </p:grpSpPr>
          <p:sp>
            <p:nvSpPr>
              <p:cNvPr id="891" name="矩形"/>
              <p:cNvSpPr/>
              <p:nvPr/>
            </p:nvSpPr>
            <p:spPr>
              <a:xfrm>
                <a:off x="-1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2" name="20"/>
              <p:cNvSpPr txBox="1"/>
              <p:nvPr/>
            </p:nvSpPr>
            <p:spPr>
              <a:xfrm>
                <a:off x="-1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894" name="Shape 616"/>
            <p:cNvSpPr/>
            <p:nvPr/>
          </p:nvSpPr>
          <p:spPr>
            <a:xfrm>
              <a:off x="1993900" y="1193802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5" name="Shape 617"/>
            <p:cNvSpPr/>
            <p:nvPr/>
          </p:nvSpPr>
          <p:spPr>
            <a:xfrm flipH="1">
              <a:off x="2241476" y="1517503"/>
              <a:ext cx="46866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901" name="Group 621"/>
            <p:cNvGrpSpPr/>
            <p:nvPr/>
          </p:nvGrpSpPr>
          <p:grpSpPr>
            <a:xfrm>
              <a:off x="2705100" y="1193800"/>
              <a:ext cx="1351240" cy="596904"/>
              <a:chOff x="0" y="-1"/>
              <a:chExt cx="1351239" cy="596903"/>
            </a:xfrm>
          </p:grpSpPr>
          <p:grpSp>
            <p:nvGrpSpPr>
              <p:cNvPr id="898" name="Shape 618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896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97" name="24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899" name="Shape 61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0" name="Shape 62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07" name="Group 625"/>
            <p:cNvGrpSpPr/>
            <p:nvPr/>
          </p:nvGrpSpPr>
          <p:grpSpPr>
            <a:xfrm>
              <a:off x="4051300" y="1193800"/>
              <a:ext cx="1351240" cy="596904"/>
              <a:chOff x="0" y="-1"/>
              <a:chExt cx="1351239" cy="596903"/>
            </a:xfrm>
          </p:grpSpPr>
          <p:grpSp>
            <p:nvGrpSpPr>
              <p:cNvPr id="904" name="Shape 622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902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03" name="3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905" name="Shape 623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6" name="Shape 624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13" name="Group 629"/>
            <p:cNvGrpSpPr/>
            <p:nvPr/>
          </p:nvGrpSpPr>
          <p:grpSpPr>
            <a:xfrm>
              <a:off x="5384800" y="1193800"/>
              <a:ext cx="1351241" cy="596904"/>
              <a:chOff x="0" y="-1"/>
              <a:chExt cx="1351239" cy="596903"/>
            </a:xfrm>
          </p:grpSpPr>
          <p:grpSp>
            <p:nvGrpSpPr>
              <p:cNvPr id="910" name="Shape 626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908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09" name="4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911" name="Shape 62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2" name="Shape 62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19" name="Group 633"/>
            <p:cNvGrpSpPr/>
            <p:nvPr/>
          </p:nvGrpSpPr>
          <p:grpSpPr>
            <a:xfrm>
              <a:off x="6718300" y="1193800"/>
              <a:ext cx="1351241" cy="596904"/>
              <a:chOff x="0" y="-1"/>
              <a:chExt cx="1351239" cy="596903"/>
            </a:xfrm>
          </p:grpSpPr>
          <p:grpSp>
            <p:nvGrpSpPr>
              <p:cNvPr id="916" name="Shape 630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914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15" name="6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917" name="Shape 631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8" name="Shape 632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25" name="Group 637"/>
            <p:cNvGrpSpPr/>
            <p:nvPr/>
          </p:nvGrpSpPr>
          <p:grpSpPr>
            <a:xfrm>
              <a:off x="8039101" y="1193800"/>
              <a:ext cx="1351240" cy="596904"/>
              <a:chOff x="0" y="-1"/>
              <a:chExt cx="1351239" cy="596903"/>
            </a:xfrm>
          </p:grpSpPr>
          <p:grpSp>
            <p:nvGrpSpPr>
              <p:cNvPr id="922" name="Shape 634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920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21" name="75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923" name="Shape 63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4" name="Shape 63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31" name="Group 641"/>
            <p:cNvGrpSpPr/>
            <p:nvPr/>
          </p:nvGrpSpPr>
          <p:grpSpPr>
            <a:xfrm>
              <a:off x="9385301" y="1193800"/>
              <a:ext cx="1351240" cy="596904"/>
              <a:chOff x="0" y="-1"/>
              <a:chExt cx="1351239" cy="596903"/>
            </a:xfrm>
          </p:grpSpPr>
          <p:grpSp>
            <p:nvGrpSpPr>
              <p:cNvPr id="928" name="Shape 638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926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27" name="8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929" name="Shape 63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0" name="Shape 64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34" name="Shape 642"/>
            <p:cNvGrpSpPr/>
            <p:nvPr/>
          </p:nvGrpSpPr>
          <p:grpSpPr>
            <a:xfrm>
              <a:off x="10718802" y="1193801"/>
              <a:ext cx="635005" cy="596903"/>
              <a:chOff x="-1" y="-1"/>
              <a:chExt cx="635004" cy="596901"/>
            </a:xfrm>
          </p:grpSpPr>
          <p:sp>
            <p:nvSpPr>
              <p:cNvPr id="932" name="矩形"/>
              <p:cNvSpPr/>
              <p:nvPr/>
            </p:nvSpPr>
            <p:spPr>
              <a:xfrm>
                <a:off x="-2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3" name="∞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937" name="Shape 643"/>
            <p:cNvGrpSpPr/>
            <p:nvPr/>
          </p:nvGrpSpPr>
          <p:grpSpPr>
            <a:xfrm>
              <a:off x="11353802" y="1193801"/>
              <a:ext cx="368305" cy="596903"/>
              <a:chOff x="0" y="-1"/>
              <a:chExt cx="368303" cy="596901"/>
            </a:xfrm>
          </p:grpSpPr>
          <p:sp>
            <p:nvSpPr>
              <p:cNvPr id="935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6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941" name="Group 647"/>
            <p:cNvGrpSpPr/>
            <p:nvPr/>
          </p:nvGrpSpPr>
          <p:grpSpPr>
            <a:xfrm>
              <a:off x="-3" y="1193801"/>
              <a:ext cx="1351242" cy="596903"/>
              <a:chOff x="-1" y="-1"/>
              <a:chExt cx="1351241" cy="596901"/>
            </a:xfrm>
          </p:grpSpPr>
          <p:sp>
            <p:nvSpPr>
              <p:cNvPr id="938" name="Shape 644"/>
              <p:cNvSpPr/>
              <p:nvPr/>
            </p:nvSpPr>
            <p:spPr>
              <a:xfrm>
                <a:off x="-2" y="-2"/>
                <a:ext cx="635004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9" name="Shape 645"/>
              <p:cNvSpPr/>
              <p:nvPr/>
            </p:nvSpPr>
            <p:spPr>
              <a:xfrm>
                <a:off x="635001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40" name="Shape 646"/>
              <p:cNvSpPr/>
              <p:nvPr/>
            </p:nvSpPr>
            <p:spPr>
              <a:xfrm flipH="1">
                <a:off x="882580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44" name="Shape 648"/>
            <p:cNvGrpSpPr/>
            <p:nvPr/>
          </p:nvGrpSpPr>
          <p:grpSpPr>
            <a:xfrm>
              <a:off x="11341102" y="-2"/>
              <a:ext cx="368305" cy="596905"/>
              <a:chOff x="0" y="0"/>
              <a:chExt cx="368303" cy="596903"/>
            </a:xfrm>
          </p:grpSpPr>
          <p:sp>
            <p:nvSpPr>
              <p:cNvPr id="942" name="矩形"/>
              <p:cNvSpPr/>
              <p:nvPr/>
            </p:nvSpPr>
            <p:spPr>
              <a:xfrm>
                <a:off x="-1" y="-1"/>
                <a:ext cx="368305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43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945" name="Shape 649"/>
            <p:cNvSpPr/>
            <p:nvPr/>
          </p:nvSpPr>
          <p:spPr>
            <a:xfrm>
              <a:off x="6019800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6" name="Shape 650"/>
            <p:cNvSpPr/>
            <p:nvPr/>
          </p:nvSpPr>
          <p:spPr>
            <a:xfrm>
              <a:off x="634998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7" name="Shape 651"/>
            <p:cNvSpPr/>
            <p:nvPr/>
          </p:nvSpPr>
          <p:spPr>
            <a:xfrm flipH="1">
              <a:off x="916867" y="322927"/>
              <a:ext cx="5085486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48" name="Shape 652"/>
            <p:cNvSpPr/>
            <p:nvPr/>
          </p:nvSpPr>
          <p:spPr>
            <a:xfrm flipH="1">
              <a:off x="6305550" y="324836"/>
              <a:ext cx="5044588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49" name="Shape 653"/>
            <p:cNvSpPr/>
            <p:nvPr/>
          </p:nvSpPr>
          <p:spPr>
            <a:xfrm>
              <a:off x="33401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0" name="Shape 654"/>
            <p:cNvSpPr/>
            <p:nvPr/>
          </p:nvSpPr>
          <p:spPr>
            <a:xfrm>
              <a:off x="634998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1" name="Shape 655"/>
            <p:cNvSpPr/>
            <p:nvPr/>
          </p:nvSpPr>
          <p:spPr>
            <a:xfrm>
              <a:off x="8674101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54" name="Shape 656"/>
            <p:cNvGrpSpPr/>
            <p:nvPr/>
          </p:nvGrpSpPr>
          <p:grpSpPr>
            <a:xfrm>
              <a:off x="11353802" y="596900"/>
              <a:ext cx="368305" cy="596903"/>
              <a:chOff x="0" y="-1"/>
              <a:chExt cx="368303" cy="596901"/>
            </a:xfrm>
          </p:grpSpPr>
          <p:sp>
            <p:nvSpPr>
              <p:cNvPr id="952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53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955" name="Shape 657"/>
            <p:cNvSpPr/>
            <p:nvPr/>
          </p:nvSpPr>
          <p:spPr>
            <a:xfrm>
              <a:off x="60198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6" name="Shape 658"/>
            <p:cNvSpPr/>
            <p:nvPr/>
          </p:nvSpPr>
          <p:spPr>
            <a:xfrm flipH="1" flipV="1">
              <a:off x="936390" y="912273"/>
              <a:ext cx="2422304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57" name="Shape 659"/>
            <p:cNvSpPr/>
            <p:nvPr/>
          </p:nvSpPr>
          <p:spPr>
            <a:xfrm flipH="1" flipV="1">
              <a:off x="36130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58" name="Shape 660"/>
            <p:cNvSpPr/>
            <p:nvPr/>
          </p:nvSpPr>
          <p:spPr>
            <a:xfrm flipH="1" flipV="1">
              <a:off x="62927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59" name="Shape 661"/>
            <p:cNvSpPr/>
            <p:nvPr/>
          </p:nvSpPr>
          <p:spPr>
            <a:xfrm flipH="1" flipV="1">
              <a:off x="8896267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60" name="Shape 662"/>
            <p:cNvSpPr txBox="1"/>
            <p:nvPr/>
          </p:nvSpPr>
          <p:spPr>
            <a:xfrm>
              <a:off x="11836403" y="13208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61" name="Shape 663"/>
            <p:cNvSpPr txBox="1"/>
            <p:nvPr/>
          </p:nvSpPr>
          <p:spPr>
            <a:xfrm>
              <a:off x="11836403" y="8001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62" name="Shape 664"/>
            <p:cNvSpPr txBox="1"/>
            <p:nvPr/>
          </p:nvSpPr>
          <p:spPr>
            <a:xfrm>
              <a:off x="11836403" y="2794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966" name="Group 668"/>
          <p:cNvGrpSpPr/>
          <p:nvPr/>
        </p:nvGrpSpPr>
        <p:grpSpPr>
          <a:xfrm>
            <a:off x="584199" y="4038526"/>
            <a:ext cx="362599" cy="745887"/>
            <a:chOff x="0" y="0"/>
            <a:chExt cx="362597" cy="745885"/>
          </a:xfrm>
        </p:grpSpPr>
        <p:sp>
          <p:nvSpPr>
            <p:cNvPr id="964" name="Shape 666"/>
            <p:cNvSpPr/>
            <p:nvPr/>
          </p:nvSpPr>
          <p:spPr>
            <a:xfrm flipH="1">
              <a:off x="195809" y="-1"/>
              <a:ext cx="4" cy="40981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65" name="Shape 667"/>
            <p:cNvSpPr txBox="1"/>
            <p:nvPr/>
          </p:nvSpPr>
          <p:spPr>
            <a:xfrm>
              <a:off x="0" y="228669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967" name="Shape 669"/>
          <p:cNvSpPr txBox="1"/>
          <p:nvPr/>
        </p:nvSpPr>
        <p:spPr>
          <a:xfrm>
            <a:off x="762000" y="1346200"/>
            <a:ext cx="199245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例3:查找30</a:t>
            </a:r>
          </a:p>
        </p:txBody>
      </p:sp>
      <p:sp>
        <p:nvSpPr>
          <p:cNvPr id="968" name="Shape 670"/>
          <p:cNvSpPr/>
          <p:nvPr/>
        </p:nvSpPr>
        <p:spPr>
          <a:xfrm flipH="1" flipV="1">
            <a:off x="4032250" y="3140674"/>
            <a:ext cx="2422301" cy="5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69" name="Shape 671"/>
          <p:cNvSpPr/>
          <p:nvPr/>
        </p:nvSpPr>
        <p:spPr>
          <a:xfrm flipH="1">
            <a:off x="1339847" y="2537060"/>
            <a:ext cx="5085485" cy="2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70" name="Shape 672"/>
          <p:cNvSpPr/>
          <p:nvPr/>
        </p:nvSpPr>
        <p:spPr>
          <a:xfrm flipH="1" flipV="1">
            <a:off x="1352547" y="3140674"/>
            <a:ext cx="2422304" cy="5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973" name="Group 675"/>
          <p:cNvGrpSpPr/>
          <p:nvPr/>
        </p:nvGrpSpPr>
        <p:grpSpPr>
          <a:xfrm>
            <a:off x="3263899" y="3987793"/>
            <a:ext cx="362599" cy="745886"/>
            <a:chOff x="0" y="0"/>
            <a:chExt cx="362597" cy="745884"/>
          </a:xfrm>
        </p:grpSpPr>
        <p:sp>
          <p:nvSpPr>
            <p:cNvPr id="971" name="Shape 673"/>
            <p:cNvSpPr/>
            <p:nvPr/>
          </p:nvSpPr>
          <p:spPr>
            <a:xfrm flipH="1">
              <a:off x="195809" y="-1"/>
              <a:ext cx="4" cy="4098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972" name="Shape 674"/>
            <p:cNvSpPr txBox="1"/>
            <p:nvPr/>
          </p:nvSpPr>
          <p:spPr>
            <a:xfrm>
              <a:off x="0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974" name="Shape 676"/>
          <p:cNvSpPr/>
          <p:nvPr/>
        </p:nvSpPr>
        <p:spPr>
          <a:xfrm flipH="1">
            <a:off x="4006850" y="3733498"/>
            <a:ext cx="46866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5" dur="10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xit" nodeType="clickEffect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9" dur="1000" fill="hold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66" grpId="1"/>
      <p:bldP build="whole" bldLvl="1" animBg="1" rev="0" advAuto="0" spid="968" grpId="6"/>
      <p:bldP build="whole" bldLvl="1" animBg="1" rev="0" advAuto="0" spid="970" grpId="3"/>
      <p:bldP build="whole" bldLvl="1" animBg="1" rev="0" advAuto="0" spid="966" grpId="4"/>
      <p:bldP build="whole" bldLvl="1" animBg="1" rev="0" advAuto="0" spid="973" grpId="5"/>
      <p:bldP build="whole" bldLvl="1" animBg="1" rev="0" advAuto="0" spid="969" grpId="2"/>
      <p:bldP build="whole" bldLvl="1" animBg="1" rev="0" advAuto="0" spid="974" grpId="7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Shape 680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 查找</a:t>
            </a:r>
          </a:p>
        </p:txBody>
      </p:sp>
      <p:grpSp>
        <p:nvGrpSpPr>
          <p:cNvPr id="1051" name="Group 731"/>
          <p:cNvGrpSpPr/>
          <p:nvPr/>
        </p:nvGrpSpPr>
        <p:grpSpPr>
          <a:xfrm>
            <a:off x="421946" y="2334114"/>
            <a:ext cx="12160904" cy="1790706"/>
            <a:chOff x="-1" y="-1"/>
            <a:chExt cx="12160903" cy="1790705"/>
          </a:xfrm>
        </p:grpSpPr>
        <p:grpSp>
          <p:nvGrpSpPr>
            <p:cNvPr id="981" name="Shape 681"/>
            <p:cNvGrpSpPr/>
            <p:nvPr/>
          </p:nvGrpSpPr>
          <p:grpSpPr>
            <a:xfrm>
              <a:off x="1358897" y="1193801"/>
              <a:ext cx="635006" cy="596903"/>
              <a:chOff x="-1" y="-1"/>
              <a:chExt cx="635004" cy="596901"/>
            </a:xfrm>
          </p:grpSpPr>
          <p:sp>
            <p:nvSpPr>
              <p:cNvPr id="979" name="矩形"/>
              <p:cNvSpPr/>
              <p:nvPr/>
            </p:nvSpPr>
            <p:spPr>
              <a:xfrm>
                <a:off x="-2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0" name="20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982" name="Shape 682"/>
            <p:cNvSpPr/>
            <p:nvPr/>
          </p:nvSpPr>
          <p:spPr>
            <a:xfrm>
              <a:off x="1993900" y="1193802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3" name="Shape 683"/>
            <p:cNvSpPr/>
            <p:nvPr/>
          </p:nvSpPr>
          <p:spPr>
            <a:xfrm flipH="1">
              <a:off x="2241476" y="1517503"/>
              <a:ext cx="46866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989" name="Group 687"/>
            <p:cNvGrpSpPr/>
            <p:nvPr/>
          </p:nvGrpSpPr>
          <p:grpSpPr>
            <a:xfrm>
              <a:off x="2705099" y="1193800"/>
              <a:ext cx="1351241" cy="596904"/>
              <a:chOff x="0" y="-1"/>
              <a:chExt cx="1351240" cy="596903"/>
            </a:xfrm>
          </p:grpSpPr>
          <p:grpSp>
            <p:nvGrpSpPr>
              <p:cNvPr id="986" name="Shape 684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984" name="矩形"/>
                <p:cNvSpPr/>
                <p:nvPr/>
              </p:nvSpPr>
              <p:spPr>
                <a:xfrm>
                  <a:off x="0" y="-1"/>
                  <a:ext cx="635006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85" name="24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987" name="Shape 68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8" name="Shape 68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995" name="Group 691"/>
            <p:cNvGrpSpPr/>
            <p:nvPr/>
          </p:nvGrpSpPr>
          <p:grpSpPr>
            <a:xfrm>
              <a:off x="4051299" y="1193800"/>
              <a:ext cx="1351241" cy="596904"/>
              <a:chOff x="0" y="-1"/>
              <a:chExt cx="1351240" cy="596903"/>
            </a:xfrm>
          </p:grpSpPr>
          <p:grpSp>
            <p:nvGrpSpPr>
              <p:cNvPr id="992" name="Shape 688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990" name="矩形"/>
                <p:cNvSpPr/>
                <p:nvPr/>
              </p:nvSpPr>
              <p:spPr>
                <a:xfrm>
                  <a:off x="0" y="-1"/>
                  <a:ext cx="635006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91" name="3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993" name="Shape 68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4" name="Shape 69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01" name="Group 695"/>
            <p:cNvGrpSpPr/>
            <p:nvPr/>
          </p:nvGrpSpPr>
          <p:grpSpPr>
            <a:xfrm>
              <a:off x="5384799" y="1193800"/>
              <a:ext cx="1351241" cy="596904"/>
              <a:chOff x="0" y="-1"/>
              <a:chExt cx="1351240" cy="596903"/>
            </a:xfrm>
          </p:grpSpPr>
          <p:grpSp>
            <p:nvGrpSpPr>
              <p:cNvPr id="998" name="Shape 692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996" name="矩形"/>
                <p:cNvSpPr/>
                <p:nvPr/>
              </p:nvSpPr>
              <p:spPr>
                <a:xfrm>
                  <a:off x="0" y="-1"/>
                  <a:ext cx="635006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97" name="4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999" name="Shape 693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0" name="Shape 694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07" name="Group 699"/>
            <p:cNvGrpSpPr/>
            <p:nvPr/>
          </p:nvGrpSpPr>
          <p:grpSpPr>
            <a:xfrm>
              <a:off x="6718299" y="1193800"/>
              <a:ext cx="1351241" cy="596904"/>
              <a:chOff x="0" y="-1"/>
              <a:chExt cx="1351240" cy="596903"/>
            </a:xfrm>
          </p:grpSpPr>
          <p:grpSp>
            <p:nvGrpSpPr>
              <p:cNvPr id="1004" name="Shape 696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1002" name="矩形"/>
                <p:cNvSpPr/>
                <p:nvPr/>
              </p:nvSpPr>
              <p:spPr>
                <a:xfrm>
                  <a:off x="0" y="-1"/>
                  <a:ext cx="635006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03" name="6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1005" name="Shape 69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6" name="Shape 69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13" name="Group 703"/>
            <p:cNvGrpSpPr/>
            <p:nvPr/>
          </p:nvGrpSpPr>
          <p:grpSpPr>
            <a:xfrm>
              <a:off x="8039101" y="1193800"/>
              <a:ext cx="1351241" cy="596904"/>
              <a:chOff x="0" y="-1"/>
              <a:chExt cx="1351240" cy="596903"/>
            </a:xfrm>
          </p:grpSpPr>
          <p:grpSp>
            <p:nvGrpSpPr>
              <p:cNvPr id="1010" name="Shape 700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1008" name="矩形"/>
                <p:cNvSpPr/>
                <p:nvPr/>
              </p:nvSpPr>
              <p:spPr>
                <a:xfrm>
                  <a:off x="0" y="-1"/>
                  <a:ext cx="635006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09" name="75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1011" name="Shape 701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2" name="Shape 702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19" name="Group 707"/>
            <p:cNvGrpSpPr/>
            <p:nvPr/>
          </p:nvGrpSpPr>
          <p:grpSpPr>
            <a:xfrm>
              <a:off x="9385301" y="1193800"/>
              <a:ext cx="1351241" cy="596904"/>
              <a:chOff x="0" y="-1"/>
              <a:chExt cx="1351240" cy="596903"/>
            </a:xfrm>
          </p:grpSpPr>
          <p:grpSp>
            <p:nvGrpSpPr>
              <p:cNvPr id="1016" name="Shape 704"/>
              <p:cNvGrpSpPr/>
              <p:nvPr/>
            </p:nvGrpSpPr>
            <p:grpSpPr>
              <a:xfrm>
                <a:off x="-1" y="-2"/>
                <a:ext cx="635006" cy="596904"/>
                <a:chOff x="0" y="0"/>
                <a:chExt cx="635004" cy="596903"/>
              </a:xfrm>
            </p:grpSpPr>
            <p:sp>
              <p:nvSpPr>
                <p:cNvPr id="1014" name="矩形"/>
                <p:cNvSpPr/>
                <p:nvPr/>
              </p:nvSpPr>
              <p:spPr>
                <a:xfrm>
                  <a:off x="0" y="-1"/>
                  <a:ext cx="635006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15" name="80"/>
                <p:cNvSpPr txBox="1"/>
                <p:nvPr/>
              </p:nvSpPr>
              <p:spPr>
                <a:xfrm>
                  <a:off x="0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1017" name="Shape 70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8" name="Shape 70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22" name="Shape 708"/>
            <p:cNvGrpSpPr/>
            <p:nvPr/>
          </p:nvGrpSpPr>
          <p:grpSpPr>
            <a:xfrm>
              <a:off x="10718803" y="1193801"/>
              <a:ext cx="635005" cy="596903"/>
              <a:chOff x="-1" y="-1"/>
              <a:chExt cx="635004" cy="596901"/>
            </a:xfrm>
          </p:grpSpPr>
          <p:sp>
            <p:nvSpPr>
              <p:cNvPr id="1020" name="矩形"/>
              <p:cNvSpPr/>
              <p:nvPr/>
            </p:nvSpPr>
            <p:spPr>
              <a:xfrm>
                <a:off x="-2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1" name="∞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1025" name="Shape 709"/>
            <p:cNvGrpSpPr/>
            <p:nvPr/>
          </p:nvGrpSpPr>
          <p:grpSpPr>
            <a:xfrm>
              <a:off x="11353803" y="1193801"/>
              <a:ext cx="368305" cy="596903"/>
              <a:chOff x="0" y="-1"/>
              <a:chExt cx="368303" cy="596901"/>
            </a:xfrm>
          </p:grpSpPr>
          <p:sp>
            <p:nvSpPr>
              <p:cNvPr id="1023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4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1029" name="Group 713"/>
            <p:cNvGrpSpPr/>
            <p:nvPr/>
          </p:nvGrpSpPr>
          <p:grpSpPr>
            <a:xfrm>
              <a:off x="-2" y="1193801"/>
              <a:ext cx="1351241" cy="596903"/>
              <a:chOff x="0" y="-1"/>
              <a:chExt cx="1351240" cy="596901"/>
            </a:xfrm>
          </p:grpSpPr>
          <p:sp>
            <p:nvSpPr>
              <p:cNvPr id="1026" name="Shape 710"/>
              <p:cNvSpPr/>
              <p:nvPr/>
            </p:nvSpPr>
            <p:spPr>
              <a:xfrm>
                <a:off x="-1" y="-2"/>
                <a:ext cx="6350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7" name="Shape 711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8" name="Shape 712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32" name="Shape 714"/>
            <p:cNvGrpSpPr/>
            <p:nvPr/>
          </p:nvGrpSpPr>
          <p:grpSpPr>
            <a:xfrm>
              <a:off x="11341103" y="-2"/>
              <a:ext cx="368305" cy="596905"/>
              <a:chOff x="0" y="0"/>
              <a:chExt cx="368303" cy="596903"/>
            </a:xfrm>
          </p:grpSpPr>
          <p:sp>
            <p:nvSpPr>
              <p:cNvPr id="1030" name="矩形"/>
              <p:cNvSpPr/>
              <p:nvPr/>
            </p:nvSpPr>
            <p:spPr>
              <a:xfrm>
                <a:off x="-1" y="-1"/>
                <a:ext cx="368305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31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033" name="Shape 715"/>
            <p:cNvSpPr/>
            <p:nvPr/>
          </p:nvSpPr>
          <p:spPr>
            <a:xfrm>
              <a:off x="6019800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4" name="Shape 716"/>
            <p:cNvSpPr/>
            <p:nvPr/>
          </p:nvSpPr>
          <p:spPr>
            <a:xfrm>
              <a:off x="634999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5" name="Shape 717"/>
            <p:cNvSpPr/>
            <p:nvPr/>
          </p:nvSpPr>
          <p:spPr>
            <a:xfrm flipH="1">
              <a:off x="916868" y="322927"/>
              <a:ext cx="5085486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36" name="Shape 718"/>
            <p:cNvSpPr/>
            <p:nvPr/>
          </p:nvSpPr>
          <p:spPr>
            <a:xfrm flipH="1">
              <a:off x="6305549" y="324836"/>
              <a:ext cx="5044589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37" name="Shape 719"/>
            <p:cNvSpPr/>
            <p:nvPr/>
          </p:nvSpPr>
          <p:spPr>
            <a:xfrm>
              <a:off x="33401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8" name="Shape 720"/>
            <p:cNvSpPr/>
            <p:nvPr/>
          </p:nvSpPr>
          <p:spPr>
            <a:xfrm>
              <a:off x="634999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9" name="Shape 721"/>
            <p:cNvSpPr/>
            <p:nvPr/>
          </p:nvSpPr>
          <p:spPr>
            <a:xfrm>
              <a:off x="8674102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42" name="Shape 722"/>
            <p:cNvGrpSpPr/>
            <p:nvPr/>
          </p:nvGrpSpPr>
          <p:grpSpPr>
            <a:xfrm>
              <a:off x="11353803" y="596900"/>
              <a:ext cx="368305" cy="596903"/>
              <a:chOff x="0" y="-1"/>
              <a:chExt cx="368303" cy="596901"/>
            </a:xfrm>
          </p:grpSpPr>
          <p:sp>
            <p:nvSpPr>
              <p:cNvPr id="1040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1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043" name="Shape 723"/>
            <p:cNvSpPr/>
            <p:nvPr/>
          </p:nvSpPr>
          <p:spPr>
            <a:xfrm>
              <a:off x="60198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4" name="Shape 724"/>
            <p:cNvSpPr/>
            <p:nvPr/>
          </p:nvSpPr>
          <p:spPr>
            <a:xfrm flipH="1" flipV="1">
              <a:off x="936390" y="912273"/>
              <a:ext cx="2422304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45" name="Shape 725"/>
            <p:cNvSpPr/>
            <p:nvPr/>
          </p:nvSpPr>
          <p:spPr>
            <a:xfrm flipH="1" flipV="1">
              <a:off x="3613064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46" name="Shape 726"/>
            <p:cNvSpPr/>
            <p:nvPr/>
          </p:nvSpPr>
          <p:spPr>
            <a:xfrm flipH="1" flipV="1">
              <a:off x="6292766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47" name="Shape 727"/>
            <p:cNvSpPr/>
            <p:nvPr/>
          </p:nvSpPr>
          <p:spPr>
            <a:xfrm flipH="1" flipV="1">
              <a:off x="8896268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48" name="Shape 728"/>
            <p:cNvSpPr txBox="1"/>
            <p:nvPr/>
          </p:nvSpPr>
          <p:spPr>
            <a:xfrm>
              <a:off x="11836404" y="13208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049" name="Shape 729"/>
            <p:cNvSpPr txBox="1"/>
            <p:nvPr/>
          </p:nvSpPr>
          <p:spPr>
            <a:xfrm>
              <a:off x="11836404" y="8001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050" name="Shape 730"/>
            <p:cNvSpPr txBox="1"/>
            <p:nvPr/>
          </p:nvSpPr>
          <p:spPr>
            <a:xfrm>
              <a:off x="11836404" y="2794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54" name="Group 734"/>
          <p:cNvGrpSpPr/>
          <p:nvPr/>
        </p:nvGrpSpPr>
        <p:grpSpPr>
          <a:xfrm>
            <a:off x="548946" y="4175544"/>
            <a:ext cx="362598" cy="745887"/>
            <a:chOff x="-1" y="0"/>
            <a:chExt cx="362597" cy="745885"/>
          </a:xfrm>
        </p:grpSpPr>
        <p:sp>
          <p:nvSpPr>
            <p:cNvPr id="1052" name="Shape 732"/>
            <p:cNvSpPr/>
            <p:nvPr/>
          </p:nvSpPr>
          <p:spPr>
            <a:xfrm flipH="1">
              <a:off x="195810" y="-1"/>
              <a:ext cx="4" cy="40981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53" name="Shape 733"/>
            <p:cNvSpPr txBox="1"/>
            <p:nvPr/>
          </p:nvSpPr>
          <p:spPr>
            <a:xfrm>
              <a:off x="-1" y="228669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1055" name="Shape 735"/>
          <p:cNvSpPr txBox="1"/>
          <p:nvPr/>
        </p:nvSpPr>
        <p:spPr>
          <a:xfrm>
            <a:off x="762000" y="1371600"/>
            <a:ext cx="199245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例4:查找35</a:t>
            </a:r>
          </a:p>
        </p:txBody>
      </p:sp>
      <p:sp>
        <p:nvSpPr>
          <p:cNvPr id="1056" name="Shape 736"/>
          <p:cNvSpPr/>
          <p:nvPr/>
        </p:nvSpPr>
        <p:spPr>
          <a:xfrm flipH="1" flipV="1">
            <a:off x="4035099" y="3252294"/>
            <a:ext cx="2422303" cy="5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57" name="Shape 737"/>
          <p:cNvSpPr/>
          <p:nvPr/>
        </p:nvSpPr>
        <p:spPr>
          <a:xfrm flipH="1">
            <a:off x="1342697" y="2648678"/>
            <a:ext cx="5085485" cy="3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58" name="Shape 738"/>
          <p:cNvSpPr/>
          <p:nvPr/>
        </p:nvSpPr>
        <p:spPr>
          <a:xfrm flipH="1" flipV="1">
            <a:off x="1355397" y="3252294"/>
            <a:ext cx="2422304" cy="5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1061" name="Group 741"/>
          <p:cNvGrpSpPr/>
          <p:nvPr/>
        </p:nvGrpSpPr>
        <p:grpSpPr>
          <a:xfrm>
            <a:off x="3304848" y="4124813"/>
            <a:ext cx="362598" cy="745886"/>
            <a:chOff x="-1" y="0"/>
            <a:chExt cx="362597" cy="745884"/>
          </a:xfrm>
        </p:grpSpPr>
        <p:sp>
          <p:nvSpPr>
            <p:cNvPr id="1059" name="Shape 739"/>
            <p:cNvSpPr/>
            <p:nvPr/>
          </p:nvSpPr>
          <p:spPr>
            <a:xfrm flipH="1">
              <a:off x="195810" y="-1"/>
              <a:ext cx="4" cy="40981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60" name="Shape 740"/>
            <p:cNvSpPr txBox="1"/>
            <p:nvPr/>
          </p:nvSpPr>
          <p:spPr>
            <a:xfrm>
              <a:off x="-1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1062" name="Shape 742"/>
          <p:cNvSpPr/>
          <p:nvPr/>
        </p:nvSpPr>
        <p:spPr>
          <a:xfrm flipH="1">
            <a:off x="4009699" y="3845116"/>
            <a:ext cx="46866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63" name="Shape 743"/>
          <p:cNvSpPr/>
          <p:nvPr/>
        </p:nvSpPr>
        <p:spPr>
          <a:xfrm flipH="1">
            <a:off x="5343199" y="3845116"/>
            <a:ext cx="46866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1066" name="Group 746"/>
          <p:cNvGrpSpPr/>
          <p:nvPr/>
        </p:nvGrpSpPr>
        <p:grpSpPr>
          <a:xfrm>
            <a:off x="4663748" y="4124813"/>
            <a:ext cx="362598" cy="745886"/>
            <a:chOff x="-1" y="0"/>
            <a:chExt cx="362597" cy="745884"/>
          </a:xfrm>
        </p:grpSpPr>
        <p:sp>
          <p:nvSpPr>
            <p:cNvPr id="1064" name="Shape 744"/>
            <p:cNvSpPr/>
            <p:nvPr/>
          </p:nvSpPr>
          <p:spPr>
            <a:xfrm flipH="1">
              <a:off x="195810" y="-1"/>
              <a:ext cx="4" cy="40981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065" name="Shape 745"/>
            <p:cNvSpPr txBox="1"/>
            <p:nvPr/>
          </p:nvSpPr>
          <p:spPr>
            <a:xfrm>
              <a:off x="-1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5"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xit" nodeType="clickEffect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9" dur="1000" fill="hold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xit" nodeType="afterEffect" presetSubtype="2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38" dur="1000" fill="hold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66" grpId="8"/>
      <p:bldP build="whole" bldLvl="1" animBg="1" rev="0" advAuto="0" spid="1063" grpId="10"/>
      <p:bldP build="whole" bldLvl="1" animBg="1" rev="0" advAuto="0" spid="1061" grpId="9"/>
      <p:bldP build="whole" bldLvl="1" animBg="1" rev="0" advAuto="0" spid="1057" grpId="2"/>
      <p:bldP build="whole" bldLvl="1" animBg="1" rev="0" advAuto="0" spid="1054" grpId="1"/>
      <p:bldP build="whole" bldLvl="1" animBg="1" rev="0" advAuto="0" spid="1056" grpId="6"/>
      <p:bldP build="whole" bldLvl="1" animBg="1" rev="0" advAuto="0" spid="1058" grpId="3"/>
      <p:bldP build="whole" bldLvl="1" animBg="1" rev="0" advAuto="0" spid="1054" grpId="4"/>
      <p:bldP build="whole" bldLvl="1" animBg="1" rev="0" advAuto="0" spid="1061" grpId="5"/>
      <p:bldP build="whole" bldLvl="1" animBg="1" rev="0" advAuto="0" spid="1062" grpId="7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Shape 750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 查找</a:t>
            </a:r>
          </a:p>
        </p:txBody>
      </p:sp>
      <p:grpSp>
        <p:nvGrpSpPr>
          <p:cNvPr id="1143" name="Group 801"/>
          <p:cNvGrpSpPr/>
          <p:nvPr/>
        </p:nvGrpSpPr>
        <p:grpSpPr>
          <a:xfrm>
            <a:off x="422826" y="2357114"/>
            <a:ext cx="12160905" cy="1790706"/>
            <a:chOff x="-2" y="-1"/>
            <a:chExt cx="12160903" cy="1790705"/>
          </a:xfrm>
        </p:grpSpPr>
        <p:grpSp>
          <p:nvGrpSpPr>
            <p:cNvPr id="1073" name="Shape 751"/>
            <p:cNvGrpSpPr/>
            <p:nvPr/>
          </p:nvGrpSpPr>
          <p:grpSpPr>
            <a:xfrm>
              <a:off x="1358898" y="1193801"/>
              <a:ext cx="635006" cy="596903"/>
              <a:chOff x="0" y="-1"/>
              <a:chExt cx="635004" cy="596901"/>
            </a:xfrm>
          </p:grpSpPr>
          <p:sp>
            <p:nvSpPr>
              <p:cNvPr id="1071" name="矩形"/>
              <p:cNvSpPr/>
              <p:nvPr/>
            </p:nvSpPr>
            <p:spPr>
              <a:xfrm>
                <a:off x="-1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72" name="20"/>
              <p:cNvSpPr txBox="1"/>
              <p:nvPr/>
            </p:nvSpPr>
            <p:spPr>
              <a:xfrm>
                <a:off x="-1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1074" name="Shape 752"/>
            <p:cNvSpPr/>
            <p:nvPr/>
          </p:nvSpPr>
          <p:spPr>
            <a:xfrm>
              <a:off x="1993900" y="1193802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5" name="Shape 753"/>
            <p:cNvSpPr/>
            <p:nvPr/>
          </p:nvSpPr>
          <p:spPr>
            <a:xfrm flipH="1">
              <a:off x="2241476" y="1517503"/>
              <a:ext cx="46866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1081" name="Group 757"/>
            <p:cNvGrpSpPr/>
            <p:nvPr/>
          </p:nvGrpSpPr>
          <p:grpSpPr>
            <a:xfrm>
              <a:off x="2705100" y="1193800"/>
              <a:ext cx="1351240" cy="596904"/>
              <a:chOff x="0" y="-1"/>
              <a:chExt cx="1351239" cy="596903"/>
            </a:xfrm>
          </p:grpSpPr>
          <p:grpSp>
            <p:nvGrpSpPr>
              <p:cNvPr id="1078" name="Shape 754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076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77" name="24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1079" name="Shape 75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0" name="Shape 75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87" name="Group 761"/>
            <p:cNvGrpSpPr/>
            <p:nvPr/>
          </p:nvGrpSpPr>
          <p:grpSpPr>
            <a:xfrm>
              <a:off x="4051300" y="1193800"/>
              <a:ext cx="1351240" cy="596904"/>
              <a:chOff x="0" y="-1"/>
              <a:chExt cx="1351239" cy="596903"/>
            </a:xfrm>
          </p:grpSpPr>
          <p:grpSp>
            <p:nvGrpSpPr>
              <p:cNvPr id="1084" name="Shape 758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082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83" name="3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1085" name="Shape 75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6" name="Shape 76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93" name="Group 765"/>
            <p:cNvGrpSpPr/>
            <p:nvPr/>
          </p:nvGrpSpPr>
          <p:grpSpPr>
            <a:xfrm>
              <a:off x="5384800" y="1193800"/>
              <a:ext cx="1351241" cy="596904"/>
              <a:chOff x="0" y="-1"/>
              <a:chExt cx="1351239" cy="596903"/>
            </a:xfrm>
          </p:grpSpPr>
          <p:grpSp>
            <p:nvGrpSpPr>
              <p:cNvPr id="1090" name="Shape 762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088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89" name="4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1091" name="Shape 763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92" name="Shape 764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099" name="Group 769"/>
            <p:cNvGrpSpPr/>
            <p:nvPr/>
          </p:nvGrpSpPr>
          <p:grpSpPr>
            <a:xfrm>
              <a:off x="6718300" y="1193800"/>
              <a:ext cx="1351241" cy="596904"/>
              <a:chOff x="0" y="-1"/>
              <a:chExt cx="1351239" cy="596903"/>
            </a:xfrm>
          </p:grpSpPr>
          <p:grpSp>
            <p:nvGrpSpPr>
              <p:cNvPr id="1096" name="Shape 766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094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95" name="6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1097" name="Shape 76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98" name="Shape 76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105" name="Group 773"/>
            <p:cNvGrpSpPr/>
            <p:nvPr/>
          </p:nvGrpSpPr>
          <p:grpSpPr>
            <a:xfrm>
              <a:off x="8039101" y="1193800"/>
              <a:ext cx="1351240" cy="596904"/>
              <a:chOff x="0" y="-1"/>
              <a:chExt cx="1351239" cy="596903"/>
            </a:xfrm>
          </p:grpSpPr>
          <p:grpSp>
            <p:nvGrpSpPr>
              <p:cNvPr id="1102" name="Shape 770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100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01" name="75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1103" name="Shape 771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04" name="Shape 772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111" name="Group 777"/>
            <p:cNvGrpSpPr/>
            <p:nvPr/>
          </p:nvGrpSpPr>
          <p:grpSpPr>
            <a:xfrm>
              <a:off x="9385301" y="1193800"/>
              <a:ext cx="1351240" cy="596904"/>
              <a:chOff x="0" y="-1"/>
              <a:chExt cx="1351239" cy="596903"/>
            </a:xfrm>
          </p:grpSpPr>
          <p:grpSp>
            <p:nvGrpSpPr>
              <p:cNvPr id="1108" name="Shape 774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106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07" name="8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1109" name="Shape 77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10" name="Shape 77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114" name="Shape 778"/>
            <p:cNvGrpSpPr/>
            <p:nvPr/>
          </p:nvGrpSpPr>
          <p:grpSpPr>
            <a:xfrm>
              <a:off x="10718802" y="1193801"/>
              <a:ext cx="635005" cy="596903"/>
              <a:chOff x="-1" y="-1"/>
              <a:chExt cx="635004" cy="596901"/>
            </a:xfrm>
          </p:grpSpPr>
          <p:sp>
            <p:nvSpPr>
              <p:cNvPr id="1112" name="矩形"/>
              <p:cNvSpPr/>
              <p:nvPr/>
            </p:nvSpPr>
            <p:spPr>
              <a:xfrm>
                <a:off x="-2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13" name="∞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1117" name="Shape 779"/>
            <p:cNvGrpSpPr/>
            <p:nvPr/>
          </p:nvGrpSpPr>
          <p:grpSpPr>
            <a:xfrm>
              <a:off x="11353802" y="1193801"/>
              <a:ext cx="368305" cy="596903"/>
              <a:chOff x="0" y="-1"/>
              <a:chExt cx="368303" cy="596901"/>
            </a:xfrm>
          </p:grpSpPr>
          <p:sp>
            <p:nvSpPr>
              <p:cNvPr id="1115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16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1121" name="Group 783"/>
            <p:cNvGrpSpPr/>
            <p:nvPr/>
          </p:nvGrpSpPr>
          <p:grpSpPr>
            <a:xfrm>
              <a:off x="-3" y="1193801"/>
              <a:ext cx="1351242" cy="596903"/>
              <a:chOff x="-1" y="-1"/>
              <a:chExt cx="1351241" cy="596901"/>
            </a:xfrm>
          </p:grpSpPr>
          <p:sp>
            <p:nvSpPr>
              <p:cNvPr id="1118" name="Shape 780"/>
              <p:cNvSpPr/>
              <p:nvPr/>
            </p:nvSpPr>
            <p:spPr>
              <a:xfrm>
                <a:off x="-2" y="-2"/>
                <a:ext cx="635004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19" name="Shape 781"/>
              <p:cNvSpPr/>
              <p:nvPr/>
            </p:nvSpPr>
            <p:spPr>
              <a:xfrm>
                <a:off x="635001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20" name="Shape 782"/>
              <p:cNvSpPr/>
              <p:nvPr/>
            </p:nvSpPr>
            <p:spPr>
              <a:xfrm flipH="1">
                <a:off x="882580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124" name="Shape 784"/>
            <p:cNvGrpSpPr/>
            <p:nvPr/>
          </p:nvGrpSpPr>
          <p:grpSpPr>
            <a:xfrm>
              <a:off x="11341102" y="-2"/>
              <a:ext cx="368305" cy="596905"/>
              <a:chOff x="0" y="0"/>
              <a:chExt cx="368303" cy="596903"/>
            </a:xfrm>
          </p:grpSpPr>
          <p:sp>
            <p:nvSpPr>
              <p:cNvPr id="1122" name="矩形"/>
              <p:cNvSpPr/>
              <p:nvPr/>
            </p:nvSpPr>
            <p:spPr>
              <a:xfrm>
                <a:off x="-1" y="-1"/>
                <a:ext cx="368305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23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125" name="Shape 785"/>
            <p:cNvSpPr/>
            <p:nvPr/>
          </p:nvSpPr>
          <p:spPr>
            <a:xfrm>
              <a:off x="6019800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6" name="Shape 786"/>
            <p:cNvSpPr/>
            <p:nvPr/>
          </p:nvSpPr>
          <p:spPr>
            <a:xfrm>
              <a:off x="634998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7" name="Shape 787"/>
            <p:cNvSpPr/>
            <p:nvPr/>
          </p:nvSpPr>
          <p:spPr>
            <a:xfrm flipH="1">
              <a:off x="916867" y="322927"/>
              <a:ext cx="5085486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28" name="Shape 788"/>
            <p:cNvSpPr/>
            <p:nvPr/>
          </p:nvSpPr>
          <p:spPr>
            <a:xfrm flipH="1">
              <a:off x="6305550" y="324836"/>
              <a:ext cx="5044588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29" name="Shape 789"/>
            <p:cNvSpPr/>
            <p:nvPr/>
          </p:nvSpPr>
          <p:spPr>
            <a:xfrm>
              <a:off x="33401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0" name="Shape 790"/>
            <p:cNvSpPr/>
            <p:nvPr/>
          </p:nvSpPr>
          <p:spPr>
            <a:xfrm>
              <a:off x="634998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1" name="Shape 791"/>
            <p:cNvSpPr/>
            <p:nvPr/>
          </p:nvSpPr>
          <p:spPr>
            <a:xfrm>
              <a:off x="8674101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134" name="Shape 792"/>
            <p:cNvGrpSpPr/>
            <p:nvPr/>
          </p:nvGrpSpPr>
          <p:grpSpPr>
            <a:xfrm>
              <a:off x="11353802" y="596900"/>
              <a:ext cx="368305" cy="596903"/>
              <a:chOff x="0" y="-1"/>
              <a:chExt cx="368303" cy="596901"/>
            </a:xfrm>
          </p:grpSpPr>
          <p:sp>
            <p:nvSpPr>
              <p:cNvPr id="1132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3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135" name="Shape 793"/>
            <p:cNvSpPr/>
            <p:nvPr/>
          </p:nvSpPr>
          <p:spPr>
            <a:xfrm>
              <a:off x="60198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6" name="Shape 794"/>
            <p:cNvSpPr/>
            <p:nvPr/>
          </p:nvSpPr>
          <p:spPr>
            <a:xfrm flipH="1" flipV="1">
              <a:off x="936390" y="912273"/>
              <a:ext cx="2422304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37" name="Shape 795"/>
            <p:cNvSpPr/>
            <p:nvPr/>
          </p:nvSpPr>
          <p:spPr>
            <a:xfrm flipH="1" flipV="1">
              <a:off x="36130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38" name="Shape 796"/>
            <p:cNvSpPr/>
            <p:nvPr/>
          </p:nvSpPr>
          <p:spPr>
            <a:xfrm flipH="1" flipV="1">
              <a:off x="62927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39" name="Shape 797"/>
            <p:cNvSpPr/>
            <p:nvPr/>
          </p:nvSpPr>
          <p:spPr>
            <a:xfrm flipH="1" flipV="1">
              <a:off x="8896267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40" name="Shape 798"/>
            <p:cNvSpPr txBox="1"/>
            <p:nvPr/>
          </p:nvSpPr>
          <p:spPr>
            <a:xfrm>
              <a:off x="11836403" y="13208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141" name="Shape 799"/>
            <p:cNvSpPr txBox="1"/>
            <p:nvPr/>
          </p:nvSpPr>
          <p:spPr>
            <a:xfrm>
              <a:off x="11836403" y="8001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142" name="Shape 800"/>
            <p:cNvSpPr txBox="1"/>
            <p:nvPr/>
          </p:nvSpPr>
          <p:spPr>
            <a:xfrm>
              <a:off x="11836403" y="2794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146" name="Group 804"/>
          <p:cNvGrpSpPr/>
          <p:nvPr/>
        </p:nvGrpSpPr>
        <p:grpSpPr>
          <a:xfrm>
            <a:off x="600627" y="4198545"/>
            <a:ext cx="362598" cy="745887"/>
            <a:chOff x="-1" y="-1"/>
            <a:chExt cx="362597" cy="745886"/>
          </a:xfrm>
        </p:grpSpPr>
        <p:sp>
          <p:nvSpPr>
            <p:cNvPr id="1144" name="Shape 802"/>
            <p:cNvSpPr/>
            <p:nvPr/>
          </p:nvSpPr>
          <p:spPr>
            <a:xfrm flipH="1">
              <a:off x="195810" y="-2"/>
              <a:ext cx="4" cy="40982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45" name="Shape 803"/>
            <p:cNvSpPr txBox="1"/>
            <p:nvPr/>
          </p:nvSpPr>
          <p:spPr>
            <a:xfrm>
              <a:off x="-1" y="228670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1147" name="Shape 805"/>
          <p:cNvSpPr txBox="1"/>
          <p:nvPr/>
        </p:nvSpPr>
        <p:spPr>
          <a:xfrm>
            <a:off x="762000" y="1384300"/>
            <a:ext cx="199245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例5:查找90</a:t>
            </a:r>
          </a:p>
        </p:txBody>
      </p:sp>
      <p:sp>
        <p:nvSpPr>
          <p:cNvPr id="1148" name="Shape 806"/>
          <p:cNvSpPr/>
          <p:nvPr/>
        </p:nvSpPr>
        <p:spPr>
          <a:xfrm flipH="1">
            <a:off x="6728379" y="2681253"/>
            <a:ext cx="5044588" cy="2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9" name="Shape 807"/>
          <p:cNvSpPr/>
          <p:nvPr/>
        </p:nvSpPr>
        <p:spPr>
          <a:xfrm flipH="1" flipV="1">
            <a:off x="6715680" y="3275295"/>
            <a:ext cx="242230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0" name="Shape 808"/>
          <p:cNvSpPr/>
          <p:nvPr/>
        </p:nvSpPr>
        <p:spPr>
          <a:xfrm flipH="1">
            <a:off x="1343577" y="2671679"/>
            <a:ext cx="5085484" cy="2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1" name="Shape 809"/>
          <p:cNvSpPr/>
          <p:nvPr/>
        </p:nvSpPr>
        <p:spPr>
          <a:xfrm flipH="1" flipV="1">
            <a:off x="9331880" y="3275295"/>
            <a:ext cx="242230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1154" name="Group 812"/>
          <p:cNvGrpSpPr/>
          <p:nvPr/>
        </p:nvGrpSpPr>
        <p:grpSpPr>
          <a:xfrm>
            <a:off x="8588928" y="4147812"/>
            <a:ext cx="362598" cy="745886"/>
            <a:chOff x="-1" y="0"/>
            <a:chExt cx="362597" cy="745884"/>
          </a:xfrm>
        </p:grpSpPr>
        <p:sp>
          <p:nvSpPr>
            <p:cNvPr id="1152" name="Shape 810"/>
            <p:cNvSpPr/>
            <p:nvPr/>
          </p:nvSpPr>
          <p:spPr>
            <a:xfrm flipH="1">
              <a:off x="195810" y="-1"/>
              <a:ext cx="4" cy="4098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53" name="Shape 811"/>
            <p:cNvSpPr txBox="1"/>
            <p:nvPr/>
          </p:nvSpPr>
          <p:spPr>
            <a:xfrm>
              <a:off x="-1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1155" name="Shape 813"/>
          <p:cNvSpPr/>
          <p:nvPr/>
        </p:nvSpPr>
        <p:spPr>
          <a:xfrm flipH="1">
            <a:off x="10690779" y="3868116"/>
            <a:ext cx="46866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6" name="Shape 814"/>
          <p:cNvSpPr/>
          <p:nvPr/>
        </p:nvSpPr>
        <p:spPr>
          <a:xfrm flipH="1">
            <a:off x="9344579" y="3868116"/>
            <a:ext cx="46866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1159" name="Group 817"/>
          <p:cNvGrpSpPr/>
          <p:nvPr/>
        </p:nvGrpSpPr>
        <p:grpSpPr>
          <a:xfrm>
            <a:off x="5921927" y="4147812"/>
            <a:ext cx="362598" cy="745886"/>
            <a:chOff x="-1" y="0"/>
            <a:chExt cx="362597" cy="745884"/>
          </a:xfrm>
        </p:grpSpPr>
        <p:sp>
          <p:nvSpPr>
            <p:cNvPr id="1157" name="Shape 815"/>
            <p:cNvSpPr/>
            <p:nvPr/>
          </p:nvSpPr>
          <p:spPr>
            <a:xfrm flipH="1">
              <a:off x="195810" y="-1"/>
              <a:ext cx="4" cy="4098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58" name="Shape 816"/>
            <p:cNvSpPr txBox="1"/>
            <p:nvPr/>
          </p:nvSpPr>
          <p:spPr>
            <a:xfrm>
              <a:off x="-1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grpSp>
        <p:nvGrpSpPr>
          <p:cNvPr id="1162" name="Group 820"/>
          <p:cNvGrpSpPr/>
          <p:nvPr/>
        </p:nvGrpSpPr>
        <p:grpSpPr>
          <a:xfrm>
            <a:off x="9947828" y="4147812"/>
            <a:ext cx="362598" cy="745886"/>
            <a:chOff x="-1" y="0"/>
            <a:chExt cx="362597" cy="745884"/>
          </a:xfrm>
        </p:grpSpPr>
        <p:sp>
          <p:nvSpPr>
            <p:cNvPr id="1160" name="Shape 818"/>
            <p:cNvSpPr/>
            <p:nvPr/>
          </p:nvSpPr>
          <p:spPr>
            <a:xfrm flipH="1">
              <a:off x="195810" y="-1"/>
              <a:ext cx="4" cy="4098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161" name="Shape 819"/>
            <p:cNvSpPr txBox="1"/>
            <p:nvPr/>
          </p:nvSpPr>
          <p:spPr>
            <a:xfrm>
              <a:off x="-1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xit" nodeType="afterEffect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7" dur="1000" fill="hold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xit" nodeType="afterEffect" presetSubtype="2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33" dur="1000" fill="hold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xit" nodeType="afterEffect" presetSubtype="2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52" dur="1000" fill="hold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48" grpId="5"/>
      <p:bldP build="whole" bldLvl="1" animBg="1" rev="0" advAuto="0" spid="1156" grpId="10"/>
      <p:bldP build="whole" bldLvl="1" animBg="1" rev="0" advAuto="0" spid="1159" grpId="8"/>
      <p:bldP build="whole" bldLvl="1" animBg="1" rev="0" advAuto="0" spid="1151" grpId="9"/>
      <p:bldP build="whole" bldLvl="1" animBg="1" rev="0" advAuto="0" spid="1146" grpId="1"/>
      <p:bldP build="whole" bldLvl="1" animBg="1" rev="0" advAuto="0" spid="1146" grpId="4"/>
      <p:bldP build="whole" bldLvl="1" animBg="1" rev="0" advAuto="0" spid="1149" grpId="6"/>
      <p:bldP build="whole" bldLvl="1" animBg="1" rev="0" advAuto="0" spid="1155" grpId="11"/>
      <p:bldP build="whole" bldLvl="1" animBg="1" rev="0" advAuto="0" spid="1162" grpId="12"/>
      <p:bldP build="whole" bldLvl="1" animBg="1" rev="0" advAuto="0" spid="1154" grpId="7"/>
      <p:bldP build="whole" bldLvl="1" animBg="1" rev="0" advAuto="0" spid="1150" grpId="2"/>
      <p:bldP build="whole" bldLvl="1" animBg="1" rev="0" advAuto="0" spid="1159" grpId="3"/>
      <p:bldP build="whole" bldLvl="1" animBg="1" rev="0" advAuto="0" spid="1154" grpId="13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Shape 824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 插入</a:t>
            </a:r>
          </a:p>
        </p:txBody>
      </p:sp>
      <p:grpSp>
        <p:nvGrpSpPr>
          <p:cNvPr id="1239" name="Group 875"/>
          <p:cNvGrpSpPr/>
          <p:nvPr/>
        </p:nvGrpSpPr>
        <p:grpSpPr>
          <a:xfrm>
            <a:off x="419096" y="3784594"/>
            <a:ext cx="12160905" cy="1790707"/>
            <a:chOff x="-2" y="-1"/>
            <a:chExt cx="12160903" cy="1790705"/>
          </a:xfrm>
        </p:grpSpPr>
        <p:grpSp>
          <p:nvGrpSpPr>
            <p:cNvPr id="1169" name="Shape 825"/>
            <p:cNvGrpSpPr/>
            <p:nvPr/>
          </p:nvGrpSpPr>
          <p:grpSpPr>
            <a:xfrm>
              <a:off x="1358898" y="1193801"/>
              <a:ext cx="635006" cy="596903"/>
              <a:chOff x="0" y="-1"/>
              <a:chExt cx="635004" cy="596901"/>
            </a:xfrm>
          </p:grpSpPr>
          <p:sp>
            <p:nvSpPr>
              <p:cNvPr id="1167" name="矩形"/>
              <p:cNvSpPr/>
              <p:nvPr/>
            </p:nvSpPr>
            <p:spPr>
              <a:xfrm>
                <a:off x="-1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8" name="20"/>
              <p:cNvSpPr txBox="1"/>
              <p:nvPr/>
            </p:nvSpPr>
            <p:spPr>
              <a:xfrm>
                <a:off x="-1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1170" name="Shape 826"/>
            <p:cNvSpPr/>
            <p:nvPr/>
          </p:nvSpPr>
          <p:spPr>
            <a:xfrm>
              <a:off x="1993900" y="1193802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1" name="Shape 827"/>
            <p:cNvSpPr/>
            <p:nvPr/>
          </p:nvSpPr>
          <p:spPr>
            <a:xfrm flipH="1">
              <a:off x="2241476" y="1517503"/>
              <a:ext cx="46866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1177" name="Group 831"/>
            <p:cNvGrpSpPr/>
            <p:nvPr/>
          </p:nvGrpSpPr>
          <p:grpSpPr>
            <a:xfrm>
              <a:off x="2705100" y="1193800"/>
              <a:ext cx="1351240" cy="596904"/>
              <a:chOff x="0" y="-1"/>
              <a:chExt cx="1351239" cy="596903"/>
            </a:xfrm>
          </p:grpSpPr>
          <p:grpSp>
            <p:nvGrpSpPr>
              <p:cNvPr id="1174" name="Shape 828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172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73" name="24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1175" name="Shape 82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6" name="Shape 83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183" name="Group 835"/>
            <p:cNvGrpSpPr/>
            <p:nvPr/>
          </p:nvGrpSpPr>
          <p:grpSpPr>
            <a:xfrm>
              <a:off x="4051300" y="1193800"/>
              <a:ext cx="1351240" cy="596904"/>
              <a:chOff x="0" y="-1"/>
              <a:chExt cx="1351239" cy="596903"/>
            </a:xfrm>
          </p:grpSpPr>
          <p:grpSp>
            <p:nvGrpSpPr>
              <p:cNvPr id="1180" name="Shape 832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178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79" name="3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1181" name="Shape 833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2" name="Shape 834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189" name="Group 839"/>
            <p:cNvGrpSpPr/>
            <p:nvPr/>
          </p:nvGrpSpPr>
          <p:grpSpPr>
            <a:xfrm>
              <a:off x="5384800" y="1193800"/>
              <a:ext cx="1351241" cy="596904"/>
              <a:chOff x="0" y="-1"/>
              <a:chExt cx="1351239" cy="596903"/>
            </a:xfrm>
          </p:grpSpPr>
          <p:grpSp>
            <p:nvGrpSpPr>
              <p:cNvPr id="1186" name="Shape 836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184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5" name="4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1187" name="Shape 837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8" name="Shape 838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195" name="Group 843"/>
            <p:cNvGrpSpPr/>
            <p:nvPr/>
          </p:nvGrpSpPr>
          <p:grpSpPr>
            <a:xfrm>
              <a:off x="6718300" y="1193800"/>
              <a:ext cx="1351241" cy="596904"/>
              <a:chOff x="0" y="-1"/>
              <a:chExt cx="1351239" cy="596903"/>
            </a:xfrm>
          </p:grpSpPr>
          <p:grpSp>
            <p:nvGrpSpPr>
              <p:cNvPr id="1192" name="Shape 840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190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91" name="6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1193" name="Shape 841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94" name="Shape 842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201" name="Group 847"/>
            <p:cNvGrpSpPr/>
            <p:nvPr/>
          </p:nvGrpSpPr>
          <p:grpSpPr>
            <a:xfrm>
              <a:off x="8039101" y="1193800"/>
              <a:ext cx="1351240" cy="596904"/>
              <a:chOff x="0" y="-1"/>
              <a:chExt cx="1351239" cy="596903"/>
            </a:xfrm>
          </p:grpSpPr>
          <p:grpSp>
            <p:nvGrpSpPr>
              <p:cNvPr id="1198" name="Shape 844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196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97" name="75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1199" name="Shape 845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0" name="Shape 846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207" name="Group 851"/>
            <p:cNvGrpSpPr/>
            <p:nvPr/>
          </p:nvGrpSpPr>
          <p:grpSpPr>
            <a:xfrm>
              <a:off x="9385301" y="1193800"/>
              <a:ext cx="1351240" cy="596904"/>
              <a:chOff x="0" y="-1"/>
              <a:chExt cx="1351239" cy="596903"/>
            </a:xfrm>
          </p:grpSpPr>
          <p:grpSp>
            <p:nvGrpSpPr>
              <p:cNvPr id="1204" name="Shape 848"/>
              <p:cNvGrpSpPr/>
              <p:nvPr/>
            </p:nvGrpSpPr>
            <p:grpSpPr>
              <a:xfrm>
                <a:off x="0" y="-2"/>
                <a:ext cx="635004" cy="596904"/>
                <a:chOff x="0" y="0"/>
                <a:chExt cx="635003" cy="596903"/>
              </a:xfrm>
            </p:grpSpPr>
            <p:sp>
              <p:nvSpPr>
                <p:cNvPr id="1202" name="矩形"/>
                <p:cNvSpPr/>
                <p:nvPr/>
              </p:nvSpPr>
              <p:spPr>
                <a:xfrm>
                  <a:off x="0" y="-1"/>
                  <a:ext cx="635004" cy="596904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03" name="80"/>
                <p:cNvSpPr txBox="1"/>
                <p:nvPr/>
              </p:nvSpPr>
              <p:spPr>
                <a:xfrm>
                  <a:off x="0" y="52003"/>
                  <a:ext cx="6350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1205" name="Shape 849"/>
              <p:cNvSpPr/>
              <p:nvPr/>
            </p:nvSpPr>
            <p:spPr>
              <a:xfrm>
                <a:off x="635000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6" name="Shape 850"/>
              <p:cNvSpPr/>
              <p:nvPr/>
            </p:nvSpPr>
            <p:spPr>
              <a:xfrm flipH="1">
                <a:off x="882579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210" name="Shape 852"/>
            <p:cNvGrpSpPr/>
            <p:nvPr/>
          </p:nvGrpSpPr>
          <p:grpSpPr>
            <a:xfrm>
              <a:off x="10718802" y="1193801"/>
              <a:ext cx="635005" cy="596903"/>
              <a:chOff x="-1" y="-1"/>
              <a:chExt cx="635004" cy="596901"/>
            </a:xfrm>
          </p:grpSpPr>
          <p:sp>
            <p:nvSpPr>
              <p:cNvPr id="1208" name="矩形"/>
              <p:cNvSpPr/>
              <p:nvPr/>
            </p:nvSpPr>
            <p:spPr>
              <a:xfrm>
                <a:off x="-2" y="-2"/>
                <a:ext cx="635006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9" name="∞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1213" name="Shape 853"/>
            <p:cNvGrpSpPr/>
            <p:nvPr/>
          </p:nvGrpSpPr>
          <p:grpSpPr>
            <a:xfrm>
              <a:off x="11353802" y="1193801"/>
              <a:ext cx="368305" cy="596903"/>
              <a:chOff x="0" y="-1"/>
              <a:chExt cx="368303" cy="596901"/>
            </a:xfrm>
          </p:grpSpPr>
          <p:sp>
            <p:nvSpPr>
              <p:cNvPr id="1211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12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1217" name="Group 857"/>
            <p:cNvGrpSpPr/>
            <p:nvPr/>
          </p:nvGrpSpPr>
          <p:grpSpPr>
            <a:xfrm>
              <a:off x="-3" y="1193801"/>
              <a:ext cx="1351242" cy="596903"/>
              <a:chOff x="-1" y="-1"/>
              <a:chExt cx="1351241" cy="596901"/>
            </a:xfrm>
          </p:grpSpPr>
          <p:sp>
            <p:nvSpPr>
              <p:cNvPr id="1214" name="Shape 854"/>
              <p:cNvSpPr/>
              <p:nvPr/>
            </p:nvSpPr>
            <p:spPr>
              <a:xfrm>
                <a:off x="-2" y="-2"/>
                <a:ext cx="635004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15" name="Shape 855"/>
              <p:cNvSpPr/>
              <p:nvPr/>
            </p:nvSpPr>
            <p:spPr>
              <a:xfrm>
                <a:off x="635001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16" name="Shape 856"/>
              <p:cNvSpPr/>
              <p:nvPr/>
            </p:nvSpPr>
            <p:spPr>
              <a:xfrm flipH="1">
                <a:off x="882580" y="323700"/>
                <a:ext cx="468661" cy="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220" name="Shape 858"/>
            <p:cNvGrpSpPr/>
            <p:nvPr/>
          </p:nvGrpSpPr>
          <p:grpSpPr>
            <a:xfrm>
              <a:off x="11341102" y="-2"/>
              <a:ext cx="368305" cy="596905"/>
              <a:chOff x="0" y="0"/>
              <a:chExt cx="368303" cy="596903"/>
            </a:xfrm>
          </p:grpSpPr>
          <p:sp>
            <p:nvSpPr>
              <p:cNvPr id="1218" name="矩形"/>
              <p:cNvSpPr/>
              <p:nvPr/>
            </p:nvSpPr>
            <p:spPr>
              <a:xfrm>
                <a:off x="-1" y="-1"/>
                <a:ext cx="368305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19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221" name="Shape 859"/>
            <p:cNvSpPr/>
            <p:nvPr/>
          </p:nvSpPr>
          <p:spPr>
            <a:xfrm>
              <a:off x="6019800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2" name="Shape 860"/>
            <p:cNvSpPr/>
            <p:nvPr/>
          </p:nvSpPr>
          <p:spPr>
            <a:xfrm>
              <a:off x="634998" y="-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3" name="Shape 861"/>
            <p:cNvSpPr/>
            <p:nvPr/>
          </p:nvSpPr>
          <p:spPr>
            <a:xfrm flipH="1">
              <a:off x="916867" y="322927"/>
              <a:ext cx="5085486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24" name="Shape 862"/>
            <p:cNvSpPr/>
            <p:nvPr/>
          </p:nvSpPr>
          <p:spPr>
            <a:xfrm flipH="1">
              <a:off x="6305550" y="324836"/>
              <a:ext cx="5044588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25" name="Shape 863"/>
            <p:cNvSpPr/>
            <p:nvPr/>
          </p:nvSpPr>
          <p:spPr>
            <a:xfrm>
              <a:off x="33401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6" name="Shape 864"/>
            <p:cNvSpPr/>
            <p:nvPr/>
          </p:nvSpPr>
          <p:spPr>
            <a:xfrm>
              <a:off x="634998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7" name="Shape 865"/>
            <p:cNvSpPr/>
            <p:nvPr/>
          </p:nvSpPr>
          <p:spPr>
            <a:xfrm>
              <a:off x="8674101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230" name="Shape 866"/>
            <p:cNvGrpSpPr/>
            <p:nvPr/>
          </p:nvGrpSpPr>
          <p:grpSpPr>
            <a:xfrm>
              <a:off x="11353802" y="596900"/>
              <a:ext cx="368305" cy="596903"/>
              <a:chOff x="0" y="-1"/>
              <a:chExt cx="368303" cy="596901"/>
            </a:xfrm>
          </p:grpSpPr>
          <p:sp>
            <p:nvSpPr>
              <p:cNvPr id="1228" name="矩形"/>
              <p:cNvSpPr/>
              <p:nvPr/>
            </p:nvSpPr>
            <p:spPr>
              <a:xfrm>
                <a:off x="-1" y="-2"/>
                <a:ext cx="368305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29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231" name="Shape 867"/>
            <p:cNvSpPr/>
            <p:nvPr/>
          </p:nvSpPr>
          <p:spPr>
            <a:xfrm>
              <a:off x="6019800" y="596901"/>
              <a:ext cx="368303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2" name="Shape 868"/>
            <p:cNvSpPr/>
            <p:nvPr/>
          </p:nvSpPr>
          <p:spPr>
            <a:xfrm flipH="1" flipV="1">
              <a:off x="936390" y="912273"/>
              <a:ext cx="2422304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33" name="Shape 869"/>
            <p:cNvSpPr/>
            <p:nvPr/>
          </p:nvSpPr>
          <p:spPr>
            <a:xfrm flipH="1" flipV="1">
              <a:off x="36130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34" name="Shape 870"/>
            <p:cNvSpPr/>
            <p:nvPr/>
          </p:nvSpPr>
          <p:spPr>
            <a:xfrm flipH="1" flipV="1">
              <a:off x="6292765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35" name="Shape 871"/>
            <p:cNvSpPr/>
            <p:nvPr/>
          </p:nvSpPr>
          <p:spPr>
            <a:xfrm flipH="1" flipV="1">
              <a:off x="8896267" y="916290"/>
              <a:ext cx="242230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36" name="Shape 872"/>
            <p:cNvSpPr txBox="1"/>
            <p:nvPr/>
          </p:nvSpPr>
          <p:spPr>
            <a:xfrm>
              <a:off x="11836403" y="1320802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237" name="Shape 873"/>
            <p:cNvSpPr txBox="1"/>
            <p:nvPr/>
          </p:nvSpPr>
          <p:spPr>
            <a:xfrm>
              <a:off x="11836403" y="8001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238" name="Shape 874"/>
            <p:cNvSpPr txBox="1"/>
            <p:nvPr/>
          </p:nvSpPr>
          <p:spPr>
            <a:xfrm>
              <a:off x="11836403" y="279401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242" name="Group 878"/>
          <p:cNvGrpSpPr/>
          <p:nvPr/>
        </p:nvGrpSpPr>
        <p:grpSpPr>
          <a:xfrm>
            <a:off x="596899" y="5575226"/>
            <a:ext cx="362599" cy="745886"/>
            <a:chOff x="0" y="-1"/>
            <a:chExt cx="362597" cy="745884"/>
          </a:xfrm>
        </p:grpSpPr>
        <p:sp>
          <p:nvSpPr>
            <p:cNvPr id="1240" name="Shape 876"/>
            <p:cNvSpPr/>
            <p:nvPr/>
          </p:nvSpPr>
          <p:spPr>
            <a:xfrm flipH="1">
              <a:off x="195809" y="-2"/>
              <a:ext cx="4" cy="4098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41" name="Shape 877"/>
            <p:cNvSpPr txBox="1"/>
            <p:nvPr/>
          </p:nvSpPr>
          <p:spPr>
            <a:xfrm>
              <a:off x="0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1243" name="Shape 879"/>
          <p:cNvSpPr txBox="1"/>
          <p:nvPr/>
        </p:nvSpPr>
        <p:spPr>
          <a:xfrm>
            <a:off x="761999" y="1397000"/>
            <a:ext cx="618345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例6:插入77，将其作为0,1,2级的结点</a:t>
            </a:r>
          </a:p>
        </p:txBody>
      </p:sp>
      <p:sp>
        <p:nvSpPr>
          <p:cNvPr id="1244" name="Shape 880"/>
          <p:cNvSpPr/>
          <p:nvPr/>
        </p:nvSpPr>
        <p:spPr>
          <a:xfrm flipH="1">
            <a:off x="6724649" y="4108734"/>
            <a:ext cx="5044588" cy="2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5" name="Shape 881"/>
          <p:cNvSpPr/>
          <p:nvPr/>
        </p:nvSpPr>
        <p:spPr>
          <a:xfrm flipH="1" flipV="1">
            <a:off x="6711950" y="4702776"/>
            <a:ext cx="242230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6" name="Shape 882"/>
          <p:cNvSpPr/>
          <p:nvPr/>
        </p:nvSpPr>
        <p:spPr>
          <a:xfrm flipH="1">
            <a:off x="1339847" y="4099160"/>
            <a:ext cx="5085485" cy="2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7" name="Shape 883"/>
          <p:cNvSpPr/>
          <p:nvPr/>
        </p:nvSpPr>
        <p:spPr>
          <a:xfrm flipH="1" flipV="1">
            <a:off x="9328150" y="4702776"/>
            <a:ext cx="242230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1250" name="Group 886"/>
          <p:cNvGrpSpPr/>
          <p:nvPr/>
        </p:nvGrpSpPr>
        <p:grpSpPr>
          <a:xfrm>
            <a:off x="8623299" y="5575293"/>
            <a:ext cx="362599" cy="745886"/>
            <a:chOff x="0" y="0"/>
            <a:chExt cx="362597" cy="745884"/>
          </a:xfrm>
        </p:grpSpPr>
        <p:sp>
          <p:nvSpPr>
            <p:cNvPr id="1248" name="Shape 884"/>
            <p:cNvSpPr/>
            <p:nvPr/>
          </p:nvSpPr>
          <p:spPr>
            <a:xfrm flipH="1">
              <a:off x="195809" y="-1"/>
              <a:ext cx="4" cy="4098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49" name="Shape 885"/>
            <p:cNvSpPr txBox="1"/>
            <p:nvPr/>
          </p:nvSpPr>
          <p:spPr>
            <a:xfrm>
              <a:off x="0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sp>
        <p:nvSpPr>
          <p:cNvPr id="1251" name="Shape 887"/>
          <p:cNvSpPr/>
          <p:nvPr/>
        </p:nvSpPr>
        <p:spPr>
          <a:xfrm flipH="1">
            <a:off x="9340849" y="5295598"/>
            <a:ext cx="468661" cy="4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oval"/>
          </a:ln>
        </p:spPr>
        <p:txBody>
          <a:bodyPr lIns="45718" tIns="45718" rIns="45718" bIns="45718"/>
          <a:lstStyle/>
          <a:p>
            <a:pPr indent="57796"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grpSp>
        <p:nvGrpSpPr>
          <p:cNvPr id="1254" name="Group 890"/>
          <p:cNvGrpSpPr/>
          <p:nvPr/>
        </p:nvGrpSpPr>
        <p:grpSpPr>
          <a:xfrm>
            <a:off x="5905499" y="5575293"/>
            <a:ext cx="362599" cy="745886"/>
            <a:chOff x="0" y="0"/>
            <a:chExt cx="362597" cy="745884"/>
          </a:xfrm>
        </p:grpSpPr>
        <p:sp>
          <p:nvSpPr>
            <p:cNvPr id="1252" name="Shape 888"/>
            <p:cNvSpPr/>
            <p:nvPr/>
          </p:nvSpPr>
          <p:spPr>
            <a:xfrm flipH="1">
              <a:off x="195809" y="-1"/>
              <a:ext cx="4" cy="4098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253" name="Shape 889"/>
            <p:cNvSpPr txBox="1"/>
            <p:nvPr/>
          </p:nvSpPr>
          <p:spPr>
            <a:xfrm>
              <a:off x="0" y="228668"/>
              <a:ext cx="362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</p:grpSp>
      <p:grpSp>
        <p:nvGrpSpPr>
          <p:cNvPr id="1261" name="Group 895"/>
          <p:cNvGrpSpPr/>
          <p:nvPr/>
        </p:nvGrpSpPr>
        <p:grpSpPr>
          <a:xfrm>
            <a:off x="9347196" y="1181096"/>
            <a:ext cx="1003304" cy="1790705"/>
            <a:chOff x="0" y="0"/>
            <a:chExt cx="1003302" cy="1790704"/>
          </a:xfrm>
        </p:grpSpPr>
        <p:grpSp>
          <p:nvGrpSpPr>
            <p:cNvPr id="1257" name="Shape 891"/>
            <p:cNvGrpSpPr/>
            <p:nvPr/>
          </p:nvGrpSpPr>
          <p:grpSpPr>
            <a:xfrm>
              <a:off x="-1" y="1193801"/>
              <a:ext cx="635002" cy="596903"/>
              <a:chOff x="0" y="-1"/>
              <a:chExt cx="635001" cy="596901"/>
            </a:xfrm>
          </p:grpSpPr>
          <p:sp>
            <p:nvSpPr>
              <p:cNvPr id="1255" name="矩形"/>
              <p:cNvSpPr/>
              <p:nvPr/>
            </p:nvSpPr>
            <p:spPr>
              <a:xfrm>
                <a:off x="0" y="-2"/>
                <a:ext cx="635002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56" name="77"/>
              <p:cNvSpPr txBox="1"/>
              <p:nvPr/>
            </p:nvSpPr>
            <p:spPr>
              <a:xfrm>
                <a:off x="0" y="52003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77</a:t>
                </a:r>
              </a:p>
            </p:txBody>
          </p:sp>
        </p:grpSp>
        <p:sp>
          <p:nvSpPr>
            <p:cNvPr id="1258" name="Shape 892"/>
            <p:cNvSpPr/>
            <p:nvPr/>
          </p:nvSpPr>
          <p:spPr>
            <a:xfrm>
              <a:off x="635000" y="1193802"/>
              <a:ext cx="368302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9" name="Shape 893"/>
            <p:cNvSpPr/>
            <p:nvPr/>
          </p:nvSpPr>
          <p:spPr>
            <a:xfrm>
              <a:off x="635000" y="-1"/>
              <a:ext cx="368302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0" name="Shape 894"/>
            <p:cNvSpPr/>
            <p:nvPr/>
          </p:nvSpPr>
          <p:spPr>
            <a:xfrm>
              <a:off x="635000" y="596901"/>
              <a:ext cx="368302" cy="59690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264" name="Group 898"/>
          <p:cNvGrpSpPr/>
          <p:nvPr/>
        </p:nvGrpSpPr>
        <p:grpSpPr>
          <a:xfrm>
            <a:off x="6337296" y="2717798"/>
            <a:ext cx="489598" cy="1071892"/>
            <a:chOff x="0" y="-1"/>
            <a:chExt cx="489597" cy="1071891"/>
          </a:xfrm>
        </p:grpSpPr>
        <p:sp>
          <p:nvSpPr>
            <p:cNvPr id="1262" name="Shape 896"/>
            <p:cNvSpPr txBox="1"/>
            <p:nvPr/>
          </p:nvSpPr>
          <p:spPr>
            <a:xfrm>
              <a:off x="-1" y="-2"/>
              <a:ext cx="489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pPr>
              <a:r>
                <a:t>p</a:t>
              </a:r>
              <a:r>
                <a:rPr baseline="-5998"/>
                <a:t>2</a:t>
              </a:r>
            </a:p>
          </p:txBody>
        </p:sp>
        <p:sp>
          <p:nvSpPr>
            <p:cNvPr id="1263" name="Shape 897"/>
            <p:cNvSpPr/>
            <p:nvPr/>
          </p:nvSpPr>
          <p:spPr>
            <a:xfrm flipV="1">
              <a:off x="262795" y="479076"/>
              <a:ext cx="6" cy="59281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</p:grpSp>
      <p:grpSp>
        <p:nvGrpSpPr>
          <p:cNvPr id="1267" name="Group 901"/>
          <p:cNvGrpSpPr/>
          <p:nvPr/>
        </p:nvGrpSpPr>
        <p:grpSpPr>
          <a:xfrm>
            <a:off x="9067797" y="3352797"/>
            <a:ext cx="489598" cy="1071893"/>
            <a:chOff x="0" y="-1"/>
            <a:chExt cx="489597" cy="1071891"/>
          </a:xfrm>
        </p:grpSpPr>
        <p:sp>
          <p:nvSpPr>
            <p:cNvPr id="1265" name="Shape 899"/>
            <p:cNvSpPr txBox="1"/>
            <p:nvPr/>
          </p:nvSpPr>
          <p:spPr>
            <a:xfrm>
              <a:off x="-1" y="-2"/>
              <a:ext cx="48959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R="57796" indent="57796" defTabSz="1295400">
                <a:defRPr>
                  <a:uFill>
                    <a:solidFill>
                      <a:srgbClr val="000000"/>
                    </a:solidFill>
                  </a:uFill>
                </a:defRPr>
              </a:pPr>
              <a:r>
                <a:t>p</a:t>
              </a:r>
              <a:r>
                <a:rPr baseline="-5998"/>
                <a:t>1</a:t>
              </a:r>
            </a:p>
          </p:txBody>
        </p:sp>
        <p:sp>
          <p:nvSpPr>
            <p:cNvPr id="1266" name="Shape 900"/>
            <p:cNvSpPr/>
            <p:nvPr/>
          </p:nvSpPr>
          <p:spPr>
            <a:xfrm flipV="1">
              <a:off x="262796" y="479076"/>
              <a:ext cx="6" cy="59281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</p:grpSp>
      <p:sp>
        <p:nvSpPr>
          <p:cNvPr id="1268" name="Shape 902"/>
          <p:cNvSpPr txBox="1"/>
          <p:nvPr/>
        </p:nvSpPr>
        <p:spPr>
          <a:xfrm>
            <a:off x="1904997" y="6388100"/>
            <a:ext cx="9773298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 sz="3600">
                <a:solidFill>
                  <a:schemeClr val="accent1"/>
                </a:solidFill>
                <a:uFill>
                  <a:solidFill>
                    <a:srgbClr val="FF2712"/>
                  </a:solidFill>
                </a:uFill>
              </a:defRPr>
            </a:lvl1pPr>
          </a:lstStyle>
          <a:p>
            <a:pPr/>
            <a:r>
              <a:t>发生降级时，要记住上一级链的最后一个结点。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xit" nodeType="afterEffect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7" dur="1000" fill="hold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xit" nodeType="afterEffect" presetSubtype="2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37" dur="1000" fill="hold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1500"/>
                                        <p:tgtEl>
                                          <p:spTgt spid="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68" grpId="13"/>
      <p:bldP build="whole" bldLvl="1" animBg="1" rev="0" advAuto="0" spid="1242" grpId="4"/>
      <p:bldP build="whole" bldLvl="1" animBg="1" rev="0" advAuto="0" spid="1251" grpId="11"/>
      <p:bldP build="whole" bldLvl="1" animBg="1" rev="0" advAuto="0" spid="1254" grpId="3"/>
      <p:bldP build="whole" bldLvl="1" animBg="1" rev="0" advAuto="0" spid="1247" grpId="10"/>
      <p:bldP build="whole" bldLvl="1" animBg="1" rev="0" advAuto="0" spid="1254" grpId="9"/>
      <p:bldP build="whole" bldLvl="1" animBg="1" rev="0" advAuto="0" spid="1250" grpId="8"/>
      <p:bldP build="whole" bldLvl="1" animBg="1" rev="0" advAuto="0" spid="1244" grpId="5"/>
      <p:bldP build="whole" bldLvl="1" animBg="1" rev="0" advAuto="0" spid="1246" grpId="2"/>
      <p:bldP build="whole" bldLvl="1" animBg="1" rev="0" advAuto="0" spid="1267" grpId="12"/>
      <p:bldP build="whole" bldLvl="1" animBg="1" rev="0" advAuto="0" spid="1264" grpId="7"/>
      <p:bldP build="whole" bldLvl="1" animBg="1" rev="0" advAuto="0" spid="1242" grpId="1"/>
      <p:bldP build="whole" bldLvl="1" animBg="1" rev="0" advAuto="0" spid="1245" grpId="6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Shape 906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 删除</a:t>
            </a:r>
          </a:p>
        </p:txBody>
      </p:sp>
      <p:sp>
        <p:nvSpPr>
          <p:cNvPr id="1273" name="Shape 907"/>
          <p:cNvSpPr txBox="1"/>
          <p:nvPr/>
        </p:nvSpPr>
        <p:spPr>
          <a:xfrm>
            <a:off x="762000" y="1358900"/>
            <a:ext cx="199245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例7:删除77</a:t>
            </a:r>
          </a:p>
        </p:txBody>
      </p:sp>
      <p:grpSp>
        <p:nvGrpSpPr>
          <p:cNvPr id="1362" name="Group 972"/>
          <p:cNvGrpSpPr/>
          <p:nvPr/>
        </p:nvGrpSpPr>
        <p:grpSpPr>
          <a:xfrm>
            <a:off x="25394" y="1765296"/>
            <a:ext cx="12877812" cy="3590686"/>
            <a:chOff x="-2" y="-2"/>
            <a:chExt cx="12877810" cy="3590685"/>
          </a:xfrm>
        </p:grpSpPr>
        <p:grpSp>
          <p:nvGrpSpPr>
            <p:cNvPr id="1276" name="Shape 908"/>
            <p:cNvGrpSpPr/>
            <p:nvPr/>
          </p:nvGrpSpPr>
          <p:grpSpPr>
            <a:xfrm>
              <a:off x="1358897" y="2260600"/>
              <a:ext cx="635006" cy="596906"/>
              <a:chOff x="0" y="-1"/>
              <a:chExt cx="635004" cy="596904"/>
            </a:xfrm>
          </p:grpSpPr>
          <p:sp>
            <p:nvSpPr>
              <p:cNvPr id="1274" name="矩形"/>
              <p:cNvSpPr/>
              <p:nvPr/>
            </p:nvSpPr>
            <p:spPr>
              <a:xfrm>
                <a:off x="-1" y="-2"/>
                <a:ext cx="635006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75" name="20"/>
              <p:cNvSpPr txBox="1"/>
              <p:nvPr/>
            </p:nvSpPr>
            <p:spPr>
              <a:xfrm>
                <a:off x="-1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1277" name="Shape 909"/>
            <p:cNvSpPr/>
            <p:nvPr/>
          </p:nvSpPr>
          <p:spPr>
            <a:xfrm>
              <a:off x="1993901" y="2260602"/>
              <a:ext cx="368302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8" name="Shape 910"/>
            <p:cNvSpPr/>
            <p:nvPr/>
          </p:nvSpPr>
          <p:spPr>
            <a:xfrm flipH="1">
              <a:off x="2241477" y="2584303"/>
              <a:ext cx="46866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1284" name="Group 914"/>
            <p:cNvGrpSpPr/>
            <p:nvPr/>
          </p:nvGrpSpPr>
          <p:grpSpPr>
            <a:xfrm>
              <a:off x="2705100" y="2260598"/>
              <a:ext cx="1351241" cy="596907"/>
              <a:chOff x="0" y="-1"/>
              <a:chExt cx="1351240" cy="596906"/>
            </a:xfrm>
          </p:grpSpPr>
          <p:grpSp>
            <p:nvGrpSpPr>
              <p:cNvPr id="1281" name="Shape 911"/>
              <p:cNvGrpSpPr/>
              <p:nvPr/>
            </p:nvGrpSpPr>
            <p:grpSpPr>
              <a:xfrm>
                <a:off x="-1" y="-2"/>
                <a:ext cx="635006" cy="596907"/>
                <a:chOff x="0" y="0"/>
                <a:chExt cx="635004" cy="596906"/>
              </a:xfrm>
            </p:grpSpPr>
            <p:sp>
              <p:nvSpPr>
                <p:cNvPr id="1279" name="矩形"/>
                <p:cNvSpPr/>
                <p:nvPr/>
              </p:nvSpPr>
              <p:spPr>
                <a:xfrm>
                  <a:off x="0" y="-1"/>
                  <a:ext cx="635006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80" name="24"/>
                <p:cNvSpPr txBox="1"/>
                <p:nvPr/>
              </p:nvSpPr>
              <p:spPr>
                <a:xfrm>
                  <a:off x="0" y="52004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24</a:t>
                  </a:r>
                </a:p>
              </p:txBody>
            </p:sp>
          </p:grpSp>
          <p:sp>
            <p:nvSpPr>
              <p:cNvPr id="1282" name="Shape 912"/>
              <p:cNvSpPr/>
              <p:nvPr/>
            </p:nvSpPr>
            <p:spPr>
              <a:xfrm>
                <a:off x="635000" y="0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83" name="Shape 913"/>
              <p:cNvSpPr/>
              <p:nvPr/>
            </p:nvSpPr>
            <p:spPr>
              <a:xfrm flipH="1">
                <a:off x="882579" y="323702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290" name="Group 918"/>
            <p:cNvGrpSpPr/>
            <p:nvPr/>
          </p:nvGrpSpPr>
          <p:grpSpPr>
            <a:xfrm>
              <a:off x="4051300" y="2260598"/>
              <a:ext cx="1351241" cy="596907"/>
              <a:chOff x="0" y="-1"/>
              <a:chExt cx="1351240" cy="596906"/>
            </a:xfrm>
          </p:grpSpPr>
          <p:grpSp>
            <p:nvGrpSpPr>
              <p:cNvPr id="1287" name="Shape 915"/>
              <p:cNvGrpSpPr/>
              <p:nvPr/>
            </p:nvGrpSpPr>
            <p:grpSpPr>
              <a:xfrm>
                <a:off x="-1" y="-2"/>
                <a:ext cx="635006" cy="596907"/>
                <a:chOff x="0" y="0"/>
                <a:chExt cx="635004" cy="596906"/>
              </a:xfrm>
            </p:grpSpPr>
            <p:sp>
              <p:nvSpPr>
                <p:cNvPr id="1285" name="矩形"/>
                <p:cNvSpPr/>
                <p:nvPr/>
              </p:nvSpPr>
              <p:spPr>
                <a:xfrm>
                  <a:off x="0" y="-1"/>
                  <a:ext cx="635006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86" name="30"/>
                <p:cNvSpPr txBox="1"/>
                <p:nvPr/>
              </p:nvSpPr>
              <p:spPr>
                <a:xfrm>
                  <a:off x="0" y="52004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30</a:t>
                  </a:r>
                </a:p>
              </p:txBody>
            </p:sp>
          </p:grpSp>
          <p:sp>
            <p:nvSpPr>
              <p:cNvPr id="1288" name="Shape 916"/>
              <p:cNvSpPr/>
              <p:nvPr/>
            </p:nvSpPr>
            <p:spPr>
              <a:xfrm>
                <a:off x="635000" y="0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89" name="Shape 917"/>
              <p:cNvSpPr/>
              <p:nvPr/>
            </p:nvSpPr>
            <p:spPr>
              <a:xfrm flipH="1">
                <a:off x="882579" y="323702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296" name="Group 922"/>
            <p:cNvGrpSpPr/>
            <p:nvPr/>
          </p:nvGrpSpPr>
          <p:grpSpPr>
            <a:xfrm>
              <a:off x="5384801" y="2260598"/>
              <a:ext cx="1351241" cy="596907"/>
              <a:chOff x="0" y="-1"/>
              <a:chExt cx="1351240" cy="596906"/>
            </a:xfrm>
          </p:grpSpPr>
          <p:grpSp>
            <p:nvGrpSpPr>
              <p:cNvPr id="1293" name="Shape 919"/>
              <p:cNvGrpSpPr/>
              <p:nvPr/>
            </p:nvGrpSpPr>
            <p:grpSpPr>
              <a:xfrm>
                <a:off x="-1" y="-2"/>
                <a:ext cx="635006" cy="596907"/>
                <a:chOff x="0" y="0"/>
                <a:chExt cx="635004" cy="596906"/>
              </a:xfrm>
            </p:grpSpPr>
            <p:sp>
              <p:nvSpPr>
                <p:cNvPr id="1291" name="矩形"/>
                <p:cNvSpPr/>
                <p:nvPr/>
              </p:nvSpPr>
              <p:spPr>
                <a:xfrm>
                  <a:off x="0" y="-1"/>
                  <a:ext cx="635006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92" name="40"/>
                <p:cNvSpPr txBox="1"/>
                <p:nvPr/>
              </p:nvSpPr>
              <p:spPr>
                <a:xfrm>
                  <a:off x="0" y="52004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40</a:t>
                  </a:r>
                </a:p>
              </p:txBody>
            </p:sp>
          </p:grpSp>
          <p:sp>
            <p:nvSpPr>
              <p:cNvPr id="1294" name="Shape 920"/>
              <p:cNvSpPr/>
              <p:nvPr/>
            </p:nvSpPr>
            <p:spPr>
              <a:xfrm>
                <a:off x="635000" y="0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95" name="Shape 921"/>
              <p:cNvSpPr/>
              <p:nvPr/>
            </p:nvSpPr>
            <p:spPr>
              <a:xfrm flipH="1">
                <a:off x="882579" y="323702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302" name="Group 926"/>
            <p:cNvGrpSpPr/>
            <p:nvPr/>
          </p:nvGrpSpPr>
          <p:grpSpPr>
            <a:xfrm>
              <a:off x="6718302" y="2260598"/>
              <a:ext cx="1351241" cy="596907"/>
              <a:chOff x="0" y="-1"/>
              <a:chExt cx="1351240" cy="596906"/>
            </a:xfrm>
          </p:grpSpPr>
          <p:grpSp>
            <p:nvGrpSpPr>
              <p:cNvPr id="1299" name="Shape 923"/>
              <p:cNvGrpSpPr/>
              <p:nvPr/>
            </p:nvGrpSpPr>
            <p:grpSpPr>
              <a:xfrm>
                <a:off x="-1" y="-2"/>
                <a:ext cx="635006" cy="596907"/>
                <a:chOff x="0" y="0"/>
                <a:chExt cx="635004" cy="596906"/>
              </a:xfrm>
            </p:grpSpPr>
            <p:sp>
              <p:nvSpPr>
                <p:cNvPr id="1297" name="矩形"/>
                <p:cNvSpPr/>
                <p:nvPr/>
              </p:nvSpPr>
              <p:spPr>
                <a:xfrm>
                  <a:off x="0" y="-1"/>
                  <a:ext cx="635006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98" name="60"/>
                <p:cNvSpPr txBox="1"/>
                <p:nvPr/>
              </p:nvSpPr>
              <p:spPr>
                <a:xfrm>
                  <a:off x="0" y="52004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60</a:t>
                  </a:r>
                </a:p>
              </p:txBody>
            </p:sp>
          </p:grpSp>
          <p:sp>
            <p:nvSpPr>
              <p:cNvPr id="1300" name="Shape 924"/>
              <p:cNvSpPr/>
              <p:nvPr/>
            </p:nvSpPr>
            <p:spPr>
              <a:xfrm>
                <a:off x="635000" y="0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1" name="Shape 925"/>
              <p:cNvSpPr/>
              <p:nvPr/>
            </p:nvSpPr>
            <p:spPr>
              <a:xfrm flipH="1">
                <a:off x="882579" y="323702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308" name="Group 930"/>
            <p:cNvGrpSpPr/>
            <p:nvPr/>
          </p:nvGrpSpPr>
          <p:grpSpPr>
            <a:xfrm>
              <a:off x="8039102" y="2260598"/>
              <a:ext cx="1351241" cy="596907"/>
              <a:chOff x="0" y="-1"/>
              <a:chExt cx="1351240" cy="596906"/>
            </a:xfrm>
          </p:grpSpPr>
          <p:grpSp>
            <p:nvGrpSpPr>
              <p:cNvPr id="1305" name="Shape 927"/>
              <p:cNvGrpSpPr/>
              <p:nvPr/>
            </p:nvGrpSpPr>
            <p:grpSpPr>
              <a:xfrm>
                <a:off x="-1" y="-2"/>
                <a:ext cx="635006" cy="596907"/>
                <a:chOff x="0" y="0"/>
                <a:chExt cx="635004" cy="596906"/>
              </a:xfrm>
            </p:grpSpPr>
            <p:sp>
              <p:nvSpPr>
                <p:cNvPr id="1303" name="矩形"/>
                <p:cNvSpPr/>
                <p:nvPr/>
              </p:nvSpPr>
              <p:spPr>
                <a:xfrm>
                  <a:off x="0" y="-1"/>
                  <a:ext cx="635006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04" name="75"/>
                <p:cNvSpPr txBox="1"/>
                <p:nvPr/>
              </p:nvSpPr>
              <p:spPr>
                <a:xfrm>
                  <a:off x="0" y="52004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75</a:t>
                  </a:r>
                </a:p>
              </p:txBody>
            </p:sp>
          </p:grpSp>
          <p:sp>
            <p:nvSpPr>
              <p:cNvPr id="1306" name="Shape 928"/>
              <p:cNvSpPr/>
              <p:nvPr/>
            </p:nvSpPr>
            <p:spPr>
              <a:xfrm>
                <a:off x="635000" y="0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7" name="Shape 929"/>
              <p:cNvSpPr/>
              <p:nvPr/>
            </p:nvSpPr>
            <p:spPr>
              <a:xfrm flipH="1">
                <a:off x="882579" y="323702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314" name="Group 934"/>
            <p:cNvGrpSpPr/>
            <p:nvPr/>
          </p:nvGrpSpPr>
          <p:grpSpPr>
            <a:xfrm>
              <a:off x="10541003" y="2260598"/>
              <a:ext cx="1351241" cy="596907"/>
              <a:chOff x="0" y="-1"/>
              <a:chExt cx="1351240" cy="596906"/>
            </a:xfrm>
          </p:grpSpPr>
          <p:grpSp>
            <p:nvGrpSpPr>
              <p:cNvPr id="1311" name="Shape 931"/>
              <p:cNvGrpSpPr/>
              <p:nvPr/>
            </p:nvGrpSpPr>
            <p:grpSpPr>
              <a:xfrm>
                <a:off x="-1" y="-2"/>
                <a:ext cx="635006" cy="596907"/>
                <a:chOff x="0" y="0"/>
                <a:chExt cx="635004" cy="596906"/>
              </a:xfrm>
            </p:grpSpPr>
            <p:sp>
              <p:nvSpPr>
                <p:cNvPr id="1309" name="矩形"/>
                <p:cNvSpPr/>
                <p:nvPr/>
              </p:nvSpPr>
              <p:spPr>
                <a:xfrm>
                  <a:off x="0" y="-1"/>
                  <a:ext cx="635006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10" name="80"/>
                <p:cNvSpPr txBox="1"/>
                <p:nvPr/>
              </p:nvSpPr>
              <p:spPr>
                <a:xfrm>
                  <a:off x="0" y="52004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80</a:t>
                  </a:r>
                </a:p>
              </p:txBody>
            </p:sp>
          </p:grpSp>
          <p:sp>
            <p:nvSpPr>
              <p:cNvPr id="1312" name="Shape 932"/>
              <p:cNvSpPr/>
              <p:nvPr/>
            </p:nvSpPr>
            <p:spPr>
              <a:xfrm>
                <a:off x="635000" y="0"/>
                <a:ext cx="368303" cy="596904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3" name="Shape 933"/>
              <p:cNvSpPr/>
              <p:nvPr/>
            </p:nvSpPr>
            <p:spPr>
              <a:xfrm flipH="1">
                <a:off x="882579" y="323702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317" name="Shape 935"/>
            <p:cNvGrpSpPr/>
            <p:nvPr/>
          </p:nvGrpSpPr>
          <p:grpSpPr>
            <a:xfrm>
              <a:off x="11874504" y="2260600"/>
              <a:ext cx="635005" cy="596906"/>
              <a:chOff x="-1" y="-1"/>
              <a:chExt cx="635004" cy="596904"/>
            </a:xfrm>
          </p:grpSpPr>
          <p:sp>
            <p:nvSpPr>
              <p:cNvPr id="1315" name="矩形"/>
              <p:cNvSpPr/>
              <p:nvPr/>
            </p:nvSpPr>
            <p:spPr>
              <a:xfrm>
                <a:off x="-2" y="-2"/>
                <a:ext cx="635006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6" name="∞"/>
              <p:cNvSpPr txBox="1"/>
              <p:nvPr/>
            </p:nvSpPr>
            <p:spPr>
              <a:xfrm>
                <a:off x="-2" y="52003"/>
                <a:ext cx="635006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∞</a:t>
                </a:r>
              </a:p>
            </p:txBody>
          </p:sp>
        </p:grpSp>
        <p:grpSp>
          <p:nvGrpSpPr>
            <p:cNvPr id="1320" name="Shape 936"/>
            <p:cNvGrpSpPr/>
            <p:nvPr/>
          </p:nvGrpSpPr>
          <p:grpSpPr>
            <a:xfrm>
              <a:off x="12509504" y="2260600"/>
              <a:ext cx="368305" cy="596906"/>
              <a:chOff x="0" y="-1"/>
              <a:chExt cx="368303" cy="596904"/>
            </a:xfrm>
          </p:grpSpPr>
          <p:sp>
            <p:nvSpPr>
              <p:cNvPr id="1318" name="矩形"/>
              <p:cNvSpPr/>
              <p:nvPr/>
            </p:nvSpPr>
            <p:spPr>
              <a:xfrm>
                <a:off x="-1" y="-2"/>
                <a:ext cx="368305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9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grpSp>
          <p:nvGrpSpPr>
            <p:cNvPr id="1324" name="Group 940"/>
            <p:cNvGrpSpPr/>
            <p:nvPr/>
          </p:nvGrpSpPr>
          <p:grpSpPr>
            <a:xfrm>
              <a:off x="-3" y="2260600"/>
              <a:ext cx="1351242" cy="596906"/>
              <a:chOff x="-1" y="-1"/>
              <a:chExt cx="1351241" cy="596904"/>
            </a:xfrm>
          </p:grpSpPr>
          <p:sp>
            <p:nvSpPr>
              <p:cNvPr id="1321" name="Shape 937"/>
              <p:cNvSpPr/>
              <p:nvPr/>
            </p:nvSpPr>
            <p:spPr>
              <a:xfrm>
                <a:off x="-2" y="-2"/>
                <a:ext cx="635004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22" name="Shape 938"/>
              <p:cNvSpPr/>
              <p:nvPr/>
            </p:nvSpPr>
            <p:spPr>
              <a:xfrm>
                <a:off x="635001" y="-2"/>
                <a:ext cx="368303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23" name="Shape 939"/>
              <p:cNvSpPr/>
              <p:nvPr/>
            </p:nvSpPr>
            <p:spPr>
              <a:xfrm flipH="1">
                <a:off x="882580" y="323702"/>
                <a:ext cx="468661" cy="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  <a:tailEnd type="oval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327" name="Shape 941"/>
            <p:cNvGrpSpPr/>
            <p:nvPr/>
          </p:nvGrpSpPr>
          <p:grpSpPr>
            <a:xfrm>
              <a:off x="12509504" y="1066799"/>
              <a:ext cx="368305" cy="596906"/>
              <a:chOff x="0" y="-1"/>
              <a:chExt cx="368303" cy="596904"/>
            </a:xfrm>
          </p:grpSpPr>
          <p:sp>
            <p:nvSpPr>
              <p:cNvPr id="1325" name="矩形"/>
              <p:cNvSpPr/>
              <p:nvPr/>
            </p:nvSpPr>
            <p:spPr>
              <a:xfrm>
                <a:off x="-1" y="-2"/>
                <a:ext cx="368305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26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328" name="Shape 942"/>
            <p:cNvSpPr/>
            <p:nvPr/>
          </p:nvSpPr>
          <p:spPr>
            <a:xfrm>
              <a:off x="6019802" y="106680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9" name="Shape 943"/>
            <p:cNvSpPr/>
            <p:nvPr/>
          </p:nvSpPr>
          <p:spPr>
            <a:xfrm>
              <a:off x="634998" y="106680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0" name="Shape 944"/>
            <p:cNvSpPr/>
            <p:nvPr/>
          </p:nvSpPr>
          <p:spPr>
            <a:xfrm flipH="1">
              <a:off x="916868" y="1389727"/>
              <a:ext cx="5085487" cy="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31" name="Shape 945"/>
            <p:cNvSpPr/>
            <p:nvPr/>
          </p:nvSpPr>
          <p:spPr>
            <a:xfrm flipH="1" flipV="1">
              <a:off x="6305551" y="1391773"/>
              <a:ext cx="3697149" cy="98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32" name="Shape 946"/>
            <p:cNvSpPr/>
            <p:nvPr/>
          </p:nvSpPr>
          <p:spPr>
            <a:xfrm>
              <a:off x="3340101" y="1663701"/>
              <a:ext cx="368302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3" name="Shape 947"/>
            <p:cNvSpPr/>
            <p:nvPr/>
          </p:nvSpPr>
          <p:spPr>
            <a:xfrm>
              <a:off x="634998" y="166370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4" name="Shape 948"/>
            <p:cNvSpPr/>
            <p:nvPr/>
          </p:nvSpPr>
          <p:spPr>
            <a:xfrm>
              <a:off x="8674103" y="166370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337" name="Shape 949"/>
            <p:cNvGrpSpPr/>
            <p:nvPr/>
          </p:nvGrpSpPr>
          <p:grpSpPr>
            <a:xfrm>
              <a:off x="12509504" y="1663699"/>
              <a:ext cx="368305" cy="596906"/>
              <a:chOff x="0" y="-1"/>
              <a:chExt cx="368303" cy="596904"/>
            </a:xfrm>
          </p:grpSpPr>
          <p:sp>
            <p:nvSpPr>
              <p:cNvPr id="1335" name="矩形"/>
              <p:cNvSpPr/>
              <p:nvPr/>
            </p:nvSpPr>
            <p:spPr>
              <a:xfrm>
                <a:off x="-1" y="-2"/>
                <a:ext cx="368305" cy="59690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36" name="⋀"/>
              <p:cNvSpPr txBox="1"/>
              <p:nvPr/>
            </p:nvSpPr>
            <p:spPr>
              <a:xfrm>
                <a:off x="-1" y="32709"/>
                <a:ext cx="368305" cy="531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57796" indent="57796" defTabSz="1295400">
                  <a:defRPr baseline="8822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⋀</a:t>
                </a:r>
              </a:p>
            </p:txBody>
          </p:sp>
        </p:grpSp>
        <p:sp>
          <p:nvSpPr>
            <p:cNvPr id="1338" name="Shape 950"/>
            <p:cNvSpPr/>
            <p:nvPr/>
          </p:nvSpPr>
          <p:spPr>
            <a:xfrm>
              <a:off x="6019802" y="1663701"/>
              <a:ext cx="368303" cy="59690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6" indent="57796" defTabSz="1295400">
                <a:defRPr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9" name="Shape 951"/>
            <p:cNvSpPr/>
            <p:nvPr/>
          </p:nvSpPr>
          <p:spPr>
            <a:xfrm flipH="1" flipV="1">
              <a:off x="936391" y="1979072"/>
              <a:ext cx="2422304" cy="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40" name="Shape 952"/>
            <p:cNvSpPr/>
            <p:nvPr/>
          </p:nvSpPr>
          <p:spPr>
            <a:xfrm flipH="1" flipV="1">
              <a:off x="3613067" y="1983090"/>
              <a:ext cx="2422303" cy="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41" name="Shape 953"/>
            <p:cNvSpPr/>
            <p:nvPr/>
          </p:nvSpPr>
          <p:spPr>
            <a:xfrm flipH="1" flipV="1">
              <a:off x="6292767" y="1983090"/>
              <a:ext cx="2422303" cy="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42" name="Shape 954"/>
            <p:cNvSpPr/>
            <p:nvPr/>
          </p:nvSpPr>
          <p:spPr>
            <a:xfrm flipH="1">
              <a:off x="10166253" y="2589922"/>
              <a:ext cx="418405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grpSp>
          <p:nvGrpSpPr>
            <p:cNvPr id="1345" name="Group 957"/>
            <p:cNvGrpSpPr/>
            <p:nvPr/>
          </p:nvGrpSpPr>
          <p:grpSpPr>
            <a:xfrm>
              <a:off x="8115303" y="2844798"/>
              <a:ext cx="362598" cy="745886"/>
              <a:chOff x="0" y="0"/>
              <a:chExt cx="362597" cy="745884"/>
            </a:xfrm>
          </p:grpSpPr>
          <p:sp>
            <p:nvSpPr>
              <p:cNvPr id="1343" name="Shape 955"/>
              <p:cNvSpPr/>
              <p:nvPr/>
            </p:nvSpPr>
            <p:spPr>
              <a:xfrm flipH="1">
                <a:off x="195810" y="-1"/>
                <a:ext cx="4" cy="40981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  <p:sp>
            <p:nvSpPr>
              <p:cNvPr id="1344" name="Shape 956"/>
              <p:cNvSpPr txBox="1"/>
              <p:nvPr/>
            </p:nvSpPr>
            <p:spPr>
              <a:xfrm>
                <a:off x="0" y="228668"/>
                <a:ext cx="362598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6" indent="57796" defTabSz="1295400">
                  <a:defRPr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</a:t>
                </a:r>
              </a:p>
            </p:txBody>
          </p:sp>
        </p:grpSp>
        <p:grpSp>
          <p:nvGrpSpPr>
            <p:cNvPr id="1352" name="Group 962"/>
            <p:cNvGrpSpPr/>
            <p:nvPr/>
          </p:nvGrpSpPr>
          <p:grpSpPr>
            <a:xfrm>
              <a:off x="9385302" y="1066800"/>
              <a:ext cx="1003306" cy="1790706"/>
              <a:chOff x="-1" y="-1"/>
              <a:chExt cx="1003304" cy="1790705"/>
            </a:xfrm>
          </p:grpSpPr>
          <p:grpSp>
            <p:nvGrpSpPr>
              <p:cNvPr id="1348" name="Shape 958"/>
              <p:cNvGrpSpPr/>
              <p:nvPr/>
            </p:nvGrpSpPr>
            <p:grpSpPr>
              <a:xfrm>
                <a:off x="-2" y="1193799"/>
                <a:ext cx="635006" cy="596905"/>
                <a:chOff x="0" y="-1"/>
                <a:chExt cx="635004" cy="596904"/>
              </a:xfrm>
            </p:grpSpPr>
            <p:sp>
              <p:nvSpPr>
                <p:cNvPr id="1346" name="矩形"/>
                <p:cNvSpPr/>
                <p:nvPr/>
              </p:nvSpPr>
              <p:spPr>
                <a:xfrm>
                  <a:off x="-1" y="-2"/>
                  <a:ext cx="635006" cy="596906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47" name="77"/>
                <p:cNvSpPr txBox="1"/>
                <p:nvPr/>
              </p:nvSpPr>
              <p:spPr>
                <a:xfrm>
                  <a:off x="-1" y="52003"/>
                  <a:ext cx="635006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R="57796" indent="57796" defTabSz="1295400"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77</a:t>
                  </a:r>
                </a:p>
              </p:txBody>
            </p:sp>
          </p:grpSp>
          <p:sp>
            <p:nvSpPr>
              <p:cNvPr id="1349" name="Shape 959"/>
              <p:cNvSpPr/>
              <p:nvPr/>
            </p:nvSpPr>
            <p:spPr>
              <a:xfrm>
                <a:off x="635001" y="119380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50" name="Shape 960"/>
              <p:cNvSpPr/>
              <p:nvPr/>
            </p:nvSpPr>
            <p:spPr>
              <a:xfrm>
                <a:off x="635001" y="-2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51" name="Shape 961"/>
              <p:cNvSpPr/>
              <p:nvPr/>
            </p:nvSpPr>
            <p:spPr>
              <a:xfrm>
                <a:off x="635001" y="596900"/>
                <a:ext cx="368303" cy="596903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6" indent="57796" defTabSz="1295400">
                  <a:defRPr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355" name="Group 965"/>
            <p:cNvGrpSpPr/>
            <p:nvPr/>
          </p:nvGrpSpPr>
          <p:grpSpPr>
            <a:xfrm>
              <a:off x="5918200" y="-3"/>
              <a:ext cx="489598" cy="1071898"/>
              <a:chOff x="0" y="-1"/>
              <a:chExt cx="489597" cy="1071896"/>
            </a:xfrm>
          </p:grpSpPr>
          <p:sp>
            <p:nvSpPr>
              <p:cNvPr id="1353" name="Shape 963"/>
              <p:cNvSpPr txBox="1"/>
              <p:nvPr/>
            </p:nvSpPr>
            <p:spPr>
              <a:xfrm>
                <a:off x="0" y="-2"/>
                <a:ext cx="489598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6" indent="57796" defTabSz="1295400"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p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1354" name="Shape 964"/>
              <p:cNvSpPr/>
              <p:nvPr/>
            </p:nvSpPr>
            <p:spPr>
              <a:xfrm flipV="1">
                <a:off x="262797" y="479078"/>
                <a:ext cx="6" cy="59281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grpSp>
          <p:nvGrpSpPr>
            <p:cNvPr id="1358" name="Group 968"/>
            <p:cNvGrpSpPr/>
            <p:nvPr/>
          </p:nvGrpSpPr>
          <p:grpSpPr>
            <a:xfrm>
              <a:off x="8648701" y="635000"/>
              <a:ext cx="489598" cy="1071896"/>
              <a:chOff x="0" y="0"/>
              <a:chExt cx="489597" cy="1071895"/>
            </a:xfrm>
          </p:grpSpPr>
          <p:sp>
            <p:nvSpPr>
              <p:cNvPr id="1356" name="Shape 966"/>
              <p:cNvSpPr txBox="1"/>
              <p:nvPr/>
            </p:nvSpPr>
            <p:spPr>
              <a:xfrm>
                <a:off x="-1" y="-1"/>
                <a:ext cx="489598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6" indent="57796" defTabSz="1295400"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p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1357" name="Shape 967"/>
              <p:cNvSpPr/>
              <p:nvPr/>
            </p:nvSpPr>
            <p:spPr>
              <a:xfrm flipV="1">
                <a:off x="262796" y="479078"/>
                <a:ext cx="6" cy="59281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96">
                  <a:defRPr>
                    <a:latin typeface="+mj-lt"/>
                    <a:ea typeface="+mj-ea"/>
                    <a:cs typeface="+mj-cs"/>
                    <a:sym typeface="Helvetica"/>
                  </a:defRPr>
                </a:pPr>
              </a:p>
            </p:txBody>
          </p:sp>
        </p:grpSp>
        <p:sp>
          <p:nvSpPr>
            <p:cNvPr id="1359" name="Shape 969"/>
            <p:cNvSpPr/>
            <p:nvPr/>
          </p:nvSpPr>
          <p:spPr>
            <a:xfrm flipH="1" flipV="1">
              <a:off x="10252409" y="1980144"/>
              <a:ext cx="2272931" cy="3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60" name="Shape 970"/>
            <p:cNvSpPr/>
            <p:nvPr/>
          </p:nvSpPr>
          <p:spPr>
            <a:xfrm flipH="1">
              <a:off x="8896291" y="1980753"/>
              <a:ext cx="1112702" cy="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61" name="Shape 971"/>
            <p:cNvSpPr/>
            <p:nvPr/>
          </p:nvSpPr>
          <p:spPr>
            <a:xfrm flipH="1" flipV="1">
              <a:off x="10255186" y="1413506"/>
              <a:ext cx="2282713" cy="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 type="stealth" w="med" len="med"/>
              <a:tailEnd type="oval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6">
                <a:defRPr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</p:grpSp>
      <p:sp>
        <p:nvSpPr>
          <p:cNvPr id="1363" name="Shape 973"/>
          <p:cNvSpPr txBox="1"/>
          <p:nvPr/>
        </p:nvSpPr>
        <p:spPr>
          <a:xfrm>
            <a:off x="2076450" y="5499277"/>
            <a:ext cx="8775700" cy="248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647700">
              <a:lnSpc>
                <a:spcPct val="120000"/>
              </a:lnSpc>
              <a:defRPr sz="2800"/>
            </a:lvl1pPr>
          </a:lstStyle>
          <a:p>
            <a:pPr/>
            <a:r>
              <a:t>首先查找77，在降级的时候记住p2,p1和p，分别调整p2，p1，p 所指向结点的指针。当某一级的链表为空链表时，即head直接指向了尾结点时，要减少链表的最高级。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Shape 975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跳表－随机算法</a:t>
            </a:r>
          </a:p>
        </p:txBody>
      </p:sp>
      <p:sp>
        <p:nvSpPr>
          <p:cNvPr id="1366" name="Shape 976"/>
          <p:cNvSpPr txBox="1"/>
          <p:nvPr/>
        </p:nvSpPr>
        <p:spPr>
          <a:xfrm>
            <a:off x="1425248" y="1378371"/>
            <a:ext cx="7484395" cy="1184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N: 表中key-value对的个数（即结点的个数）</a:t>
            </a:r>
          </a:p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p:  概率(0&lt;= p &lt;=1)</a:t>
            </a:r>
          </a:p>
        </p:txBody>
      </p:sp>
      <p:grpSp>
        <p:nvGrpSpPr>
          <p:cNvPr id="1444" name="Group 1032"/>
          <p:cNvGrpSpPr/>
          <p:nvPr/>
        </p:nvGrpSpPr>
        <p:grpSpPr>
          <a:xfrm>
            <a:off x="266690" y="2950722"/>
            <a:ext cx="12160910" cy="1790717"/>
            <a:chOff x="-4" y="-4"/>
            <a:chExt cx="12160908" cy="1790716"/>
          </a:xfrm>
        </p:grpSpPr>
        <p:grpSp>
          <p:nvGrpSpPr>
            <p:cNvPr id="1440" name="Group 1028"/>
            <p:cNvGrpSpPr/>
            <p:nvPr/>
          </p:nvGrpSpPr>
          <p:grpSpPr>
            <a:xfrm>
              <a:off x="-5" y="-5"/>
              <a:ext cx="11722122" cy="1790718"/>
              <a:chOff x="-3" y="-3"/>
              <a:chExt cx="11722120" cy="1790716"/>
            </a:xfrm>
          </p:grpSpPr>
          <p:grpSp>
            <p:nvGrpSpPr>
              <p:cNvPr id="1419" name="Group 1011"/>
              <p:cNvGrpSpPr/>
              <p:nvPr/>
            </p:nvGrpSpPr>
            <p:grpSpPr>
              <a:xfrm>
                <a:off x="-4" y="1193801"/>
                <a:ext cx="11722122" cy="596913"/>
                <a:chOff x="-2" y="-2"/>
                <a:chExt cx="11722120" cy="596912"/>
              </a:xfrm>
            </p:grpSpPr>
            <p:grpSp>
              <p:nvGrpSpPr>
                <p:cNvPr id="1372" name="Group 980"/>
                <p:cNvGrpSpPr/>
                <p:nvPr/>
              </p:nvGrpSpPr>
              <p:grpSpPr>
                <a:xfrm>
                  <a:off x="1358897" y="-3"/>
                  <a:ext cx="1351246" cy="596913"/>
                  <a:chOff x="-2" y="-1"/>
                  <a:chExt cx="1351244" cy="596911"/>
                </a:xfrm>
              </p:grpSpPr>
              <p:grpSp>
                <p:nvGrpSpPr>
                  <p:cNvPr id="1369" name="Shape 977"/>
                  <p:cNvGrpSpPr/>
                  <p:nvPr/>
                </p:nvGrpSpPr>
                <p:grpSpPr>
                  <a:xfrm>
                    <a:off x="-3" y="-2"/>
                    <a:ext cx="635009" cy="596911"/>
                    <a:chOff x="0" y="0"/>
                    <a:chExt cx="635007" cy="596910"/>
                  </a:xfrm>
                </p:grpSpPr>
                <p:sp>
                  <p:nvSpPr>
                    <p:cNvPr id="1367" name="矩形"/>
                    <p:cNvSpPr/>
                    <p:nvPr/>
                  </p:nvSpPr>
                  <p:spPr>
                    <a:xfrm>
                      <a:off x="-1" y="-1"/>
                      <a:ext cx="635009" cy="596911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368" name="20"/>
                    <p:cNvSpPr txBox="1"/>
                    <p:nvPr/>
                  </p:nvSpPr>
                  <p:spPr>
                    <a:xfrm>
                      <a:off x="-1" y="52003"/>
                      <a:ext cx="635009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20</a:t>
                      </a:r>
                    </a:p>
                  </p:txBody>
                </p:sp>
              </p:grpSp>
              <p:sp>
                <p:nvSpPr>
                  <p:cNvPr id="1370" name="Shape 978"/>
                  <p:cNvSpPr/>
                  <p:nvPr/>
                </p:nvSpPr>
                <p:spPr>
                  <a:xfrm>
                    <a:off x="635003" y="-1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371" name="Shape 979"/>
                  <p:cNvSpPr/>
                  <p:nvPr/>
                </p:nvSpPr>
                <p:spPr>
                  <a:xfrm flipH="1">
                    <a:off x="882582" y="323705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1378" name="Group 984"/>
                <p:cNvGrpSpPr/>
                <p:nvPr/>
              </p:nvGrpSpPr>
              <p:grpSpPr>
                <a:xfrm>
                  <a:off x="2705100" y="-3"/>
                  <a:ext cx="1351244" cy="596913"/>
                  <a:chOff x="-1" y="-1"/>
                  <a:chExt cx="1351243" cy="596911"/>
                </a:xfrm>
              </p:grpSpPr>
              <p:grpSp>
                <p:nvGrpSpPr>
                  <p:cNvPr id="1375" name="Shape 981"/>
                  <p:cNvGrpSpPr/>
                  <p:nvPr/>
                </p:nvGrpSpPr>
                <p:grpSpPr>
                  <a:xfrm>
                    <a:off x="-2" y="-2"/>
                    <a:ext cx="635006" cy="596911"/>
                    <a:chOff x="0" y="0"/>
                    <a:chExt cx="635004" cy="596910"/>
                  </a:xfrm>
                </p:grpSpPr>
                <p:sp>
                  <p:nvSpPr>
                    <p:cNvPr id="1373" name="矩形"/>
                    <p:cNvSpPr/>
                    <p:nvPr/>
                  </p:nvSpPr>
                  <p:spPr>
                    <a:xfrm>
                      <a:off x="-1" y="-1"/>
                      <a:ext cx="635006" cy="596911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374" name="24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24</a:t>
                      </a:r>
                    </a:p>
                  </p:txBody>
                </p:sp>
              </p:grpSp>
              <p:sp>
                <p:nvSpPr>
                  <p:cNvPr id="1376" name="Shape 982"/>
                  <p:cNvSpPr/>
                  <p:nvPr/>
                </p:nvSpPr>
                <p:spPr>
                  <a:xfrm>
                    <a:off x="635002" y="-1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377" name="Shape 983"/>
                  <p:cNvSpPr/>
                  <p:nvPr/>
                </p:nvSpPr>
                <p:spPr>
                  <a:xfrm flipH="1">
                    <a:off x="882581" y="323705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1384" name="Group 988"/>
                <p:cNvGrpSpPr/>
                <p:nvPr/>
              </p:nvGrpSpPr>
              <p:grpSpPr>
                <a:xfrm>
                  <a:off x="4051302" y="-3"/>
                  <a:ext cx="1351245" cy="596913"/>
                  <a:chOff x="-1" y="-1"/>
                  <a:chExt cx="1351243" cy="596911"/>
                </a:xfrm>
              </p:grpSpPr>
              <p:grpSp>
                <p:nvGrpSpPr>
                  <p:cNvPr id="1381" name="Shape 985"/>
                  <p:cNvGrpSpPr/>
                  <p:nvPr/>
                </p:nvGrpSpPr>
                <p:grpSpPr>
                  <a:xfrm>
                    <a:off x="-2" y="-2"/>
                    <a:ext cx="635006" cy="596911"/>
                    <a:chOff x="0" y="0"/>
                    <a:chExt cx="635004" cy="596910"/>
                  </a:xfrm>
                </p:grpSpPr>
                <p:sp>
                  <p:nvSpPr>
                    <p:cNvPr id="1379" name="矩形"/>
                    <p:cNvSpPr/>
                    <p:nvPr/>
                  </p:nvSpPr>
                  <p:spPr>
                    <a:xfrm>
                      <a:off x="-1" y="-1"/>
                      <a:ext cx="635006" cy="596911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380" name="30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30</a:t>
                      </a:r>
                    </a:p>
                  </p:txBody>
                </p:sp>
              </p:grpSp>
              <p:sp>
                <p:nvSpPr>
                  <p:cNvPr id="1382" name="Shape 986"/>
                  <p:cNvSpPr/>
                  <p:nvPr/>
                </p:nvSpPr>
                <p:spPr>
                  <a:xfrm>
                    <a:off x="635002" y="-1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383" name="Shape 987"/>
                  <p:cNvSpPr/>
                  <p:nvPr/>
                </p:nvSpPr>
                <p:spPr>
                  <a:xfrm flipH="1">
                    <a:off x="882581" y="323705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1390" name="Group 992"/>
                <p:cNvGrpSpPr/>
                <p:nvPr/>
              </p:nvGrpSpPr>
              <p:grpSpPr>
                <a:xfrm>
                  <a:off x="5384803" y="-3"/>
                  <a:ext cx="1351246" cy="596913"/>
                  <a:chOff x="-2" y="-1"/>
                  <a:chExt cx="1351244" cy="596911"/>
                </a:xfrm>
              </p:grpSpPr>
              <p:grpSp>
                <p:nvGrpSpPr>
                  <p:cNvPr id="1387" name="Shape 989"/>
                  <p:cNvGrpSpPr/>
                  <p:nvPr/>
                </p:nvGrpSpPr>
                <p:grpSpPr>
                  <a:xfrm>
                    <a:off x="-3" y="-2"/>
                    <a:ext cx="635008" cy="596911"/>
                    <a:chOff x="0" y="0"/>
                    <a:chExt cx="635006" cy="596910"/>
                  </a:xfrm>
                </p:grpSpPr>
                <p:sp>
                  <p:nvSpPr>
                    <p:cNvPr id="1385" name="矩形"/>
                    <p:cNvSpPr/>
                    <p:nvPr/>
                  </p:nvSpPr>
                  <p:spPr>
                    <a:xfrm>
                      <a:off x="-1" y="-1"/>
                      <a:ext cx="635007" cy="596911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386" name="40"/>
                    <p:cNvSpPr txBox="1"/>
                    <p:nvPr/>
                  </p:nvSpPr>
                  <p:spPr>
                    <a:xfrm>
                      <a:off x="-1" y="52003"/>
                      <a:ext cx="635007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40</a:t>
                      </a:r>
                    </a:p>
                  </p:txBody>
                </p:sp>
              </p:grpSp>
              <p:sp>
                <p:nvSpPr>
                  <p:cNvPr id="1388" name="Shape 990"/>
                  <p:cNvSpPr/>
                  <p:nvPr/>
                </p:nvSpPr>
                <p:spPr>
                  <a:xfrm>
                    <a:off x="635003" y="-1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389" name="Shape 991"/>
                  <p:cNvSpPr/>
                  <p:nvPr/>
                </p:nvSpPr>
                <p:spPr>
                  <a:xfrm flipH="1">
                    <a:off x="882582" y="323705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1396" name="Group 996"/>
                <p:cNvGrpSpPr/>
                <p:nvPr/>
              </p:nvGrpSpPr>
              <p:grpSpPr>
                <a:xfrm>
                  <a:off x="6718304" y="-3"/>
                  <a:ext cx="1351245" cy="596913"/>
                  <a:chOff x="-2" y="-1"/>
                  <a:chExt cx="1351244" cy="596911"/>
                </a:xfrm>
              </p:grpSpPr>
              <p:grpSp>
                <p:nvGrpSpPr>
                  <p:cNvPr id="1393" name="Shape 993"/>
                  <p:cNvGrpSpPr/>
                  <p:nvPr/>
                </p:nvGrpSpPr>
                <p:grpSpPr>
                  <a:xfrm>
                    <a:off x="-3" y="-2"/>
                    <a:ext cx="635008" cy="596911"/>
                    <a:chOff x="0" y="0"/>
                    <a:chExt cx="635006" cy="596910"/>
                  </a:xfrm>
                </p:grpSpPr>
                <p:sp>
                  <p:nvSpPr>
                    <p:cNvPr id="1391" name="矩形"/>
                    <p:cNvSpPr/>
                    <p:nvPr/>
                  </p:nvSpPr>
                  <p:spPr>
                    <a:xfrm>
                      <a:off x="-1" y="-1"/>
                      <a:ext cx="635007" cy="596911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392" name="60"/>
                    <p:cNvSpPr txBox="1"/>
                    <p:nvPr/>
                  </p:nvSpPr>
                  <p:spPr>
                    <a:xfrm>
                      <a:off x="-1" y="52003"/>
                      <a:ext cx="635007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60</a:t>
                      </a:r>
                    </a:p>
                  </p:txBody>
                </p:sp>
              </p:grpSp>
              <p:sp>
                <p:nvSpPr>
                  <p:cNvPr id="1394" name="Shape 994"/>
                  <p:cNvSpPr/>
                  <p:nvPr/>
                </p:nvSpPr>
                <p:spPr>
                  <a:xfrm>
                    <a:off x="635003" y="-1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395" name="Shape 995"/>
                  <p:cNvSpPr/>
                  <p:nvPr/>
                </p:nvSpPr>
                <p:spPr>
                  <a:xfrm flipH="1">
                    <a:off x="882582" y="323705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1402" name="Group 1000"/>
                <p:cNvGrpSpPr/>
                <p:nvPr/>
              </p:nvGrpSpPr>
              <p:grpSpPr>
                <a:xfrm>
                  <a:off x="8039107" y="-3"/>
                  <a:ext cx="1351245" cy="596913"/>
                  <a:chOff x="-1" y="-1"/>
                  <a:chExt cx="1351243" cy="596911"/>
                </a:xfrm>
              </p:grpSpPr>
              <p:grpSp>
                <p:nvGrpSpPr>
                  <p:cNvPr id="1399" name="Shape 997"/>
                  <p:cNvGrpSpPr/>
                  <p:nvPr/>
                </p:nvGrpSpPr>
                <p:grpSpPr>
                  <a:xfrm>
                    <a:off x="-2" y="-2"/>
                    <a:ext cx="635006" cy="596911"/>
                    <a:chOff x="0" y="0"/>
                    <a:chExt cx="635004" cy="596910"/>
                  </a:xfrm>
                </p:grpSpPr>
                <p:sp>
                  <p:nvSpPr>
                    <p:cNvPr id="1397" name="矩形"/>
                    <p:cNvSpPr/>
                    <p:nvPr/>
                  </p:nvSpPr>
                  <p:spPr>
                    <a:xfrm>
                      <a:off x="-1" y="-1"/>
                      <a:ext cx="635006" cy="596911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398" name="75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75</a:t>
                      </a:r>
                    </a:p>
                  </p:txBody>
                </p:sp>
              </p:grpSp>
              <p:sp>
                <p:nvSpPr>
                  <p:cNvPr id="1400" name="Shape 998"/>
                  <p:cNvSpPr/>
                  <p:nvPr/>
                </p:nvSpPr>
                <p:spPr>
                  <a:xfrm>
                    <a:off x="635002" y="-1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01" name="Shape 999"/>
                  <p:cNvSpPr/>
                  <p:nvPr/>
                </p:nvSpPr>
                <p:spPr>
                  <a:xfrm flipH="1">
                    <a:off x="882581" y="323705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1408" name="Group 1004"/>
                <p:cNvGrpSpPr/>
                <p:nvPr/>
              </p:nvGrpSpPr>
              <p:grpSpPr>
                <a:xfrm>
                  <a:off x="9385308" y="-3"/>
                  <a:ext cx="1351244" cy="596913"/>
                  <a:chOff x="-1" y="-1"/>
                  <a:chExt cx="1351243" cy="596911"/>
                </a:xfrm>
              </p:grpSpPr>
              <p:grpSp>
                <p:nvGrpSpPr>
                  <p:cNvPr id="1405" name="Shape 1001"/>
                  <p:cNvGrpSpPr/>
                  <p:nvPr/>
                </p:nvGrpSpPr>
                <p:grpSpPr>
                  <a:xfrm>
                    <a:off x="-2" y="-2"/>
                    <a:ext cx="635006" cy="596911"/>
                    <a:chOff x="0" y="0"/>
                    <a:chExt cx="635004" cy="596910"/>
                  </a:xfrm>
                </p:grpSpPr>
                <p:sp>
                  <p:nvSpPr>
                    <p:cNvPr id="1403" name="矩形"/>
                    <p:cNvSpPr/>
                    <p:nvPr/>
                  </p:nvSpPr>
                  <p:spPr>
                    <a:xfrm>
                      <a:off x="-1" y="-1"/>
                      <a:ext cx="635006" cy="596911"/>
                    </a:xfrm>
                    <a:prstGeom prst="rect">
                      <a:avLst/>
                    </a:pr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404" name="80"/>
                    <p:cNvSpPr txBox="1"/>
                    <p:nvPr/>
                  </p:nvSpPr>
                  <p:spPr>
                    <a:xfrm>
                      <a:off x="-1" y="52003"/>
                      <a:ext cx="635006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>
                      <a:lvl1pPr marR="57796" indent="57796" defTabSz="1295400"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80</a:t>
                      </a:r>
                    </a:p>
                  </p:txBody>
                </p:sp>
              </p:grpSp>
              <p:sp>
                <p:nvSpPr>
                  <p:cNvPr id="1406" name="Shape 1002"/>
                  <p:cNvSpPr/>
                  <p:nvPr/>
                </p:nvSpPr>
                <p:spPr>
                  <a:xfrm>
                    <a:off x="635002" y="-1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07" name="Shape 1003"/>
                  <p:cNvSpPr/>
                  <p:nvPr/>
                </p:nvSpPr>
                <p:spPr>
                  <a:xfrm flipH="1">
                    <a:off x="882581" y="323705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  <p:grpSp>
              <p:nvGrpSpPr>
                <p:cNvPr id="1411" name="Shape 1005"/>
                <p:cNvGrpSpPr/>
                <p:nvPr/>
              </p:nvGrpSpPr>
              <p:grpSpPr>
                <a:xfrm>
                  <a:off x="10718812" y="-3"/>
                  <a:ext cx="635006" cy="596912"/>
                  <a:chOff x="0" y="-1"/>
                  <a:chExt cx="635004" cy="596910"/>
                </a:xfrm>
              </p:grpSpPr>
              <p:sp>
                <p:nvSpPr>
                  <p:cNvPr id="1409" name="矩形"/>
                  <p:cNvSpPr/>
                  <p:nvPr/>
                </p:nvSpPr>
                <p:spPr>
                  <a:xfrm>
                    <a:off x="-1" y="-2"/>
                    <a:ext cx="635006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10" name="∞"/>
                  <p:cNvSpPr txBox="1"/>
                  <p:nvPr/>
                </p:nvSpPr>
                <p:spPr>
                  <a:xfrm>
                    <a:off x="-1" y="52003"/>
                    <a:ext cx="635006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∞</a:t>
                    </a:r>
                  </a:p>
                </p:txBody>
              </p:sp>
            </p:grpSp>
            <p:grpSp>
              <p:nvGrpSpPr>
                <p:cNvPr id="1414" name="Shape 1006"/>
                <p:cNvGrpSpPr/>
                <p:nvPr/>
              </p:nvGrpSpPr>
              <p:grpSpPr>
                <a:xfrm>
                  <a:off x="11353814" y="-3"/>
                  <a:ext cx="368305" cy="596912"/>
                  <a:chOff x="-1" y="-1"/>
                  <a:chExt cx="368303" cy="596910"/>
                </a:xfrm>
              </p:grpSpPr>
              <p:sp>
                <p:nvSpPr>
                  <p:cNvPr id="1412" name="矩形"/>
                  <p:cNvSpPr/>
                  <p:nvPr/>
                </p:nvSpPr>
                <p:spPr>
                  <a:xfrm>
                    <a:off x="-2" y="-2"/>
                    <a:ext cx="368305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13" name="⋀"/>
                  <p:cNvSpPr txBox="1"/>
                  <p:nvPr/>
                </p:nvSpPr>
                <p:spPr>
                  <a:xfrm>
                    <a:off x="-2" y="32709"/>
                    <a:ext cx="368305" cy="53148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baseline="8822" sz="3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⋀</a:t>
                    </a:r>
                  </a:p>
                </p:txBody>
              </p:sp>
            </p:grpSp>
            <p:grpSp>
              <p:nvGrpSpPr>
                <p:cNvPr id="1418" name="Group 1010"/>
                <p:cNvGrpSpPr/>
                <p:nvPr/>
              </p:nvGrpSpPr>
              <p:grpSpPr>
                <a:xfrm>
                  <a:off x="-3" y="-3"/>
                  <a:ext cx="1351244" cy="596912"/>
                  <a:chOff x="-1" y="-1"/>
                  <a:chExt cx="1351242" cy="596910"/>
                </a:xfrm>
              </p:grpSpPr>
              <p:sp>
                <p:nvSpPr>
                  <p:cNvPr id="1415" name="Shape 1007"/>
                  <p:cNvSpPr/>
                  <p:nvPr/>
                </p:nvSpPr>
                <p:spPr>
                  <a:xfrm>
                    <a:off x="-2" y="-2"/>
                    <a:ext cx="635005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16" name="Shape 1008"/>
                  <p:cNvSpPr/>
                  <p:nvPr/>
                </p:nvSpPr>
                <p:spPr>
                  <a:xfrm>
                    <a:off x="635002" y="-2"/>
                    <a:ext cx="368303" cy="596912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17" name="Shape 1009"/>
                  <p:cNvSpPr/>
                  <p:nvPr/>
                </p:nvSpPr>
                <p:spPr>
                  <a:xfrm flipH="1">
                    <a:off x="882581" y="323704"/>
                    <a:ext cx="468661" cy="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oval" w="med" len="med"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indent="57796">
                      <a:defRPr>
                        <a:latin typeface="+mj-lt"/>
                        <a:ea typeface="+mj-ea"/>
                        <a:cs typeface="+mj-cs"/>
                        <a:sym typeface="Helvetica"/>
                      </a:defRPr>
                    </a:pPr>
                  </a:p>
                </p:txBody>
              </p:sp>
            </p:grpSp>
          </p:grpSp>
          <p:grpSp>
            <p:nvGrpSpPr>
              <p:cNvPr id="1427" name="Group 1017"/>
              <p:cNvGrpSpPr/>
              <p:nvPr/>
            </p:nvGrpSpPr>
            <p:grpSpPr>
              <a:xfrm>
                <a:off x="635002" y="-4"/>
                <a:ext cx="11074415" cy="596911"/>
                <a:chOff x="-1" y="-2"/>
                <a:chExt cx="11074414" cy="596909"/>
              </a:xfrm>
            </p:grpSpPr>
            <p:grpSp>
              <p:nvGrpSpPr>
                <p:cNvPr id="1422" name="Shape 1012"/>
                <p:cNvGrpSpPr/>
                <p:nvPr/>
              </p:nvGrpSpPr>
              <p:grpSpPr>
                <a:xfrm>
                  <a:off x="10706109" y="-3"/>
                  <a:ext cx="368305" cy="596911"/>
                  <a:chOff x="0" y="0"/>
                  <a:chExt cx="368303" cy="596909"/>
                </a:xfrm>
              </p:grpSpPr>
              <p:sp>
                <p:nvSpPr>
                  <p:cNvPr id="1420" name="矩形"/>
                  <p:cNvSpPr/>
                  <p:nvPr/>
                </p:nvSpPr>
                <p:spPr>
                  <a:xfrm>
                    <a:off x="-1" y="-1"/>
                    <a:ext cx="368305" cy="596910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21" name="⋀"/>
                  <p:cNvSpPr txBox="1"/>
                  <p:nvPr/>
                </p:nvSpPr>
                <p:spPr>
                  <a:xfrm>
                    <a:off x="-1" y="32709"/>
                    <a:ext cx="368305" cy="5314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baseline="8822" sz="3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⋀</a:t>
                    </a:r>
                  </a:p>
                </p:txBody>
              </p:sp>
            </p:grpSp>
            <p:sp>
              <p:nvSpPr>
                <p:cNvPr id="1423" name="Shape 1013"/>
                <p:cNvSpPr/>
                <p:nvPr/>
              </p:nvSpPr>
              <p:spPr>
                <a:xfrm>
                  <a:off x="5384805" y="-1"/>
                  <a:ext cx="368303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24" name="Shape 1014"/>
                <p:cNvSpPr/>
                <p:nvPr/>
              </p:nvSpPr>
              <p:spPr>
                <a:xfrm>
                  <a:off x="-2" y="-1"/>
                  <a:ext cx="368303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25" name="Shape 1015"/>
                <p:cNvSpPr/>
                <p:nvPr/>
              </p:nvSpPr>
              <p:spPr>
                <a:xfrm flipH="1">
                  <a:off x="281866" y="322930"/>
                  <a:ext cx="5085489" cy="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1426" name="Shape 1016"/>
                <p:cNvSpPr/>
                <p:nvPr/>
              </p:nvSpPr>
              <p:spPr>
                <a:xfrm flipH="1">
                  <a:off x="5670551" y="324840"/>
                  <a:ext cx="5044592" cy="2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</p:grpSp>
          <p:grpSp>
            <p:nvGrpSpPr>
              <p:cNvPr id="1439" name="Group 1027"/>
              <p:cNvGrpSpPr/>
              <p:nvPr/>
            </p:nvGrpSpPr>
            <p:grpSpPr>
              <a:xfrm>
                <a:off x="635002" y="596901"/>
                <a:ext cx="11087115" cy="596910"/>
                <a:chOff x="-1" y="-2"/>
                <a:chExt cx="11087114" cy="596909"/>
              </a:xfrm>
            </p:grpSpPr>
            <p:sp>
              <p:nvSpPr>
                <p:cNvPr id="1428" name="Shape 1018"/>
                <p:cNvSpPr/>
                <p:nvPr/>
              </p:nvSpPr>
              <p:spPr>
                <a:xfrm>
                  <a:off x="2705100" y="-1"/>
                  <a:ext cx="368303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29" name="Shape 1019"/>
                <p:cNvSpPr/>
                <p:nvPr/>
              </p:nvSpPr>
              <p:spPr>
                <a:xfrm>
                  <a:off x="-2" y="-1"/>
                  <a:ext cx="368303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30" name="Shape 1020"/>
                <p:cNvSpPr/>
                <p:nvPr/>
              </p:nvSpPr>
              <p:spPr>
                <a:xfrm>
                  <a:off x="8039106" y="-1"/>
                  <a:ext cx="368303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grpSp>
              <p:nvGrpSpPr>
                <p:cNvPr id="1433" name="Shape 1021"/>
                <p:cNvGrpSpPr/>
                <p:nvPr/>
              </p:nvGrpSpPr>
              <p:grpSpPr>
                <a:xfrm>
                  <a:off x="10718809" y="-3"/>
                  <a:ext cx="368305" cy="596911"/>
                  <a:chOff x="0" y="0"/>
                  <a:chExt cx="368303" cy="596909"/>
                </a:xfrm>
              </p:grpSpPr>
              <p:sp>
                <p:nvSpPr>
                  <p:cNvPr id="1431" name="矩形"/>
                  <p:cNvSpPr/>
                  <p:nvPr/>
                </p:nvSpPr>
                <p:spPr>
                  <a:xfrm>
                    <a:off x="-1" y="-1"/>
                    <a:ext cx="368305" cy="596910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6" indent="57796" defTabSz="1295400">
                      <a:defRPr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432" name="⋀"/>
                  <p:cNvSpPr txBox="1"/>
                  <p:nvPr/>
                </p:nvSpPr>
                <p:spPr>
                  <a:xfrm>
                    <a:off x="-1" y="32709"/>
                    <a:ext cx="368305" cy="5314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>
                    <a:lvl1pPr marR="57796" indent="57796" defTabSz="1295400">
                      <a:defRPr baseline="8822" sz="3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⋀</a:t>
                    </a:r>
                  </a:p>
                </p:txBody>
              </p:sp>
            </p:grpSp>
            <p:sp>
              <p:nvSpPr>
                <p:cNvPr id="1434" name="Shape 1022"/>
                <p:cNvSpPr/>
                <p:nvPr/>
              </p:nvSpPr>
              <p:spPr>
                <a:xfrm>
                  <a:off x="5384805" y="-1"/>
                  <a:ext cx="368303" cy="596907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6" indent="57796" defTabSz="1295400">
                    <a:defRPr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35" name="Shape 1023"/>
                <p:cNvSpPr/>
                <p:nvPr/>
              </p:nvSpPr>
              <p:spPr>
                <a:xfrm flipH="1" flipV="1">
                  <a:off x="301390" y="315374"/>
                  <a:ext cx="2422305" cy="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1436" name="Shape 1024"/>
                <p:cNvSpPr/>
                <p:nvPr/>
              </p:nvSpPr>
              <p:spPr>
                <a:xfrm flipH="1" flipV="1">
                  <a:off x="2978065" y="319392"/>
                  <a:ext cx="2422304" cy="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1437" name="Shape 1025"/>
                <p:cNvSpPr/>
                <p:nvPr/>
              </p:nvSpPr>
              <p:spPr>
                <a:xfrm flipH="1" flipV="1">
                  <a:off x="5657769" y="319392"/>
                  <a:ext cx="2422304" cy="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  <p:sp>
              <p:nvSpPr>
                <p:cNvPr id="1438" name="Shape 1026"/>
                <p:cNvSpPr/>
                <p:nvPr/>
              </p:nvSpPr>
              <p:spPr>
                <a:xfrm flipH="1" flipV="1">
                  <a:off x="8261271" y="319392"/>
                  <a:ext cx="2422305" cy="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oval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96">
                    <a:defRPr>
                      <a:latin typeface="+mj-lt"/>
                      <a:ea typeface="+mj-ea"/>
                      <a:cs typeface="+mj-cs"/>
                      <a:sym typeface="Helvetica"/>
                    </a:defRPr>
                  </a:pPr>
                </a:p>
              </p:txBody>
            </p:sp>
          </p:grpSp>
        </p:grpSp>
        <p:sp>
          <p:nvSpPr>
            <p:cNvPr id="1441" name="Shape 1029"/>
            <p:cNvSpPr txBox="1"/>
            <p:nvPr/>
          </p:nvSpPr>
          <p:spPr>
            <a:xfrm>
              <a:off x="11836407" y="1320805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442" name="Shape 1030"/>
            <p:cNvSpPr txBox="1"/>
            <p:nvPr/>
          </p:nvSpPr>
          <p:spPr>
            <a:xfrm>
              <a:off x="11836407" y="800104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43" name="Shape 1031"/>
            <p:cNvSpPr txBox="1"/>
            <p:nvPr/>
          </p:nvSpPr>
          <p:spPr>
            <a:xfrm>
              <a:off x="11836407" y="279404"/>
              <a:ext cx="32449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6" indent="57796" defTabSz="1295400">
                <a:defRPr sz="2400">
                  <a:solidFill>
                    <a:srgbClr val="D90B00"/>
                  </a:solidFill>
                  <a:uFill>
                    <a:solidFill>
                      <a:srgbClr val="D90B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445" name="Shape 1033"/>
          <p:cNvSpPr txBox="1"/>
          <p:nvPr/>
        </p:nvSpPr>
        <p:spPr>
          <a:xfrm>
            <a:off x="1425249" y="5271259"/>
            <a:ext cx="417966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第i层节点的个数＝p</a:t>
            </a:r>
            <a:r>
              <a:rPr baseline="31999"/>
              <a:t>i</a:t>
            </a:r>
            <a:r>
              <a:t> </a:t>
            </a:r>
            <a:r>
              <a:rPr baseline="-5998"/>
              <a:t>*</a:t>
            </a:r>
            <a:r>
              <a:t> N</a:t>
            </a:r>
          </a:p>
        </p:txBody>
      </p:sp>
      <p:sp>
        <p:nvSpPr>
          <p:cNvPr id="1446" name="Shape 1034"/>
          <p:cNvSpPr txBox="1"/>
          <p:nvPr/>
        </p:nvSpPr>
        <p:spPr>
          <a:xfrm>
            <a:off x="1425248" y="6277382"/>
            <a:ext cx="759986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可以推导出最大层数maxLevel = ⎣log</a:t>
            </a:r>
            <a:r>
              <a:rPr baseline="-5998"/>
              <a:t>1/p</a:t>
            </a:r>
            <a:r>
              <a:t>N⎦ + 1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Shape 975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>
            <a:lvl1pPr marR="54328" indent="54328" defTabSz="1217674">
              <a:defRPr sz="4500"/>
            </a:lvl1pPr>
          </a:lstStyle>
          <a:p>
            <a:pPr/>
            <a:r>
              <a:t>跳表</a:t>
            </a:r>
          </a:p>
        </p:txBody>
      </p:sp>
      <p:sp>
        <p:nvSpPr>
          <p:cNvPr id="1451" name="Shape 976"/>
          <p:cNvSpPr txBox="1"/>
          <p:nvPr/>
        </p:nvSpPr>
        <p:spPr>
          <a:xfrm>
            <a:off x="663247" y="1247933"/>
            <a:ext cx="4275275" cy="1547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java.util.concurrent:</a:t>
            </a:r>
          </a:p>
          <a:p>
            <a:pPr lvl="2" indent="457200">
              <a:lnSpc>
                <a:spcPct val="120000"/>
              </a:lnSpc>
            </a:pPr>
            <a:r>
              <a:t>ConcurrentSkipListMap</a:t>
            </a:r>
          </a:p>
          <a:p>
            <a:pPr lvl="2" indent="457200">
              <a:lnSpc>
                <a:spcPct val="120000"/>
              </a:lnSpc>
            </a:pPr>
            <a:r>
              <a:t>ConcurrentSkipListSet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致谢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致谢</a:t>
            </a:r>
          </a:p>
        </p:txBody>
      </p:sp>
      <p:sp>
        <p:nvSpPr>
          <p:cNvPr id="1456" name="部分代码参考了java类库的Hashtable的实现，特向作者…"/>
          <p:cNvSpPr txBox="1"/>
          <p:nvPr/>
        </p:nvSpPr>
        <p:spPr>
          <a:xfrm>
            <a:off x="1470953" y="1152213"/>
            <a:ext cx="9283356" cy="2165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6" indent="57796" defTabSz="1295400">
              <a:defRPr>
                <a:uFill>
                  <a:solidFill>
                    <a:srgbClr val="000000"/>
                  </a:solidFill>
                </a:uFill>
              </a:defRPr>
            </a:pPr>
            <a:r>
              <a:t> 部分代码参考了java类库的Hashtable的实现，特向作者</a:t>
            </a:r>
          </a:p>
          <a:p>
            <a:pPr/>
            <a:r>
              <a:t> </a:t>
            </a:r>
          </a:p>
          <a:p>
            <a:pPr/>
            <a:r>
              <a:t>             Arthur van Hoff、Josh Bloch、Neal Gafter</a:t>
            </a:r>
          </a:p>
          <a:p>
            <a:pPr/>
            <a:r>
              <a:t> 致谢。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作业"/>
          <p:cNvSpPr txBox="1"/>
          <p:nvPr>
            <p:ph type="title"/>
          </p:nvPr>
        </p:nvSpPr>
        <p:spPr>
          <a:xfrm>
            <a:off x="1960572" y="40779"/>
            <a:ext cx="9398005" cy="1003304"/>
          </a:xfrm>
          <a:prstGeom prst="rect">
            <a:avLst/>
          </a:prstGeom>
        </p:spPr>
        <p:txBody>
          <a:bodyPr/>
          <a:lstStyle/>
          <a:p>
            <a:pPr/>
            <a:r>
              <a:t>作业</a:t>
            </a:r>
          </a:p>
        </p:txBody>
      </p:sp>
      <p:sp>
        <p:nvSpPr>
          <p:cNvPr id="1459" name="1、在Ihashtable类中增加函数：…"/>
          <p:cNvSpPr txBox="1"/>
          <p:nvPr/>
        </p:nvSpPr>
        <p:spPr>
          <a:xfrm>
            <a:off x="72149" y="1537146"/>
            <a:ext cx="12855626" cy="243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1、在CHashtable类中增加函数：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   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Ilist&lt;V&gt; values(Ilist&lt;V&gt; list) {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 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功能为：调用接口Ilist的方法，将CHashtable中的数据逐个存放到list中，并返回list。</a:t>
            </a:r>
          </a:p>
          <a:p>
            <a:pPr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57796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2、完善clear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6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6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
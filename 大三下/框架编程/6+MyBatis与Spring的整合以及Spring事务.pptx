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handoutMasterIdLst>
    <p:handoutMasterId r:id="rId53"/>
  </p:handoutMasterIdLst>
  <p:sldIdLst>
    <p:sldId id="283" r:id="rId2"/>
    <p:sldId id="422" r:id="rId3"/>
    <p:sldId id="314" r:id="rId4"/>
    <p:sldId id="315" r:id="rId5"/>
    <p:sldId id="316" r:id="rId6"/>
    <p:sldId id="317" r:id="rId7"/>
    <p:sldId id="417" r:id="rId8"/>
    <p:sldId id="418" r:id="rId9"/>
    <p:sldId id="318" r:id="rId10"/>
    <p:sldId id="419" r:id="rId11"/>
    <p:sldId id="420" r:id="rId12"/>
    <p:sldId id="345" r:id="rId13"/>
    <p:sldId id="421" r:id="rId14"/>
    <p:sldId id="346" r:id="rId15"/>
    <p:sldId id="347" r:id="rId16"/>
    <p:sldId id="322" r:id="rId17"/>
    <p:sldId id="323" r:id="rId18"/>
    <p:sldId id="324" r:id="rId19"/>
    <p:sldId id="387" r:id="rId20"/>
    <p:sldId id="388" r:id="rId21"/>
    <p:sldId id="389" r:id="rId22"/>
    <p:sldId id="330" r:id="rId23"/>
    <p:sldId id="394" r:id="rId24"/>
    <p:sldId id="395" r:id="rId25"/>
    <p:sldId id="414" r:id="rId26"/>
    <p:sldId id="415" r:id="rId27"/>
    <p:sldId id="416" r:id="rId28"/>
    <p:sldId id="332" r:id="rId29"/>
    <p:sldId id="397" r:id="rId30"/>
    <p:sldId id="336" r:id="rId31"/>
    <p:sldId id="398" r:id="rId32"/>
    <p:sldId id="413" r:id="rId33"/>
    <p:sldId id="400" r:id="rId34"/>
    <p:sldId id="401" r:id="rId35"/>
    <p:sldId id="402" r:id="rId36"/>
    <p:sldId id="403" r:id="rId37"/>
    <p:sldId id="404" r:id="rId38"/>
    <p:sldId id="405" r:id="rId39"/>
    <p:sldId id="406" r:id="rId40"/>
    <p:sldId id="407" r:id="rId41"/>
    <p:sldId id="408" r:id="rId42"/>
    <p:sldId id="409" r:id="rId43"/>
    <p:sldId id="410" r:id="rId44"/>
    <p:sldId id="411" r:id="rId45"/>
    <p:sldId id="412" r:id="rId46"/>
    <p:sldId id="337" r:id="rId47"/>
    <p:sldId id="338" r:id="rId48"/>
    <p:sldId id="342" r:id="rId49"/>
    <p:sldId id="343" r:id="rId50"/>
    <p:sldId id="312" r:id="rId51"/>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37">
          <p15:clr>
            <a:srgbClr val="A4A3A4"/>
          </p15:clr>
        </p15:guide>
        <p15:guide id="2" pos="2878">
          <p15:clr>
            <a:srgbClr val="A4A3A4"/>
          </p15:clr>
        </p15:guide>
      </p15:sldGuideLst>
    </p:ext>
    <p:ext uri="{2D200454-40CA-4A62-9FC3-DE9A4176ACB9}">
      <p15:notesGuideLst xmlns:p15="http://schemas.microsoft.com/office/powerpoint/2012/main">
        <p15:guide id="1" orient="horz" pos="2911">
          <p15:clr>
            <a:srgbClr val="A4A3A4"/>
          </p15:clr>
        </p15:guide>
        <p15:guide id="2" pos="215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D8"/>
    <a:srgbClr val="000000"/>
    <a:srgbClr val="6C6C6C"/>
    <a:srgbClr val="92D050"/>
    <a:srgbClr val="E5E5E5"/>
    <a:srgbClr val="009ADA"/>
    <a:srgbClr val="238CBB"/>
    <a:srgbClr val="2BAEE9"/>
    <a:srgbClr val="0B9FDD"/>
    <a:srgbClr val="56B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88927" autoAdjust="0"/>
  </p:normalViewPr>
  <p:slideViewPr>
    <p:cSldViewPr>
      <p:cViewPr varScale="1">
        <p:scale>
          <a:sx n="101" d="100"/>
          <a:sy n="101" d="100"/>
        </p:scale>
        <p:origin x="926" y="86"/>
      </p:cViewPr>
      <p:guideLst>
        <p:guide orient="horz" pos="1637"/>
        <p:guide pos="2878"/>
      </p:guideLst>
    </p:cSldViewPr>
  </p:slideViewPr>
  <p:outlineViewPr>
    <p:cViewPr>
      <p:scale>
        <a:sx n="33" d="100"/>
        <a:sy n="33" d="100"/>
      </p:scale>
      <p:origin x="0" y="1410"/>
    </p:cViewPr>
  </p:outlineViewPr>
  <p:notesTextViewPr>
    <p:cViewPr>
      <p:scale>
        <a:sx n="100" d="100"/>
        <a:sy n="100" d="100"/>
      </p:scale>
      <p:origin x="0" y="0"/>
    </p:cViewPr>
  </p:notesTextViewPr>
  <p:notesViewPr>
    <p:cSldViewPr>
      <p:cViewPr varScale="1">
        <p:scale>
          <a:sx n="83" d="100"/>
          <a:sy n="83" d="100"/>
        </p:scale>
        <p:origin x="-3876" y="-90"/>
      </p:cViewPr>
      <p:guideLst>
        <p:guide orient="horz" pos="2911"/>
        <p:guide pos="215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C017DB-6798-4D58-AE69-E93D5385C23A}" type="doc">
      <dgm:prSet loTypeId="urn:microsoft.com/office/officeart/2005/8/layout/process2" loCatId="process" qsTypeId="urn:microsoft.com/office/officeart/2005/8/quickstyle/simple1" qsCatId="simple" csTypeId="urn:microsoft.com/office/officeart/2005/8/colors/accent1_2" csCatId="accent1" phldr="1"/>
      <dgm:spPr/>
    </dgm:pt>
    <dgm:pt modelId="{FBA4D218-CE60-454D-8B19-1B4AAB7C209B}">
      <dgm:prSet phldrT="[文本]" custT="1"/>
      <dgm:spPr>
        <a:solidFill>
          <a:srgbClr val="0099D8"/>
        </a:solidFill>
      </dgm:spPr>
      <dgm:t>
        <a:bodyPr/>
        <a:lstStyle/>
        <a:p>
          <a:pPr algn="l"/>
          <a:r>
            <a:rPr lang="zh-CN" sz="1600" b="1" dirty="0">
              <a:latin typeface="+mn-lt"/>
              <a:ea typeface="微软雅黑" pitchFamily="34" charset="-122"/>
            </a:rPr>
            <a:t>建立</a:t>
          </a:r>
          <a:r>
            <a:rPr lang="en-US" sz="1600" b="1" dirty="0">
              <a:latin typeface="+mn-lt"/>
              <a:ea typeface="微软雅黑" pitchFamily="34" charset="-122"/>
            </a:rPr>
            <a:t>Web</a:t>
          </a:r>
          <a:r>
            <a:rPr lang="zh-CN" sz="1600" b="1" dirty="0">
              <a:latin typeface="+mn-lt"/>
              <a:ea typeface="微软雅黑" pitchFamily="34" charset="-122"/>
            </a:rPr>
            <a:t>工程，加入</a:t>
          </a:r>
          <a:r>
            <a:rPr lang="en-US" sz="1600" b="1" dirty="0">
              <a:latin typeface="+mn-lt"/>
              <a:ea typeface="微软雅黑" pitchFamily="34" charset="-122"/>
            </a:rPr>
            <a:t>Spring</a:t>
          </a:r>
          <a:r>
            <a:rPr lang="zh-CN" sz="1600" b="1" dirty="0">
              <a:latin typeface="+mn-lt"/>
              <a:ea typeface="微软雅黑" pitchFamily="34" charset="-122"/>
            </a:rPr>
            <a:t>和</a:t>
          </a:r>
          <a:r>
            <a:rPr lang="en-US" sz="1600" b="1" dirty="0" err="1">
              <a:latin typeface="+mn-lt"/>
              <a:ea typeface="微软雅黑" pitchFamily="34" charset="-122"/>
            </a:rPr>
            <a:t>MyBatis</a:t>
          </a:r>
          <a:r>
            <a:rPr lang="zh-CN" sz="1600" b="1" dirty="0">
              <a:latin typeface="+mn-lt"/>
              <a:ea typeface="微软雅黑" pitchFamily="34" charset="-122"/>
            </a:rPr>
            <a:t>的有关</a:t>
          </a:r>
          <a:r>
            <a:rPr lang="en-US" sz="1600" b="1" dirty="0">
              <a:latin typeface="+mn-lt"/>
              <a:ea typeface="微软雅黑" pitchFamily="34" charset="-122"/>
            </a:rPr>
            <a:t>JAR</a:t>
          </a:r>
          <a:endParaRPr lang="zh-CN" altLang="en-US" sz="1600" b="1" dirty="0">
            <a:latin typeface="+mn-lt"/>
            <a:ea typeface="微软雅黑" pitchFamily="34" charset="-122"/>
          </a:endParaRPr>
        </a:p>
      </dgm:t>
    </dgm:pt>
    <dgm:pt modelId="{C9E24DCE-1E35-45A3-B26A-9AB94FAA5585}" type="parTrans" cxnId="{9684BF2D-DD7E-4F2F-AC6E-3BE4843A56BF}">
      <dgm:prSet/>
      <dgm:spPr/>
      <dgm:t>
        <a:bodyPr/>
        <a:lstStyle/>
        <a:p>
          <a:pPr algn="l"/>
          <a:endParaRPr lang="zh-CN" altLang="en-US">
            <a:latin typeface="+mn-lt"/>
          </a:endParaRPr>
        </a:p>
      </dgm:t>
    </dgm:pt>
    <dgm:pt modelId="{07348BC2-C40C-48E1-AC59-2CC1D2033776}" type="sibTrans" cxnId="{9684BF2D-DD7E-4F2F-AC6E-3BE4843A56BF}">
      <dgm:prSet custT="1"/>
      <dgm:spPr>
        <a:solidFill>
          <a:srgbClr val="00B0F0"/>
        </a:solidFill>
      </dgm:spPr>
      <dgm:t>
        <a:bodyPr/>
        <a:lstStyle/>
        <a:p>
          <a:pPr algn="l"/>
          <a:endParaRPr lang="zh-CN" altLang="en-US" sz="1100" b="1">
            <a:latin typeface="+mn-lt"/>
          </a:endParaRPr>
        </a:p>
      </dgm:t>
    </dgm:pt>
    <dgm:pt modelId="{45CF4A7A-FFB2-4DEB-B350-D84033467F2D}">
      <dgm:prSet phldrT="[文本]" custT="1"/>
      <dgm:spPr>
        <a:solidFill>
          <a:srgbClr val="0099D8"/>
        </a:solidFill>
      </dgm:spPr>
      <dgm:t>
        <a:bodyPr/>
        <a:lstStyle/>
        <a:p>
          <a:pPr algn="l"/>
          <a:r>
            <a:rPr lang="zh-CN" sz="1600" b="1" dirty="0">
              <a:latin typeface="+mn-lt"/>
              <a:ea typeface="微软雅黑" pitchFamily="34" charset="-122"/>
            </a:rPr>
            <a:t>建立开发目录结构，创建实体类</a:t>
          </a:r>
          <a:endParaRPr lang="zh-CN" altLang="en-US" sz="1600" b="1" dirty="0">
            <a:latin typeface="+mn-lt"/>
            <a:ea typeface="微软雅黑" pitchFamily="34" charset="-122"/>
          </a:endParaRPr>
        </a:p>
      </dgm:t>
    </dgm:pt>
    <dgm:pt modelId="{D7DD13B8-9D6E-4064-8254-D88E3387023F}" type="parTrans" cxnId="{E6EF1A59-FBFF-4526-8E91-B2EDF0450C1B}">
      <dgm:prSet/>
      <dgm:spPr/>
      <dgm:t>
        <a:bodyPr/>
        <a:lstStyle/>
        <a:p>
          <a:pPr algn="l"/>
          <a:endParaRPr lang="zh-CN" altLang="en-US">
            <a:latin typeface="+mn-lt"/>
          </a:endParaRPr>
        </a:p>
      </dgm:t>
    </dgm:pt>
    <dgm:pt modelId="{3EA8D1D3-4FDB-40E5-8C97-E200BB1AAEEA}" type="sibTrans" cxnId="{E6EF1A59-FBFF-4526-8E91-B2EDF0450C1B}">
      <dgm:prSet custT="1"/>
      <dgm:spPr>
        <a:solidFill>
          <a:srgbClr val="00B0F0"/>
        </a:solidFill>
      </dgm:spPr>
      <dgm:t>
        <a:bodyPr/>
        <a:lstStyle/>
        <a:p>
          <a:pPr algn="l"/>
          <a:endParaRPr lang="zh-CN" altLang="en-US" sz="1100" b="1">
            <a:latin typeface="+mn-lt"/>
          </a:endParaRPr>
        </a:p>
      </dgm:t>
    </dgm:pt>
    <dgm:pt modelId="{3CE0DC8D-F40B-442D-A1CE-132912915383}">
      <dgm:prSet phldrT="[文本]" custT="1"/>
      <dgm:spPr>
        <a:solidFill>
          <a:srgbClr val="0099D8"/>
        </a:solidFill>
      </dgm:spPr>
      <dgm:t>
        <a:bodyPr/>
        <a:lstStyle/>
        <a:p>
          <a:pPr algn="l"/>
          <a:r>
            <a:rPr lang="zh-CN" altLang="en-US" sz="1600" b="1" dirty="0">
              <a:latin typeface="+mn-lt"/>
              <a:ea typeface="微软雅黑" pitchFamily="34" charset="-122"/>
            </a:rPr>
            <a:t>创建数据访问接口</a:t>
          </a:r>
        </a:p>
      </dgm:t>
    </dgm:pt>
    <dgm:pt modelId="{BBFF0001-B0B3-4112-A234-951DB9281853}" type="parTrans" cxnId="{EA53D087-6EB6-4570-A17A-BCB9099F6A96}">
      <dgm:prSet/>
      <dgm:spPr/>
      <dgm:t>
        <a:bodyPr/>
        <a:lstStyle/>
        <a:p>
          <a:pPr algn="l"/>
          <a:endParaRPr lang="zh-CN" altLang="en-US">
            <a:latin typeface="+mn-lt"/>
          </a:endParaRPr>
        </a:p>
      </dgm:t>
    </dgm:pt>
    <dgm:pt modelId="{8AC92FE5-9301-46F5-A26C-86CE06E6C9E4}" type="sibTrans" cxnId="{EA53D087-6EB6-4570-A17A-BCB9099F6A96}">
      <dgm:prSet custT="1"/>
      <dgm:spPr>
        <a:solidFill>
          <a:srgbClr val="00B0F0"/>
        </a:solidFill>
      </dgm:spPr>
      <dgm:t>
        <a:bodyPr/>
        <a:lstStyle/>
        <a:p>
          <a:pPr algn="l"/>
          <a:endParaRPr lang="zh-CN" altLang="en-US" sz="1100" b="1">
            <a:latin typeface="+mn-lt"/>
          </a:endParaRPr>
        </a:p>
      </dgm:t>
    </dgm:pt>
    <dgm:pt modelId="{958023D9-D86C-4C88-ABB1-F0D35C6783CE}">
      <dgm:prSet phldrT="[文本]" custT="1"/>
      <dgm:spPr>
        <a:solidFill>
          <a:srgbClr val="0099D8"/>
        </a:solidFill>
      </dgm:spPr>
      <dgm:t>
        <a:bodyPr/>
        <a:lstStyle/>
        <a:p>
          <a:pPr algn="l"/>
          <a:r>
            <a:rPr lang="zh-CN" altLang="en-US" sz="1600" b="1" dirty="0">
              <a:latin typeface="+mn-lt"/>
              <a:ea typeface="微软雅黑" pitchFamily="34" charset="-122"/>
            </a:rPr>
            <a:t>创建数据访问接口的实现类</a:t>
          </a:r>
        </a:p>
      </dgm:t>
    </dgm:pt>
    <dgm:pt modelId="{21FB4400-D384-48BB-9C36-D6E418F337CA}" type="parTrans" cxnId="{D2DB64B7-8471-4EE4-A9B2-8BF0409F18A2}">
      <dgm:prSet/>
      <dgm:spPr/>
      <dgm:t>
        <a:bodyPr/>
        <a:lstStyle/>
        <a:p>
          <a:pPr algn="l"/>
          <a:endParaRPr lang="zh-CN" altLang="en-US">
            <a:latin typeface="+mn-lt"/>
          </a:endParaRPr>
        </a:p>
      </dgm:t>
    </dgm:pt>
    <dgm:pt modelId="{26EBD67B-7D0A-4076-B873-EA80339D5887}" type="sibTrans" cxnId="{D2DB64B7-8471-4EE4-A9B2-8BF0409F18A2}">
      <dgm:prSet custT="1"/>
      <dgm:spPr>
        <a:solidFill>
          <a:srgbClr val="00B0F0"/>
        </a:solidFill>
      </dgm:spPr>
      <dgm:t>
        <a:bodyPr/>
        <a:lstStyle/>
        <a:p>
          <a:pPr algn="l"/>
          <a:endParaRPr lang="zh-CN" altLang="en-US" sz="1100" b="1">
            <a:latin typeface="+mn-lt"/>
          </a:endParaRPr>
        </a:p>
      </dgm:t>
    </dgm:pt>
    <dgm:pt modelId="{1CF8C12D-5954-4BBD-8A74-0C6E3ED48B3F}">
      <dgm:prSet phldrT="[文本]" custT="1"/>
      <dgm:spPr>
        <a:solidFill>
          <a:srgbClr val="0099D8"/>
        </a:solidFill>
      </dgm:spPr>
      <dgm:t>
        <a:bodyPr/>
        <a:lstStyle/>
        <a:p>
          <a:pPr algn="l"/>
          <a:r>
            <a:rPr lang="zh-CN" sz="1600" b="1" dirty="0">
              <a:latin typeface="+mn-lt"/>
              <a:ea typeface="微软雅黑" pitchFamily="34" charset="-122"/>
            </a:rPr>
            <a:t>配置</a:t>
          </a:r>
          <a:r>
            <a:rPr lang="en-US" sz="1600" b="1" dirty="0">
              <a:latin typeface="+mn-lt"/>
              <a:ea typeface="微软雅黑" pitchFamily="34" charset="-122"/>
            </a:rPr>
            <a:t>SQL</a:t>
          </a:r>
          <a:r>
            <a:rPr lang="zh-CN" sz="1600" b="1" dirty="0">
              <a:latin typeface="+mn-lt"/>
              <a:ea typeface="微软雅黑" pitchFamily="34" charset="-122"/>
            </a:rPr>
            <a:t>映射语句文件</a:t>
          </a:r>
          <a:endParaRPr lang="zh-CN" altLang="en-US" sz="1600" b="1" dirty="0">
            <a:latin typeface="+mn-lt"/>
            <a:ea typeface="微软雅黑" pitchFamily="34" charset="-122"/>
          </a:endParaRPr>
        </a:p>
      </dgm:t>
    </dgm:pt>
    <dgm:pt modelId="{1665FDA0-E5B2-4A21-951C-7B1FACCF6986}" type="parTrans" cxnId="{F02A54D8-C77E-4739-B8ED-9A44BFC2BD5F}">
      <dgm:prSet/>
      <dgm:spPr/>
      <dgm:t>
        <a:bodyPr/>
        <a:lstStyle/>
        <a:p>
          <a:pPr algn="l"/>
          <a:endParaRPr lang="zh-CN" altLang="en-US">
            <a:latin typeface="+mn-lt"/>
          </a:endParaRPr>
        </a:p>
      </dgm:t>
    </dgm:pt>
    <dgm:pt modelId="{73CB4B20-C813-4A9F-A785-1324923202D4}" type="sibTrans" cxnId="{F02A54D8-C77E-4739-B8ED-9A44BFC2BD5F}">
      <dgm:prSet custT="1"/>
      <dgm:spPr>
        <a:solidFill>
          <a:srgbClr val="00B0F0"/>
        </a:solidFill>
      </dgm:spPr>
      <dgm:t>
        <a:bodyPr/>
        <a:lstStyle/>
        <a:p>
          <a:pPr algn="l"/>
          <a:endParaRPr lang="zh-CN" altLang="en-US" sz="1100" b="1">
            <a:latin typeface="+mn-lt"/>
          </a:endParaRPr>
        </a:p>
      </dgm:t>
    </dgm:pt>
    <dgm:pt modelId="{76C36057-ED15-446E-804B-BB5092731B44}">
      <dgm:prSet phldrT="[文本]" custT="1"/>
      <dgm:spPr>
        <a:solidFill>
          <a:srgbClr val="0099D8"/>
        </a:solidFill>
      </dgm:spPr>
      <dgm:t>
        <a:bodyPr/>
        <a:lstStyle/>
        <a:p>
          <a:pPr algn="l"/>
          <a:r>
            <a:rPr lang="zh-CN" sz="1600" b="1" dirty="0">
              <a:latin typeface="+mn-lt"/>
              <a:ea typeface="微软雅黑" pitchFamily="34" charset="-122"/>
            </a:rPr>
            <a:t>配置</a:t>
          </a:r>
          <a:r>
            <a:rPr lang="en-US" sz="1600" b="1" dirty="0" err="1">
              <a:latin typeface="+mn-lt"/>
              <a:ea typeface="微软雅黑" pitchFamily="34" charset="-122"/>
            </a:rPr>
            <a:t>MyBatis</a:t>
          </a:r>
          <a:r>
            <a:rPr lang="zh-CN" sz="1600" b="1" dirty="0">
              <a:latin typeface="+mn-lt"/>
              <a:ea typeface="微软雅黑" pitchFamily="34" charset="-122"/>
            </a:rPr>
            <a:t>应用配置文件</a:t>
          </a:r>
          <a:endParaRPr lang="zh-CN" altLang="en-US" sz="1600" b="1" dirty="0">
            <a:latin typeface="+mn-lt"/>
            <a:ea typeface="微软雅黑" pitchFamily="34" charset="-122"/>
          </a:endParaRPr>
        </a:p>
      </dgm:t>
    </dgm:pt>
    <dgm:pt modelId="{40B17621-2942-47CF-B1B8-20778899D02A}" type="parTrans" cxnId="{F7FCEA46-FA67-4819-B65A-3B22BBBD2D0A}">
      <dgm:prSet/>
      <dgm:spPr/>
      <dgm:t>
        <a:bodyPr/>
        <a:lstStyle/>
        <a:p>
          <a:pPr algn="l"/>
          <a:endParaRPr lang="zh-CN" altLang="en-US">
            <a:latin typeface="+mn-lt"/>
          </a:endParaRPr>
        </a:p>
      </dgm:t>
    </dgm:pt>
    <dgm:pt modelId="{84C5124A-1D7E-4965-84B6-FCF16EB0A8A8}" type="sibTrans" cxnId="{F7FCEA46-FA67-4819-B65A-3B22BBBD2D0A}">
      <dgm:prSet custT="1"/>
      <dgm:spPr>
        <a:solidFill>
          <a:srgbClr val="00B0F0"/>
        </a:solidFill>
      </dgm:spPr>
      <dgm:t>
        <a:bodyPr/>
        <a:lstStyle/>
        <a:p>
          <a:pPr algn="l"/>
          <a:endParaRPr lang="zh-CN" altLang="en-US" sz="1100" b="1">
            <a:latin typeface="+mn-lt"/>
          </a:endParaRPr>
        </a:p>
      </dgm:t>
    </dgm:pt>
    <dgm:pt modelId="{A8AA2DD2-E797-44FB-AB24-D0DD8812EFE3}">
      <dgm:prSet phldrT="[文本]" custT="1"/>
      <dgm:spPr>
        <a:solidFill>
          <a:srgbClr val="0099D8"/>
        </a:solidFill>
      </dgm:spPr>
      <dgm:t>
        <a:bodyPr/>
        <a:lstStyle/>
        <a:p>
          <a:pPr algn="l"/>
          <a:r>
            <a:rPr lang="zh-CN" sz="1600" b="1" dirty="0">
              <a:latin typeface="+mn-lt"/>
              <a:ea typeface="微软雅黑" pitchFamily="34" charset="-122"/>
            </a:rPr>
            <a:t>配置</a:t>
          </a:r>
          <a:r>
            <a:rPr lang="en-US" sz="1600" b="1" dirty="0">
              <a:latin typeface="+mn-lt"/>
              <a:ea typeface="微软雅黑" pitchFamily="34" charset="-122"/>
            </a:rPr>
            <a:t>Spring</a:t>
          </a:r>
          <a:r>
            <a:rPr lang="zh-CN" sz="1600" b="1" dirty="0">
              <a:latin typeface="+mn-lt"/>
              <a:ea typeface="微软雅黑" pitchFamily="34" charset="-122"/>
            </a:rPr>
            <a:t>应用配置文件</a:t>
          </a:r>
          <a:endParaRPr lang="zh-CN" altLang="en-US" sz="1600" b="1" dirty="0">
            <a:latin typeface="+mn-lt"/>
            <a:ea typeface="微软雅黑" pitchFamily="34" charset="-122"/>
          </a:endParaRPr>
        </a:p>
      </dgm:t>
    </dgm:pt>
    <dgm:pt modelId="{1D791F2F-2896-4109-95CE-73D24A7B2C60}" type="parTrans" cxnId="{146D9D89-B2B4-4FF5-9BC3-449DC1C96535}">
      <dgm:prSet/>
      <dgm:spPr/>
      <dgm:t>
        <a:bodyPr/>
        <a:lstStyle/>
        <a:p>
          <a:pPr algn="l"/>
          <a:endParaRPr lang="zh-CN" altLang="en-US">
            <a:latin typeface="+mn-lt"/>
          </a:endParaRPr>
        </a:p>
      </dgm:t>
    </dgm:pt>
    <dgm:pt modelId="{3472EF89-78FC-41F6-865F-B1A5E09DD70B}" type="sibTrans" cxnId="{146D9D89-B2B4-4FF5-9BC3-449DC1C96535}">
      <dgm:prSet/>
      <dgm:spPr/>
      <dgm:t>
        <a:bodyPr/>
        <a:lstStyle/>
        <a:p>
          <a:pPr algn="l"/>
          <a:endParaRPr lang="zh-CN" altLang="en-US">
            <a:latin typeface="+mn-lt"/>
          </a:endParaRPr>
        </a:p>
      </dgm:t>
    </dgm:pt>
    <dgm:pt modelId="{2CF722A3-FA82-4DFC-93D4-D6426B3EA395}" type="pres">
      <dgm:prSet presAssocID="{73C017DB-6798-4D58-AE69-E93D5385C23A}" presName="linearFlow" presStyleCnt="0">
        <dgm:presLayoutVars>
          <dgm:resizeHandles val="exact"/>
        </dgm:presLayoutVars>
      </dgm:prSet>
      <dgm:spPr/>
    </dgm:pt>
    <dgm:pt modelId="{24217A91-F687-48F4-B25E-9EB7D8807C73}" type="pres">
      <dgm:prSet presAssocID="{FBA4D218-CE60-454D-8B19-1B4AAB7C209B}" presName="node" presStyleLbl="node1" presStyleIdx="0" presStyleCnt="7" custScaleX="343494" custLinFactNeighborX="1252" custLinFactNeighborY="-41129">
        <dgm:presLayoutVars>
          <dgm:bulletEnabled val="1"/>
        </dgm:presLayoutVars>
      </dgm:prSet>
      <dgm:spPr/>
    </dgm:pt>
    <dgm:pt modelId="{DCD76C12-1E88-4CF9-9CFA-2DB04E0198D6}" type="pres">
      <dgm:prSet presAssocID="{07348BC2-C40C-48E1-AC59-2CC1D2033776}" presName="sibTrans" presStyleLbl="sibTrans2D1" presStyleIdx="0" presStyleCnt="6" custScaleX="143135" custScaleY="154841" custLinFactNeighborY="-1402"/>
      <dgm:spPr/>
    </dgm:pt>
    <dgm:pt modelId="{4D67A482-0831-4393-BB83-9C5BF82D62C8}" type="pres">
      <dgm:prSet presAssocID="{07348BC2-C40C-48E1-AC59-2CC1D2033776}" presName="connectorText" presStyleLbl="sibTrans2D1" presStyleIdx="0" presStyleCnt="6"/>
      <dgm:spPr/>
    </dgm:pt>
    <dgm:pt modelId="{28A2937E-3D48-4568-9BFF-7F6E2668AA86}" type="pres">
      <dgm:prSet presAssocID="{45CF4A7A-FFB2-4DEB-B350-D84033467F2D}" presName="node" presStyleLbl="node1" presStyleIdx="1" presStyleCnt="7" custScaleX="343494" custLinFactNeighborX="1252" custLinFactNeighborY="-8082">
        <dgm:presLayoutVars>
          <dgm:bulletEnabled val="1"/>
        </dgm:presLayoutVars>
      </dgm:prSet>
      <dgm:spPr/>
    </dgm:pt>
    <dgm:pt modelId="{32CD9DA4-7D2F-42DD-A224-1A3681D38DAF}" type="pres">
      <dgm:prSet presAssocID="{3EA8D1D3-4FDB-40E5-8C97-E200BB1AAEEA}" presName="sibTrans" presStyleLbl="sibTrans2D1" presStyleIdx="1" presStyleCnt="6" custScaleX="143135" custScaleY="154841" custLinFactNeighborY="-1402"/>
      <dgm:spPr/>
    </dgm:pt>
    <dgm:pt modelId="{8AF3FC29-0A72-457F-9F82-7CC2084A85A9}" type="pres">
      <dgm:prSet presAssocID="{3EA8D1D3-4FDB-40E5-8C97-E200BB1AAEEA}" presName="connectorText" presStyleLbl="sibTrans2D1" presStyleIdx="1" presStyleCnt="6"/>
      <dgm:spPr/>
    </dgm:pt>
    <dgm:pt modelId="{F032A9A4-D376-4B5C-8CEF-9466A70554D9}" type="pres">
      <dgm:prSet presAssocID="{3CE0DC8D-F40B-442D-A1CE-132912915383}" presName="node" presStyleLbl="node1" presStyleIdx="2" presStyleCnt="7" custScaleX="345998">
        <dgm:presLayoutVars>
          <dgm:bulletEnabled val="1"/>
        </dgm:presLayoutVars>
      </dgm:prSet>
      <dgm:spPr/>
    </dgm:pt>
    <dgm:pt modelId="{3121E287-E30C-4024-88DD-DD01AABCCE11}" type="pres">
      <dgm:prSet presAssocID="{8AC92FE5-9301-46F5-A26C-86CE06E6C9E4}" presName="sibTrans" presStyleLbl="sibTrans2D1" presStyleIdx="2" presStyleCnt="6" custScaleX="143135" custScaleY="154841" custLinFactNeighborY="-1402"/>
      <dgm:spPr/>
    </dgm:pt>
    <dgm:pt modelId="{D6EDECA8-D583-4370-BE57-B356E7C64370}" type="pres">
      <dgm:prSet presAssocID="{8AC92FE5-9301-46F5-A26C-86CE06E6C9E4}" presName="connectorText" presStyleLbl="sibTrans2D1" presStyleIdx="2" presStyleCnt="6"/>
      <dgm:spPr/>
    </dgm:pt>
    <dgm:pt modelId="{3CF43D3B-B113-435A-9906-48D59DD89547}" type="pres">
      <dgm:prSet presAssocID="{958023D9-D86C-4C88-ABB1-F0D35C6783CE}" presName="node" presStyleLbl="node1" presStyleIdx="3" presStyleCnt="7" custScaleX="345998">
        <dgm:presLayoutVars>
          <dgm:bulletEnabled val="1"/>
        </dgm:presLayoutVars>
      </dgm:prSet>
      <dgm:spPr/>
    </dgm:pt>
    <dgm:pt modelId="{D6069E67-4D6B-4284-ADF7-99EDCD0EDFFB}" type="pres">
      <dgm:prSet presAssocID="{26EBD67B-7D0A-4076-B873-EA80339D5887}" presName="sibTrans" presStyleLbl="sibTrans2D1" presStyleIdx="3" presStyleCnt="6" custScaleX="143135" custScaleY="154841" custLinFactNeighborY="-1402"/>
      <dgm:spPr/>
    </dgm:pt>
    <dgm:pt modelId="{8E9023DD-78EB-4170-BD60-C16335A264D3}" type="pres">
      <dgm:prSet presAssocID="{26EBD67B-7D0A-4076-B873-EA80339D5887}" presName="connectorText" presStyleLbl="sibTrans2D1" presStyleIdx="3" presStyleCnt="6"/>
      <dgm:spPr/>
    </dgm:pt>
    <dgm:pt modelId="{FC290B5A-8884-4071-AE60-3B77556D4685}" type="pres">
      <dgm:prSet presAssocID="{1CF8C12D-5954-4BBD-8A74-0C6E3ED48B3F}" presName="node" presStyleLbl="node1" presStyleIdx="4" presStyleCnt="7" custScaleX="345998">
        <dgm:presLayoutVars>
          <dgm:bulletEnabled val="1"/>
        </dgm:presLayoutVars>
      </dgm:prSet>
      <dgm:spPr/>
    </dgm:pt>
    <dgm:pt modelId="{0130CA57-6087-4897-B485-9D388B63AC59}" type="pres">
      <dgm:prSet presAssocID="{73CB4B20-C813-4A9F-A785-1324923202D4}" presName="sibTrans" presStyleLbl="sibTrans2D1" presStyleIdx="4" presStyleCnt="6" custScaleX="143135" custScaleY="154841" custLinFactNeighborY="-1402"/>
      <dgm:spPr/>
    </dgm:pt>
    <dgm:pt modelId="{A26DFDB4-CD48-4BE9-BCD3-8CCC92919BF8}" type="pres">
      <dgm:prSet presAssocID="{73CB4B20-C813-4A9F-A785-1324923202D4}" presName="connectorText" presStyleLbl="sibTrans2D1" presStyleIdx="4" presStyleCnt="6"/>
      <dgm:spPr/>
    </dgm:pt>
    <dgm:pt modelId="{444AD4B0-CCB8-4B26-B167-933306AFBEF3}" type="pres">
      <dgm:prSet presAssocID="{76C36057-ED15-446E-804B-BB5092731B44}" presName="node" presStyleLbl="node1" presStyleIdx="5" presStyleCnt="7" custScaleX="345998">
        <dgm:presLayoutVars>
          <dgm:bulletEnabled val="1"/>
        </dgm:presLayoutVars>
      </dgm:prSet>
      <dgm:spPr/>
    </dgm:pt>
    <dgm:pt modelId="{281A03A2-3700-43AE-860E-C16DF1784A1D}" type="pres">
      <dgm:prSet presAssocID="{84C5124A-1D7E-4965-84B6-FCF16EB0A8A8}" presName="sibTrans" presStyleLbl="sibTrans2D1" presStyleIdx="5" presStyleCnt="6" custScaleX="143135" custScaleY="154841" custLinFactNeighborY="-1402"/>
      <dgm:spPr/>
    </dgm:pt>
    <dgm:pt modelId="{BF0E5A45-B25E-4C55-9239-2D02ACEC45AC}" type="pres">
      <dgm:prSet presAssocID="{84C5124A-1D7E-4965-84B6-FCF16EB0A8A8}" presName="connectorText" presStyleLbl="sibTrans2D1" presStyleIdx="5" presStyleCnt="6"/>
      <dgm:spPr/>
    </dgm:pt>
    <dgm:pt modelId="{210BCE23-8BF7-491B-BA58-F9CA25E8B45D}" type="pres">
      <dgm:prSet presAssocID="{A8AA2DD2-E797-44FB-AB24-D0DD8812EFE3}" presName="node" presStyleLbl="node1" presStyleIdx="6" presStyleCnt="7" custScaleX="345998">
        <dgm:presLayoutVars>
          <dgm:bulletEnabled val="1"/>
        </dgm:presLayoutVars>
      </dgm:prSet>
      <dgm:spPr/>
    </dgm:pt>
  </dgm:ptLst>
  <dgm:cxnLst>
    <dgm:cxn modelId="{E053C909-5D49-42DB-9C98-928E0115180A}" type="presOf" srcId="{73CB4B20-C813-4A9F-A785-1324923202D4}" destId="{0130CA57-6087-4897-B485-9D388B63AC59}" srcOrd="0" destOrd="0" presId="urn:microsoft.com/office/officeart/2005/8/layout/process2"/>
    <dgm:cxn modelId="{9684BF2D-DD7E-4F2F-AC6E-3BE4843A56BF}" srcId="{73C017DB-6798-4D58-AE69-E93D5385C23A}" destId="{FBA4D218-CE60-454D-8B19-1B4AAB7C209B}" srcOrd="0" destOrd="0" parTransId="{C9E24DCE-1E35-45A3-B26A-9AB94FAA5585}" sibTransId="{07348BC2-C40C-48E1-AC59-2CC1D2033776}"/>
    <dgm:cxn modelId="{AEC48D36-C4BF-4195-A39F-29E1E089C49E}" type="presOf" srcId="{07348BC2-C40C-48E1-AC59-2CC1D2033776}" destId="{4D67A482-0831-4393-BB83-9C5BF82D62C8}" srcOrd="1" destOrd="0" presId="urn:microsoft.com/office/officeart/2005/8/layout/process2"/>
    <dgm:cxn modelId="{D9E3B25D-FD7C-4E6E-9C0D-E3CB0831BCE0}" type="presOf" srcId="{26EBD67B-7D0A-4076-B873-EA80339D5887}" destId="{8E9023DD-78EB-4170-BD60-C16335A264D3}" srcOrd="1" destOrd="0" presId="urn:microsoft.com/office/officeart/2005/8/layout/process2"/>
    <dgm:cxn modelId="{8F85B646-371B-47AA-A443-83E87EA30C16}" type="presOf" srcId="{3CE0DC8D-F40B-442D-A1CE-132912915383}" destId="{F032A9A4-D376-4B5C-8CEF-9466A70554D9}" srcOrd="0" destOrd="0" presId="urn:microsoft.com/office/officeart/2005/8/layout/process2"/>
    <dgm:cxn modelId="{F7FCEA46-FA67-4819-B65A-3B22BBBD2D0A}" srcId="{73C017DB-6798-4D58-AE69-E93D5385C23A}" destId="{76C36057-ED15-446E-804B-BB5092731B44}" srcOrd="5" destOrd="0" parTransId="{40B17621-2942-47CF-B1B8-20778899D02A}" sibTransId="{84C5124A-1D7E-4965-84B6-FCF16EB0A8A8}"/>
    <dgm:cxn modelId="{D07A4755-B00E-4439-BD6F-854A7BE25C28}" type="presOf" srcId="{84C5124A-1D7E-4965-84B6-FCF16EB0A8A8}" destId="{281A03A2-3700-43AE-860E-C16DF1784A1D}" srcOrd="0" destOrd="0" presId="urn:microsoft.com/office/officeart/2005/8/layout/process2"/>
    <dgm:cxn modelId="{E6EF1A59-FBFF-4526-8E91-B2EDF0450C1B}" srcId="{73C017DB-6798-4D58-AE69-E93D5385C23A}" destId="{45CF4A7A-FFB2-4DEB-B350-D84033467F2D}" srcOrd="1" destOrd="0" parTransId="{D7DD13B8-9D6E-4064-8254-D88E3387023F}" sibTransId="{3EA8D1D3-4FDB-40E5-8C97-E200BB1AAEEA}"/>
    <dgm:cxn modelId="{DCD66F7A-0E1C-46DA-8841-FF28326CA5CE}" type="presOf" srcId="{A8AA2DD2-E797-44FB-AB24-D0DD8812EFE3}" destId="{210BCE23-8BF7-491B-BA58-F9CA25E8B45D}" srcOrd="0" destOrd="0" presId="urn:microsoft.com/office/officeart/2005/8/layout/process2"/>
    <dgm:cxn modelId="{6BF28D7A-0CF9-4399-9E1C-060A51EB5CE4}" type="presOf" srcId="{76C36057-ED15-446E-804B-BB5092731B44}" destId="{444AD4B0-CCB8-4B26-B167-933306AFBEF3}" srcOrd="0" destOrd="0" presId="urn:microsoft.com/office/officeart/2005/8/layout/process2"/>
    <dgm:cxn modelId="{433FF37D-200F-447D-85C0-C3B7CB935510}" type="presOf" srcId="{07348BC2-C40C-48E1-AC59-2CC1D2033776}" destId="{DCD76C12-1E88-4CF9-9CFA-2DB04E0198D6}" srcOrd="0" destOrd="0" presId="urn:microsoft.com/office/officeart/2005/8/layout/process2"/>
    <dgm:cxn modelId="{EA53D087-6EB6-4570-A17A-BCB9099F6A96}" srcId="{73C017DB-6798-4D58-AE69-E93D5385C23A}" destId="{3CE0DC8D-F40B-442D-A1CE-132912915383}" srcOrd="2" destOrd="0" parTransId="{BBFF0001-B0B3-4112-A234-951DB9281853}" sibTransId="{8AC92FE5-9301-46F5-A26C-86CE06E6C9E4}"/>
    <dgm:cxn modelId="{146D9D89-B2B4-4FF5-9BC3-449DC1C96535}" srcId="{73C017DB-6798-4D58-AE69-E93D5385C23A}" destId="{A8AA2DD2-E797-44FB-AB24-D0DD8812EFE3}" srcOrd="6" destOrd="0" parTransId="{1D791F2F-2896-4109-95CE-73D24A7B2C60}" sibTransId="{3472EF89-78FC-41F6-865F-B1A5E09DD70B}"/>
    <dgm:cxn modelId="{4091C690-060E-435E-A30B-A16BC15ABF85}" type="presOf" srcId="{3EA8D1D3-4FDB-40E5-8C97-E200BB1AAEEA}" destId="{32CD9DA4-7D2F-42DD-A224-1A3681D38DAF}" srcOrd="0" destOrd="0" presId="urn:microsoft.com/office/officeart/2005/8/layout/process2"/>
    <dgm:cxn modelId="{BE4DCB91-9352-4A8E-9A74-74650F38E03D}" type="presOf" srcId="{45CF4A7A-FFB2-4DEB-B350-D84033467F2D}" destId="{28A2937E-3D48-4568-9BFF-7F6E2668AA86}" srcOrd="0" destOrd="0" presId="urn:microsoft.com/office/officeart/2005/8/layout/process2"/>
    <dgm:cxn modelId="{30A60092-0EED-4459-AA34-7257B921D9BA}" type="presOf" srcId="{84C5124A-1D7E-4965-84B6-FCF16EB0A8A8}" destId="{BF0E5A45-B25E-4C55-9239-2D02ACEC45AC}" srcOrd="1" destOrd="0" presId="urn:microsoft.com/office/officeart/2005/8/layout/process2"/>
    <dgm:cxn modelId="{86547AA0-EE82-469E-9B39-B1516FEDA7C9}" type="presOf" srcId="{3EA8D1D3-4FDB-40E5-8C97-E200BB1AAEEA}" destId="{8AF3FC29-0A72-457F-9F82-7CC2084A85A9}" srcOrd="1" destOrd="0" presId="urn:microsoft.com/office/officeart/2005/8/layout/process2"/>
    <dgm:cxn modelId="{73ADC5AE-9D25-408C-9B56-EB707CE261EA}" type="presOf" srcId="{73CB4B20-C813-4A9F-A785-1324923202D4}" destId="{A26DFDB4-CD48-4BE9-BCD3-8CCC92919BF8}" srcOrd="1" destOrd="0" presId="urn:microsoft.com/office/officeart/2005/8/layout/process2"/>
    <dgm:cxn modelId="{AD3DDDB5-25FF-4F58-8C56-CC48900CCAC0}" type="presOf" srcId="{8AC92FE5-9301-46F5-A26C-86CE06E6C9E4}" destId="{3121E287-E30C-4024-88DD-DD01AABCCE11}" srcOrd="0" destOrd="0" presId="urn:microsoft.com/office/officeart/2005/8/layout/process2"/>
    <dgm:cxn modelId="{D2DB64B7-8471-4EE4-A9B2-8BF0409F18A2}" srcId="{73C017DB-6798-4D58-AE69-E93D5385C23A}" destId="{958023D9-D86C-4C88-ABB1-F0D35C6783CE}" srcOrd="3" destOrd="0" parTransId="{21FB4400-D384-48BB-9C36-D6E418F337CA}" sibTransId="{26EBD67B-7D0A-4076-B873-EA80339D5887}"/>
    <dgm:cxn modelId="{6594F7B8-F743-4A09-99DC-CB7443C1BF49}" type="presOf" srcId="{958023D9-D86C-4C88-ABB1-F0D35C6783CE}" destId="{3CF43D3B-B113-435A-9906-48D59DD89547}" srcOrd="0" destOrd="0" presId="urn:microsoft.com/office/officeart/2005/8/layout/process2"/>
    <dgm:cxn modelId="{355BB8BF-4246-4FD1-A81C-87C9BB7B1CE5}" type="presOf" srcId="{26EBD67B-7D0A-4076-B873-EA80339D5887}" destId="{D6069E67-4D6B-4284-ADF7-99EDCD0EDFFB}" srcOrd="0" destOrd="0" presId="urn:microsoft.com/office/officeart/2005/8/layout/process2"/>
    <dgm:cxn modelId="{B2CCA2D0-9404-42D6-BDDE-2D6EEEE5B99E}" type="presOf" srcId="{8AC92FE5-9301-46F5-A26C-86CE06E6C9E4}" destId="{D6EDECA8-D583-4370-BE57-B356E7C64370}" srcOrd="1" destOrd="0" presId="urn:microsoft.com/office/officeart/2005/8/layout/process2"/>
    <dgm:cxn modelId="{F02A54D8-C77E-4739-B8ED-9A44BFC2BD5F}" srcId="{73C017DB-6798-4D58-AE69-E93D5385C23A}" destId="{1CF8C12D-5954-4BBD-8A74-0C6E3ED48B3F}" srcOrd="4" destOrd="0" parTransId="{1665FDA0-E5B2-4A21-951C-7B1FACCF6986}" sibTransId="{73CB4B20-C813-4A9F-A785-1324923202D4}"/>
    <dgm:cxn modelId="{1E4A5CE2-3B3B-4D7A-BF5D-6C623A1D8968}" type="presOf" srcId="{1CF8C12D-5954-4BBD-8A74-0C6E3ED48B3F}" destId="{FC290B5A-8884-4071-AE60-3B77556D4685}" srcOrd="0" destOrd="0" presId="urn:microsoft.com/office/officeart/2005/8/layout/process2"/>
    <dgm:cxn modelId="{90B502E8-CC44-4977-BC8F-373D65499AA1}" type="presOf" srcId="{FBA4D218-CE60-454D-8B19-1B4AAB7C209B}" destId="{24217A91-F687-48F4-B25E-9EB7D8807C73}" srcOrd="0" destOrd="0" presId="urn:microsoft.com/office/officeart/2005/8/layout/process2"/>
    <dgm:cxn modelId="{DC0EECF4-7250-4EA5-961B-4209BBE28A96}" type="presOf" srcId="{73C017DB-6798-4D58-AE69-E93D5385C23A}" destId="{2CF722A3-FA82-4DFC-93D4-D6426B3EA395}" srcOrd="0" destOrd="0" presId="urn:microsoft.com/office/officeart/2005/8/layout/process2"/>
    <dgm:cxn modelId="{6505AC92-DED0-4B80-A78C-E3EC74DD3519}" type="presParOf" srcId="{2CF722A3-FA82-4DFC-93D4-D6426B3EA395}" destId="{24217A91-F687-48F4-B25E-9EB7D8807C73}" srcOrd="0" destOrd="0" presId="urn:microsoft.com/office/officeart/2005/8/layout/process2"/>
    <dgm:cxn modelId="{B16FB28A-9F38-4584-A138-19A51639BAEC}" type="presParOf" srcId="{2CF722A3-FA82-4DFC-93D4-D6426B3EA395}" destId="{DCD76C12-1E88-4CF9-9CFA-2DB04E0198D6}" srcOrd="1" destOrd="0" presId="urn:microsoft.com/office/officeart/2005/8/layout/process2"/>
    <dgm:cxn modelId="{08D33C23-0EE7-4A94-AEF3-25BFD73661F9}" type="presParOf" srcId="{DCD76C12-1E88-4CF9-9CFA-2DB04E0198D6}" destId="{4D67A482-0831-4393-BB83-9C5BF82D62C8}" srcOrd="0" destOrd="0" presId="urn:microsoft.com/office/officeart/2005/8/layout/process2"/>
    <dgm:cxn modelId="{1D293A4F-C67F-4B7D-93AE-E4EEA841AACB}" type="presParOf" srcId="{2CF722A3-FA82-4DFC-93D4-D6426B3EA395}" destId="{28A2937E-3D48-4568-9BFF-7F6E2668AA86}" srcOrd="2" destOrd="0" presId="urn:microsoft.com/office/officeart/2005/8/layout/process2"/>
    <dgm:cxn modelId="{0E83A011-5A18-4648-B67F-1D9075E83EEF}" type="presParOf" srcId="{2CF722A3-FA82-4DFC-93D4-D6426B3EA395}" destId="{32CD9DA4-7D2F-42DD-A224-1A3681D38DAF}" srcOrd="3" destOrd="0" presId="urn:microsoft.com/office/officeart/2005/8/layout/process2"/>
    <dgm:cxn modelId="{7B50B121-1322-4444-A654-045C47295B03}" type="presParOf" srcId="{32CD9DA4-7D2F-42DD-A224-1A3681D38DAF}" destId="{8AF3FC29-0A72-457F-9F82-7CC2084A85A9}" srcOrd="0" destOrd="0" presId="urn:microsoft.com/office/officeart/2005/8/layout/process2"/>
    <dgm:cxn modelId="{BCB07565-D602-4606-B276-F011FAD1A2FE}" type="presParOf" srcId="{2CF722A3-FA82-4DFC-93D4-D6426B3EA395}" destId="{F032A9A4-D376-4B5C-8CEF-9466A70554D9}" srcOrd="4" destOrd="0" presId="urn:microsoft.com/office/officeart/2005/8/layout/process2"/>
    <dgm:cxn modelId="{2EA03E86-F8CF-49CA-83AA-46A9A29017DF}" type="presParOf" srcId="{2CF722A3-FA82-4DFC-93D4-D6426B3EA395}" destId="{3121E287-E30C-4024-88DD-DD01AABCCE11}" srcOrd="5" destOrd="0" presId="urn:microsoft.com/office/officeart/2005/8/layout/process2"/>
    <dgm:cxn modelId="{AABB96B4-36A7-4408-ACD0-9C26D03915E4}" type="presParOf" srcId="{3121E287-E30C-4024-88DD-DD01AABCCE11}" destId="{D6EDECA8-D583-4370-BE57-B356E7C64370}" srcOrd="0" destOrd="0" presId="urn:microsoft.com/office/officeart/2005/8/layout/process2"/>
    <dgm:cxn modelId="{13F53DAA-237F-462C-8BD6-9F54A24EF8C2}" type="presParOf" srcId="{2CF722A3-FA82-4DFC-93D4-D6426B3EA395}" destId="{3CF43D3B-B113-435A-9906-48D59DD89547}" srcOrd="6" destOrd="0" presId="urn:microsoft.com/office/officeart/2005/8/layout/process2"/>
    <dgm:cxn modelId="{E7A076A5-4918-4A00-8226-1162BC57770E}" type="presParOf" srcId="{2CF722A3-FA82-4DFC-93D4-D6426B3EA395}" destId="{D6069E67-4D6B-4284-ADF7-99EDCD0EDFFB}" srcOrd="7" destOrd="0" presId="urn:microsoft.com/office/officeart/2005/8/layout/process2"/>
    <dgm:cxn modelId="{0C7CB1F8-4195-4CF0-A560-E53535FCA479}" type="presParOf" srcId="{D6069E67-4D6B-4284-ADF7-99EDCD0EDFFB}" destId="{8E9023DD-78EB-4170-BD60-C16335A264D3}" srcOrd="0" destOrd="0" presId="urn:microsoft.com/office/officeart/2005/8/layout/process2"/>
    <dgm:cxn modelId="{73C4DBDC-FDEB-4F44-8F1A-C61CCFFBCF58}" type="presParOf" srcId="{2CF722A3-FA82-4DFC-93D4-D6426B3EA395}" destId="{FC290B5A-8884-4071-AE60-3B77556D4685}" srcOrd="8" destOrd="0" presId="urn:microsoft.com/office/officeart/2005/8/layout/process2"/>
    <dgm:cxn modelId="{E4D054E9-C65E-4D27-B450-92EB807CA8CF}" type="presParOf" srcId="{2CF722A3-FA82-4DFC-93D4-D6426B3EA395}" destId="{0130CA57-6087-4897-B485-9D388B63AC59}" srcOrd="9" destOrd="0" presId="urn:microsoft.com/office/officeart/2005/8/layout/process2"/>
    <dgm:cxn modelId="{807F611D-EE57-4C2E-97D9-C72119F57556}" type="presParOf" srcId="{0130CA57-6087-4897-B485-9D388B63AC59}" destId="{A26DFDB4-CD48-4BE9-BCD3-8CCC92919BF8}" srcOrd="0" destOrd="0" presId="urn:microsoft.com/office/officeart/2005/8/layout/process2"/>
    <dgm:cxn modelId="{281A1C26-1A67-475C-A98F-393E46BE24F5}" type="presParOf" srcId="{2CF722A3-FA82-4DFC-93D4-D6426B3EA395}" destId="{444AD4B0-CCB8-4B26-B167-933306AFBEF3}" srcOrd="10" destOrd="0" presId="urn:microsoft.com/office/officeart/2005/8/layout/process2"/>
    <dgm:cxn modelId="{2482186D-573C-40E4-A124-92381AC17E3A}" type="presParOf" srcId="{2CF722A3-FA82-4DFC-93D4-D6426B3EA395}" destId="{281A03A2-3700-43AE-860E-C16DF1784A1D}" srcOrd="11" destOrd="0" presId="urn:microsoft.com/office/officeart/2005/8/layout/process2"/>
    <dgm:cxn modelId="{DD57DBA5-655E-472D-B20C-9A5C10EA25C5}" type="presParOf" srcId="{281A03A2-3700-43AE-860E-C16DF1784A1D}" destId="{BF0E5A45-B25E-4C55-9239-2D02ACEC45AC}" srcOrd="0" destOrd="0" presId="urn:microsoft.com/office/officeart/2005/8/layout/process2"/>
    <dgm:cxn modelId="{5FDDC25A-DA24-49ED-88CE-5D5884AE1491}" type="presParOf" srcId="{2CF722A3-FA82-4DFC-93D4-D6426B3EA395}" destId="{210BCE23-8BF7-491B-BA58-F9CA25E8B45D}" srcOrd="12"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3C017DB-6798-4D58-AE69-E93D5385C23A}" type="doc">
      <dgm:prSet loTypeId="urn:microsoft.com/office/officeart/2005/8/layout/process2" loCatId="process" qsTypeId="urn:microsoft.com/office/officeart/2005/8/quickstyle/simple1" qsCatId="simple" csTypeId="urn:microsoft.com/office/officeart/2005/8/colors/accent1_2" csCatId="accent1" phldr="1"/>
      <dgm:spPr/>
    </dgm:pt>
    <dgm:pt modelId="{FBA4D218-CE60-454D-8B19-1B4AAB7C209B}">
      <dgm:prSet phldrT="[文本]" custT="1"/>
      <dgm:spPr>
        <a:solidFill>
          <a:srgbClr val="0099D8"/>
        </a:solidFill>
      </dgm:spPr>
      <dgm:t>
        <a:bodyPr/>
        <a:lstStyle/>
        <a:p>
          <a:pPr algn="l"/>
          <a:r>
            <a:rPr lang="zh-CN" sz="1600" b="1" dirty="0">
              <a:latin typeface="+mn-lt"/>
              <a:ea typeface="微软雅黑" pitchFamily="34" charset="-122"/>
            </a:rPr>
            <a:t>建立</a:t>
          </a:r>
          <a:r>
            <a:rPr lang="en-US" altLang="zh-CN" sz="1600" b="1" dirty="0">
              <a:latin typeface="+mn-lt"/>
              <a:ea typeface="微软雅黑" pitchFamily="34" charset="-122"/>
            </a:rPr>
            <a:t>maven</a:t>
          </a:r>
          <a:r>
            <a:rPr lang="zh-CN" altLang="en-US" sz="1600" b="1" dirty="0">
              <a:latin typeface="+mn-lt"/>
              <a:ea typeface="微软雅黑" pitchFamily="34" charset="-122"/>
            </a:rPr>
            <a:t>项目，想</a:t>
          </a:r>
          <a:r>
            <a:rPr lang="en-US" altLang="zh-CN" sz="1600" b="1" dirty="0">
              <a:latin typeface="+mn-lt"/>
              <a:ea typeface="微软雅黑" pitchFamily="34" charset="-122"/>
            </a:rPr>
            <a:t>POM.XML</a:t>
          </a:r>
          <a:r>
            <a:rPr lang="zh-CN" altLang="en-US" sz="1600" b="1" dirty="0">
              <a:latin typeface="+mn-lt"/>
              <a:ea typeface="微软雅黑" pitchFamily="34" charset="-122"/>
            </a:rPr>
            <a:t>添加</a:t>
          </a:r>
          <a:r>
            <a:rPr lang="en-US" altLang="zh-CN" sz="1600" b="1" dirty="0">
              <a:latin typeface="+mn-lt"/>
              <a:ea typeface="微软雅黑" pitchFamily="34" charset="-122"/>
            </a:rPr>
            <a:t>spring</a:t>
          </a:r>
          <a:r>
            <a:rPr lang="zh-CN" altLang="en-US" sz="1600" b="1" dirty="0">
              <a:latin typeface="+mn-lt"/>
              <a:ea typeface="微软雅黑" pitchFamily="34" charset="-122"/>
            </a:rPr>
            <a:t>与</a:t>
          </a:r>
          <a:r>
            <a:rPr lang="en-US" altLang="zh-CN" sz="1600" b="1" dirty="0" err="1">
              <a:latin typeface="+mn-lt"/>
              <a:ea typeface="微软雅黑" pitchFamily="34" charset="-122"/>
            </a:rPr>
            <a:t>mybatis</a:t>
          </a:r>
          <a:r>
            <a:rPr lang="zh-CN" altLang="en-US" sz="1600" b="1" dirty="0">
              <a:latin typeface="+mn-lt"/>
              <a:ea typeface="微软雅黑" pitchFamily="34" charset="-122"/>
            </a:rPr>
            <a:t>依赖</a:t>
          </a:r>
        </a:p>
      </dgm:t>
    </dgm:pt>
    <dgm:pt modelId="{C9E24DCE-1E35-45A3-B26A-9AB94FAA5585}" type="parTrans" cxnId="{9684BF2D-DD7E-4F2F-AC6E-3BE4843A56BF}">
      <dgm:prSet/>
      <dgm:spPr/>
      <dgm:t>
        <a:bodyPr/>
        <a:lstStyle/>
        <a:p>
          <a:pPr algn="l"/>
          <a:endParaRPr lang="zh-CN" altLang="en-US">
            <a:latin typeface="+mn-lt"/>
          </a:endParaRPr>
        </a:p>
      </dgm:t>
    </dgm:pt>
    <dgm:pt modelId="{07348BC2-C40C-48E1-AC59-2CC1D2033776}" type="sibTrans" cxnId="{9684BF2D-DD7E-4F2F-AC6E-3BE4843A56BF}">
      <dgm:prSet custT="1"/>
      <dgm:spPr>
        <a:solidFill>
          <a:srgbClr val="00B0F0"/>
        </a:solidFill>
      </dgm:spPr>
      <dgm:t>
        <a:bodyPr/>
        <a:lstStyle/>
        <a:p>
          <a:pPr algn="l"/>
          <a:endParaRPr lang="zh-CN" altLang="en-US" sz="1100" b="1">
            <a:latin typeface="+mn-lt"/>
          </a:endParaRPr>
        </a:p>
      </dgm:t>
    </dgm:pt>
    <dgm:pt modelId="{45CF4A7A-FFB2-4DEB-B350-D84033467F2D}">
      <dgm:prSet phldrT="[文本]" custT="1"/>
      <dgm:spPr>
        <a:solidFill>
          <a:srgbClr val="0099D8"/>
        </a:solidFill>
      </dgm:spPr>
      <dgm:t>
        <a:bodyPr/>
        <a:lstStyle/>
        <a:p>
          <a:pPr algn="l"/>
          <a:r>
            <a:rPr lang="zh-CN" sz="1600" b="1" dirty="0">
              <a:latin typeface="+mn-lt"/>
              <a:ea typeface="微软雅黑" pitchFamily="34" charset="-122"/>
            </a:rPr>
            <a:t>建立开发目录结构，创建实体类</a:t>
          </a:r>
          <a:endParaRPr lang="zh-CN" altLang="en-US" sz="1600" b="1" dirty="0">
            <a:latin typeface="+mn-lt"/>
            <a:ea typeface="微软雅黑" pitchFamily="34" charset="-122"/>
          </a:endParaRPr>
        </a:p>
      </dgm:t>
    </dgm:pt>
    <dgm:pt modelId="{D7DD13B8-9D6E-4064-8254-D88E3387023F}" type="parTrans" cxnId="{E6EF1A59-FBFF-4526-8E91-B2EDF0450C1B}">
      <dgm:prSet/>
      <dgm:spPr/>
      <dgm:t>
        <a:bodyPr/>
        <a:lstStyle/>
        <a:p>
          <a:pPr algn="l"/>
          <a:endParaRPr lang="zh-CN" altLang="en-US">
            <a:latin typeface="+mn-lt"/>
          </a:endParaRPr>
        </a:p>
      </dgm:t>
    </dgm:pt>
    <dgm:pt modelId="{3EA8D1D3-4FDB-40E5-8C97-E200BB1AAEEA}" type="sibTrans" cxnId="{E6EF1A59-FBFF-4526-8E91-B2EDF0450C1B}">
      <dgm:prSet custT="1"/>
      <dgm:spPr>
        <a:solidFill>
          <a:srgbClr val="00B0F0"/>
        </a:solidFill>
      </dgm:spPr>
      <dgm:t>
        <a:bodyPr/>
        <a:lstStyle/>
        <a:p>
          <a:pPr algn="l"/>
          <a:endParaRPr lang="zh-CN" altLang="en-US" sz="1100" b="1">
            <a:latin typeface="+mn-lt"/>
          </a:endParaRPr>
        </a:p>
      </dgm:t>
    </dgm:pt>
    <dgm:pt modelId="{3CE0DC8D-F40B-442D-A1CE-132912915383}">
      <dgm:prSet phldrT="[文本]" custT="1"/>
      <dgm:spPr>
        <a:solidFill>
          <a:srgbClr val="0099D8"/>
        </a:solidFill>
      </dgm:spPr>
      <dgm:t>
        <a:bodyPr/>
        <a:lstStyle/>
        <a:p>
          <a:pPr algn="l"/>
          <a:r>
            <a:rPr lang="zh-CN" altLang="en-US" sz="1600" b="1" dirty="0">
              <a:latin typeface="+mn-lt"/>
              <a:ea typeface="微软雅黑" pitchFamily="34" charset="-122"/>
            </a:rPr>
            <a:t>创建数据访问接口</a:t>
          </a:r>
        </a:p>
      </dgm:t>
    </dgm:pt>
    <dgm:pt modelId="{BBFF0001-B0B3-4112-A234-951DB9281853}" type="parTrans" cxnId="{EA53D087-6EB6-4570-A17A-BCB9099F6A96}">
      <dgm:prSet/>
      <dgm:spPr/>
      <dgm:t>
        <a:bodyPr/>
        <a:lstStyle/>
        <a:p>
          <a:pPr algn="l"/>
          <a:endParaRPr lang="zh-CN" altLang="en-US">
            <a:latin typeface="+mn-lt"/>
          </a:endParaRPr>
        </a:p>
      </dgm:t>
    </dgm:pt>
    <dgm:pt modelId="{8AC92FE5-9301-46F5-A26C-86CE06E6C9E4}" type="sibTrans" cxnId="{EA53D087-6EB6-4570-A17A-BCB9099F6A96}">
      <dgm:prSet custT="1"/>
      <dgm:spPr>
        <a:solidFill>
          <a:srgbClr val="00B0F0"/>
        </a:solidFill>
      </dgm:spPr>
      <dgm:t>
        <a:bodyPr/>
        <a:lstStyle/>
        <a:p>
          <a:pPr algn="l"/>
          <a:endParaRPr lang="zh-CN" altLang="en-US" sz="1100" b="1">
            <a:latin typeface="+mn-lt"/>
          </a:endParaRPr>
        </a:p>
      </dgm:t>
    </dgm:pt>
    <dgm:pt modelId="{958023D9-D86C-4C88-ABB1-F0D35C6783CE}">
      <dgm:prSet phldrT="[文本]" custT="1"/>
      <dgm:spPr>
        <a:solidFill>
          <a:srgbClr val="0099D8"/>
        </a:solidFill>
      </dgm:spPr>
      <dgm:t>
        <a:bodyPr/>
        <a:lstStyle/>
        <a:p>
          <a:pPr algn="l"/>
          <a:r>
            <a:rPr lang="zh-CN" altLang="en-US" sz="1600" b="1" dirty="0">
              <a:latin typeface="+mn-lt"/>
              <a:ea typeface="微软雅黑" pitchFamily="34" charset="-122"/>
            </a:rPr>
            <a:t>创建数据访问接口的实现类</a:t>
          </a:r>
        </a:p>
      </dgm:t>
    </dgm:pt>
    <dgm:pt modelId="{21FB4400-D384-48BB-9C36-D6E418F337CA}" type="parTrans" cxnId="{D2DB64B7-8471-4EE4-A9B2-8BF0409F18A2}">
      <dgm:prSet/>
      <dgm:spPr/>
      <dgm:t>
        <a:bodyPr/>
        <a:lstStyle/>
        <a:p>
          <a:pPr algn="l"/>
          <a:endParaRPr lang="zh-CN" altLang="en-US">
            <a:latin typeface="+mn-lt"/>
          </a:endParaRPr>
        </a:p>
      </dgm:t>
    </dgm:pt>
    <dgm:pt modelId="{26EBD67B-7D0A-4076-B873-EA80339D5887}" type="sibTrans" cxnId="{D2DB64B7-8471-4EE4-A9B2-8BF0409F18A2}">
      <dgm:prSet custT="1"/>
      <dgm:spPr>
        <a:solidFill>
          <a:srgbClr val="00B0F0"/>
        </a:solidFill>
      </dgm:spPr>
      <dgm:t>
        <a:bodyPr/>
        <a:lstStyle/>
        <a:p>
          <a:pPr algn="l"/>
          <a:endParaRPr lang="zh-CN" altLang="en-US" sz="1100" b="1">
            <a:latin typeface="+mn-lt"/>
          </a:endParaRPr>
        </a:p>
      </dgm:t>
    </dgm:pt>
    <dgm:pt modelId="{1CF8C12D-5954-4BBD-8A74-0C6E3ED48B3F}">
      <dgm:prSet phldrT="[文本]" custT="1"/>
      <dgm:spPr>
        <a:solidFill>
          <a:srgbClr val="0099D8"/>
        </a:solidFill>
      </dgm:spPr>
      <dgm:t>
        <a:bodyPr/>
        <a:lstStyle/>
        <a:p>
          <a:pPr algn="l"/>
          <a:r>
            <a:rPr lang="zh-CN" sz="1600" b="1" dirty="0">
              <a:latin typeface="+mn-lt"/>
              <a:ea typeface="微软雅黑" pitchFamily="34" charset="-122"/>
            </a:rPr>
            <a:t>配置</a:t>
          </a:r>
          <a:r>
            <a:rPr lang="en-US" sz="1600" b="1" dirty="0">
              <a:latin typeface="+mn-lt"/>
              <a:ea typeface="微软雅黑" pitchFamily="34" charset="-122"/>
            </a:rPr>
            <a:t>SQL</a:t>
          </a:r>
          <a:r>
            <a:rPr lang="zh-CN" sz="1600" b="1" dirty="0">
              <a:latin typeface="+mn-lt"/>
              <a:ea typeface="微软雅黑" pitchFamily="34" charset="-122"/>
            </a:rPr>
            <a:t>映射语句文件</a:t>
          </a:r>
          <a:endParaRPr lang="zh-CN" altLang="en-US" sz="1600" b="1" dirty="0">
            <a:latin typeface="+mn-lt"/>
            <a:ea typeface="微软雅黑" pitchFamily="34" charset="-122"/>
          </a:endParaRPr>
        </a:p>
      </dgm:t>
    </dgm:pt>
    <dgm:pt modelId="{1665FDA0-E5B2-4A21-951C-7B1FACCF6986}" type="parTrans" cxnId="{F02A54D8-C77E-4739-B8ED-9A44BFC2BD5F}">
      <dgm:prSet/>
      <dgm:spPr/>
      <dgm:t>
        <a:bodyPr/>
        <a:lstStyle/>
        <a:p>
          <a:pPr algn="l"/>
          <a:endParaRPr lang="zh-CN" altLang="en-US">
            <a:latin typeface="+mn-lt"/>
          </a:endParaRPr>
        </a:p>
      </dgm:t>
    </dgm:pt>
    <dgm:pt modelId="{73CB4B20-C813-4A9F-A785-1324923202D4}" type="sibTrans" cxnId="{F02A54D8-C77E-4739-B8ED-9A44BFC2BD5F}">
      <dgm:prSet custT="1"/>
      <dgm:spPr>
        <a:solidFill>
          <a:srgbClr val="00B0F0"/>
        </a:solidFill>
      </dgm:spPr>
      <dgm:t>
        <a:bodyPr/>
        <a:lstStyle/>
        <a:p>
          <a:pPr algn="l"/>
          <a:endParaRPr lang="zh-CN" altLang="en-US" sz="1100" b="1">
            <a:latin typeface="+mn-lt"/>
          </a:endParaRPr>
        </a:p>
      </dgm:t>
    </dgm:pt>
    <dgm:pt modelId="{76C36057-ED15-446E-804B-BB5092731B44}">
      <dgm:prSet phldrT="[文本]" custT="1"/>
      <dgm:spPr>
        <a:solidFill>
          <a:srgbClr val="0099D8"/>
        </a:solidFill>
      </dgm:spPr>
      <dgm:t>
        <a:bodyPr/>
        <a:lstStyle/>
        <a:p>
          <a:pPr algn="l"/>
          <a:r>
            <a:rPr lang="zh-CN" sz="1600" b="1" dirty="0">
              <a:latin typeface="+mn-lt"/>
              <a:ea typeface="微软雅黑" pitchFamily="34" charset="-122"/>
            </a:rPr>
            <a:t>配置</a:t>
          </a:r>
          <a:r>
            <a:rPr lang="en-US" sz="1600" b="1" dirty="0" err="1">
              <a:latin typeface="+mn-lt"/>
              <a:ea typeface="微软雅黑" pitchFamily="34" charset="-122"/>
            </a:rPr>
            <a:t>MyBatis</a:t>
          </a:r>
          <a:r>
            <a:rPr lang="zh-CN" sz="1600" b="1" dirty="0">
              <a:latin typeface="+mn-lt"/>
              <a:ea typeface="微软雅黑" pitchFamily="34" charset="-122"/>
            </a:rPr>
            <a:t>应用配置文件</a:t>
          </a:r>
          <a:endParaRPr lang="zh-CN" altLang="en-US" sz="1600" b="1" dirty="0">
            <a:latin typeface="+mn-lt"/>
            <a:ea typeface="微软雅黑" pitchFamily="34" charset="-122"/>
          </a:endParaRPr>
        </a:p>
      </dgm:t>
    </dgm:pt>
    <dgm:pt modelId="{40B17621-2942-47CF-B1B8-20778899D02A}" type="parTrans" cxnId="{F7FCEA46-FA67-4819-B65A-3B22BBBD2D0A}">
      <dgm:prSet/>
      <dgm:spPr/>
      <dgm:t>
        <a:bodyPr/>
        <a:lstStyle/>
        <a:p>
          <a:pPr algn="l"/>
          <a:endParaRPr lang="zh-CN" altLang="en-US">
            <a:latin typeface="+mn-lt"/>
          </a:endParaRPr>
        </a:p>
      </dgm:t>
    </dgm:pt>
    <dgm:pt modelId="{84C5124A-1D7E-4965-84B6-FCF16EB0A8A8}" type="sibTrans" cxnId="{F7FCEA46-FA67-4819-B65A-3B22BBBD2D0A}">
      <dgm:prSet custT="1"/>
      <dgm:spPr>
        <a:solidFill>
          <a:srgbClr val="00B0F0"/>
        </a:solidFill>
      </dgm:spPr>
      <dgm:t>
        <a:bodyPr/>
        <a:lstStyle/>
        <a:p>
          <a:pPr algn="l"/>
          <a:endParaRPr lang="zh-CN" altLang="en-US" sz="1100" b="1">
            <a:latin typeface="+mn-lt"/>
          </a:endParaRPr>
        </a:p>
      </dgm:t>
    </dgm:pt>
    <dgm:pt modelId="{A8AA2DD2-E797-44FB-AB24-D0DD8812EFE3}">
      <dgm:prSet phldrT="[文本]" custT="1"/>
      <dgm:spPr>
        <a:solidFill>
          <a:srgbClr val="0099D8"/>
        </a:solidFill>
      </dgm:spPr>
      <dgm:t>
        <a:bodyPr/>
        <a:lstStyle/>
        <a:p>
          <a:pPr algn="l"/>
          <a:r>
            <a:rPr lang="zh-CN" sz="1600" b="1" dirty="0">
              <a:latin typeface="+mn-lt"/>
              <a:ea typeface="微软雅黑" pitchFamily="34" charset="-122"/>
            </a:rPr>
            <a:t>配置</a:t>
          </a:r>
          <a:r>
            <a:rPr lang="en-US" sz="1600" b="1" dirty="0">
              <a:latin typeface="+mn-lt"/>
              <a:ea typeface="微软雅黑" pitchFamily="34" charset="-122"/>
            </a:rPr>
            <a:t>Spring</a:t>
          </a:r>
          <a:r>
            <a:rPr lang="zh-CN" sz="1600" b="1" dirty="0">
              <a:latin typeface="+mn-lt"/>
              <a:ea typeface="微软雅黑" pitchFamily="34" charset="-122"/>
            </a:rPr>
            <a:t>应用配置文件</a:t>
          </a:r>
          <a:endParaRPr lang="zh-CN" altLang="en-US" sz="1600" b="1" dirty="0">
            <a:latin typeface="+mn-lt"/>
            <a:ea typeface="微软雅黑" pitchFamily="34" charset="-122"/>
          </a:endParaRPr>
        </a:p>
      </dgm:t>
    </dgm:pt>
    <dgm:pt modelId="{1D791F2F-2896-4109-95CE-73D24A7B2C60}" type="parTrans" cxnId="{146D9D89-B2B4-4FF5-9BC3-449DC1C96535}">
      <dgm:prSet/>
      <dgm:spPr/>
      <dgm:t>
        <a:bodyPr/>
        <a:lstStyle/>
        <a:p>
          <a:pPr algn="l"/>
          <a:endParaRPr lang="zh-CN" altLang="en-US">
            <a:latin typeface="+mn-lt"/>
          </a:endParaRPr>
        </a:p>
      </dgm:t>
    </dgm:pt>
    <dgm:pt modelId="{3472EF89-78FC-41F6-865F-B1A5E09DD70B}" type="sibTrans" cxnId="{146D9D89-B2B4-4FF5-9BC3-449DC1C96535}">
      <dgm:prSet/>
      <dgm:spPr/>
      <dgm:t>
        <a:bodyPr/>
        <a:lstStyle/>
        <a:p>
          <a:pPr algn="l"/>
          <a:endParaRPr lang="zh-CN" altLang="en-US">
            <a:latin typeface="+mn-lt"/>
          </a:endParaRPr>
        </a:p>
      </dgm:t>
    </dgm:pt>
    <dgm:pt modelId="{2CF722A3-FA82-4DFC-93D4-D6426B3EA395}" type="pres">
      <dgm:prSet presAssocID="{73C017DB-6798-4D58-AE69-E93D5385C23A}" presName="linearFlow" presStyleCnt="0">
        <dgm:presLayoutVars>
          <dgm:resizeHandles val="exact"/>
        </dgm:presLayoutVars>
      </dgm:prSet>
      <dgm:spPr/>
    </dgm:pt>
    <dgm:pt modelId="{24217A91-F687-48F4-B25E-9EB7D8807C73}" type="pres">
      <dgm:prSet presAssocID="{FBA4D218-CE60-454D-8B19-1B4AAB7C209B}" presName="node" presStyleLbl="node1" presStyleIdx="0" presStyleCnt="7" custScaleX="383662" custLinFactNeighborX="1252" custLinFactNeighborY="-41129">
        <dgm:presLayoutVars>
          <dgm:bulletEnabled val="1"/>
        </dgm:presLayoutVars>
      </dgm:prSet>
      <dgm:spPr/>
    </dgm:pt>
    <dgm:pt modelId="{DCD76C12-1E88-4CF9-9CFA-2DB04E0198D6}" type="pres">
      <dgm:prSet presAssocID="{07348BC2-C40C-48E1-AC59-2CC1D2033776}" presName="sibTrans" presStyleLbl="sibTrans2D1" presStyleIdx="0" presStyleCnt="6" custScaleX="143135" custScaleY="154841" custLinFactNeighborY="-1402"/>
      <dgm:spPr/>
    </dgm:pt>
    <dgm:pt modelId="{4D67A482-0831-4393-BB83-9C5BF82D62C8}" type="pres">
      <dgm:prSet presAssocID="{07348BC2-C40C-48E1-AC59-2CC1D2033776}" presName="connectorText" presStyleLbl="sibTrans2D1" presStyleIdx="0" presStyleCnt="6"/>
      <dgm:spPr/>
    </dgm:pt>
    <dgm:pt modelId="{28A2937E-3D48-4568-9BFF-7F6E2668AA86}" type="pres">
      <dgm:prSet presAssocID="{45CF4A7A-FFB2-4DEB-B350-D84033467F2D}" presName="node" presStyleLbl="node1" presStyleIdx="1" presStyleCnt="7" custScaleX="343494" custLinFactNeighborX="1252" custLinFactNeighborY="-8082">
        <dgm:presLayoutVars>
          <dgm:bulletEnabled val="1"/>
        </dgm:presLayoutVars>
      </dgm:prSet>
      <dgm:spPr/>
    </dgm:pt>
    <dgm:pt modelId="{32CD9DA4-7D2F-42DD-A224-1A3681D38DAF}" type="pres">
      <dgm:prSet presAssocID="{3EA8D1D3-4FDB-40E5-8C97-E200BB1AAEEA}" presName="sibTrans" presStyleLbl="sibTrans2D1" presStyleIdx="1" presStyleCnt="6" custScaleX="143135" custScaleY="154841" custLinFactNeighborY="-1402"/>
      <dgm:spPr/>
    </dgm:pt>
    <dgm:pt modelId="{8AF3FC29-0A72-457F-9F82-7CC2084A85A9}" type="pres">
      <dgm:prSet presAssocID="{3EA8D1D3-4FDB-40E5-8C97-E200BB1AAEEA}" presName="connectorText" presStyleLbl="sibTrans2D1" presStyleIdx="1" presStyleCnt="6"/>
      <dgm:spPr/>
    </dgm:pt>
    <dgm:pt modelId="{F032A9A4-D376-4B5C-8CEF-9466A70554D9}" type="pres">
      <dgm:prSet presAssocID="{3CE0DC8D-F40B-442D-A1CE-132912915383}" presName="node" presStyleLbl="node1" presStyleIdx="2" presStyleCnt="7" custScaleX="345998">
        <dgm:presLayoutVars>
          <dgm:bulletEnabled val="1"/>
        </dgm:presLayoutVars>
      </dgm:prSet>
      <dgm:spPr/>
    </dgm:pt>
    <dgm:pt modelId="{3121E287-E30C-4024-88DD-DD01AABCCE11}" type="pres">
      <dgm:prSet presAssocID="{8AC92FE5-9301-46F5-A26C-86CE06E6C9E4}" presName="sibTrans" presStyleLbl="sibTrans2D1" presStyleIdx="2" presStyleCnt="6" custScaleX="143135" custScaleY="154841" custLinFactNeighborY="-1402"/>
      <dgm:spPr/>
    </dgm:pt>
    <dgm:pt modelId="{D6EDECA8-D583-4370-BE57-B356E7C64370}" type="pres">
      <dgm:prSet presAssocID="{8AC92FE5-9301-46F5-A26C-86CE06E6C9E4}" presName="connectorText" presStyleLbl="sibTrans2D1" presStyleIdx="2" presStyleCnt="6"/>
      <dgm:spPr/>
    </dgm:pt>
    <dgm:pt modelId="{3CF43D3B-B113-435A-9906-48D59DD89547}" type="pres">
      <dgm:prSet presAssocID="{958023D9-D86C-4C88-ABB1-F0D35C6783CE}" presName="node" presStyleLbl="node1" presStyleIdx="3" presStyleCnt="7" custScaleX="345998">
        <dgm:presLayoutVars>
          <dgm:bulletEnabled val="1"/>
        </dgm:presLayoutVars>
      </dgm:prSet>
      <dgm:spPr/>
    </dgm:pt>
    <dgm:pt modelId="{D6069E67-4D6B-4284-ADF7-99EDCD0EDFFB}" type="pres">
      <dgm:prSet presAssocID="{26EBD67B-7D0A-4076-B873-EA80339D5887}" presName="sibTrans" presStyleLbl="sibTrans2D1" presStyleIdx="3" presStyleCnt="6" custScaleX="143135" custScaleY="154841" custLinFactNeighborY="-1402"/>
      <dgm:spPr/>
    </dgm:pt>
    <dgm:pt modelId="{8E9023DD-78EB-4170-BD60-C16335A264D3}" type="pres">
      <dgm:prSet presAssocID="{26EBD67B-7D0A-4076-B873-EA80339D5887}" presName="connectorText" presStyleLbl="sibTrans2D1" presStyleIdx="3" presStyleCnt="6"/>
      <dgm:spPr/>
    </dgm:pt>
    <dgm:pt modelId="{FC290B5A-8884-4071-AE60-3B77556D4685}" type="pres">
      <dgm:prSet presAssocID="{1CF8C12D-5954-4BBD-8A74-0C6E3ED48B3F}" presName="node" presStyleLbl="node1" presStyleIdx="4" presStyleCnt="7" custScaleX="345998">
        <dgm:presLayoutVars>
          <dgm:bulletEnabled val="1"/>
        </dgm:presLayoutVars>
      </dgm:prSet>
      <dgm:spPr/>
    </dgm:pt>
    <dgm:pt modelId="{0130CA57-6087-4897-B485-9D388B63AC59}" type="pres">
      <dgm:prSet presAssocID="{73CB4B20-C813-4A9F-A785-1324923202D4}" presName="sibTrans" presStyleLbl="sibTrans2D1" presStyleIdx="4" presStyleCnt="6" custScaleX="143135" custScaleY="154841" custLinFactNeighborY="-1402"/>
      <dgm:spPr/>
    </dgm:pt>
    <dgm:pt modelId="{A26DFDB4-CD48-4BE9-BCD3-8CCC92919BF8}" type="pres">
      <dgm:prSet presAssocID="{73CB4B20-C813-4A9F-A785-1324923202D4}" presName="connectorText" presStyleLbl="sibTrans2D1" presStyleIdx="4" presStyleCnt="6"/>
      <dgm:spPr/>
    </dgm:pt>
    <dgm:pt modelId="{444AD4B0-CCB8-4B26-B167-933306AFBEF3}" type="pres">
      <dgm:prSet presAssocID="{76C36057-ED15-446E-804B-BB5092731B44}" presName="node" presStyleLbl="node1" presStyleIdx="5" presStyleCnt="7" custScaleX="345998">
        <dgm:presLayoutVars>
          <dgm:bulletEnabled val="1"/>
        </dgm:presLayoutVars>
      </dgm:prSet>
      <dgm:spPr/>
    </dgm:pt>
    <dgm:pt modelId="{281A03A2-3700-43AE-860E-C16DF1784A1D}" type="pres">
      <dgm:prSet presAssocID="{84C5124A-1D7E-4965-84B6-FCF16EB0A8A8}" presName="sibTrans" presStyleLbl="sibTrans2D1" presStyleIdx="5" presStyleCnt="6" custScaleX="143135" custScaleY="154841" custLinFactNeighborY="-1402"/>
      <dgm:spPr/>
    </dgm:pt>
    <dgm:pt modelId="{BF0E5A45-B25E-4C55-9239-2D02ACEC45AC}" type="pres">
      <dgm:prSet presAssocID="{84C5124A-1D7E-4965-84B6-FCF16EB0A8A8}" presName="connectorText" presStyleLbl="sibTrans2D1" presStyleIdx="5" presStyleCnt="6"/>
      <dgm:spPr/>
    </dgm:pt>
    <dgm:pt modelId="{210BCE23-8BF7-491B-BA58-F9CA25E8B45D}" type="pres">
      <dgm:prSet presAssocID="{A8AA2DD2-E797-44FB-AB24-D0DD8812EFE3}" presName="node" presStyleLbl="node1" presStyleIdx="6" presStyleCnt="7" custScaleX="345998">
        <dgm:presLayoutVars>
          <dgm:bulletEnabled val="1"/>
        </dgm:presLayoutVars>
      </dgm:prSet>
      <dgm:spPr/>
    </dgm:pt>
  </dgm:ptLst>
  <dgm:cxnLst>
    <dgm:cxn modelId="{E053C909-5D49-42DB-9C98-928E0115180A}" type="presOf" srcId="{73CB4B20-C813-4A9F-A785-1324923202D4}" destId="{0130CA57-6087-4897-B485-9D388B63AC59}" srcOrd="0" destOrd="0" presId="urn:microsoft.com/office/officeart/2005/8/layout/process2"/>
    <dgm:cxn modelId="{9684BF2D-DD7E-4F2F-AC6E-3BE4843A56BF}" srcId="{73C017DB-6798-4D58-AE69-E93D5385C23A}" destId="{FBA4D218-CE60-454D-8B19-1B4AAB7C209B}" srcOrd="0" destOrd="0" parTransId="{C9E24DCE-1E35-45A3-B26A-9AB94FAA5585}" sibTransId="{07348BC2-C40C-48E1-AC59-2CC1D2033776}"/>
    <dgm:cxn modelId="{AEC48D36-C4BF-4195-A39F-29E1E089C49E}" type="presOf" srcId="{07348BC2-C40C-48E1-AC59-2CC1D2033776}" destId="{4D67A482-0831-4393-BB83-9C5BF82D62C8}" srcOrd="1" destOrd="0" presId="urn:microsoft.com/office/officeart/2005/8/layout/process2"/>
    <dgm:cxn modelId="{D9E3B25D-FD7C-4E6E-9C0D-E3CB0831BCE0}" type="presOf" srcId="{26EBD67B-7D0A-4076-B873-EA80339D5887}" destId="{8E9023DD-78EB-4170-BD60-C16335A264D3}" srcOrd="1" destOrd="0" presId="urn:microsoft.com/office/officeart/2005/8/layout/process2"/>
    <dgm:cxn modelId="{8F85B646-371B-47AA-A443-83E87EA30C16}" type="presOf" srcId="{3CE0DC8D-F40B-442D-A1CE-132912915383}" destId="{F032A9A4-D376-4B5C-8CEF-9466A70554D9}" srcOrd="0" destOrd="0" presId="urn:microsoft.com/office/officeart/2005/8/layout/process2"/>
    <dgm:cxn modelId="{F7FCEA46-FA67-4819-B65A-3B22BBBD2D0A}" srcId="{73C017DB-6798-4D58-AE69-E93D5385C23A}" destId="{76C36057-ED15-446E-804B-BB5092731B44}" srcOrd="5" destOrd="0" parTransId="{40B17621-2942-47CF-B1B8-20778899D02A}" sibTransId="{84C5124A-1D7E-4965-84B6-FCF16EB0A8A8}"/>
    <dgm:cxn modelId="{D07A4755-B00E-4439-BD6F-854A7BE25C28}" type="presOf" srcId="{84C5124A-1D7E-4965-84B6-FCF16EB0A8A8}" destId="{281A03A2-3700-43AE-860E-C16DF1784A1D}" srcOrd="0" destOrd="0" presId="urn:microsoft.com/office/officeart/2005/8/layout/process2"/>
    <dgm:cxn modelId="{E6EF1A59-FBFF-4526-8E91-B2EDF0450C1B}" srcId="{73C017DB-6798-4D58-AE69-E93D5385C23A}" destId="{45CF4A7A-FFB2-4DEB-B350-D84033467F2D}" srcOrd="1" destOrd="0" parTransId="{D7DD13B8-9D6E-4064-8254-D88E3387023F}" sibTransId="{3EA8D1D3-4FDB-40E5-8C97-E200BB1AAEEA}"/>
    <dgm:cxn modelId="{DCD66F7A-0E1C-46DA-8841-FF28326CA5CE}" type="presOf" srcId="{A8AA2DD2-E797-44FB-AB24-D0DD8812EFE3}" destId="{210BCE23-8BF7-491B-BA58-F9CA25E8B45D}" srcOrd="0" destOrd="0" presId="urn:microsoft.com/office/officeart/2005/8/layout/process2"/>
    <dgm:cxn modelId="{6BF28D7A-0CF9-4399-9E1C-060A51EB5CE4}" type="presOf" srcId="{76C36057-ED15-446E-804B-BB5092731B44}" destId="{444AD4B0-CCB8-4B26-B167-933306AFBEF3}" srcOrd="0" destOrd="0" presId="urn:microsoft.com/office/officeart/2005/8/layout/process2"/>
    <dgm:cxn modelId="{433FF37D-200F-447D-85C0-C3B7CB935510}" type="presOf" srcId="{07348BC2-C40C-48E1-AC59-2CC1D2033776}" destId="{DCD76C12-1E88-4CF9-9CFA-2DB04E0198D6}" srcOrd="0" destOrd="0" presId="urn:microsoft.com/office/officeart/2005/8/layout/process2"/>
    <dgm:cxn modelId="{EA53D087-6EB6-4570-A17A-BCB9099F6A96}" srcId="{73C017DB-6798-4D58-AE69-E93D5385C23A}" destId="{3CE0DC8D-F40B-442D-A1CE-132912915383}" srcOrd="2" destOrd="0" parTransId="{BBFF0001-B0B3-4112-A234-951DB9281853}" sibTransId="{8AC92FE5-9301-46F5-A26C-86CE06E6C9E4}"/>
    <dgm:cxn modelId="{146D9D89-B2B4-4FF5-9BC3-449DC1C96535}" srcId="{73C017DB-6798-4D58-AE69-E93D5385C23A}" destId="{A8AA2DD2-E797-44FB-AB24-D0DD8812EFE3}" srcOrd="6" destOrd="0" parTransId="{1D791F2F-2896-4109-95CE-73D24A7B2C60}" sibTransId="{3472EF89-78FC-41F6-865F-B1A5E09DD70B}"/>
    <dgm:cxn modelId="{4091C690-060E-435E-A30B-A16BC15ABF85}" type="presOf" srcId="{3EA8D1D3-4FDB-40E5-8C97-E200BB1AAEEA}" destId="{32CD9DA4-7D2F-42DD-A224-1A3681D38DAF}" srcOrd="0" destOrd="0" presId="urn:microsoft.com/office/officeart/2005/8/layout/process2"/>
    <dgm:cxn modelId="{BE4DCB91-9352-4A8E-9A74-74650F38E03D}" type="presOf" srcId="{45CF4A7A-FFB2-4DEB-B350-D84033467F2D}" destId="{28A2937E-3D48-4568-9BFF-7F6E2668AA86}" srcOrd="0" destOrd="0" presId="urn:microsoft.com/office/officeart/2005/8/layout/process2"/>
    <dgm:cxn modelId="{30A60092-0EED-4459-AA34-7257B921D9BA}" type="presOf" srcId="{84C5124A-1D7E-4965-84B6-FCF16EB0A8A8}" destId="{BF0E5A45-B25E-4C55-9239-2D02ACEC45AC}" srcOrd="1" destOrd="0" presId="urn:microsoft.com/office/officeart/2005/8/layout/process2"/>
    <dgm:cxn modelId="{86547AA0-EE82-469E-9B39-B1516FEDA7C9}" type="presOf" srcId="{3EA8D1D3-4FDB-40E5-8C97-E200BB1AAEEA}" destId="{8AF3FC29-0A72-457F-9F82-7CC2084A85A9}" srcOrd="1" destOrd="0" presId="urn:microsoft.com/office/officeart/2005/8/layout/process2"/>
    <dgm:cxn modelId="{73ADC5AE-9D25-408C-9B56-EB707CE261EA}" type="presOf" srcId="{73CB4B20-C813-4A9F-A785-1324923202D4}" destId="{A26DFDB4-CD48-4BE9-BCD3-8CCC92919BF8}" srcOrd="1" destOrd="0" presId="urn:microsoft.com/office/officeart/2005/8/layout/process2"/>
    <dgm:cxn modelId="{AD3DDDB5-25FF-4F58-8C56-CC48900CCAC0}" type="presOf" srcId="{8AC92FE5-9301-46F5-A26C-86CE06E6C9E4}" destId="{3121E287-E30C-4024-88DD-DD01AABCCE11}" srcOrd="0" destOrd="0" presId="urn:microsoft.com/office/officeart/2005/8/layout/process2"/>
    <dgm:cxn modelId="{D2DB64B7-8471-4EE4-A9B2-8BF0409F18A2}" srcId="{73C017DB-6798-4D58-AE69-E93D5385C23A}" destId="{958023D9-D86C-4C88-ABB1-F0D35C6783CE}" srcOrd="3" destOrd="0" parTransId="{21FB4400-D384-48BB-9C36-D6E418F337CA}" sibTransId="{26EBD67B-7D0A-4076-B873-EA80339D5887}"/>
    <dgm:cxn modelId="{6594F7B8-F743-4A09-99DC-CB7443C1BF49}" type="presOf" srcId="{958023D9-D86C-4C88-ABB1-F0D35C6783CE}" destId="{3CF43D3B-B113-435A-9906-48D59DD89547}" srcOrd="0" destOrd="0" presId="urn:microsoft.com/office/officeart/2005/8/layout/process2"/>
    <dgm:cxn modelId="{355BB8BF-4246-4FD1-A81C-87C9BB7B1CE5}" type="presOf" srcId="{26EBD67B-7D0A-4076-B873-EA80339D5887}" destId="{D6069E67-4D6B-4284-ADF7-99EDCD0EDFFB}" srcOrd="0" destOrd="0" presId="urn:microsoft.com/office/officeart/2005/8/layout/process2"/>
    <dgm:cxn modelId="{B2CCA2D0-9404-42D6-BDDE-2D6EEEE5B99E}" type="presOf" srcId="{8AC92FE5-9301-46F5-A26C-86CE06E6C9E4}" destId="{D6EDECA8-D583-4370-BE57-B356E7C64370}" srcOrd="1" destOrd="0" presId="urn:microsoft.com/office/officeart/2005/8/layout/process2"/>
    <dgm:cxn modelId="{F02A54D8-C77E-4739-B8ED-9A44BFC2BD5F}" srcId="{73C017DB-6798-4D58-AE69-E93D5385C23A}" destId="{1CF8C12D-5954-4BBD-8A74-0C6E3ED48B3F}" srcOrd="4" destOrd="0" parTransId="{1665FDA0-E5B2-4A21-951C-7B1FACCF6986}" sibTransId="{73CB4B20-C813-4A9F-A785-1324923202D4}"/>
    <dgm:cxn modelId="{1E4A5CE2-3B3B-4D7A-BF5D-6C623A1D8968}" type="presOf" srcId="{1CF8C12D-5954-4BBD-8A74-0C6E3ED48B3F}" destId="{FC290B5A-8884-4071-AE60-3B77556D4685}" srcOrd="0" destOrd="0" presId="urn:microsoft.com/office/officeart/2005/8/layout/process2"/>
    <dgm:cxn modelId="{90B502E8-CC44-4977-BC8F-373D65499AA1}" type="presOf" srcId="{FBA4D218-CE60-454D-8B19-1B4AAB7C209B}" destId="{24217A91-F687-48F4-B25E-9EB7D8807C73}" srcOrd="0" destOrd="0" presId="urn:microsoft.com/office/officeart/2005/8/layout/process2"/>
    <dgm:cxn modelId="{DC0EECF4-7250-4EA5-961B-4209BBE28A96}" type="presOf" srcId="{73C017DB-6798-4D58-AE69-E93D5385C23A}" destId="{2CF722A3-FA82-4DFC-93D4-D6426B3EA395}" srcOrd="0" destOrd="0" presId="urn:microsoft.com/office/officeart/2005/8/layout/process2"/>
    <dgm:cxn modelId="{6505AC92-DED0-4B80-A78C-E3EC74DD3519}" type="presParOf" srcId="{2CF722A3-FA82-4DFC-93D4-D6426B3EA395}" destId="{24217A91-F687-48F4-B25E-9EB7D8807C73}" srcOrd="0" destOrd="0" presId="urn:microsoft.com/office/officeart/2005/8/layout/process2"/>
    <dgm:cxn modelId="{B16FB28A-9F38-4584-A138-19A51639BAEC}" type="presParOf" srcId="{2CF722A3-FA82-4DFC-93D4-D6426B3EA395}" destId="{DCD76C12-1E88-4CF9-9CFA-2DB04E0198D6}" srcOrd="1" destOrd="0" presId="urn:microsoft.com/office/officeart/2005/8/layout/process2"/>
    <dgm:cxn modelId="{08D33C23-0EE7-4A94-AEF3-25BFD73661F9}" type="presParOf" srcId="{DCD76C12-1E88-4CF9-9CFA-2DB04E0198D6}" destId="{4D67A482-0831-4393-BB83-9C5BF82D62C8}" srcOrd="0" destOrd="0" presId="urn:microsoft.com/office/officeart/2005/8/layout/process2"/>
    <dgm:cxn modelId="{1D293A4F-C67F-4B7D-93AE-E4EEA841AACB}" type="presParOf" srcId="{2CF722A3-FA82-4DFC-93D4-D6426B3EA395}" destId="{28A2937E-3D48-4568-9BFF-7F6E2668AA86}" srcOrd="2" destOrd="0" presId="urn:microsoft.com/office/officeart/2005/8/layout/process2"/>
    <dgm:cxn modelId="{0E83A011-5A18-4648-B67F-1D9075E83EEF}" type="presParOf" srcId="{2CF722A3-FA82-4DFC-93D4-D6426B3EA395}" destId="{32CD9DA4-7D2F-42DD-A224-1A3681D38DAF}" srcOrd="3" destOrd="0" presId="urn:microsoft.com/office/officeart/2005/8/layout/process2"/>
    <dgm:cxn modelId="{7B50B121-1322-4444-A654-045C47295B03}" type="presParOf" srcId="{32CD9DA4-7D2F-42DD-A224-1A3681D38DAF}" destId="{8AF3FC29-0A72-457F-9F82-7CC2084A85A9}" srcOrd="0" destOrd="0" presId="urn:microsoft.com/office/officeart/2005/8/layout/process2"/>
    <dgm:cxn modelId="{BCB07565-D602-4606-B276-F011FAD1A2FE}" type="presParOf" srcId="{2CF722A3-FA82-4DFC-93D4-D6426B3EA395}" destId="{F032A9A4-D376-4B5C-8CEF-9466A70554D9}" srcOrd="4" destOrd="0" presId="urn:microsoft.com/office/officeart/2005/8/layout/process2"/>
    <dgm:cxn modelId="{2EA03E86-F8CF-49CA-83AA-46A9A29017DF}" type="presParOf" srcId="{2CF722A3-FA82-4DFC-93D4-D6426B3EA395}" destId="{3121E287-E30C-4024-88DD-DD01AABCCE11}" srcOrd="5" destOrd="0" presId="urn:microsoft.com/office/officeart/2005/8/layout/process2"/>
    <dgm:cxn modelId="{AABB96B4-36A7-4408-ACD0-9C26D03915E4}" type="presParOf" srcId="{3121E287-E30C-4024-88DD-DD01AABCCE11}" destId="{D6EDECA8-D583-4370-BE57-B356E7C64370}" srcOrd="0" destOrd="0" presId="urn:microsoft.com/office/officeart/2005/8/layout/process2"/>
    <dgm:cxn modelId="{13F53DAA-237F-462C-8BD6-9F54A24EF8C2}" type="presParOf" srcId="{2CF722A3-FA82-4DFC-93D4-D6426B3EA395}" destId="{3CF43D3B-B113-435A-9906-48D59DD89547}" srcOrd="6" destOrd="0" presId="urn:microsoft.com/office/officeart/2005/8/layout/process2"/>
    <dgm:cxn modelId="{E7A076A5-4918-4A00-8226-1162BC57770E}" type="presParOf" srcId="{2CF722A3-FA82-4DFC-93D4-D6426B3EA395}" destId="{D6069E67-4D6B-4284-ADF7-99EDCD0EDFFB}" srcOrd="7" destOrd="0" presId="urn:microsoft.com/office/officeart/2005/8/layout/process2"/>
    <dgm:cxn modelId="{0C7CB1F8-4195-4CF0-A560-E53535FCA479}" type="presParOf" srcId="{D6069E67-4D6B-4284-ADF7-99EDCD0EDFFB}" destId="{8E9023DD-78EB-4170-BD60-C16335A264D3}" srcOrd="0" destOrd="0" presId="urn:microsoft.com/office/officeart/2005/8/layout/process2"/>
    <dgm:cxn modelId="{73C4DBDC-FDEB-4F44-8F1A-C61CCFFBCF58}" type="presParOf" srcId="{2CF722A3-FA82-4DFC-93D4-D6426B3EA395}" destId="{FC290B5A-8884-4071-AE60-3B77556D4685}" srcOrd="8" destOrd="0" presId="urn:microsoft.com/office/officeart/2005/8/layout/process2"/>
    <dgm:cxn modelId="{E4D054E9-C65E-4D27-B450-92EB807CA8CF}" type="presParOf" srcId="{2CF722A3-FA82-4DFC-93D4-D6426B3EA395}" destId="{0130CA57-6087-4897-B485-9D388B63AC59}" srcOrd="9" destOrd="0" presId="urn:microsoft.com/office/officeart/2005/8/layout/process2"/>
    <dgm:cxn modelId="{807F611D-EE57-4C2E-97D9-C72119F57556}" type="presParOf" srcId="{0130CA57-6087-4897-B485-9D388B63AC59}" destId="{A26DFDB4-CD48-4BE9-BCD3-8CCC92919BF8}" srcOrd="0" destOrd="0" presId="urn:microsoft.com/office/officeart/2005/8/layout/process2"/>
    <dgm:cxn modelId="{281A1C26-1A67-475C-A98F-393E46BE24F5}" type="presParOf" srcId="{2CF722A3-FA82-4DFC-93D4-D6426B3EA395}" destId="{444AD4B0-CCB8-4B26-B167-933306AFBEF3}" srcOrd="10" destOrd="0" presId="urn:microsoft.com/office/officeart/2005/8/layout/process2"/>
    <dgm:cxn modelId="{2482186D-573C-40E4-A124-92381AC17E3A}" type="presParOf" srcId="{2CF722A3-FA82-4DFC-93D4-D6426B3EA395}" destId="{281A03A2-3700-43AE-860E-C16DF1784A1D}" srcOrd="11" destOrd="0" presId="urn:microsoft.com/office/officeart/2005/8/layout/process2"/>
    <dgm:cxn modelId="{DD57DBA5-655E-472D-B20C-9A5C10EA25C5}" type="presParOf" srcId="{281A03A2-3700-43AE-860E-C16DF1784A1D}" destId="{BF0E5A45-B25E-4C55-9239-2D02ACEC45AC}" srcOrd="0" destOrd="0" presId="urn:microsoft.com/office/officeart/2005/8/layout/process2"/>
    <dgm:cxn modelId="{5FDDC25A-DA24-49ED-88CE-5D5884AE1491}" type="presParOf" srcId="{2CF722A3-FA82-4DFC-93D4-D6426B3EA395}" destId="{210BCE23-8BF7-491B-BA58-F9CA25E8B45D}" srcOrd="12"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217A91-F687-48F4-B25E-9EB7D8807C73}">
      <dsp:nvSpPr>
        <dsp:cNvPr id="0" name=""/>
        <dsp:cNvSpPr/>
      </dsp:nvSpPr>
      <dsp:spPr>
        <a:xfrm>
          <a:off x="1692095" y="0"/>
          <a:ext cx="4926199" cy="358536"/>
        </a:xfrm>
        <a:prstGeom prst="roundRect">
          <a:avLst>
            <a:gd name="adj" fmla="val 10000"/>
          </a:avLst>
        </a:prstGeom>
        <a:solidFill>
          <a:srgbClr val="0099D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sz="1600" b="1" kern="1200" dirty="0">
              <a:latin typeface="+mn-lt"/>
              <a:ea typeface="微软雅黑" pitchFamily="34" charset="-122"/>
            </a:rPr>
            <a:t>建立</a:t>
          </a:r>
          <a:r>
            <a:rPr lang="en-US" sz="1600" b="1" kern="1200" dirty="0">
              <a:latin typeface="+mn-lt"/>
              <a:ea typeface="微软雅黑" pitchFamily="34" charset="-122"/>
            </a:rPr>
            <a:t>Web</a:t>
          </a:r>
          <a:r>
            <a:rPr lang="zh-CN" sz="1600" b="1" kern="1200" dirty="0">
              <a:latin typeface="+mn-lt"/>
              <a:ea typeface="微软雅黑" pitchFamily="34" charset="-122"/>
            </a:rPr>
            <a:t>工程，加入</a:t>
          </a:r>
          <a:r>
            <a:rPr lang="en-US" sz="1600" b="1" kern="1200" dirty="0">
              <a:latin typeface="+mn-lt"/>
              <a:ea typeface="微软雅黑" pitchFamily="34" charset="-122"/>
            </a:rPr>
            <a:t>Spring</a:t>
          </a:r>
          <a:r>
            <a:rPr lang="zh-CN" sz="1600" b="1" kern="1200" dirty="0">
              <a:latin typeface="+mn-lt"/>
              <a:ea typeface="微软雅黑" pitchFamily="34" charset="-122"/>
            </a:rPr>
            <a:t>和</a:t>
          </a:r>
          <a:r>
            <a:rPr lang="en-US" sz="1600" b="1" kern="1200" dirty="0" err="1">
              <a:latin typeface="+mn-lt"/>
              <a:ea typeface="微软雅黑" pitchFamily="34" charset="-122"/>
            </a:rPr>
            <a:t>MyBatis</a:t>
          </a:r>
          <a:r>
            <a:rPr lang="zh-CN" sz="1600" b="1" kern="1200" dirty="0">
              <a:latin typeface="+mn-lt"/>
              <a:ea typeface="微软雅黑" pitchFamily="34" charset="-122"/>
            </a:rPr>
            <a:t>的有关</a:t>
          </a:r>
          <a:r>
            <a:rPr lang="en-US" sz="1600" b="1" kern="1200" dirty="0">
              <a:latin typeface="+mn-lt"/>
              <a:ea typeface="微软雅黑" pitchFamily="34" charset="-122"/>
            </a:rPr>
            <a:t>JAR</a:t>
          </a:r>
          <a:endParaRPr lang="zh-CN" altLang="en-US" sz="1600" b="1" kern="1200" dirty="0">
            <a:latin typeface="+mn-lt"/>
            <a:ea typeface="微软雅黑" pitchFamily="34" charset="-122"/>
          </a:endParaRPr>
        </a:p>
      </dsp:txBody>
      <dsp:txXfrm>
        <a:off x="1702596" y="10501"/>
        <a:ext cx="4905197" cy="337534"/>
      </dsp:txXfrm>
    </dsp:sp>
    <dsp:sp modelId="{DCD76C12-1E88-4CF9-9CFA-2DB04E0198D6}">
      <dsp:nvSpPr>
        <dsp:cNvPr id="0" name=""/>
        <dsp:cNvSpPr/>
      </dsp:nvSpPr>
      <dsp:spPr>
        <a:xfrm rot="5400000">
          <a:off x="4062818" y="317413"/>
          <a:ext cx="184753" cy="249822"/>
        </a:xfrm>
        <a:prstGeom prst="rightArrow">
          <a:avLst>
            <a:gd name="adj1" fmla="val 60000"/>
            <a:gd name="adj2" fmla="val 50000"/>
          </a:avLst>
        </a:prstGeom>
        <a:solidFill>
          <a:srgbClr val="00B0F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endParaRPr lang="zh-CN" altLang="en-US" sz="1100" b="1" kern="1200">
            <a:latin typeface="+mn-lt"/>
          </a:endParaRPr>
        </a:p>
      </dsp:txBody>
      <dsp:txXfrm rot="-5400000">
        <a:off x="4080248" y="349947"/>
        <a:ext cx="149894" cy="129327"/>
      </dsp:txXfrm>
    </dsp:sp>
    <dsp:sp modelId="{28A2937E-3D48-4568-9BFF-7F6E2668AA86}">
      <dsp:nvSpPr>
        <dsp:cNvPr id="0" name=""/>
        <dsp:cNvSpPr/>
      </dsp:nvSpPr>
      <dsp:spPr>
        <a:xfrm>
          <a:off x="1692095" y="530637"/>
          <a:ext cx="4926199" cy="358536"/>
        </a:xfrm>
        <a:prstGeom prst="roundRect">
          <a:avLst>
            <a:gd name="adj" fmla="val 10000"/>
          </a:avLst>
        </a:prstGeom>
        <a:solidFill>
          <a:srgbClr val="0099D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sz="1600" b="1" kern="1200" dirty="0">
              <a:latin typeface="+mn-lt"/>
              <a:ea typeface="微软雅黑" pitchFamily="34" charset="-122"/>
            </a:rPr>
            <a:t>建立开发目录结构，创建实体类</a:t>
          </a:r>
          <a:endParaRPr lang="zh-CN" altLang="en-US" sz="1600" b="1" kern="1200" dirty="0">
            <a:latin typeface="+mn-lt"/>
            <a:ea typeface="微软雅黑" pitchFamily="34" charset="-122"/>
          </a:endParaRPr>
        </a:p>
      </dsp:txBody>
      <dsp:txXfrm>
        <a:off x="1702596" y="541138"/>
        <a:ext cx="4905197" cy="337534"/>
      </dsp:txXfrm>
    </dsp:sp>
    <dsp:sp modelId="{32CD9DA4-7D2F-42DD-A224-1A3681D38DAF}">
      <dsp:nvSpPr>
        <dsp:cNvPr id="0" name=""/>
        <dsp:cNvSpPr/>
      </dsp:nvSpPr>
      <dsp:spPr>
        <a:xfrm rot="5512772">
          <a:off x="4044917" y="856313"/>
          <a:ext cx="202600" cy="249822"/>
        </a:xfrm>
        <a:prstGeom prst="rightArrow">
          <a:avLst>
            <a:gd name="adj1" fmla="val 60000"/>
            <a:gd name="adj2" fmla="val 50000"/>
          </a:avLst>
        </a:prstGeom>
        <a:solidFill>
          <a:srgbClr val="00B0F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endParaRPr lang="zh-CN" altLang="en-US" sz="1100" b="1" kern="1200">
            <a:latin typeface="+mn-lt"/>
          </a:endParaRPr>
        </a:p>
      </dsp:txBody>
      <dsp:txXfrm rot="-5400000">
        <a:off x="4072267" y="879940"/>
        <a:ext cx="149894" cy="141820"/>
      </dsp:txXfrm>
    </dsp:sp>
    <dsp:sp modelId="{F032A9A4-D376-4B5C-8CEF-9466A70554D9}">
      <dsp:nvSpPr>
        <dsp:cNvPr id="0" name=""/>
        <dsp:cNvSpPr/>
      </dsp:nvSpPr>
      <dsp:spPr>
        <a:xfrm>
          <a:off x="1656184" y="1077798"/>
          <a:ext cx="4962110" cy="358536"/>
        </a:xfrm>
        <a:prstGeom prst="roundRect">
          <a:avLst>
            <a:gd name="adj" fmla="val 10000"/>
          </a:avLst>
        </a:prstGeom>
        <a:solidFill>
          <a:srgbClr val="0099D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mn-lt"/>
              <a:ea typeface="微软雅黑" pitchFamily="34" charset="-122"/>
            </a:rPr>
            <a:t>创建数据访问接口</a:t>
          </a:r>
        </a:p>
      </dsp:txBody>
      <dsp:txXfrm>
        <a:off x="1666685" y="1088299"/>
        <a:ext cx="4941108" cy="337534"/>
      </dsp:txXfrm>
    </dsp:sp>
    <dsp:sp modelId="{3121E287-E30C-4024-88DD-DD01AABCCE11}">
      <dsp:nvSpPr>
        <dsp:cNvPr id="0" name=""/>
        <dsp:cNvSpPr/>
      </dsp:nvSpPr>
      <dsp:spPr>
        <a:xfrm rot="5400000">
          <a:off x="4041016" y="1398795"/>
          <a:ext cx="192446" cy="249822"/>
        </a:xfrm>
        <a:prstGeom prst="rightArrow">
          <a:avLst>
            <a:gd name="adj1" fmla="val 60000"/>
            <a:gd name="adj2" fmla="val 50000"/>
          </a:avLst>
        </a:prstGeom>
        <a:solidFill>
          <a:srgbClr val="00B0F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endParaRPr lang="zh-CN" altLang="en-US" sz="1100" b="1" kern="1200">
            <a:latin typeface="+mn-lt"/>
          </a:endParaRPr>
        </a:p>
      </dsp:txBody>
      <dsp:txXfrm rot="-5400000">
        <a:off x="4062292" y="1427483"/>
        <a:ext cx="149894" cy="134712"/>
      </dsp:txXfrm>
    </dsp:sp>
    <dsp:sp modelId="{3CF43D3B-B113-435A-9906-48D59DD89547}">
      <dsp:nvSpPr>
        <dsp:cNvPr id="0" name=""/>
        <dsp:cNvSpPr/>
      </dsp:nvSpPr>
      <dsp:spPr>
        <a:xfrm>
          <a:off x="1656184" y="1615602"/>
          <a:ext cx="4962110" cy="358536"/>
        </a:xfrm>
        <a:prstGeom prst="roundRect">
          <a:avLst>
            <a:gd name="adj" fmla="val 10000"/>
          </a:avLst>
        </a:prstGeom>
        <a:solidFill>
          <a:srgbClr val="0099D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mn-lt"/>
              <a:ea typeface="微软雅黑" pitchFamily="34" charset="-122"/>
            </a:rPr>
            <a:t>创建数据访问接口的实现类</a:t>
          </a:r>
        </a:p>
      </dsp:txBody>
      <dsp:txXfrm>
        <a:off x="1666685" y="1626103"/>
        <a:ext cx="4941108" cy="337534"/>
      </dsp:txXfrm>
    </dsp:sp>
    <dsp:sp modelId="{D6069E67-4D6B-4284-ADF7-99EDCD0EDFFB}">
      <dsp:nvSpPr>
        <dsp:cNvPr id="0" name=""/>
        <dsp:cNvSpPr/>
      </dsp:nvSpPr>
      <dsp:spPr>
        <a:xfrm rot="5400000">
          <a:off x="4041016" y="1936599"/>
          <a:ext cx="192446" cy="249822"/>
        </a:xfrm>
        <a:prstGeom prst="rightArrow">
          <a:avLst>
            <a:gd name="adj1" fmla="val 60000"/>
            <a:gd name="adj2" fmla="val 50000"/>
          </a:avLst>
        </a:prstGeom>
        <a:solidFill>
          <a:srgbClr val="00B0F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endParaRPr lang="zh-CN" altLang="en-US" sz="1100" b="1" kern="1200">
            <a:latin typeface="+mn-lt"/>
          </a:endParaRPr>
        </a:p>
      </dsp:txBody>
      <dsp:txXfrm rot="-5400000">
        <a:off x="4062292" y="1965287"/>
        <a:ext cx="149894" cy="134712"/>
      </dsp:txXfrm>
    </dsp:sp>
    <dsp:sp modelId="{FC290B5A-8884-4071-AE60-3B77556D4685}">
      <dsp:nvSpPr>
        <dsp:cNvPr id="0" name=""/>
        <dsp:cNvSpPr/>
      </dsp:nvSpPr>
      <dsp:spPr>
        <a:xfrm>
          <a:off x="1656184" y="2153407"/>
          <a:ext cx="4962110" cy="358536"/>
        </a:xfrm>
        <a:prstGeom prst="roundRect">
          <a:avLst>
            <a:gd name="adj" fmla="val 10000"/>
          </a:avLst>
        </a:prstGeom>
        <a:solidFill>
          <a:srgbClr val="0099D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sz="1600" b="1" kern="1200" dirty="0">
              <a:latin typeface="+mn-lt"/>
              <a:ea typeface="微软雅黑" pitchFamily="34" charset="-122"/>
            </a:rPr>
            <a:t>配置</a:t>
          </a:r>
          <a:r>
            <a:rPr lang="en-US" sz="1600" b="1" kern="1200" dirty="0">
              <a:latin typeface="+mn-lt"/>
              <a:ea typeface="微软雅黑" pitchFamily="34" charset="-122"/>
            </a:rPr>
            <a:t>SQL</a:t>
          </a:r>
          <a:r>
            <a:rPr lang="zh-CN" sz="1600" b="1" kern="1200" dirty="0">
              <a:latin typeface="+mn-lt"/>
              <a:ea typeface="微软雅黑" pitchFamily="34" charset="-122"/>
            </a:rPr>
            <a:t>映射语句文件</a:t>
          </a:r>
          <a:endParaRPr lang="zh-CN" altLang="en-US" sz="1600" b="1" kern="1200" dirty="0">
            <a:latin typeface="+mn-lt"/>
            <a:ea typeface="微软雅黑" pitchFamily="34" charset="-122"/>
          </a:endParaRPr>
        </a:p>
      </dsp:txBody>
      <dsp:txXfrm>
        <a:off x="1666685" y="2163908"/>
        <a:ext cx="4941108" cy="337534"/>
      </dsp:txXfrm>
    </dsp:sp>
    <dsp:sp modelId="{0130CA57-6087-4897-B485-9D388B63AC59}">
      <dsp:nvSpPr>
        <dsp:cNvPr id="0" name=""/>
        <dsp:cNvSpPr/>
      </dsp:nvSpPr>
      <dsp:spPr>
        <a:xfrm rot="5400000">
          <a:off x="4041016" y="2474403"/>
          <a:ext cx="192446" cy="249822"/>
        </a:xfrm>
        <a:prstGeom prst="rightArrow">
          <a:avLst>
            <a:gd name="adj1" fmla="val 60000"/>
            <a:gd name="adj2" fmla="val 50000"/>
          </a:avLst>
        </a:prstGeom>
        <a:solidFill>
          <a:srgbClr val="00B0F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endParaRPr lang="zh-CN" altLang="en-US" sz="1100" b="1" kern="1200">
            <a:latin typeface="+mn-lt"/>
          </a:endParaRPr>
        </a:p>
      </dsp:txBody>
      <dsp:txXfrm rot="-5400000">
        <a:off x="4062292" y="2503091"/>
        <a:ext cx="149894" cy="134712"/>
      </dsp:txXfrm>
    </dsp:sp>
    <dsp:sp modelId="{444AD4B0-CCB8-4B26-B167-933306AFBEF3}">
      <dsp:nvSpPr>
        <dsp:cNvPr id="0" name=""/>
        <dsp:cNvSpPr/>
      </dsp:nvSpPr>
      <dsp:spPr>
        <a:xfrm>
          <a:off x="1656184" y="2691211"/>
          <a:ext cx="4962110" cy="358536"/>
        </a:xfrm>
        <a:prstGeom prst="roundRect">
          <a:avLst>
            <a:gd name="adj" fmla="val 10000"/>
          </a:avLst>
        </a:prstGeom>
        <a:solidFill>
          <a:srgbClr val="0099D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sz="1600" b="1" kern="1200" dirty="0">
              <a:latin typeface="+mn-lt"/>
              <a:ea typeface="微软雅黑" pitchFamily="34" charset="-122"/>
            </a:rPr>
            <a:t>配置</a:t>
          </a:r>
          <a:r>
            <a:rPr lang="en-US" sz="1600" b="1" kern="1200" dirty="0" err="1">
              <a:latin typeface="+mn-lt"/>
              <a:ea typeface="微软雅黑" pitchFamily="34" charset="-122"/>
            </a:rPr>
            <a:t>MyBatis</a:t>
          </a:r>
          <a:r>
            <a:rPr lang="zh-CN" sz="1600" b="1" kern="1200" dirty="0">
              <a:latin typeface="+mn-lt"/>
              <a:ea typeface="微软雅黑" pitchFamily="34" charset="-122"/>
            </a:rPr>
            <a:t>应用配置文件</a:t>
          </a:r>
          <a:endParaRPr lang="zh-CN" altLang="en-US" sz="1600" b="1" kern="1200" dirty="0">
            <a:latin typeface="+mn-lt"/>
            <a:ea typeface="微软雅黑" pitchFamily="34" charset="-122"/>
          </a:endParaRPr>
        </a:p>
      </dsp:txBody>
      <dsp:txXfrm>
        <a:off x="1666685" y="2701712"/>
        <a:ext cx="4941108" cy="337534"/>
      </dsp:txXfrm>
    </dsp:sp>
    <dsp:sp modelId="{281A03A2-3700-43AE-860E-C16DF1784A1D}">
      <dsp:nvSpPr>
        <dsp:cNvPr id="0" name=""/>
        <dsp:cNvSpPr/>
      </dsp:nvSpPr>
      <dsp:spPr>
        <a:xfrm rot="5400000">
          <a:off x="4041016" y="3012208"/>
          <a:ext cx="192446" cy="249822"/>
        </a:xfrm>
        <a:prstGeom prst="rightArrow">
          <a:avLst>
            <a:gd name="adj1" fmla="val 60000"/>
            <a:gd name="adj2" fmla="val 50000"/>
          </a:avLst>
        </a:prstGeom>
        <a:solidFill>
          <a:srgbClr val="00B0F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endParaRPr lang="zh-CN" altLang="en-US" sz="1100" b="1" kern="1200">
            <a:latin typeface="+mn-lt"/>
          </a:endParaRPr>
        </a:p>
      </dsp:txBody>
      <dsp:txXfrm rot="-5400000">
        <a:off x="4062292" y="3040896"/>
        <a:ext cx="149894" cy="134712"/>
      </dsp:txXfrm>
    </dsp:sp>
    <dsp:sp modelId="{210BCE23-8BF7-491B-BA58-F9CA25E8B45D}">
      <dsp:nvSpPr>
        <dsp:cNvPr id="0" name=""/>
        <dsp:cNvSpPr/>
      </dsp:nvSpPr>
      <dsp:spPr>
        <a:xfrm>
          <a:off x="1656184" y="3229015"/>
          <a:ext cx="4962110" cy="358536"/>
        </a:xfrm>
        <a:prstGeom prst="roundRect">
          <a:avLst>
            <a:gd name="adj" fmla="val 10000"/>
          </a:avLst>
        </a:prstGeom>
        <a:solidFill>
          <a:srgbClr val="0099D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sz="1600" b="1" kern="1200" dirty="0">
              <a:latin typeface="+mn-lt"/>
              <a:ea typeface="微软雅黑" pitchFamily="34" charset="-122"/>
            </a:rPr>
            <a:t>配置</a:t>
          </a:r>
          <a:r>
            <a:rPr lang="en-US" sz="1600" b="1" kern="1200" dirty="0">
              <a:latin typeface="+mn-lt"/>
              <a:ea typeface="微软雅黑" pitchFamily="34" charset="-122"/>
            </a:rPr>
            <a:t>Spring</a:t>
          </a:r>
          <a:r>
            <a:rPr lang="zh-CN" sz="1600" b="1" kern="1200" dirty="0">
              <a:latin typeface="+mn-lt"/>
              <a:ea typeface="微软雅黑" pitchFamily="34" charset="-122"/>
            </a:rPr>
            <a:t>应用配置文件</a:t>
          </a:r>
          <a:endParaRPr lang="zh-CN" altLang="en-US" sz="1600" b="1" kern="1200" dirty="0">
            <a:latin typeface="+mn-lt"/>
            <a:ea typeface="微软雅黑" pitchFamily="34" charset="-122"/>
          </a:endParaRPr>
        </a:p>
      </dsp:txBody>
      <dsp:txXfrm>
        <a:off x="1666685" y="3239516"/>
        <a:ext cx="4941108" cy="3375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217A91-F687-48F4-B25E-9EB7D8807C73}">
      <dsp:nvSpPr>
        <dsp:cNvPr id="0" name=""/>
        <dsp:cNvSpPr/>
      </dsp:nvSpPr>
      <dsp:spPr>
        <a:xfrm>
          <a:off x="1404062" y="0"/>
          <a:ext cx="5502266" cy="358536"/>
        </a:xfrm>
        <a:prstGeom prst="roundRect">
          <a:avLst>
            <a:gd name="adj" fmla="val 10000"/>
          </a:avLst>
        </a:prstGeom>
        <a:solidFill>
          <a:srgbClr val="0099D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sz="1600" b="1" kern="1200" dirty="0">
              <a:latin typeface="+mn-lt"/>
              <a:ea typeface="微软雅黑" pitchFamily="34" charset="-122"/>
            </a:rPr>
            <a:t>建立</a:t>
          </a:r>
          <a:r>
            <a:rPr lang="en-US" altLang="zh-CN" sz="1600" b="1" kern="1200" dirty="0">
              <a:latin typeface="+mn-lt"/>
              <a:ea typeface="微软雅黑" pitchFamily="34" charset="-122"/>
            </a:rPr>
            <a:t>maven</a:t>
          </a:r>
          <a:r>
            <a:rPr lang="zh-CN" altLang="en-US" sz="1600" b="1" kern="1200" dirty="0">
              <a:latin typeface="+mn-lt"/>
              <a:ea typeface="微软雅黑" pitchFamily="34" charset="-122"/>
            </a:rPr>
            <a:t>项目，想</a:t>
          </a:r>
          <a:r>
            <a:rPr lang="en-US" altLang="zh-CN" sz="1600" b="1" kern="1200" dirty="0">
              <a:latin typeface="+mn-lt"/>
              <a:ea typeface="微软雅黑" pitchFamily="34" charset="-122"/>
            </a:rPr>
            <a:t>POM.XML</a:t>
          </a:r>
          <a:r>
            <a:rPr lang="zh-CN" altLang="en-US" sz="1600" b="1" kern="1200" dirty="0">
              <a:latin typeface="+mn-lt"/>
              <a:ea typeface="微软雅黑" pitchFamily="34" charset="-122"/>
            </a:rPr>
            <a:t>添加</a:t>
          </a:r>
          <a:r>
            <a:rPr lang="en-US" altLang="zh-CN" sz="1600" b="1" kern="1200" dirty="0">
              <a:latin typeface="+mn-lt"/>
              <a:ea typeface="微软雅黑" pitchFamily="34" charset="-122"/>
            </a:rPr>
            <a:t>spring</a:t>
          </a:r>
          <a:r>
            <a:rPr lang="zh-CN" altLang="en-US" sz="1600" b="1" kern="1200" dirty="0">
              <a:latin typeface="+mn-lt"/>
              <a:ea typeface="微软雅黑" pitchFamily="34" charset="-122"/>
            </a:rPr>
            <a:t>与</a:t>
          </a:r>
          <a:r>
            <a:rPr lang="en-US" altLang="zh-CN" sz="1600" b="1" kern="1200" dirty="0" err="1">
              <a:latin typeface="+mn-lt"/>
              <a:ea typeface="微软雅黑" pitchFamily="34" charset="-122"/>
            </a:rPr>
            <a:t>mybatis</a:t>
          </a:r>
          <a:r>
            <a:rPr lang="zh-CN" altLang="en-US" sz="1600" b="1" kern="1200" dirty="0">
              <a:latin typeface="+mn-lt"/>
              <a:ea typeface="微软雅黑" pitchFamily="34" charset="-122"/>
            </a:rPr>
            <a:t>依赖</a:t>
          </a:r>
        </a:p>
      </dsp:txBody>
      <dsp:txXfrm>
        <a:off x="1414563" y="10501"/>
        <a:ext cx="5481264" cy="337534"/>
      </dsp:txXfrm>
    </dsp:sp>
    <dsp:sp modelId="{DCD76C12-1E88-4CF9-9CFA-2DB04E0198D6}">
      <dsp:nvSpPr>
        <dsp:cNvPr id="0" name=""/>
        <dsp:cNvSpPr/>
      </dsp:nvSpPr>
      <dsp:spPr>
        <a:xfrm rot="5400000">
          <a:off x="4062818" y="317413"/>
          <a:ext cx="184753" cy="249822"/>
        </a:xfrm>
        <a:prstGeom prst="rightArrow">
          <a:avLst>
            <a:gd name="adj1" fmla="val 60000"/>
            <a:gd name="adj2" fmla="val 50000"/>
          </a:avLst>
        </a:prstGeom>
        <a:solidFill>
          <a:srgbClr val="00B0F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endParaRPr lang="zh-CN" altLang="en-US" sz="1100" b="1" kern="1200">
            <a:latin typeface="+mn-lt"/>
          </a:endParaRPr>
        </a:p>
      </dsp:txBody>
      <dsp:txXfrm rot="-5400000">
        <a:off x="4080248" y="349947"/>
        <a:ext cx="149894" cy="129327"/>
      </dsp:txXfrm>
    </dsp:sp>
    <dsp:sp modelId="{28A2937E-3D48-4568-9BFF-7F6E2668AA86}">
      <dsp:nvSpPr>
        <dsp:cNvPr id="0" name=""/>
        <dsp:cNvSpPr/>
      </dsp:nvSpPr>
      <dsp:spPr>
        <a:xfrm>
          <a:off x="1692095" y="530637"/>
          <a:ext cx="4926199" cy="358536"/>
        </a:xfrm>
        <a:prstGeom prst="roundRect">
          <a:avLst>
            <a:gd name="adj" fmla="val 10000"/>
          </a:avLst>
        </a:prstGeom>
        <a:solidFill>
          <a:srgbClr val="0099D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sz="1600" b="1" kern="1200" dirty="0">
              <a:latin typeface="+mn-lt"/>
              <a:ea typeface="微软雅黑" pitchFamily="34" charset="-122"/>
            </a:rPr>
            <a:t>建立开发目录结构，创建实体类</a:t>
          </a:r>
          <a:endParaRPr lang="zh-CN" altLang="en-US" sz="1600" b="1" kern="1200" dirty="0">
            <a:latin typeface="+mn-lt"/>
            <a:ea typeface="微软雅黑" pitchFamily="34" charset="-122"/>
          </a:endParaRPr>
        </a:p>
      </dsp:txBody>
      <dsp:txXfrm>
        <a:off x="1702596" y="541138"/>
        <a:ext cx="4905197" cy="337534"/>
      </dsp:txXfrm>
    </dsp:sp>
    <dsp:sp modelId="{32CD9DA4-7D2F-42DD-A224-1A3681D38DAF}">
      <dsp:nvSpPr>
        <dsp:cNvPr id="0" name=""/>
        <dsp:cNvSpPr/>
      </dsp:nvSpPr>
      <dsp:spPr>
        <a:xfrm rot="5512772">
          <a:off x="4044917" y="856313"/>
          <a:ext cx="202600" cy="249822"/>
        </a:xfrm>
        <a:prstGeom prst="rightArrow">
          <a:avLst>
            <a:gd name="adj1" fmla="val 60000"/>
            <a:gd name="adj2" fmla="val 50000"/>
          </a:avLst>
        </a:prstGeom>
        <a:solidFill>
          <a:srgbClr val="00B0F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endParaRPr lang="zh-CN" altLang="en-US" sz="1100" b="1" kern="1200">
            <a:latin typeface="+mn-lt"/>
          </a:endParaRPr>
        </a:p>
      </dsp:txBody>
      <dsp:txXfrm rot="-5400000">
        <a:off x="4072267" y="879940"/>
        <a:ext cx="149894" cy="141820"/>
      </dsp:txXfrm>
    </dsp:sp>
    <dsp:sp modelId="{F032A9A4-D376-4B5C-8CEF-9466A70554D9}">
      <dsp:nvSpPr>
        <dsp:cNvPr id="0" name=""/>
        <dsp:cNvSpPr/>
      </dsp:nvSpPr>
      <dsp:spPr>
        <a:xfrm>
          <a:off x="1656184" y="1077798"/>
          <a:ext cx="4962110" cy="358536"/>
        </a:xfrm>
        <a:prstGeom prst="roundRect">
          <a:avLst>
            <a:gd name="adj" fmla="val 10000"/>
          </a:avLst>
        </a:prstGeom>
        <a:solidFill>
          <a:srgbClr val="0099D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mn-lt"/>
              <a:ea typeface="微软雅黑" pitchFamily="34" charset="-122"/>
            </a:rPr>
            <a:t>创建数据访问接口</a:t>
          </a:r>
        </a:p>
      </dsp:txBody>
      <dsp:txXfrm>
        <a:off x="1666685" y="1088299"/>
        <a:ext cx="4941108" cy="337534"/>
      </dsp:txXfrm>
    </dsp:sp>
    <dsp:sp modelId="{3121E287-E30C-4024-88DD-DD01AABCCE11}">
      <dsp:nvSpPr>
        <dsp:cNvPr id="0" name=""/>
        <dsp:cNvSpPr/>
      </dsp:nvSpPr>
      <dsp:spPr>
        <a:xfrm rot="5400000">
          <a:off x="4041016" y="1398795"/>
          <a:ext cx="192446" cy="249822"/>
        </a:xfrm>
        <a:prstGeom prst="rightArrow">
          <a:avLst>
            <a:gd name="adj1" fmla="val 60000"/>
            <a:gd name="adj2" fmla="val 50000"/>
          </a:avLst>
        </a:prstGeom>
        <a:solidFill>
          <a:srgbClr val="00B0F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endParaRPr lang="zh-CN" altLang="en-US" sz="1100" b="1" kern="1200">
            <a:latin typeface="+mn-lt"/>
          </a:endParaRPr>
        </a:p>
      </dsp:txBody>
      <dsp:txXfrm rot="-5400000">
        <a:off x="4062292" y="1427483"/>
        <a:ext cx="149894" cy="134712"/>
      </dsp:txXfrm>
    </dsp:sp>
    <dsp:sp modelId="{3CF43D3B-B113-435A-9906-48D59DD89547}">
      <dsp:nvSpPr>
        <dsp:cNvPr id="0" name=""/>
        <dsp:cNvSpPr/>
      </dsp:nvSpPr>
      <dsp:spPr>
        <a:xfrm>
          <a:off x="1656184" y="1615602"/>
          <a:ext cx="4962110" cy="358536"/>
        </a:xfrm>
        <a:prstGeom prst="roundRect">
          <a:avLst>
            <a:gd name="adj" fmla="val 10000"/>
          </a:avLst>
        </a:prstGeom>
        <a:solidFill>
          <a:srgbClr val="0099D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mn-lt"/>
              <a:ea typeface="微软雅黑" pitchFamily="34" charset="-122"/>
            </a:rPr>
            <a:t>创建数据访问接口的实现类</a:t>
          </a:r>
        </a:p>
      </dsp:txBody>
      <dsp:txXfrm>
        <a:off x="1666685" y="1626103"/>
        <a:ext cx="4941108" cy="337534"/>
      </dsp:txXfrm>
    </dsp:sp>
    <dsp:sp modelId="{D6069E67-4D6B-4284-ADF7-99EDCD0EDFFB}">
      <dsp:nvSpPr>
        <dsp:cNvPr id="0" name=""/>
        <dsp:cNvSpPr/>
      </dsp:nvSpPr>
      <dsp:spPr>
        <a:xfrm rot="5400000">
          <a:off x="4041016" y="1936599"/>
          <a:ext cx="192446" cy="249822"/>
        </a:xfrm>
        <a:prstGeom prst="rightArrow">
          <a:avLst>
            <a:gd name="adj1" fmla="val 60000"/>
            <a:gd name="adj2" fmla="val 50000"/>
          </a:avLst>
        </a:prstGeom>
        <a:solidFill>
          <a:srgbClr val="00B0F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endParaRPr lang="zh-CN" altLang="en-US" sz="1100" b="1" kern="1200">
            <a:latin typeface="+mn-lt"/>
          </a:endParaRPr>
        </a:p>
      </dsp:txBody>
      <dsp:txXfrm rot="-5400000">
        <a:off x="4062292" y="1965287"/>
        <a:ext cx="149894" cy="134712"/>
      </dsp:txXfrm>
    </dsp:sp>
    <dsp:sp modelId="{FC290B5A-8884-4071-AE60-3B77556D4685}">
      <dsp:nvSpPr>
        <dsp:cNvPr id="0" name=""/>
        <dsp:cNvSpPr/>
      </dsp:nvSpPr>
      <dsp:spPr>
        <a:xfrm>
          <a:off x="1656184" y="2153407"/>
          <a:ext cx="4962110" cy="358536"/>
        </a:xfrm>
        <a:prstGeom prst="roundRect">
          <a:avLst>
            <a:gd name="adj" fmla="val 10000"/>
          </a:avLst>
        </a:prstGeom>
        <a:solidFill>
          <a:srgbClr val="0099D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sz="1600" b="1" kern="1200" dirty="0">
              <a:latin typeface="+mn-lt"/>
              <a:ea typeface="微软雅黑" pitchFamily="34" charset="-122"/>
            </a:rPr>
            <a:t>配置</a:t>
          </a:r>
          <a:r>
            <a:rPr lang="en-US" sz="1600" b="1" kern="1200" dirty="0">
              <a:latin typeface="+mn-lt"/>
              <a:ea typeface="微软雅黑" pitchFamily="34" charset="-122"/>
            </a:rPr>
            <a:t>SQL</a:t>
          </a:r>
          <a:r>
            <a:rPr lang="zh-CN" sz="1600" b="1" kern="1200" dirty="0">
              <a:latin typeface="+mn-lt"/>
              <a:ea typeface="微软雅黑" pitchFamily="34" charset="-122"/>
            </a:rPr>
            <a:t>映射语句文件</a:t>
          </a:r>
          <a:endParaRPr lang="zh-CN" altLang="en-US" sz="1600" b="1" kern="1200" dirty="0">
            <a:latin typeface="+mn-lt"/>
            <a:ea typeface="微软雅黑" pitchFamily="34" charset="-122"/>
          </a:endParaRPr>
        </a:p>
      </dsp:txBody>
      <dsp:txXfrm>
        <a:off x="1666685" y="2163908"/>
        <a:ext cx="4941108" cy="337534"/>
      </dsp:txXfrm>
    </dsp:sp>
    <dsp:sp modelId="{0130CA57-6087-4897-B485-9D388B63AC59}">
      <dsp:nvSpPr>
        <dsp:cNvPr id="0" name=""/>
        <dsp:cNvSpPr/>
      </dsp:nvSpPr>
      <dsp:spPr>
        <a:xfrm rot="5400000">
          <a:off x="4041016" y="2474403"/>
          <a:ext cx="192446" cy="249822"/>
        </a:xfrm>
        <a:prstGeom prst="rightArrow">
          <a:avLst>
            <a:gd name="adj1" fmla="val 60000"/>
            <a:gd name="adj2" fmla="val 50000"/>
          </a:avLst>
        </a:prstGeom>
        <a:solidFill>
          <a:srgbClr val="00B0F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endParaRPr lang="zh-CN" altLang="en-US" sz="1100" b="1" kern="1200">
            <a:latin typeface="+mn-lt"/>
          </a:endParaRPr>
        </a:p>
      </dsp:txBody>
      <dsp:txXfrm rot="-5400000">
        <a:off x="4062292" y="2503091"/>
        <a:ext cx="149894" cy="134712"/>
      </dsp:txXfrm>
    </dsp:sp>
    <dsp:sp modelId="{444AD4B0-CCB8-4B26-B167-933306AFBEF3}">
      <dsp:nvSpPr>
        <dsp:cNvPr id="0" name=""/>
        <dsp:cNvSpPr/>
      </dsp:nvSpPr>
      <dsp:spPr>
        <a:xfrm>
          <a:off x="1656184" y="2691211"/>
          <a:ext cx="4962110" cy="358536"/>
        </a:xfrm>
        <a:prstGeom prst="roundRect">
          <a:avLst>
            <a:gd name="adj" fmla="val 10000"/>
          </a:avLst>
        </a:prstGeom>
        <a:solidFill>
          <a:srgbClr val="0099D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sz="1600" b="1" kern="1200" dirty="0">
              <a:latin typeface="+mn-lt"/>
              <a:ea typeface="微软雅黑" pitchFamily="34" charset="-122"/>
            </a:rPr>
            <a:t>配置</a:t>
          </a:r>
          <a:r>
            <a:rPr lang="en-US" sz="1600" b="1" kern="1200" dirty="0" err="1">
              <a:latin typeface="+mn-lt"/>
              <a:ea typeface="微软雅黑" pitchFamily="34" charset="-122"/>
            </a:rPr>
            <a:t>MyBatis</a:t>
          </a:r>
          <a:r>
            <a:rPr lang="zh-CN" sz="1600" b="1" kern="1200" dirty="0">
              <a:latin typeface="+mn-lt"/>
              <a:ea typeface="微软雅黑" pitchFamily="34" charset="-122"/>
            </a:rPr>
            <a:t>应用配置文件</a:t>
          </a:r>
          <a:endParaRPr lang="zh-CN" altLang="en-US" sz="1600" b="1" kern="1200" dirty="0">
            <a:latin typeface="+mn-lt"/>
            <a:ea typeface="微软雅黑" pitchFamily="34" charset="-122"/>
          </a:endParaRPr>
        </a:p>
      </dsp:txBody>
      <dsp:txXfrm>
        <a:off x="1666685" y="2701712"/>
        <a:ext cx="4941108" cy="337534"/>
      </dsp:txXfrm>
    </dsp:sp>
    <dsp:sp modelId="{281A03A2-3700-43AE-860E-C16DF1784A1D}">
      <dsp:nvSpPr>
        <dsp:cNvPr id="0" name=""/>
        <dsp:cNvSpPr/>
      </dsp:nvSpPr>
      <dsp:spPr>
        <a:xfrm rot="5400000">
          <a:off x="4041016" y="3012208"/>
          <a:ext cx="192446" cy="249822"/>
        </a:xfrm>
        <a:prstGeom prst="rightArrow">
          <a:avLst>
            <a:gd name="adj1" fmla="val 60000"/>
            <a:gd name="adj2" fmla="val 50000"/>
          </a:avLst>
        </a:prstGeom>
        <a:solidFill>
          <a:srgbClr val="00B0F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endParaRPr lang="zh-CN" altLang="en-US" sz="1100" b="1" kern="1200">
            <a:latin typeface="+mn-lt"/>
          </a:endParaRPr>
        </a:p>
      </dsp:txBody>
      <dsp:txXfrm rot="-5400000">
        <a:off x="4062292" y="3040896"/>
        <a:ext cx="149894" cy="134712"/>
      </dsp:txXfrm>
    </dsp:sp>
    <dsp:sp modelId="{210BCE23-8BF7-491B-BA58-F9CA25E8B45D}">
      <dsp:nvSpPr>
        <dsp:cNvPr id="0" name=""/>
        <dsp:cNvSpPr/>
      </dsp:nvSpPr>
      <dsp:spPr>
        <a:xfrm>
          <a:off x="1656184" y="3229015"/>
          <a:ext cx="4962110" cy="358536"/>
        </a:xfrm>
        <a:prstGeom prst="roundRect">
          <a:avLst>
            <a:gd name="adj" fmla="val 10000"/>
          </a:avLst>
        </a:prstGeom>
        <a:solidFill>
          <a:srgbClr val="0099D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sz="1600" b="1" kern="1200" dirty="0">
              <a:latin typeface="+mn-lt"/>
              <a:ea typeface="微软雅黑" pitchFamily="34" charset="-122"/>
            </a:rPr>
            <a:t>配置</a:t>
          </a:r>
          <a:r>
            <a:rPr lang="en-US" sz="1600" b="1" kern="1200" dirty="0">
              <a:latin typeface="+mn-lt"/>
              <a:ea typeface="微软雅黑" pitchFamily="34" charset="-122"/>
            </a:rPr>
            <a:t>Spring</a:t>
          </a:r>
          <a:r>
            <a:rPr lang="zh-CN" sz="1600" b="1" kern="1200" dirty="0">
              <a:latin typeface="+mn-lt"/>
              <a:ea typeface="微软雅黑" pitchFamily="34" charset="-122"/>
            </a:rPr>
            <a:t>应用配置文件</a:t>
          </a:r>
          <a:endParaRPr lang="zh-CN" altLang="en-US" sz="1600" b="1" kern="1200" dirty="0">
            <a:latin typeface="+mn-lt"/>
            <a:ea typeface="微软雅黑" pitchFamily="34" charset="-122"/>
          </a:endParaRPr>
        </a:p>
      </dsp:txBody>
      <dsp:txXfrm>
        <a:off x="1666685" y="3239516"/>
        <a:ext cx="4941108" cy="337534"/>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9F5F6AE-2A9C-4C1F-879E-3928AA6E32CC}" type="datetimeFigureOut">
              <a:rPr lang="zh-CN" altLang="en-US" smtClean="0"/>
              <a:t>2024/4/10</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1EF4CAB-82FF-4C6F-A859-CAD40DD826E3}" type="slidenum">
              <a:rPr lang="zh-CN" altLang="en-US" smtClean="0"/>
              <a:t>‹#›</a:t>
            </a:fld>
            <a:endParaRPr lang="zh-CN" altLang="en-US"/>
          </a:p>
        </p:txBody>
      </p:sp>
    </p:spTree>
    <p:extLst>
      <p:ext uri="{BB962C8B-B14F-4D97-AF65-F5344CB8AC3E}">
        <p14:creationId xmlns:p14="http://schemas.microsoft.com/office/powerpoint/2010/main" val="39539767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A0AFA2-8F2F-4EE5-AEC6-84D8330F4D06}" type="datetimeFigureOut">
              <a:rPr lang="zh-CN" altLang="en-US" smtClean="0"/>
              <a:t>2024/4/10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885495B-CF7F-4BEC-B2E8-B1A8532E7D67}" type="slidenum">
              <a:rPr lang="zh-CN" altLang="en-US" smtClean="0"/>
              <a:t>‹#›</a:t>
            </a:fld>
            <a:endParaRPr lang="zh-CN" altLang="en-US"/>
          </a:p>
        </p:txBody>
      </p:sp>
    </p:spTree>
    <p:extLst>
      <p:ext uri="{BB962C8B-B14F-4D97-AF65-F5344CB8AC3E}">
        <p14:creationId xmlns:p14="http://schemas.microsoft.com/office/powerpoint/2010/main" val="3283275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TextEdit="1"/>
          </p:cNvSpPr>
          <p:nvPr>
            <p:ph type="sldImg"/>
          </p:nvPr>
        </p:nvSpPr>
        <p:spPr>
          <a:ln/>
        </p:spPr>
      </p:sp>
      <p:sp>
        <p:nvSpPr>
          <p:cNvPr id="614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灯片编号占位符 3"/>
          <p:cNvSpPr>
            <a:spLocks noGrp="1"/>
          </p:cNvSpPr>
          <p:nvPr>
            <p:ph type="sldNum" sz="quarter" idx="5"/>
          </p:nvPr>
        </p:nvSpPr>
        <p:spPr/>
        <p:txBody>
          <a:bodyPr/>
          <a:lstStyle/>
          <a:p>
            <a:pPr>
              <a:defRPr/>
            </a:pPr>
            <a:fld id="{DB765A18-CBC7-41A5-AE7D-4D8807A48FF7}" type="slidenum">
              <a:rPr lang="zh-CN" altLang="en-US" smtClean="0"/>
              <a:pPr>
                <a:defRPr/>
              </a:pPr>
              <a:t>3</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灯片编号占位符 3"/>
          <p:cNvSpPr>
            <a:spLocks noGrp="1"/>
          </p:cNvSpPr>
          <p:nvPr>
            <p:ph type="sldNum" sz="quarter" idx="5"/>
          </p:nvPr>
        </p:nvSpPr>
        <p:spPr/>
        <p:txBody>
          <a:bodyPr/>
          <a:lstStyle/>
          <a:p>
            <a:pPr>
              <a:defRPr/>
            </a:pPr>
            <a:fld id="{F4BFCB2C-DEFE-4C78-B290-98ABD212FEAD}" type="slidenum">
              <a:rPr lang="zh-CN" altLang="en-US" smtClean="0"/>
              <a:pPr>
                <a:defRPr/>
              </a:pPr>
              <a:t>4</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Tomcat</a:t>
            </a:r>
            <a:r>
              <a:rPr lang="zh-CN" altLang="en-US" sz="1200" b="0" i="0" kern="1200" dirty="0">
                <a:solidFill>
                  <a:schemeClr val="tx1"/>
                </a:solidFill>
                <a:effectLst/>
                <a:latin typeface="+mn-lt"/>
                <a:ea typeface="+mn-ea"/>
                <a:cs typeface="+mn-cs"/>
              </a:rPr>
              <a:t>的数据源使用的就是</a:t>
            </a:r>
            <a:r>
              <a:rPr lang="en-US" altLang="zh-CN" sz="1200" b="0" i="0" kern="1200" dirty="0">
                <a:solidFill>
                  <a:schemeClr val="tx1"/>
                </a:solidFill>
                <a:effectLst/>
                <a:latin typeface="+mn-lt"/>
                <a:ea typeface="+mn-ea"/>
                <a:cs typeface="+mn-cs"/>
              </a:rPr>
              <a:t>DBCP</a:t>
            </a:r>
            <a:endParaRPr lang="zh-CN" altLang="en-US" dirty="0"/>
          </a:p>
        </p:txBody>
      </p:sp>
      <p:sp>
        <p:nvSpPr>
          <p:cNvPr id="4" name="灯片编号占位符 3"/>
          <p:cNvSpPr>
            <a:spLocks noGrp="1"/>
          </p:cNvSpPr>
          <p:nvPr>
            <p:ph type="sldNum" sz="quarter" idx="5"/>
          </p:nvPr>
        </p:nvSpPr>
        <p:spPr/>
        <p:txBody>
          <a:bodyPr/>
          <a:lstStyle/>
          <a:p>
            <a:fld id="{E885495B-CF7F-4BEC-B2E8-B1A8532E7D67}" type="slidenum">
              <a:rPr lang="zh-CN" altLang="en-US" smtClean="0"/>
              <a:t>6</a:t>
            </a:fld>
            <a:endParaRPr lang="zh-CN" altLang="en-US"/>
          </a:p>
        </p:txBody>
      </p:sp>
    </p:spTree>
    <p:extLst>
      <p:ext uri="{BB962C8B-B14F-4D97-AF65-F5344CB8AC3E}">
        <p14:creationId xmlns:p14="http://schemas.microsoft.com/office/powerpoint/2010/main" val="31548052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Tomcat</a:t>
            </a:r>
            <a:r>
              <a:rPr lang="zh-CN" altLang="en-US" sz="1200" b="0" i="0" kern="1200" dirty="0">
                <a:solidFill>
                  <a:schemeClr val="tx1"/>
                </a:solidFill>
                <a:effectLst/>
                <a:latin typeface="+mn-lt"/>
                <a:ea typeface="+mn-ea"/>
                <a:cs typeface="+mn-cs"/>
              </a:rPr>
              <a:t>的数据源使用的就是</a:t>
            </a:r>
            <a:r>
              <a:rPr lang="en-US" altLang="zh-CN" sz="1200" b="0" i="0" kern="1200" dirty="0">
                <a:solidFill>
                  <a:schemeClr val="tx1"/>
                </a:solidFill>
                <a:effectLst/>
                <a:latin typeface="+mn-lt"/>
                <a:ea typeface="+mn-ea"/>
                <a:cs typeface="+mn-cs"/>
              </a:rPr>
              <a:t>DBCP</a:t>
            </a:r>
            <a:endParaRPr lang="zh-CN" altLang="en-US" dirty="0"/>
          </a:p>
        </p:txBody>
      </p:sp>
      <p:sp>
        <p:nvSpPr>
          <p:cNvPr id="4" name="灯片编号占位符 3"/>
          <p:cNvSpPr>
            <a:spLocks noGrp="1"/>
          </p:cNvSpPr>
          <p:nvPr>
            <p:ph type="sldNum" sz="quarter" idx="5"/>
          </p:nvPr>
        </p:nvSpPr>
        <p:spPr/>
        <p:txBody>
          <a:bodyPr/>
          <a:lstStyle/>
          <a:p>
            <a:fld id="{E885495B-CF7F-4BEC-B2E8-B1A8532E7D67}" type="slidenum">
              <a:rPr lang="zh-CN" altLang="en-US" smtClean="0"/>
              <a:t>7</a:t>
            </a:fld>
            <a:endParaRPr lang="zh-CN" altLang="en-US"/>
          </a:p>
        </p:txBody>
      </p:sp>
    </p:spTree>
    <p:extLst>
      <p:ext uri="{BB962C8B-B14F-4D97-AF65-F5344CB8AC3E}">
        <p14:creationId xmlns:p14="http://schemas.microsoft.com/office/powerpoint/2010/main" val="688906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a:ln/>
        </p:spPr>
      </p:sp>
      <p:sp>
        <p:nvSpPr>
          <p:cNvPr id="593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1200" b="0" i="0" kern="1200" dirty="0">
                <a:solidFill>
                  <a:schemeClr val="tx1"/>
                </a:solidFill>
                <a:effectLst/>
                <a:latin typeface="+mn-lt"/>
                <a:ea typeface="+mn-ea"/>
                <a:cs typeface="+mn-cs"/>
              </a:rPr>
              <a:t>Tomcat</a:t>
            </a:r>
            <a:r>
              <a:rPr lang="zh-CN" altLang="en-US" sz="1200" b="0" i="0" kern="1200" dirty="0">
                <a:solidFill>
                  <a:schemeClr val="tx1"/>
                </a:solidFill>
                <a:effectLst/>
                <a:latin typeface="+mn-lt"/>
                <a:ea typeface="+mn-ea"/>
                <a:cs typeface="+mn-cs"/>
              </a:rPr>
              <a:t>的数据源使用的就是</a:t>
            </a:r>
            <a:r>
              <a:rPr lang="en-US" altLang="zh-CN" sz="1200" b="0" i="0" kern="1200" dirty="0">
                <a:solidFill>
                  <a:schemeClr val="tx1"/>
                </a:solidFill>
                <a:effectLst/>
                <a:latin typeface="+mn-lt"/>
                <a:ea typeface="+mn-ea"/>
                <a:cs typeface="+mn-cs"/>
              </a:rPr>
              <a:t>DBCP</a:t>
            </a:r>
            <a:endParaRPr lang="zh-CN" altLang="en-US" dirty="0"/>
          </a:p>
        </p:txBody>
      </p:sp>
      <p:sp>
        <p:nvSpPr>
          <p:cNvPr id="4" name="灯片编号占位符 3"/>
          <p:cNvSpPr>
            <a:spLocks noGrp="1"/>
          </p:cNvSpPr>
          <p:nvPr>
            <p:ph type="sldNum" sz="quarter" idx="5"/>
          </p:nvPr>
        </p:nvSpPr>
        <p:spPr/>
        <p:txBody>
          <a:bodyPr/>
          <a:lstStyle/>
          <a:p>
            <a:pPr>
              <a:defRPr/>
            </a:pPr>
            <a:fld id="{21D629C0-C70F-4C07-916C-E6C8DE2F7B1E}" type="slidenum">
              <a:rPr lang="zh-CN" altLang="en-US" smtClean="0"/>
              <a:pPr>
                <a:defRPr/>
              </a:pPr>
              <a:t>9</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p:sp>
      <p:sp>
        <p:nvSpPr>
          <p:cNvPr id="768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23F8539-419C-4CA7-923A-F81EC4F46061}" type="slidenum">
              <a:rPr lang="zh-CN" altLang="en-US" smtClean="0"/>
              <a:t>12</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a:ln/>
        </p:spPr>
      </p:sp>
      <p:sp>
        <p:nvSpPr>
          <p:cNvPr id="604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0F119FF-E906-407D-BC5D-B1E1050C7DE7}" type="slidenum">
              <a:rPr lang="zh-CN" altLang="en-US" smtClean="0"/>
              <a:pPr>
                <a:defRPr/>
              </a:pPr>
              <a:t>16</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a:ln/>
        </p:spPr>
      </p:sp>
      <p:sp>
        <p:nvSpPr>
          <p:cNvPr id="604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0F119FF-E906-407D-BC5D-B1E1050C7DE7}" type="slidenum">
              <a:rPr lang="zh-CN" altLang="en-US" smtClean="0"/>
              <a:pPr>
                <a:defRPr/>
              </a:pPr>
              <a:t>17</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Chinese Quote"/>
              </a:rPr>
              <a:t>没 有 必 要 去 指 定 </a:t>
            </a:r>
            <a:r>
              <a:rPr lang="en-US" altLang="zh-CN" b="0" i="0" dirty="0" err="1">
                <a:solidFill>
                  <a:srgbClr val="000000"/>
                </a:solidFill>
                <a:effectLst/>
                <a:latin typeface="Chinese Quote"/>
              </a:rPr>
              <a:t>SqlSessionFactory</a:t>
            </a:r>
            <a:r>
              <a:rPr lang="en-US" altLang="zh-CN" b="0" i="0" dirty="0">
                <a:solidFill>
                  <a:srgbClr val="000000"/>
                </a:solidFill>
                <a:effectLst/>
                <a:latin typeface="Chinese Quote"/>
              </a:rPr>
              <a:t> </a:t>
            </a:r>
            <a:r>
              <a:rPr lang="zh-CN" altLang="en-US" b="0" i="0" dirty="0">
                <a:solidFill>
                  <a:srgbClr val="000000"/>
                </a:solidFill>
                <a:effectLst/>
                <a:latin typeface="Chinese Quote"/>
              </a:rPr>
              <a:t>或 </a:t>
            </a:r>
            <a:r>
              <a:rPr lang="en-US" altLang="zh-CN" b="0" i="0" dirty="0" err="1">
                <a:solidFill>
                  <a:srgbClr val="000000"/>
                </a:solidFill>
                <a:effectLst/>
                <a:latin typeface="Chinese Quote"/>
              </a:rPr>
              <a:t>SqlSessionTemplate</a:t>
            </a:r>
            <a:r>
              <a:rPr lang="en-US" altLang="zh-CN" b="0" i="0" dirty="0">
                <a:solidFill>
                  <a:srgbClr val="000000"/>
                </a:solidFill>
                <a:effectLst/>
                <a:latin typeface="Chinese Quote"/>
              </a:rPr>
              <a:t> , </a:t>
            </a:r>
            <a:r>
              <a:rPr lang="zh-CN" altLang="en-US" b="0" i="0" dirty="0">
                <a:solidFill>
                  <a:srgbClr val="000000"/>
                </a:solidFill>
                <a:effectLst/>
                <a:latin typeface="Chinese Quote"/>
              </a:rPr>
              <a:t>因 为 </a:t>
            </a:r>
            <a:r>
              <a:rPr lang="en-US" altLang="zh-CN" b="0" i="0" dirty="0" err="1">
                <a:solidFill>
                  <a:srgbClr val="000000"/>
                </a:solidFill>
                <a:effectLst/>
                <a:latin typeface="Chinese Quote"/>
              </a:rPr>
              <a:t>MapperScannerConfigurer</a:t>
            </a:r>
            <a:r>
              <a:rPr lang="en-US" altLang="zh-CN" b="0" i="0" dirty="0">
                <a:solidFill>
                  <a:srgbClr val="000000"/>
                </a:solidFill>
                <a:effectLst/>
                <a:latin typeface="Chinese Quote"/>
              </a:rPr>
              <a:t> </a:t>
            </a:r>
            <a:r>
              <a:rPr lang="zh-CN" altLang="en-US" b="0" i="0" dirty="0">
                <a:solidFill>
                  <a:srgbClr val="000000"/>
                </a:solidFill>
                <a:effectLst/>
                <a:latin typeface="Chinese Quote"/>
              </a:rPr>
              <a:t>将会创建 </a:t>
            </a:r>
            <a:r>
              <a:rPr lang="en-US" altLang="zh-CN" b="0" i="0" dirty="0" err="1">
                <a:solidFill>
                  <a:srgbClr val="000000"/>
                </a:solidFill>
                <a:effectLst/>
                <a:latin typeface="Chinese Quote"/>
              </a:rPr>
              <a:t>MapperFactoryBean</a:t>
            </a:r>
            <a:r>
              <a:rPr lang="en-US" altLang="zh-CN" b="0" i="0" dirty="0">
                <a:solidFill>
                  <a:srgbClr val="000000"/>
                </a:solidFill>
                <a:effectLst/>
                <a:latin typeface="Chinese Quote"/>
              </a:rPr>
              <a:t>,</a:t>
            </a:r>
            <a:r>
              <a:rPr lang="zh-CN" altLang="en-US" b="0" i="0" dirty="0">
                <a:solidFill>
                  <a:srgbClr val="000000"/>
                </a:solidFill>
                <a:effectLst/>
                <a:latin typeface="Chinese Quote"/>
              </a:rPr>
              <a:t>之后自动装配</a:t>
            </a:r>
            <a:endParaRPr lang="zh-CN" altLang="en-US" dirty="0"/>
          </a:p>
        </p:txBody>
      </p:sp>
      <p:sp>
        <p:nvSpPr>
          <p:cNvPr id="4" name="灯片编号占位符 3"/>
          <p:cNvSpPr>
            <a:spLocks noGrp="1"/>
          </p:cNvSpPr>
          <p:nvPr>
            <p:ph type="sldNum" sz="quarter" idx="5"/>
          </p:nvPr>
        </p:nvSpPr>
        <p:spPr/>
        <p:txBody>
          <a:bodyPr/>
          <a:lstStyle/>
          <a:p>
            <a:fld id="{E885495B-CF7F-4BEC-B2E8-B1A8532E7D67}" type="slidenum">
              <a:rPr lang="zh-CN" altLang="en-US" smtClean="0"/>
              <a:t>18</a:t>
            </a:fld>
            <a:endParaRPr lang="zh-CN" altLang="en-US"/>
          </a:p>
        </p:txBody>
      </p:sp>
    </p:spTree>
    <p:extLst>
      <p:ext uri="{BB962C8B-B14F-4D97-AF65-F5344CB8AC3E}">
        <p14:creationId xmlns:p14="http://schemas.microsoft.com/office/powerpoint/2010/main" val="3045717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a:ln/>
        </p:spPr>
      </p:sp>
      <p:sp>
        <p:nvSpPr>
          <p:cNvPr id="675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1DB74E3-8FB6-4EBF-939B-E191EEE84FE1}" type="slidenum">
              <a:rPr lang="zh-CN" altLang="en-US" smtClean="0"/>
              <a:pPr>
                <a:defRPr/>
              </a:pPr>
              <a:t>22</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a:ln/>
        </p:spPr>
      </p:sp>
      <p:sp>
        <p:nvSpPr>
          <p:cNvPr id="686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教学指导：</a:t>
            </a:r>
            <a:endParaRPr lang="en-US" altLang="zh-CN" dirty="0"/>
          </a:p>
          <a:p>
            <a:r>
              <a:rPr lang="zh-CN" altLang="en-US" dirty="0"/>
              <a:t>事务属性简单介绍几种关键的实用的即可，不要过分纠结于此处</a:t>
            </a:r>
            <a:endParaRPr lang="en-US" altLang="zh-CN" dirty="0"/>
          </a:p>
          <a:p>
            <a:r>
              <a:rPr lang="zh-CN" altLang="en-US" b="0" i="0" dirty="0">
                <a:solidFill>
                  <a:srgbClr val="4D4D4D"/>
                </a:solidFill>
                <a:effectLst/>
                <a:latin typeface="宋体" panose="02010600030101010101" pitchFamily="2" charset="-122"/>
                <a:ea typeface="宋体" panose="02010600030101010101" pitchFamily="2" charset="-122"/>
              </a:rPr>
              <a:t>检查异常：编译器要求你必须处置的异常</a:t>
            </a:r>
            <a:endParaRPr lang="zh-CN" altLang="en-US" dirty="0"/>
          </a:p>
        </p:txBody>
      </p:sp>
      <p:sp>
        <p:nvSpPr>
          <p:cNvPr id="4" name="灯片编号占位符 3"/>
          <p:cNvSpPr>
            <a:spLocks noGrp="1"/>
          </p:cNvSpPr>
          <p:nvPr>
            <p:ph type="sldNum" sz="quarter" idx="5"/>
          </p:nvPr>
        </p:nvSpPr>
        <p:spPr/>
        <p:txBody>
          <a:bodyPr/>
          <a:lstStyle/>
          <a:p>
            <a:pPr>
              <a:defRPr/>
            </a:pPr>
            <a:fld id="{C3F6EC35-527E-44B2-8440-E623FACCFE5E}" type="slidenum">
              <a:rPr lang="zh-CN" altLang="en-US" smtClean="0"/>
              <a:pPr>
                <a:defRPr/>
              </a:pPr>
              <a:t>28</a:t>
            </a:fld>
            <a:endParaRPr lang="en-US" altLang="zh-CN"/>
          </a:p>
        </p:txBody>
      </p:sp>
    </p:spTree>
    <p:extLst>
      <p:ext uri="{BB962C8B-B14F-4D97-AF65-F5344CB8AC3E}">
        <p14:creationId xmlns:p14="http://schemas.microsoft.com/office/powerpoint/2010/main" val="22801012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Arial Unicode MS" pitchFamily="34" charset="-122"/>
                <a:ea typeface="Arial Unicode MS" pitchFamily="34" charset="-122"/>
                <a:cs typeface="Arial Unicode MS" pitchFamily="34" charset="-122"/>
              </a:rPr>
              <a:t>如果事务处理器的名称是 </a:t>
            </a:r>
            <a:r>
              <a:rPr lang="en-US" altLang="zh-CN" sz="1200" b="1" dirty="0" err="1">
                <a:solidFill>
                  <a:srgbClr val="0000FF"/>
                </a:solidFill>
                <a:latin typeface="Arial Unicode MS" pitchFamily="34" charset="-122"/>
                <a:ea typeface="Arial Unicode MS" pitchFamily="34" charset="-122"/>
                <a:cs typeface="Arial Unicode MS" pitchFamily="34" charset="-122"/>
              </a:rPr>
              <a:t>transactionManager</a:t>
            </a:r>
            <a:r>
              <a:rPr lang="en-US" altLang="zh-CN" sz="1200" dirty="0">
                <a:latin typeface="Arial Unicode MS" pitchFamily="34" charset="-122"/>
                <a:ea typeface="Arial Unicode MS" pitchFamily="34" charset="-122"/>
                <a:cs typeface="Arial Unicode MS" pitchFamily="34" charset="-122"/>
              </a:rPr>
              <a:t>, </a:t>
            </a:r>
            <a:r>
              <a:rPr lang="zh-CN" altLang="en-US" sz="1200" dirty="0">
                <a:latin typeface="Arial Unicode MS" pitchFamily="34" charset="-122"/>
                <a:ea typeface="Arial Unicode MS" pitchFamily="34" charset="-122"/>
                <a:cs typeface="Arial Unicode MS" pitchFamily="34" charset="-122"/>
              </a:rPr>
              <a:t>就可以在</a:t>
            </a:r>
            <a:r>
              <a:rPr lang="en-US" altLang="zh-CN" sz="1200" dirty="0">
                <a:latin typeface="Arial Unicode MS" pitchFamily="34" charset="-122"/>
                <a:ea typeface="Arial Unicode MS" pitchFamily="34" charset="-122"/>
                <a:cs typeface="Arial Unicode MS" pitchFamily="34" charset="-122"/>
              </a:rPr>
              <a:t>&lt;</a:t>
            </a:r>
            <a:r>
              <a:rPr lang="en-US" altLang="zh-CN" sz="1200" dirty="0" err="1">
                <a:latin typeface="Arial Unicode MS" pitchFamily="34" charset="-122"/>
                <a:ea typeface="Arial Unicode MS" pitchFamily="34" charset="-122"/>
                <a:cs typeface="Arial Unicode MS" pitchFamily="34" charset="-122"/>
              </a:rPr>
              <a:t>tx:annotation-driven</a:t>
            </a:r>
            <a:r>
              <a:rPr lang="en-US" altLang="zh-CN" sz="1200" dirty="0">
                <a:latin typeface="Arial Unicode MS" pitchFamily="34" charset="-122"/>
                <a:ea typeface="Arial Unicode MS" pitchFamily="34" charset="-122"/>
                <a:cs typeface="Arial Unicode MS" pitchFamily="34" charset="-122"/>
              </a:rPr>
              <a:t>&gt; </a:t>
            </a:r>
            <a:r>
              <a:rPr lang="zh-CN" altLang="en-US" sz="1200" dirty="0">
                <a:latin typeface="Arial Unicode MS" pitchFamily="34" charset="-122"/>
                <a:ea typeface="Arial Unicode MS" pitchFamily="34" charset="-122"/>
                <a:cs typeface="Arial Unicode MS" pitchFamily="34" charset="-122"/>
              </a:rPr>
              <a:t>元素中省略 </a:t>
            </a:r>
            <a:r>
              <a:rPr lang="en-US" altLang="zh-CN" sz="1200" dirty="0">
                <a:latin typeface="Arial Unicode MS" pitchFamily="34" charset="-122"/>
                <a:ea typeface="Arial Unicode MS" pitchFamily="34" charset="-122"/>
                <a:cs typeface="Arial Unicode MS" pitchFamily="34" charset="-122"/>
              </a:rPr>
              <a:t>transaction-manager </a:t>
            </a:r>
            <a:r>
              <a:rPr lang="zh-CN" altLang="en-US" sz="1200" dirty="0">
                <a:latin typeface="Arial Unicode MS" pitchFamily="34" charset="-122"/>
                <a:ea typeface="Arial Unicode MS" pitchFamily="34" charset="-122"/>
                <a:cs typeface="Arial Unicode MS" pitchFamily="34" charset="-122"/>
              </a:rPr>
              <a:t>属性</a:t>
            </a:r>
            <a:r>
              <a:rPr lang="en-US" altLang="zh-CN" sz="1200" dirty="0">
                <a:latin typeface="Arial Unicode MS" pitchFamily="34" charset="-122"/>
                <a:ea typeface="Arial Unicode MS" pitchFamily="34" charset="-122"/>
                <a:cs typeface="Arial Unicode MS" pitchFamily="34" charset="-122"/>
              </a:rPr>
              <a:t>. </a:t>
            </a:r>
            <a:r>
              <a:rPr lang="zh-CN" altLang="en-US" sz="1200" dirty="0">
                <a:latin typeface="Arial Unicode MS" pitchFamily="34" charset="-122"/>
                <a:ea typeface="Arial Unicode MS" pitchFamily="34" charset="-122"/>
                <a:cs typeface="Arial Unicode MS" pitchFamily="34" charset="-122"/>
              </a:rPr>
              <a:t>这个元素会自动检测该名称的事务处理器</a:t>
            </a:r>
            <a:r>
              <a:rPr lang="en-US" altLang="zh-CN" sz="1200" dirty="0">
                <a:latin typeface="Arial Unicode MS" pitchFamily="34" charset="-122"/>
                <a:ea typeface="Arial Unicode MS" pitchFamily="34" charset="-122"/>
                <a:cs typeface="Arial Unicode MS" pitchFamily="34" charset="-122"/>
              </a:rPr>
              <a:t>.</a:t>
            </a:r>
          </a:p>
          <a:p>
            <a:endParaRPr lang="zh-CN" altLang="en-US" dirty="0"/>
          </a:p>
        </p:txBody>
      </p:sp>
      <p:sp>
        <p:nvSpPr>
          <p:cNvPr id="4" name="灯片编号占位符 3"/>
          <p:cNvSpPr>
            <a:spLocks noGrp="1"/>
          </p:cNvSpPr>
          <p:nvPr>
            <p:ph type="sldNum" sz="quarter" idx="10"/>
          </p:nvPr>
        </p:nvSpPr>
        <p:spPr/>
        <p:txBody>
          <a:bodyPr/>
          <a:lstStyle/>
          <a:p>
            <a:fld id="{8211DACE-B529-4E5E-BEB0-D46F03D4EB80}" type="slidenum">
              <a:rPr lang="zh-CN" altLang="en-US" smtClean="0"/>
              <a:t>31</a:t>
            </a:fld>
            <a:endParaRPr lang="zh-CN" altLang="en-US"/>
          </a:p>
        </p:txBody>
      </p:sp>
    </p:spTree>
    <p:extLst>
      <p:ext uri="{BB962C8B-B14F-4D97-AF65-F5344CB8AC3E}">
        <p14:creationId xmlns:p14="http://schemas.microsoft.com/office/powerpoint/2010/main" val="2817256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35A154-8A4E-4296-A84B-99CC3A53405D}" type="slidenum">
              <a:rPr kumimoji="0" lang="en-US" altLang="zh-CN"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altLang="zh-CN"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805890" name="Rectangle 2"/>
          <p:cNvSpPr>
            <a:spLocks noGrp="1" noRot="1" noChangeAspect="1" noChangeArrowheads="1" noTextEdit="1"/>
          </p:cNvSpPr>
          <p:nvPr>
            <p:ph type="sldImg"/>
          </p:nvPr>
        </p:nvSpPr>
        <p:spPr>
          <a:xfrm>
            <a:off x="381000" y="685800"/>
            <a:ext cx="6096000" cy="3429000"/>
          </a:xfrm>
          <a:prstGeom prst="rect">
            <a:avLst/>
          </a:prstGeom>
          <a:ln/>
        </p:spPr>
      </p:sp>
      <p:sp>
        <p:nvSpPr>
          <p:cNvPr id="80589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8713915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代码需要处理 </a:t>
            </a:r>
            <a:r>
              <a:rPr lang="en-US" altLang="zh-CN" sz="1200" b="0" i="0" kern="1200" dirty="0">
                <a:solidFill>
                  <a:schemeClr val="tx1"/>
                </a:solidFill>
                <a:effectLst/>
                <a:latin typeface="+mn-lt"/>
                <a:ea typeface="+mn-ea"/>
                <a:cs typeface="+mn-cs"/>
              </a:rPr>
              <a:t>API </a:t>
            </a:r>
            <a:r>
              <a:rPr lang="zh-CN" altLang="en-US" sz="1200" b="0" i="0" kern="1200" dirty="0">
                <a:solidFill>
                  <a:schemeClr val="tx1"/>
                </a:solidFill>
                <a:effectLst/>
                <a:latin typeface="+mn-lt"/>
                <a:ea typeface="+mn-ea"/>
                <a:cs typeface="+mn-cs"/>
              </a:rPr>
              <a:t>抛出的 </a:t>
            </a:r>
            <a:r>
              <a:rPr lang="en-US" altLang="zh-CN" sz="1200" b="0" i="0" kern="1200" dirty="0">
                <a:solidFill>
                  <a:schemeClr val="tx1"/>
                </a:solidFill>
                <a:effectLst/>
                <a:latin typeface="+mn-lt"/>
                <a:ea typeface="+mn-ea"/>
                <a:cs typeface="+mn-cs"/>
              </a:rPr>
              <a:t>checked exception</a:t>
            </a:r>
            <a:r>
              <a:rPr lang="zh-CN" altLang="en-US" sz="1200" b="0" i="0" kern="1200" dirty="0">
                <a:solidFill>
                  <a:schemeClr val="tx1"/>
                </a:solidFill>
                <a:effectLst/>
                <a:latin typeface="+mn-lt"/>
                <a:ea typeface="+mn-ea"/>
                <a:cs typeface="+mn-cs"/>
              </a:rPr>
              <a:t>，要么用 </a:t>
            </a:r>
            <a:r>
              <a:rPr lang="en-US" altLang="zh-CN" sz="1200" b="0" i="0" kern="1200" dirty="0">
                <a:solidFill>
                  <a:schemeClr val="tx1"/>
                </a:solidFill>
                <a:effectLst/>
                <a:latin typeface="+mn-lt"/>
                <a:ea typeface="+mn-ea"/>
                <a:cs typeface="+mn-cs"/>
              </a:rPr>
              <a:t>catch </a:t>
            </a:r>
            <a:r>
              <a:rPr lang="zh-CN" altLang="en-US" sz="1200" b="0" i="0" kern="1200" dirty="0">
                <a:solidFill>
                  <a:schemeClr val="tx1"/>
                </a:solidFill>
                <a:effectLst/>
                <a:latin typeface="+mn-lt"/>
                <a:ea typeface="+mn-ea"/>
                <a:cs typeface="+mn-cs"/>
              </a:rPr>
              <a:t>语句，要么直接用 </a:t>
            </a:r>
            <a:r>
              <a:rPr lang="en-US" altLang="zh-CN" sz="1200" b="0" i="0" kern="1200" dirty="0">
                <a:solidFill>
                  <a:schemeClr val="tx1"/>
                </a:solidFill>
                <a:effectLst/>
                <a:latin typeface="+mn-lt"/>
                <a:ea typeface="+mn-ea"/>
                <a:cs typeface="+mn-cs"/>
              </a:rPr>
              <a:t>throws </a:t>
            </a:r>
            <a:r>
              <a:rPr lang="zh-CN" altLang="en-US" sz="1200" b="0" i="0" kern="1200" dirty="0">
                <a:solidFill>
                  <a:schemeClr val="tx1"/>
                </a:solidFill>
                <a:effectLst/>
                <a:latin typeface="+mn-lt"/>
                <a:ea typeface="+mn-ea"/>
                <a:cs typeface="+mn-cs"/>
              </a:rPr>
              <a:t>语句抛出去</a:t>
            </a:r>
            <a:endParaRPr lang="zh-CN" altLang="en-US" dirty="0"/>
          </a:p>
        </p:txBody>
      </p:sp>
      <p:sp>
        <p:nvSpPr>
          <p:cNvPr id="4" name="灯片编号占位符 3"/>
          <p:cNvSpPr>
            <a:spLocks noGrp="1"/>
          </p:cNvSpPr>
          <p:nvPr>
            <p:ph type="sldNum" sz="quarter" idx="5"/>
          </p:nvPr>
        </p:nvSpPr>
        <p:spPr/>
        <p:txBody>
          <a:bodyPr/>
          <a:lstStyle/>
          <a:p>
            <a:fld id="{E885495B-CF7F-4BEC-B2E8-B1A8532E7D67}" type="slidenum">
              <a:rPr lang="zh-CN" altLang="en-US" smtClean="0"/>
              <a:t>42</a:t>
            </a:fld>
            <a:endParaRPr lang="zh-CN" altLang="en-US"/>
          </a:p>
        </p:txBody>
      </p:sp>
    </p:spTree>
    <p:extLst>
      <p:ext uri="{BB962C8B-B14F-4D97-AF65-F5344CB8AC3E}">
        <p14:creationId xmlns:p14="http://schemas.microsoft.com/office/powerpoint/2010/main" val="23097541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幻灯片图像占位符 1"/>
          <p:cNvSpPr>
            <a:spLocks noGrp="1" noRot="1" noChangeAspect="1" noChangeArrowheads="1"/>
          </p:cNvSpPr>
          <p:nvPr>
            <p:ph type="sldImg" idx="4294967295"/>
          </p:nvPr>
        </p:nvSpPr>
        <p:spPr>
          <a:ln>
            <a:miter lim="800000"/>
          </a:ln>
        </p:spPr>
      </p:sp>
      <p:sp>
        <p:nvSpPr>
          <p:cNvPr id="8194" name="文本占位符 2"/>
          <p:cNvSpPr>
            <a:spLocks noGrp="1" noChangeArrowheads="1"/>
          </p:cNvSpPr>
          <p:nvPr>
            <p:ph type="body" idx="4294967295"/>
          </p:nvPr>
        </p:nvSpPr>
        <p:spPr/>
        <p:txBody>
          <a:bodyPr/>
          <a:lstStyle/>
          <a:p>
            <a:endParaRPr lang="zh-CN" altLang="en-US" dirty="0"/>
          </a:p>
        </p:txBody>
      </p:sp>
      <p:sp>
        <p:nvSpPr>
          <p:cNvPr id="8195"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p>
            <a:fld id="{2A9EA4B5-9757-45FA-ACB3-9257ADA8891B}" type="slidenum">
              <a:rPr lang="zh-CN" altLang="en-US">
                <a:latin typeface="Calibri" panose="020F0502020204030204" pitchFamily="34" charset="0"/>
                <a:ea typeface="宋体" panose="02010600030101010101" pitchFamily="2" charset="-122"/>
              </a:rPr>
              <a:t>50</a:t>
            </a:fld>
            <a:endParaRPr lang="zh-CN" altLang="en-US">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和内容">
    <p:spTree>
      <p:nvGrpSpPr>
        <p:cNvPr id="1" name=""/>
        <p:cNvGrpSpPr/>
        <p:nvPr/>
      </p:nvGrpSpPr>
      <p:grpSpPr>
        <a:xfrm>
          <a:off x="0" y="0"/>
          <a:ext cx="0" cy="0"/>
          <a:chOff x="0" y="0"/>
          <a:chExt cx="0" cy="0"/>
        </a:xfrm>
      </p:grpSpPr>
      <p:sp>
        <p:nvSpPr>
          <p:cNvPr id="7" name="日期占位符 6"/>
          <p:cNvSpPr>
            <a:spLocks noGrp="1"/>
          </p:cNvSpPr>
          <p:nvPr>
            <p:ph type="dt" sz="half" idx="10"/>
          </p:nvPr>
        </p:nvSpPr>
        <p:spPr/>
        <p:txBody>
          <a:bodyPr/>
          <a:lstStyle/>
          <a:p>
            <a:endParaRPr lang="zh-CN" altLang="en-US"/>
          </a:p>
        </p:txBody>
      </p:sp>
      <p:sp>
        <p:nvSpPr>
          <p:cNvPr id="10" name="页脚占位符 9"/>
          <p:cNvSpPr>
            <a:spLocks noGrp="1"/>
          </p:cNvSpPr>
          <p:nvPr>
            <p:ph type="ftr" sz="quarter" idx="12"/>
          </p:nvPr>
        </p:nvSpPr>
        <p:spPr/>
        <p:txBody>
          <a:bodyPr/>
          <a:lstStyle/>
          <a:p>
            <a:endParaRPr lang="zh-CN" altLang="en-US"/>
          </a:p>
        </p:txBody>
      </p:sp>
      <p:pic>
        <p:nvPicPr>
          <p:cNvPr id="6" name="图片 5" descr="C:\Users\Lenovo\Desktop\全栈大数据PPT模板设计\ppt模板\切图\压缩后\压缩后\3_04.png3_04"/>
          <p:cNvPicPr>
            <a:picLocks noChangeAspect="1"/>
          </p:cNvPicPr>
          <p:nvPr userDrawn="1"/>
        </p:nvPicPr>
        <p:blipFill>
          <a:blip r:embed="rId2"/>
          <a:srcRect/>
          <a:stretch>
            <a:fillRect/>
          </a:stretch>
        </p:blipFill>
        <p:spPr>
          <a:xfrm>
            <a:off x="7965440" y="207328"/>
            <a:ext cx="1105535" cy="448945"/>
          </a:xfrm>
          <a:prstGeom prst="rect">
            <a:avLst/>
          </a:prstGeom>
        </p:spPr>
      </p:pic>
      <p:sp>
        <p:nvSpPr>
          <p:cNvPr id="4" name="内容占位符 3"/>
          <p:cNvSpPr>
            <a:spLocks noGrp="1"/>
          </p:cNvSpPr>
          <p:nvPr>
            <p:ph idx="1"/>
          </p:nvPr>
        </p:nvSpPr>
        <p:spPr>
          <a:xfrm>
            <a:off x="677545" y="1015365"/>
            <a:ext cx="7762875" cy="3394075"/>
          </a:xfrm>
        </p:spPr>
        <p:txBody>
          <a:bodyPr/>
          <a:lstStyle>
            <a:lvl1pPr marL="457200" indent="-457200">
              <a:lnSpc>
                <a:spcPct val="100000"/>
              </a:lnSpc>
              <a:buClr>
                <a:srgbClr val="0099D8"/>
              </a:buClr>
              <a:buFont typeface="Wingdings" panose="05000000000000000000" charset="0"/>
              <a:buChar char=""/>
              <a:defRPr sz="2400" b="1">
                <a:solidFill>
                  <a:srgbClr val="0B9FDD"/>
                </a:solidFill>
              </a:defRPr>
            </a:lvl1pPr>
            <a:lvl2pPr marL="800100" indent="-342900">
              <a:lnSpc>
                <a:spcPct val="100000"/>
              </a:lnSpc>
              <a:buClr>
                <a:srgbClr val="0099D8"/>
              </a:buClr>
              <a:buSzPct val="90000"/>
              <a:buFont typeface="Wingdings" panose="05000000000000000000" charset="0"/>
              <a:buChar char=""/>
              <a:defRPr sz="2200">
                <a:solidFill>
                  <a:schemeClr val="tx1"/>
                </a:solidFill>
              </a:defRPr>
            </a:lvl2pPr>
            <a:lvl3pPr marL="1200150" indent="-285750">
              <a:lnSpc>
                <a:spcPct val="100000"/>
              </a:lnSpc>
              <a:buClr>
                <a:srgbClr val="0099D8"/>
              </a:buClr>
              <a:buSzPct val="85000"/>
              <a:buFont typeface="Wingdings" panose="05000000000000000000" charset="0"/>
              <a:buChar char=""/>
              <a:defRPr sz="2000"/>
            </a:lvl3pPr>
            <a:lvl4pPr marL="1657350" indent="-285750">
              <a:lnSpc>
                <a:spcPct val="100000"/>
              </a:lnSpc>
              <a:buClr>
                <a:srgbClr val="0099D8"/>
              </a:buClr>
              <a:buFont typeface="Webdings" panose="05030102010509060703" charset="0"/>
              <a:buChar char="4"/>
              <a:defRPr/>
            </a:lvl4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endParaRPr lang="zh-CN" altLang="en-US" strike="noStrike" noProof="1"/>
          </a:p>
        </p:txBody>
      </p:sp>
      <p:sp>
        <p:nvSpPr>
          <p:cNvPr id="9" name="灯片编号占位符 8"/>
          <p:cNvSpPr>
            <a:spLocks noGrp="1"/>
          </p:cNvSpPr>
          <p:nvPr>
            <p:ph type="sldNum" sz="quarter" idx="11"/>
          </p:nvPr>
        </p:nvSpPr>
        <p:spPr/>
        <p:txBody>
          <a:bodyPr/>
          <a:lstStyle/>
          <a:p>
            <a:fld id="{0C913308-F349-4B6D-A68A-DD1791B4A57B}" type="slidenum">
              <a:rPr lang="zh-CN" altLang="en-US" smtClean="0"/>
              <a:pPr/>
              <a:t>‹#›</a:t>
            </a:fld>
            <a:r>
              <a:rPr lang="en-US" altLang="zh-CN" dirty="0"/>
              <a:t>/33</a:t>
            </a:r>
            <a:endParaRPr lang="en-US" dirty="0"/>
          </a:p>
        </p:txBody>
      </p:sp>
      <p:sp>
        <p:nvSpPr>
          <p:cNvPr id="8" name="标题 1"/>
          <p:cNvSpPr>
            <a:spLocks noGrp="1"/>
          </p:cNvSpPr>
          <p:nvPr>
            <p:ph type="title"/>
          </p:nvPr>
        </p:nvSpPr>
        <p:spPr>
          <a:xfrm>
            <a:off x="243840" y="207645"/>
            <a:ext cx="8185785" cy="706755"/>
          </a:xfrm>
          <a:noFill/>
          <a:extLst>
            <a:ext uri="{909E8E84-426E-40DD-AFC4-6F175D3DCCD1}">
              <a14:hiddenFill xmlns:a14="http://schemas.microsoft.com/office/drawing/2010/main">
                <a:solidFill>
                  <a:schemeClr val="bg1"/>
                </a:solidFill>
              </a14:hiddenFill>
            </a:ext>
          </a:extLst>
        </p:spPr>
        <p:txBody>
          <a:bodyPr lIns="0" tIns="0"/>
          <a:lstStyle>
            <a:lvl1pPr>
              <a:defRPr sz="2400" b="1">
                <a:solidFill>
                  <a:srgbClr val="0099D9"/>
                </a:solidFill>
              </a:defRPr>
            </a:lvl1pPr>
          </a:lstStyle>
          <a:p>
            <a:pPr fontAlgn="base"/>
            <a:r>
              <a:rPr lang="zh-CN" altLang="en-US" strike="noStrike" noProof="1"/>
              <a:t>单击此处编辑母版标题样式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a:lvl1pPr>
          </a:lstStyle>
          <a:p>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2" name="标题 1"/>
          <p:cNvSpPr>
            <a:spLocks noGrp="1"/>
          </p:cNvSpPr>
          <p:nvPr>
            <p:ph type="title"/>
          </p:nvPr>
        </p:nvSpPr>
        <p:spPr>
          <a:xfrm>
            <a:off x="243840" y="207645"/>
            <a:ext cx="8185785" cy="706755"/>
          </a:xfrm>
          <a:noFill/>
          <a:extLst>
            <a:ext uri="{909E8E84-426E-40DD-AFC4-6F175D3DCCD1}">
              <a14:hiddenFill xmlns:a14="http://schemas.microsoft.com/office/drawing/2010/main">
                <a:solidFill>
                  <a:schemeClr val="bg1"/>
                </a:solidFill>
              </a14:hiddenFill>
            </a:ext>
          </a:extLst>
        </p:spPr>
        <p:txBody>
          <a:bodyPr lIns="0" tIns="0"/>
          <a:lstStyle>
            <a:lvl1pPr>
              <a:defRPr sz="2400" b="1">
                <a:solidFill>
                  <a:srgbClr val="0099D9"/>
                </a:solidFill>
                <a:latin typeface="+mj-lt"/>
              </a:defRPr>
            </a:lvl1pPr>
          </a:lstStyle>
          <a:p>
            <a:pPr fontAlgn="base"/>
            <a:r>
              <a:rPr lang="zh-CN" altLang="en-US" strike="noStrike" noProof="1"/>
              <a:t>单击此处编辑母版标题样式</a:t>
            </a:r>
          </a:p>
        </p:txBody>
      </p:sp>
      <p:pic>
        <p:nvPicPr>
          <p:cNvPr id="8" name="图片 7" descr="C:\Users\Lenovo\Desktop\全栈大数据PPT模板设计\ppt模板\切图\压缩后\压缩后\3_04.png3_04"/>
          <p:cNvPicPr>
            <a:picLocks noChangeAspect="1"/>
          </p:cNvPicPr>
          <p:nvPr userDrawn="1"/>
        </p:nvPicPr>
        <p:blipFill>
          <a:blip r:embed="rId2"/>
          <a:srcRect/>
          <a:stretch>
            <a:fillRect/>
          </a:stretch>
        </p:blipFill>
        <p:spPr>
          <a:xfrm>
            <a:off x="7965440" y="207328"/>
            <a:ext cx="1105535" cy="448945"/>
          </a:xfrm>
          <a:prstGeom prst="rect">
            <a:avLst/>
          </a:prstGeom>
        </p:spPr>
      </p:pic>
      <p:sp>
        <p:nvSpPr>
          <p:cNvPr id="9" name="内容占位符 8"/>
          <p:cNvSpPr>
            <a:spLocks noGrp="1"/>
          </p:cNvSpPr>
          <p:nvPr>
            <p:ph idx="1"/>
          </p:nvPr>
        </p:nvSpPr>
        <p:spPr>
          <a:xfrm>
            <a:off x="677545" y="1015365"/>
            <a:ext cx="7762875" cy="3394075"/>
          </a:xfrm>
        </p:spPr>
        <p:txBody>
          <a:bodyPr/>
          <a:lstStyle>
            <a:lvl1pPr marL="457200" indent="-457200">
              <a:lnSpc>
                <a:spcPct val="100000"/>
              </a:lnSpc>
              <a:buClr>
                <a:srgbClr val="0099D8"/>
              </a:buClr>
              <a:buFont typeface="Wingdings" panose="05000000000000000000" charset="0"/>
              <a:buChar char=""/>
              <a:defRPr sz="2400" b="1">
                <a:solidFill>
                  <a:srgbClr val="0B9FDD"/>
                </a:solidFill>
                <a:latin typeface="+mn-lt"/>
              </a:defRPr>
            </a:lvl1pPr>
            <a:lvl2pPr marL="800100" indent="-342900">
              <a:lnSpc>
                <a:spcPct val="100000"/>
              </a:lnSpc>
              <a:buClr>
                <a:srgbClr val="0099D8"/>
              </a:buClr>
              <a:buSzPct val="90000"/>
              <a:buFont typeface="Wingdings" panose="05000000000000000000" charset="0"/>
              <a:buChar char=""/>
              <a:defRPr sz="2200">
                <a:solidFill>
                  <a:schemeClr val="tx1"/>
                </a:solidFill>
                <a:latin typeface="+mn-lt"/>
              </a:defRPr>
            </a:lvl2pPr>
            <a:lvl3pPr marL="1200150" indent="-285750">
              <a:lnSpc>
                <a:spcPct val="100000"/>
              </a:lnSpc>
              <a:buClr>
                <a:srgbClr val="0099D8"/>
              </a:buClr>
              <a:buSzPct val="85000"/>
              <a:buFont typeface="Wingdings" panose="05000000000000000000" charset="0"/>
              <a:buChar char=""/>
              <a:defRPr sz="2000">
                <a:latin typeface="+mn-lt"/>
              </a:defRPr>
            </a:lvl3pPr>
            <a:lvl4pPr marL="1657350" indent="-285750">
              <a:lnSpc>
                <a:spcPct val="100000"/>
              </a:lnSpc>
              <a:buClr>
                <a:srgbClr val="0099D8"/>
              </a:buClr>
              <a:buFont typeface="Webdings" panose="05030102010509060703" charset="0"/>
              <a:buChar char="4"/>
              <a:defRPr>
                <a:latin typeface="+mn-lt"/>
              </a:defRPr>
            </a:lvl4pPr>
            <a:lvl5pPr>
              <a:defRPr>
                <a:latin typeface="+mn-lt"/>
              </a:defRPr>
            </a:lvl5pPr>
            <a:lvl6pPr>
              <a:defRPr>
                <a:latin typeface="+mn-lt"/>
              </a:defRPr>
            </a:lvl6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a:p>
            <a:pPr lvl="5" fontAlgn="base"/>
            <a:r>
              <a:rPr lang="zh-CN" altLang="en-US" strike="noStrike" noProof="1"/>
              <a:t>６</a:t>
            </a:r>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33</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437"/>
          </a:xfrm>
        </p:spPr>
        <p:txBody>
          <a:bodyPr/>
          <a:lstStyle>
            <a:lvl1pPr>
              <a:buFont typeface="Wingdings" panose="05000000000000000000" charset="0"/>
              <a:buChar char=""/>
              <a:defRPr sz="3200"/>
            </a:lvl1pPr>
            <a:lvl2pPr>
              <a:buFont typeface="Wingdings" panose="05000000000000000000" charset="0"/>
              <a:buChar char=""/>
              <a:defRPr sz="2800"/>
            </a:lvl2pPr>
            <a:lvl3pPr>
              <a:buFont typeface="Wingdings" panose="05000000000000000000" charset="0"/>
              <a:buChar char=""/>
              <a:defRPr sz="2400"/>
            </a:lvl3pPr>
            <a:lvl4pPr>
              <a:buFont typeface="Webdings" panose="05030102010509060703" charset="0"/>
              <a:buChar char="4"/>
              <a:defRPr sz="2000"/>
            </a:lvl4pPr>
            <a:lvl5pPr>
              <a:buFont typeface="Wingdings" panose="05000000000000000000" charset="0"/>
              <a:buChar cha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33</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60375"/>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4025900"/>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33</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5286380" y="349251"/>
            <a:ext cx="3429024" cy="436549"/>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556260" y="797560"/>
            <a:ext cx="8422640" cy="3394075"/>
          </a:xfrm>
        </p:spPr>
        <p:txBody>
          <a:bodyPr vert="eaVert"/>
          <a:lstStyle>
            <a:lvl1pPr>
              <a:buFont typeface="Wingdings" panose="05000000000000000000" charset="0"/>
              <a:buChar char=""/>
              <a:defRPr/>
            </a:lvl1pPr>
            <a:lvl2pPr>
              <a:buFont typeface="Wingdings" panose="05000000000000000000" charset="0"/>
              <a:buChar char=""/>
              <a:defRPr/>
            </a:lvl2pPr>
            <a:lvl3pPr>
              <a:buFont typeface="Wingdings" panose="05000000000000000000" charset="0"/>
              <a:buChar char=""/>
              <a:defRPr/>
            </a:lvl3pPr>
            <a:lvl4pPr>
              <a:buFont typeface="Webdings" panose="05030102010509060703" charset="0"/>
              <a:buChar char="4"/>
              <a:defRPr/>
            </a:lvl4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33</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6375"/>
            <a:ext cx="6019800" cy="4387850"/>
          </a:xfrm>
        </p:spPr>
        <p:txBody>
          <a:bodyPr vert="eaVert"/>
          <a:lstStyle>
            <a:lvl1pPr>
              <a:buFont typeface="Wingdings" panose="05000000000000000000" charset="0"/>
              <a:buChar char=""/>
              <a:defRPr/>
            </a:lvl1pPr>
            <a:lvl2pPr>
              <a:buFont typeface="Wingdings" panose="05000000000000000000" charset="0"/>
              <a:buChar char=""/>
              <a:defRPr/>
            </a:lvl2pPr>
            <a:lvl3pPr>
              <a:buFont typeface="Wingdings" panose="05000000000000000000" charset="0"/>
              <a:buChar char=""/>
              <a:defRPr/>
            </a:lvl3pPr>
            <a:lvl4pPr>
              <a:buFont typeface="Webdings" panose="05030102010509060703" charset="0"/>
              <a:buChar char="4"/>
              <a:defRPr/>
            </a:lvl4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r>
              <a:rPr lang="zh-CN" altLang="en-US" dirty="0"/>
              <a:t>/</a:t>
            </a:r>
            <a:r>
              <a:rPr lang="en-US" altLang="zh-CN" dirty="0"/>
              <a:t>33</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1071538" y="857238"/>
            <a:ext cx="6643734" cy="3643338"/>
          </a:xfrm>
        </p:spPr>
        <p:txBody>
          <a:bodyPr>
            <a:normAutofit/>
          </a:bodyPr>
          <a:lstStyle>
            <a:lvl1pPr>
              <a:buClr>
                <a:srgbClr val="7CC049"/>
              </a:buClr>
              <a:buSzPct val="100000"/>
              <a:buFont typeface="Wingdings" panose="05000000000000000000" pitchFamily="2" charset="2"/>
              <a:buChar char="n"/>
              <a:defRPr sz="2000">
                <a:solidFill>
                  <a:schemeClr val="bg1"/>
                </a:solidFill>
                <a:latin typeface="微软雅黑" panose="020B0503020204020204" pitchFamily="34" charset="-122"/>
                <a:ea typeface="微软雅黑" panose="020B0503020204020204" pitchFamily="34" charset="-122"/>
              </a:defRPr>
            </a:lvl1pPr>
            <a:lvl2pPr>
              <a:buClr>
                <a:srgbClr val="7CC049"/>
              </a:buClr>
              <a:buSzPct val="80000"/>
              <a:buFont typeface="Wingdings" panose="05000000000000000000" pitchFamily="2" charset="2"/>
              <a:buChar char="u"/>
              <a:defRPr sz="1800">
                <a:solidFill>
                  <a:schemeClr val="bg1"/>
                </a:solidFill>
                <a:latin typeface="微软雅黑" panose="020B0503020204020204" pitchFamily="34" charset="-122"/>
                <a:ea typeface="微软雅黑" panose="020B0503020204020204" pitchFamily="34" charset="-122"/>
              </a:defRPr>
            </a:lvl2pPr>
            <a:lvl3pPr>
              <a:buSzPct val="80000"/>
              <a:buFontTx/>
              <a:buBlip>
                <a:blip r:embed="rId2"/>
              </a:buBlip>
              <a:defRPr sz="1600">
                <a:solidFill>
                  <a:schemeClr val="bg1"/>
                </a:solidFill>
                <a:latin typeface="微软雅黑" panose="020B0503020204020204" pitchFamily="34" charset="-122"/>
                <a:ea typeface="微软雅黑" panose="020B0503020204020204" pitchFamily="34" charset="-122"/>
              </a:defRPr>
            </a:lvl3pPr>
            <a:lvl4pPr>
              <a:defRPr sz="1400">
                <a:solidFill>
                  <a:schemeClr val="bg1"/>
                </a:solidFill>
                <a:latin typeface="微软雅黑" panose="020B0503020204020204" pitchFamily="34" charset="-122"/>
                <a:ea typeface="微软雅黑" panose="020B0503020204020204" pitchFamily="34" charset="-122"/>
              </a:defRPr>
            </a:lvl4pPr>
            <a:lvl5pPr>
              <a:defRPr sz="1400">
                <a:solidFill>
                  <a:schemeClr val="bg1"/>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endParaRPr lang="en-US" altLang="zh-CN" dirty="0"/>
          </a:p>
          <a:p>
            <a:pPr lvl="2"/>
            <a:r>
              <a:rPr lang="zh-CN" altLang="en-US" dirty="0"/>
              <a:t>第三级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8" name="标题 1"/>
          <p:cNvSpPr>
            <a:spLocks noGrp="1"/>
          </p:cNvSpPr>
          <p:nvPr>
            <p:ph type="title" hasCustomPrompt="1"/>
          </p:nvPr>
        </p:nvSpPr>
        <p:spPr>
          <a:xfrm>
            <a:off x="7164288" y="285734"/>
            <a:ext cx="1622554" cy="357190"/>
          </a:xfrm>
          <a:solidFill>
            <a:srgbClr val="30383A"/>
          </a:solidFill>
        </p:spPr>
        <p:txBody>
          <a:bodyPr>
            <a:noAutofit/>
          </a:bodyPr>
          <a:lstStyle>
            <a:lvl1pPr algn="r">
              <a:defRPr sz="2000" b="0">
                <a:solidFill>
                  <a:schemeClr val="bg1"/>
                </a:solidFill>
                <a:latin typeface="微软雅黑" panose="020B0503020204020204" pitchFamily="34" charset="-122"/>
                <a:ea typeface="微软雅黑" panose="020B0503020204020204" pitchFamily="34" charset="-122"/>
              </a:defRPr>
            </a:lvl1pPr>
          </a:lstStyle>
          <a:p>
            <a:r>
              <a:rPr lang="zh-CN" altLang="en-US" dirty="0"/>
              <a:t>添加标题</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r>
              <a:rPr lang="zh-CN" altLang="en-US" dirty="0"/>
              <a:t>/</a:t>
            </a:r>
            <a:r>
              <a:rPr lang="en-US" altLang="zh-CN" dirty="0"/>
              <a:t>33</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自定义版式">
    <p:spTree>
      <p:nvGrpSpPr>
        <p:cNvPr id="1" name=""/>
        <p:cNvGrpSpPr/>
        <p:nvPr/>
      </p:nvGrpSpPr>
      <p:grpSpPr>
        <a:xfrm>
          <a:off x="0" y="0"/>
          <a:ext cx="0" cy="0"/>
          <a:chOff x="0" y="0"/>
          <a:chExt cx="0" cy="0"/>
        </a:xfrm>
      </p:grpSpPr>
      <p:pic>
        <p:nvPicPr>
          <p:cNvPr id="6" name="Picture 3" descr="C:\Users\Lenovo\Desktop\全栈大数据PPT模板设计\最小压缩后\封面背景图.png封面背景图"/>
          <p:cNvPicPr>
            <a:picLocks noChangeAspect="1" noChangeArrowheads="1"/>
          </p:cNvPicPr>
          <p:nvPr userDrawn="1"/>
        </p:nvPicPr>
        <p:blipFill>
          <a:blip r:embed="rId2"/>
          <a:srcRect/>
          <a:stretch>
            <a:fillRect/>
          </a:stretch>
        </p:blipFill>
        <p:spPr bwMode="auto">
          <a:xfrm>
            <a:off x="-1905" y="2223"/>
            <a:ext cx="9189720" cy="5168900"/>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descr="C:\Users\Lenovo\Desktop\images\1_03.png1_03"/>
          <p:cNvPicPr>
            <a:picLocks noChangeAspect="1"/>
          </p:cNvPicPr>
          <p:nvPr userDrawn="1"/>
        </p:nvPicPr>
        <p:blipFill>
          <a:blip r:embed="rId3"/>
          <a:srcRect/>
          <a:stretch>
            <a:fillRect/>
          </a:stretch>
        </p:blipFill>
        <p:spPr>
          <a:xfrm>
            <a:off x="3274695" y="2535555"/>
            <a:ext cx="2839720" cy="661035"/>
          </a:xfrm>
          <a:prstGeom prst="rect">
            <a:avLst/>
          </a:prstGeom>
          <a:noFill/>
          <a:ln w="9525">
            <a:noFill/>
          </a:ln>
        </p:spPr>
      </p:pic>
      <p:sp>
        <p:nvSpPr>
          <p:cNvPr id="2051" name="标题 1"/>
          <p:cNvSpPr>
            <a:spLocks noGrp="1"/>
          </p:cNvSpPr>
          <p:nvPr>
            <p:ph type="ctrTitle" hasCustomPrompt="1"/>
          </p:nvPr>
        </p:nvSpPr>
        <p:spPr>
          <a:xfrm>
            <a:off x="685800" y="1094105"/>
            <a:ext cx="7772400" cy="1104900"/>
          </a:xfrm>
          <a:prstGeom prst="rect">
            <a:avLst/>
          </a:prstGeom>
          <a:noFill/>
          <a:ln w="9525">
            <a:noFill/>
            <a:miter/>
          </a:ln>
        </p:spPr>
        <p:txBody>
          <a:bodyPr vert="horz" wrap="square" anchor="ctr">
            <a:normAutofit/>
          </a:bodyPr>
          <a:lstStyle>
            <a:lvl1pPr lvl="0" algn="ctr">
              <a:defRPr sz="4600" b="1" kern="1200">
                <a:solidFill>
                  <a:schemeClr val="bg1"/>
                </a:solidFill>
              </a:defRPr>
            </a:lvl1pPr>
          </a:lstStyle>
          <a:p>
            <a:pPr lvl="0" fontAlgn="base"/>
            <a:r>
              <a:rPr lang="en-US" altLang="zh-CN" strike="noStrike" noProof="1"/>
              <a:t>16/9</a:t>
            </a:r>
            <a:r>
              <a:rPr lang="zh-CN" altLang="en-US" strike="noStrike" noProof="1"/>
              <a:t>录屏模板</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457200" y="4767263"/>
            <a:ext cx="2133600" cy="274637"/>
          </a:xfrm>
          <a:prstGeom prst="rect">
            <a:avLst/>
          </a:prstGeom>
        </p:spPr>
        <p:txBody>
          <a:bodyPr vert="horz" lIns="91440" tIns="45720" rIns="91440" bIns="45720" rtlCol="0" anchor="ctr"/>
          <a:lstStyle>
            <a:lvl1pPr algn="l">
              <a:buFont typeface="Arial" panose="020B0604020202020204" pitchFamily="34" charset="0"/>
              <a:buNone/>
              <a:defRPr sz="1200">
                <a:solidFill>
                  <a:schemeClr val="tx1">
                    <a:tint val="75000"/>
                  </a:schemeClr>
                </a:solidFill>
                <a:latin typeface="Arial" panose="020B0604020202020204" pitchFamily="34" charset="0"/>
                <a:ea typeface="宋体" panose="02010600030101010101" pitchFamily="2" charset="-122"/>
              </a:defRPr>
            </a:lvl1pPr>
          </a:lstStyle>
          <a:p>
            <a:endParaRPr lang="zh-CN" altLang="en-US"/>
          </a:p>
        </p:txBody>
      </p:sp>
      <p:sp>
        <p:nvSpPr>
          <p:cNvPr id="5" name="页脚占位符 4"/>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buFont typeface="Arial" panose="020B0604020202020204" pitchFamily="34" charset="0"/>
              <a:buNone/>
              <a:defRPr sz="1200">
                <a:solidFill>
                  <a:schemeClr val="tx1">
                    <a:tint val="75000"/>
                  </a:schemeClr>
                </a:solidFill>
                <a:latin typeface="Arial" panose="020B0604020202020204" pitchFamily="34" charset="0"/>
                <a:ea typeface="宋体" panose="02010600030101010101" pitchFamily="2" charset="-122"/>
              </a:defRPr>
            </a:lvl1pPr>
          </a:lstStyle>
          <a:p>
            <a:endParaRPr lang="zh-CN" altLang="en-US"/>
          </a:p>
        </p:txBody>
      </p:sp>
      <p:sp>
        <p:nvSpPr>
          <p:cNvPr id="1031" name="标题占位符 1"/>
          <p:cNvSpPr>
            <a:spLocks noGrp="1"/>
          </p:cNvSpPr>
          <p:nvPr>
            <p:ph type="title"/>
          </p:nvPr>
        </p:nvSpPr>
        <p:spPr bwMode="auto">
          <a:xfrm>
            <a:off x="48260" y="286385"/>
            <a:ext cx="5874385" cy="511175"/>
          </a:xfrm>
          <a:prstGeom prst="rect">
            <a:avLst/>
          </a:prstGeom>
          <a:solidFill>
            <a:schemeClr val="bg1"/>
          </a:solidFill>
          <a:ln w="9525">
            <a:noFill/>
            <a:miter lim="800000"/>
          </a:ln>
        </p:spPr>
        <p:txBody>
          <a:bodyPr vert="horz" wrap="square" lIns="91440" tIns="45720" rIns="91440" bIns="45720" numCol="1" anchor="ctr" anchorCtr="0" compatLnSpc="1"/>
          <a:lstStyle/>
          <a:p>
            <a:pPr lvl="0"/>
            <a:r>
              <a:rPr lang="zh-CN" altLang="en-US" dirty="0"/>
              <a:t>单击此处编辑母版标题样式</a:t>
            </a:r>
          </a:p>
        </p:txBody>
      </p:sp>
      <p:sp>
        <p:nvSpPr>
          <p:cNvPr id="1026" name="文本占位符 2"/>
          <p:cNvSpPr>
            <a:spLocks noGrp="1"/>
          </p:cNvSpPr>
          <p:nvPr>
            <p:ph type="body" idx="1"/>
          </p:nvPr>
        </p:nvSpPr>
        <p:spPr bwMode="auto">
          <a:xfrm>
            <a:off x="673735" y="977900"/>
            <a:ext cx="7797165" cy="318770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4"/>
          </p:nvPr>
        </p:nvSpPr>
        <p:spPr>
          <a:xfrm>
            <a:off x="6553200" y="4767263"/>
            <a:ext cx="2133600" cy="274637"/>
          </a:xfrm>
          <a:prstGeom prst="rect">
            <a:avLst/>
          </a:prstGeom>
        </p:spPr>
        <p:txBody>
          <a:bodyPr vert="horz" lIns="91440" tIns="45720" rIns="91440" bIns="45720" rtlCol="0" anchor="ctr"/>
          <a:lstStyle>
            <a:lvl1pPr algn="r">
              <a:buFont typeface="Arial" panose="020B0604020202020204" pitchFamily="34" charset="0"/>
              <a:buNone/>
              <a:defRPr sz="1200">
                <a:solidFill>
                  <a:schemeClr val="tx1">
                    <a:tint val="75000"/>
                  </a:schemeClr>
                </a:solidFill>
                <a:latin typeface="Arial" panose="020B0604020202020204" pitchFamily="34" charset="0"/>
                <a:ea typeface="宋体" panose="02010600030101010101" pitchFamily="2" charset="-122"/>
              </a:defRPr>
            </a:lvl1pPr>
          </a:lstStyle>
          <a:p>
            <a:fld id="{0C913308-F349-4B6D-A68A-DD1791B4A57B}" type="slidenum">
              <a:rPr lang="zh-CN" altLang="en-US" smtClean="0"/>
              <a:pPr/>
              <a:t>‹#›</a:t>
            </a:fld>
            <a:r>
              <a:rPr lang="en-US" altLang="zh-CN" dirty="0"/>
              <a:t>/33</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lvl1pPr algn="l" rtl="0" eaLnBrk="1" fontAlgn="base" hangingPunct="1">
        <a:spcBef>
          <a:spcPct val="0"/>
        </a:spcBef>
        <a:spcAft>
          <a:spcPct val="0"/>
        </a:spcAft>
        <a:defRPr sz="2400" b="1" kern="1200">
          <a:solidFill>
            <a:srgbClr val="0B9FDD"/>
          </a:solidFill>
          <a:latin typeface="微软雅黑" panose="020B0503020204020204" pitchFamily="34" charset="-122"/>
          <a:ea typeface="微软雅黑" panose="020B0503020204020204" pitchFamily="34" charset="-122"/>
          <a:cs typeface="+mj-cs"/>
        </a:defRPr>
      </a:lvl1pPr>
      <a:lvl2pPr algn="r" rtl="0" eaLnBrk="1" fontAlgn="base" hangingPunct="1">
        <a:spcBef>
          <a:spcPct val="0"/>
        </a:spcBef>
        <a:spcAft>
          <a:spcPct val="0"/>
        </a:spcAft>
        <a:defRPr sz="2000">
          <a:solidFill>
            <a:schemeClr val="tx1"/>
          </a:solidFill>
          <a:latin typeface="微软雅黑" panose="020B0503020204020204" pitchFamily="34" charset="-122"/>
          <a:ea typeface="微软雅黑" panose="020B0503020204020204" pitchFamily="34" charset="-122"/>
        </a:defRPr>
      </a:lvl2pPr>
      <a:lvl3pPr algn="r" rtl="0" eaLnBrk="1" fontAlgn="base" hangingPunct="1">
        <a:spcBef>
          <a:spcPct val="0"/>
        </a:spcBef>
        <a:spcAft>
          <a:spcPct val="0"/>
        </a:spcAft>
        <a:defRPr sz="2000">
          <a:solidFill>
            <a:schemeClr val="tx1"/>
          </a:solidFill>
          <a:latin typeface="微软雅黑" panose="020B0503020204020204" pitchFamily="34" charset="-122"/>
          <a:ea typeface="微软雅黑" panose="020B0503020204020204" pitchFamily="34" charset="-122"/>
        </a:defRPr>
      </a:lvl3pPr>
      <a:lvl4pPr algn="r" rtl="0" eaLnBrk="1" fontAlgn="base" hangingPunct="1">
        <a:spcBef>
          <a:spcPct val="0"/>
        </a:spcBef>
        <a:spcAft>
          <a:spcPct val="0"/>
        </a:spcAft>
        <a:defRPr sz="2000">
          <a:solidFill>
            <a:schemeClr val="tx1"/>
          </a:solidFill>
          <a:latin typeface="微软雅黑" panose="020B0503020204020204" pitchFamily="34" charset="-122"/>
          <a:ea typeface="微软雅黑" panose="020B0503020204020204" pitchFamily="34" charset="-122"/>
        </a:defRPr>
      </a:lvl4pPr>
      <a:lvl5pPr algn="r" rtl="0" eaLnBrk="1" fontAlgn="base" hangingPunct="1">
        <a:spcBef>
          <a:spcPct val="0"/>
        </a:spcBef>
        <a:spcAft>
          <a:spcPct val="0"/>
        </a:spcAft>
        <a:defRPr sz="2000">
          <a:solidFill>
            <a:schemeClr val="tx1"/>
          </a:solidFill>
          <a:latin typeface="微软雅黑" panose="020B0503020204020204" pitchFamily="34" charset="-122"/>
          <a:ea typeface="微软雅黑" panose="020B0503020204020204" pitchFamily="34" charset="-122"/>
        </a:defRPr>
      </a:lvl5pPr>
      <a:lvl6pPr marL="457200" algn="r" rtl="0" eaLnBrk="1" fontAlgn="base" hangingPunct="1">
        <a:spcBef>
          <a:spcPct val="0"/>
        </a:spcBef>
        <a:spcAft>
          <a:spcPct val="0"/>
        </a:spcAft>
        <a:defRPr sz="2000">
          <a:solidFill>
            <a:schemeClr val="tx1"/>
          </a:solidFill>
          <a:latin typeface="微软雅黑" panose="020B0503020204020204" pitchFamily="34" charset="-122"/>
          <a:ea typeface="微软雅黑" panose="020B0503020204020204" pitchFamily="34" charset="-122"/>
        </a:defRPr>
      </a:lvl6pPr>
      <a:lvl7pPr marL="914400" algn="r" rtl="0" eaLnBrk="1" fontAlgn="base" hangingPunct="1">
        <a:spcBef>
          <a:spcPct val="0"/>
        </a:spcBef>
        <a:spcAft>
          <a:spcPct val="0"/>
        </a:spcAft>
        <a:defRPr sz="2000">
          <a:solidFill>
            <a:schemeClr val="tx1"/>
          </a:solidFill>
          <a:latin typeface="微软雅黑" panose="020B0503020204020204" pitchFamily="34" charset="-122"/>
          <a:ea typeface="微软雅黑" panose="020B0503020204020204" pitchFamily="34" charset="-122"/>
        </a:defRPr>
      </a:lvl7pPr>
      <a:lvl8pPr marL="1371600" algn="r" rtl="0" eaLnBrk="1" fontAlgn="base" hangingPunct="1">
        <a:spcBef>
          <a:spcPct val="0"/>
        </a:spcBef>
        <a:spcAft>
          <a:spcPct val="0"/>
        </a:spcAft>
        <a:defRPr sz="2000">
          <a:solidFill>
            <a:schemeClr val="tx1"/>
          </a:solidFill>
          <a:latin typeface="微软雅黑" panose="020B0503020204020204" pitchFamily="34" charset="-122"/>
          <a:ea typeface="微软雅黑" panose="020B0503020204020204" pitchFamily="34" charset="-122"/>
        </a:defRPr>
      </a:lvl8pPr>
      <a:lvl9pPr marL="1828800" algn="r" rtl="0" eaLnBrk="1" fontAlgn="base" hangingPunct="1">
        <a:spcBef>
          <a:spcPct val="0"/>
        </a:spcBef>
        <a:spcAft>
          <a:spcPct val="0"/>
        </a:spcAft>
        <a:defRPr sz="2000">
          <a:solidFill>
            <a:schemeClr val="tx1"/>
          </a:solidFill>
          <a:latin typeface="微软雅黑" panose="020B0503020204020204" pitchFamily="34" charset="-122"/>
          <a:ea typeface="微软雅黑" panose="020B0503020204020204" pitchFamily="34" charset="-122"/>
        </a:defRPr>
      </a:lvl9pPr>
    </p:titleStyle>
    <p:bodyStyle>
      <a:lvl1pPr marL="342900" indent="-342900" algn="l" rtl="0" eaLnBrk="1" fontAlgn="base" hangingPunct="1">
        <a:spcBef>
          <a:spcPct val="20000"/>
        </a:spcBef>
        <a:spcAft>
          <a:spcPct val="0"/>
        </a:spcAft>
        <a:buClr>
          <a:srgbClr val="009ADA"/>
        </a:buClr>
        <a:buFont typeface="Wingdings" panose="05000000000000000000" charset="0"/>
        <a:buChar char=""/>
        <a:defRPr sz="2400" b="1" kern="1200">
          <a:solidFill>
            <a:srgbClr val="009ADA"/>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rgbClr val="009ADA"/>
        </a:buClr>
        <a:buFont typeface="Wingdings" panose="05000000000000000000"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1" fontAlgn="base" hangingPunct="1">
        <a:spcBef>
          <a:spcPct val="20000"/>
        </a:spcBef>
        <a:spcAft>
          <a:spcPct val="0"/>
        </a:spcAft>
        <a:buClr>
          <a:srgbClr val="009ADA"/>
        </a:buClr>
        <a:buFont typeface="Wingdings" panose="05000000000000000000"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1" fontAlgn="base" hangingPunct="1">
        <a:spcBef>
          <a:spcPct val="20000"/>
        </a:spcBef>
        <a:spcAft>
          <a:spcPct val="0"/>
        </a:spcAft>
        <a:buClr>
          <a:srgbClr val="009ADA"/>
        </a:buClr>
        <a:buFont typeface="Webdings" panose="05030102010509060703" charset="0"/>
        <a:buChar char="4"/>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1" fontAlgn="base" hangingPunct="1">
        <a:spcBef>
          <a:spcPct val="20000"/>
        </a:spcBef>
        <a:spcAft>
          <a:spcPct val="0"/>
        </a:spcAft>
        <a:buClr>
          <a:srgbClr val="009ADA"/>
        </a:buClr>
        <a:buFont typeface="Wingdings" panose="05000000000000000000" charset="0"/>
        <a:buChar char=""/>
        <a:defRPr sz="12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5121"/>
          <p:cNvSpPr>
            <a:spLocks noGrp="1"/>
          </p:cNvSpPr>
          <p:nvPr>
            <p:ph type="ctrTitle"/>
          </p:nvPr>
        </p:nvSpPr>
        <p:spPr>
          <a:xfrm>
            <a:off x="395536" y="1283335"/>
            <a:ext cx="8208912" cy="1184275"/>
          </a:xfrm>
          <a:solidFill>
            <a:schemeClr val="bg2">
              <a:lumMod val="50000"/>
            </a:schemeClr>
          </a:solidFill>
        </p:spPr>
        <p:txBody>
          <a:bodyPr wrap="square" anchor="ctr">
            <a:normAutofit fontScale="90000"/>
          </a:bodyPr>
          <a:lstStyle/>
          <a:p>
            <a:r>
              <a:rPr lang="en-US" altLang="zh-CN" dirty="0" err="1">
                <a:sym typeface="+mn-ea"/>
              </a:rPr>
              <a:t>myBatis</a:t>
            </a:r>
            <a:r>
              <a:rPr lang="zh-CN" altLang="en-US" dirty="0">
                <a:sym typeface="+mn-ea"/>
              </a:rPr>
              <a:t>与</a:t>
            </a:r>
            <a:r>
              <a:rPr lang="en-US" altLang="zh-CN" dirty="0">
                <a:sym typeface="+mn-ea"/>
              </a:rPr>
              <a:t>Spring</a:t>
            </a:r>
            <a:r>
              <a:rPr lang="zh-CN" altLang="en-US" dirty="0">
                <a:sym typeface="+mn-ea"/>
              </a:rPr>
              <a:t>的整合</a:t>
            </a:r>
            <a:br>
              <a:rPr lang="zh-CN" altLang="en-US" dirty="0">
                <a:sym typeface="+mn-ea"/>
              </a:rPr>
            </a:br>
            <a:endParaRPr lang="zh-CN" altLang="en-US" strike="noStrike" kern="1200" noProof="1">
              <a:solidFill>
                <a:srgbClr val="009966"/>
              </a:solidFill>
              <a:latin typeface="微软雅黑" panose="020B0503020204020204" pitchFamily="34" charset="-122"/>
              <a:ea typeface="微软雅黑" panose="020B0503020204020204" pitchFamily="34" charset="-122"/>
              <a:cs typeface="+mj-cs"/>
              <a:sym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70683A-C0A3-8172-1490-A4913FE9ACB9}"/>
              </a:ext>
            </a:extLst>
          </p:cNvPr>
          <p:cNvSpPr>
            <a:spLocks noGrp="1"/>
          </p:cNvSpPr>
          <p:nvPr>
            <p:ph type="title"/>
          </p:nvPr>
        </p:nvSpPr>
        <p:spPr/>
        <p:txBody>
          <a:bodyPr/>
          <a:lstStyle/>
          <a:p>
            <a:r>
              <a:rPr lang="zh-CN" altLang="en-US"/>
              <a:t>回顾：若</a:t>
            </a:r>
            <a:r>
              <a:rPr lang="zh-CN" altLang="en-US" dirty="0"/>
              <a:t>依中的</a:t>
            </a:r>
            <a:r>
              <a:rPr lang="en-US" altLang="zh-CN" dirty="0"/>
              <a:t>AOP</a:t>
            </a:r>
            <a:endParaRPr lang="zh-CN" altLang="en-US" dirty="0"/>
          </a:p>
        </p:txBody>
      </p:sp>
      <p:sp>
        <p:nvSpPr>
          <p:cNvPr id="3" name="内容占位符 2">
            <a:extLst>
              <a:ext uri="{FF2B5EF4-FFF2-40B4-BE49-F238E27FC236}">
                <a16:creationId xmlns:a16="http://schemas.microsoft.com/office/drawing/2014/main" id="{713FD142-9D6E-A46B-7C9D-B7D45076293E}"/>
              </a:ext>
            </a:extLst>
          </p:cNvPr>
          <p:cNvSpPr>
            <a:spLocks noGrp="1"/>
          </p:cNvSpPr>
          <p:nvPr>
            <p:ph idx="1"/>
          </p:nvPr>
        </p:nvSpPr>
        <p:spPr/>
        <p:txBody>
          <a:bodyPr/>
          <a:lstStyle/>
          <a:p>
            <a:pPr marL="0" indent="0">
              <a:buNone/>
            </a:pPr>
            <a:endParaRPr lang="en-US" altLang="zh-CN" dirty="0"/>
          </a:p>
          <a:p>
            <a:r>
              <a:rPr lang="en-US" altLang="zh-CN" dirty="0"/>
              <a:t>SysUserMapper.xml</a:t>
            </a:r>
            <a:r>
              <a:rPr lang="zh-CN" altLang="en-US" dirty="0"/>
              <a:t>中</a:t>
            </a:r>
            <a:r>
              <a:rPr lang="en-US" altLang="zh-CN" dirty="0" err="1"/>
              <a:t>selectUserList</a:t>
            </a:r>
            <a:r>
              <a:rPr lang="en-US" altLang="zh-CN" dirty="0"/>
              <a:t> </a:t>
            </a:r>
            <a:r>
              <a:rPr lang="zh-CN" altLang="en-US" dirty="0"/>
              <a:t>中</a:t>
            </a:r>
            <a:r>
              <a:rPr lang="en-US" altLang="zh-CN" dirty="0"/>
              <a:t>${</a:t>
            </a:r>
            <a:r>
              <a:rPr lang="en-US" altLang="zh-CN" dirty="0" err="1"/>
              <a:t>params.dataScope</a:t>
            </a:r>
            <a:r>
              <a:rPr lang="en-US" altLang="zh-CN" dirty="0"/>
              <a:t>} </a:t>
            </a:r>
            <a:r>
              <a:rPr lang="zh-CN" altLang="en-US" dirty="0"/>
              <a:t>数据范围</a:t>
            </a:r>
            <a:endParaRPr lang="en-US" altLang="zh-CN" dirty="0"/>
          </a:p>
          <a:p>
            <a:r>
              <a:rPr lang="en-US" altLang="zh-CN" dirty="0" err="1"/>
              <a:t>DataScopeAspect</a:t>
            </a:r>
            <a:r>
              <a:rPr lang="zh-CN" altLang="en-US" dirty="0"/>
              <a:t>切面</a:t>
            </a:r>
            <a:endParaRPr lang="en-US" altLang="zh-CN" dirty="0"/>
          </a:p>
          <a:p>
            <a:r>
              <a:rPr lang="en-US" altLang="zh-CN" dirty="0"/>
              <a:t>@Before(“@annotation(controllerDataScope)”)</a:t>
            </a:r>
          </a:p>
          <a:p>
            <a:pPr lvl="1"/>
            <a:r>
              <a:rPr lang="zh-CN" altLang="en-US" dirty="0"/>
              <a:t>注解切入点表达式</a:t>
            </a:r>
            <a:endParaRPr lang="en-US" altLang="zh-CN" dirty="0"/>
          </a:p>
          <a:p>
            <a:pPr lvl="1"/>
            <a:r>
              <a:rPr lang="en-US" altLang="zh-CN" dirty="0" err="1"/>
              <a:t>dataScopeFilter</a:t>
            </a:r>
            <a:endParaRPr lang="en-US" altLang="zh-CN" dirty="0"/>
          </a:p>
          <a:p>
            <a:r>
              <a:rPr lang="en-US" altLang="zh-CN" dirty="0"/>
              <a:t>@Log</a:t>
            </a:r>
            <a:endParaRPr lang="zh-CN" altLang="en-US" dirty="0"/>
          </a:p>
        </p:txBody>
      </p:sp>
      <p:sp>
        <p:nvSpPr>
          <p:cNvPr id="4" name="灯片编号占位符 3">
            <a:extLst>
              <a:ext uri="{FF2B5EF4-FFF2-40B4-BE49-F238E27FC236}">
                <a16:creationId xmlns:a16="http://schemas.microsoft.com/office/drawing/2014/main" id="{ABEABB04-AB0B-C456-F0F8-172DDB17DFB4}"/>
              </a:ext>
            </a:extLst>
          </p:cNvPr>
          <p:cNvSpPr>
            <a:spLocks noGrp="1"/>
          </p:cNvSpPr>
          <p:nvPr>
            <p:ph type="sldNum" sz="quarter" idx="12"/>
          </p:nvPr>
        </p:nvSpPr>
        <p:spPr/>
        <p:txBody>
          <a:bodyPr/>
          <a:lstStyle/>
          <a:p>
            <a:fld id="{0C913308-F349-4B6D-A68A-DD1791B4A57B}" type="slidenum">
              <a:rPr lang="zh-CN" altLang="en-US" smtClean="0"/>
              <a:pPr/>
              <a:t>2</a:t>
            </a:fld>
            <a:r>
              <a:rPr lang="zh-CN" altLang="en-US"/>
              <a:t>/</a:t>
            </a:r>
            <a:r>
              <a:rPr lang="en-US" altLang="zh-CN"/>
              <a:t>33</a:t>
            </a:r>
            <a:endParaRPr lang="en-US" altLang="zh-CN" dirty="0"/>
          </a:p>
        </p:txBody>
      </p:sp>
    </p:spTree>
    <p:extLst>
      <p:ext uri="{BB962C8B-B14F-4D97-AF65-F5344CB8AC3E}">
        <p14:creationId xmlns:p14="http://schemas.microsoft.com/office/powerpoint/2010/main" val="2170211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7" name="Rectangle 7"/>
          <p:cNvSpPr>
            <a:spLocks noGrp="1" noChangeArrowheads="1"/>
          </p:cNvSpPr>
          <p:nvPr>
            <p:ph type="title"/>
          </p:nvPr>
        </p:nvSpPr>
        <p:spPr/>
        <p:txBody>
          <a:bodyPr/>
          <a:lstStyle/>
          <a:p>
            <a:r>
              <a:rPr lang="zh-CN" altLang="en-US"/>
              <a:t>本章任务</a:t>
            </a:r>
            <a:endParaRPr lang="zh-CN" altLang="en-US" dirty="0"/>
          </a:p>
        </p:txBody>
      </p:sp>
      <p:sp>
        <p:nvSpPr>
          <p:cNvPr id="481282" name="Rectangle 2"/>
          <p:cNvSpPr>
            <a:spLocks noGrp="1" noChangeArrowheads="1"/>
          </p:cNvSpPr>
          <p:nvPr>
            <p:ph idx="1"/>
          </p:nvPr>
        </p:nvSpPr>
        <p:spPr/>
        <p:txBody>
          <a:bodyPr/>
          <a:lstStyle/>
          <a:p>
            <a:pPr lvl="0"/>
            <a:r>
              <a:rPr lang="zh-CN" altLang="zh-CN" dirty="0"/>
              <a:t>搭建Spring+MyBatis的集成环境</a:t>
            </a:r>
          </a:p>
          <a:p>
            <a:pPr lvl="0"/>
            <a:r>
              <a:rPr lang="zh-CN" altLang="zh-CN" dirty="0"/>
              <a:t>实现</a:t>
            </a:r>
            <a:r>
              <a:rPr lang="zh-CN" altLang="en-US" dirty="0"/>
              <a:t>用户</a:t>
            </a:r>
            <a:r>
              <a:rPr lang="zh-CN" altLang="zh-CN" dirty="0"/>
              <a:t>信息的查询和添加功能</a:t>
            </a:r>
          </a:p>
          <a:p>
            <a:pPr lvl="0"/>
            <a:r>
              <a:rPr lang="zh-CN" altLang="zh-CN" dirty="0"/>
              <a:t>实现供应商信息的增删改查功能</a:t>
            </a:r>
          </a:p>
          <a:p>
            <a:pPr lvl="0"/>
            <a:r>
              <a:rPr lang="zh-CN" altLang="zh-CN" dirty="0"/>
              <a:t>实现订单信息查询功能</a:t>
            </a:r>
          </a:p>
          <a:p>
            <a:endParaRPr lang="en-US" altLang="zh-CN" dirty="0"/>
          </a:p>
          <a:p>
            <a:pPr lvl="0"/>
            <a:endParaRPr lang="zh-CN" altLang="zh-CN" dirty="0"/>
          </a:p>
          <a:p>
            <a:pPr lvl="1"/>
            <a:endParaRPr lang="en-US" altLang="zh-CN" dirty="0"/>
          </a:p>
          <a:p>
            <a:pPr lvl="1"/>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3</a:t>
            </a:fld>
            <a:r>
              <a:rPr lang="zh-CN" altLang="en-US"/>
              <a:t>/</a:t>
            </a:r>
            <a:r>
              <a:rPr lang="en-US" altLang="zh-CN"/>
              <a:t>33</a:t>
            </a:r>
            <a:endParaRPr lang="en-US" altLang="zh-CN" dirty="0"/>
          </a:p>
        </p:txBody>
      </p:sp>
    </p:spTree>
    <p:extLst>
      <p:ext uri="{BB962C8B-B14F-4D97-AF65-F5344CB8AC3E}">
        <p14:creationId xmlns:p14="http://schemas.microsoft.com/office/powerpoint/2010/main" val="2619060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zh-CN" altLang="en-US"/>
              <a:t>本章目标</a:t>
            </a:r>
            <a:endParaRPr lang="zh-CN" altLang="en-US" dirty="0"/>
          </a:p>
        </p:txBody>
      </p:sp>
      <p:sp>
        <p:nvSpPr>
          <p:cNvPr id="17411" name="内容占位符 2"/>
          <p:cNvSpPr>
            <a:spLocks noGrp="1"/>
          </p:cNvSpPr>
          <p:nvPr>
            <p:ph idx="1"/>
          </p:nvPr>
        </p:nvSpPr>
        <p:spPr/>
        <p:txBody>
          <a:bodyPr/>
          <a:lstStyle/>
          <a:p>
            <a:pPr lvl="0"/>
            <a:r>
              <a:rPr lang="en-US" altLang="zh-CN" dirty="0"/>
              <a:t>1</a:t>
            </a:r>
            <a:r>
              <a:rPr lang="zh-CN" altLang="zh-CN" dirty="0"/>
              <a:t>掌握</a:t>
            </a:r>
            <a:r>
              <a:rPr lang="en-US" altLang="zh-CN" dirty="0"/>
              <a:t>Spring</a:t>
            </a:r>
            <a:r>
              <a:rPr lang="zh-CN" altLang="zh-CN" dirty="0"/>
              <a:t>与</a:t>
            </a:r>
            <a:r>
              <a:rPr lang="en-US" altLang="zh-CN" dirty="0" err="1"/>
              <a:t>MyBatis</a:t>
            </a:r>
            <a:r>
              <a:rPr lang="zh-CN" altLang="zh-CN" dirty="0"/>
              <a:t>的集成</a:t>
            </a:r>
          </a:p>
          <a:p>
            <a:pPr lvl="0"/>
            <a:r>
              <a:rPr lang="en-US" altLang="zh-CN" dirty="0"/>
              <a:t>2</a:t>
            </a:r>
            <a:r>
              <a:rPr lang="zh-CN" altLang="zh-CN" dirty="0"/>
              <a:t>掌握使用SqlSessionTemplate实现整合</a:t>
            </a:r>
          </a:p>
          <a:p>
            <a:r>
              <a:rPr lang="en-US" altLang="zh-CN" dirty="0"/>
              <a:t>3</a:t>
            </a:r>
            <a:r>
              <a:rPr lang="zh-CN" altLang="zh-CN" dirty="0"/>
              <a:t>掌握使用</a:t>
            </a:r>
            <a:r>
              <a:rPr lang="en-US" altLang="zh-CN" dirty="0" err="1"/>
              <a:t>MapperFactoryBean</a:t>
            </a:r>
            <a:r>
              <a:rPr lang="zh-CN" altLang="zh-CN" dirty="0"/>
              <a:t>实现整合</a:t>
            </a:r>
            <a:endParaRPr lang="en-US" altLang="zh-CN" dirty="0"/>
          </a:p>
          <a:p>
            <a:r>
              <a:rPr lang="en-US" altLang="zh-CN" dirty="0"/>
              <a:t>4</a:t>
            </a:r>
            <a:r>
              <a:rPr lang="zh-CN" altLang="en-US" dirty="0"/>
              <a:t>事务管理</a:t>
            </a:r>
            <a:endParaRPr lang="en-US" altLang="zh-CN" dirty="0"/>
          </a:p>
          <a:p>
            <a:pPr lvl="1"/>
            <a:r>
              <a:rPr lang="zh-CN" altLang="en-US" dirty="0"/>
              <a:t>掌握</a:t>
            </a:r>
            <a:r>
              <a:rPr lang="en-US" altLang="zh-CN" dirty="0"/>
              <a:t>Spring</a:t>
            </a:r>
            <a:r>
              <a:rPr lang="zh-CN" altLang="en-US" dirty="0"/>
              <a:t>的事务切面实现声明式事务处理</a:t>
            </a:r>
          </a:p>
          <a:p>
            <a:pPr lvl="1"/>
            <a:r>
              <a:rPr lang="zh-CN" altLang="en-US" dirty="0"/>
              <a:t>掌握使用注解实现声明式事务处理</a:t>
            </a:r>
            <a:endParaRPr lang="en-US" altLang="zh-CN" dirty="0"/>
          </a:p>
          <a:p>
            <a:pPr lvl="1"/>
            <a:r>
              <a:rPr lang="en-US" altLang="zh-CN" dirty="0">
                <a:latin typeface="Arial Unicode MS" pitchFamily="34" charset="-122"/>
                <a:ea typeface="Arial Unicode MS" pitchFamily="34" charset="-122"/>
                <a:cs typeface="Arial Unicode MS" pitchFamily="34" charset="-122"/>
              </a:rPr>
              <a:t>Spring </a:t>
            </a:r>
            <a:r>
              <a:rPr lang="zh-CN" altLang="en-US" dirty="0">
                <a:latin typeface="Arial Unicode MS" pitchFamily="34" charset="-122"/>
                <a:ea typeface="Arial Unicode MS" pitchFamily="34" charset="-122"/>
                <a:cs typeface="Arial Unicode MS" pitchFamily="34" charset="-122"/>
              </a:rPr>
              <a:t>支持的事务传播行为</a:t>
            </a:r>
            <a:endParaRPr lang="en-US" altLang="zh-CN" dirty="0"/>
          </a:p>
          <a:p>
            <a:pPr lvl="0"/>
            <a:endParaRPr lang="zh-CN" altLang="zh-CN" dirty="0"/>
          </a:p>
          <a:p>
            <a:endParaRPr lang="zh-CN" altLang="en-US" dirty="0"/>
          </a:p>
        </p:txBody>
      </p:sp>
      <p:pic>
        <p:nvPicPr>
          <p:cNvPr id="12" name="Picture 3" descr="C:\Users\meng.zhang\Desktop\ACCP7.0模版图标规范\是.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77919" y="1384325"/>
            <a:ext cx="714375" cy="539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3" descr="C:\Users\meng.zhang\Desktop\ACCP7.0模版图标规范\是.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77919" y="952276"/>
            <a:ext cx="714375" cy="540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3" descr="C:\Users\meng.zhang\Desktop\ACCP7.0模版图标规范\是.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90620" y="1851670"/>
            <a:ext cx="714375" cy="539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3" descr="C:\Users\meng.zhang\Desktop\ACCP7.0模版图标规范\是.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17334" y="2248420"/>
            <a:ext cx="714375" cy="539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3" descr="C:\Users\meng.zhang\Desktop\ACCP7.0模版图标规范\是.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30034" y="2680468"/>
            <a:ext cx="714375" cy="539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3" descr="C:\Users\Lenovo\Desktop\修改版\难点.png难点"/>
          <p:cNvPicPr>
            <a:picLocks noChangeAspect="1"/>
          </p:cNvPicPr>
          <p:nvPr/>
        </p:nvPicPr>
        <p:blipFill>
          <a:blip r:embed="rId4"/>
          <a:srcRect/>
          <a:stretch>
            <a:fillRect/>
          </a:stretch>
        </p:blipFill>
        <p:spPr>
          <a:xfrm>
            <a:off x="8382305" y="2682612"/>
            <a:ext cx="534035" cy="537210"/>
          </a:xfrm>
          <a:prstGeom prst="rect">
            <a:avLst/>
          </a:prstGeom>
          <a:noFill/>
          <a:ln w="9525">
            <a:noFill/>
          </a:ln>
        </p:spPr>
      </p:pic>
      <p:pic>
        <p:nvPicPr>
          <p:cNvPr id="17" name="Picture 3" descr="C:\Users\Lenovo\Desktop\修改版\难点.png难点"/>
          <p:cNvPicPr>
            <a:picLocks noChangeAspect="1"/>
          </p:cNvPicPr>
          <p:nvPr/>
        </p:nvPicPr>
        <p:blipFill>
          <a:blip r:embed="rId4"/>
          <a:srcRect/>
          <a:stretch>
            <a:fillRect/>
          </a:stretch>
        </p:blipFill>
        <p:spPr>
          <a:xfrm>
            <a:off x="8382305" y="942966"/>
            <a:ext cx="534035" cy="537210"/>
          </a:xfrm>
          <a:prstGeom prst="rect">
            <a:avLst/>
          </a:prstGeom>
          <a:noFill/>
          <a:ln w="9525">
            <a:noFill/>
          </a:ln>
        </p:spPr>
      </p:pic>
      <p:sp>
        <p:nvSpPr>
          <p:cNvPr id="3" name="灯片编号占位符 2"/>
          <p:cNvSpPr>
            <a:spLocks noGrp="1"/>
          </p:cNvSpPr>
          <p:nvPr>
            <p:ph type="sldNum" sz="quarter" idx="12"/>
          </p:nvPr>
        </p:nvSpPr>
        <p:spPr/>
        <p:txBody>
          <a:bodyPr/>
          <a:lstStyle/>
          <a:p>
            <a:fld id="{0C913308-F349-4B6D-A68A-DD1791B4A57B}" type="slidenum">
              <a:rPr lang="zh-CN" altLang="en-US" smtClean="0"/>
              <a:pPr/>
              <a:t>4</a:t>
            </a:fld>
            <a:r>
              <a:rPr lang="zh-CN" altLang="en-US"/>
              <a:t>/</a:t>
            </a:r>
            <a:r>
              <a:rPr lang="en-US" altLang="zh-CN"/>
              <a:t>33</a:t>
            </a:r>
            <a:endParaRPr lang="en-US" altLang="zh-CN" dirty="0"/>
          </a:p>
        </p:txBody>
      </p:sp>
    </p:spTree>
    <p:extLst>
      <p:ext uri="{BB962C8B-B14F-4D97-AF65-F5344CB8AC3E}">
        <p14:creationId xmlns:p14="http://schemas.microsoft.com/office/powerpoint/2010/main" val="372872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par>
                                <p:cTn id="8" presetID="22" presetClass="entr" presetSubtype="8"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left)">
                                      <p:cBhvr>
                                        <p:cTn id="1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 </a:t>
            </a:r>
            <a:r>
              <a:rPr lang="zh-CN" altLang="en-US" dirty="0"/>
              <a:t>实现</a:t>
            </a:r>
            <a:r>
              <a:rPr lang="en-US" dirty="0"/>
              <a:t>Spring</a:t>
            </a:r>
            <a:r>
              <a:rPr lang="zh-CN" altLang="en-US" dirty="0"/>
              <a:t>和</a:t>
            </a:r>
            <a:r>
              <a:rPr lang="en-US" dirty="0" err="1"/>
              <a:t>MyBatis</a:t>
            </a:r>
            <a:r>
              <a:rPr lang="zh-CN" altLang="en-US" dirty="0"/>
              <a:t>整合</a:t>
            </a:r>
          </a:p>
        </p:txBody>
      </p:sp>
      <p:sp>
        <p:nvSpPr>
          <p:cNvPr id="3" name="内容占位符 2"/>
          <p:cNvSpPr>
            <a:spLocks noGrp="1"/>
          </p:cNvSpPr>
          <p:nvPr>
            <p:ph idx="1"/>
          </p:nvPr>
        </p:nvSpPr>
        <p:spPr>
          <a:xfrm>
            <a:off x="677545" y="843558"/>
            <a:ext cx="7762875" cy="3394075"/>
          </a:xfrm>
        </p:spPr>
        <p:txBody>
          <a:bodyPr/>
          <a:lstStyle/>
          <a:p>
            <a:r>
              <a:rPr lang="zh-CN" altLang="en-US" dirty="0"/>
              <a:t>要在</a:t>
            </a:r>
            <a:r>
              <a:rPr lang="en-US" dirty="0"/>
              <a:t>Spring</a:t>
            </a:r>
            <a:r>
              <a:rPr lang="zh-CN" altLang="en-US" dirty="0"/>
              <a:t>中使用</a:t>
            </a:r>
            <a:r>
              <a:rPr lang="en-US" dirty="0" err="1"/>
              <a:t>MyBatis</a:t>
            </a:r>
            <a:r>
              <a:rPr lang="zh-CN" altLang="en-US" dirty="0"/>
              <a:t>，需要在</a:t>
            </a:r>
            <a:r>
              <a:rPr lang="en-US" dirty="0"/>
              <a:t>Spring</a:t>
            </a:r>
            <a:r>
              <a:rPr lang="zh-CN" altLang="en-US" dirty="0"/>
              <a:t>的配置文件中定义一些类</a:t>
            </a:r>
            <a:endParaRPr lang="en-US" altLang="zh-CN" dirty="0"/>
          </a:p>
          <a:p>
            <a:pPr lvl="1"/>
            <a:r>
              <a:rPr lang="en-US" dirty="0" err="1"/>
              <a:t>SqlSessionFactoryBean</a:t>
            </a:r>
            <a:endParaRPr lang="en-US" dirty="0"/>
          </a:p>
          <a:p>
            <a:pPr lvl="2"/>
            <a:r>
              <a:rPr lang="zh-CN" altLang="en-US" dirty="0"/>
              <a:t>为整合应用提供</a:t>
            </a:r>
            <a:r>
              <a:rPr lang="en-US" altLang="zh-CN" dirty="0" err="1"/>
              <a:t>SqlSession</a:t>
            </a:r>
            <a:r>
              <a:rPr lang="zh-CN" altLang="en-US" dirty="0"/>
              <a:t>对象资源</a:t>
            </a:r>
            <a:endParaRPr lang="en-US" dirty="0"/>
          </a:p>
          <a:p>
            <a:pPr lvl="1"/>
            <a:r>
              <a:rPr lang="en-US" altLang="zh-CN" dirty="0" err="1"/>
              <a:t>SqlSessionTemplate</a:t>
            </a:r>
            <a:endParaRPr lang="en-US" altLang="zh-CN" dirty="0"/>
          </a:p>
          <a:p>
            <a:pPr lvl="2"/>
            <a:r>
              <a:rPr lang="zh-CN" altLang="en-US" dirty="0"/>
              <a:t>负责管理</a:t>
            </a:r>
            <a:r>
              <a:rPr lang="en-US" altLang="zh-CN" dirty="0" err="1"/>
              <a:t>MyBatis</a:t>
            </a:r>
            <a:r>
              <a:rPr lang="zh-CN" altLang="en-US" dirty="0"/>
              <a:t>的</a:t>
            </a:r>
            <a:r>
              <a:rPr lang="en-US" altLang="zh-CN" dirty="0" err="1"/>
              <a:t>SqlSession</a:t>
            </a:r>
            <a:r>
              <a:rPr lang="zh-CN" altLang="en-US" dirty="0"/>
              <a:t>，调用</a:t>
            </a:r>
            <a:r>
              <a:rPr lang="en-US" altLang="zh-CN" dirty="0"/>
              <a:t>SQL</a:t>
            </a:r>
            <a:r>
              <a:rPr lang="zh-CN" altLang="en-US" dirty="0"/>
              <a:t>映射语句，实现对数据库的访问</a:t>
            </a:r>
            <a:endParaRPr lang="en-US" dirty="0"/>
          </a:p>
          <a:p>
            <a:pPr lvl="1"/>
            <a:r>
              <a:rPr lang="en-US" dirty="0" err="1"/>
              <a:t>MapperFactoryBean</a:t>
            </a:r>
            <a:endParaRPr lang="en-US" dirty="0"/>
          </a:p>
          <a:p>
            <a:pPr lvl="2"/>
            <a:r>
              <a:rPr lang="zh-CN" altLang="en-US" dirty="0"/>
              <a:t>根据指定</a:t>
            </a:r>
            <a:r>
              <a:rPr lang="en-US" altLang="zh-CN" dirty="0"/>
              <a:t>Mapper</a:t>
            </a:r>
            <a:r>
              <a:rPr lang="zh-CN" altLang="en-US" dirty="0"/>
              <a:t>接口生成</a:t>
            </a:r>
            <a:r>
              <a:rPr lang="en-US" altLang="zh-CN" dirty="0"/>
              <a:t>Bean</a:t>
            </a:r>
            <a:r>
              <a:rPr lang="zh-CN" altLang="en-US" dirty="0"/>
              <a:t>实例</a:t>
            </a:r>
            <a:endParaRPr lang="en-US" dirty="0"/>
          </a:p>
          <a:p>
            <a:pPr lvl="1"/>
            <a:r>
              <a:rPr lang="fr-FR" altLang="zh-CN" dirty="0"/>
              <a:t>MapperScannerConfigurer</a:t>
            </a:r>
            <a:endParaRPr lang="en-US" altLang="zh-CN" dirty="0"/>
          </a:p>
          <a:p>
            <a:pPr lvl="2"/>
            <a:r>
              <a:rPr lang="zh-CN" altLang="en-US" dirty="0"/>
              <a:t>根据指定包批量扫描</a:t>
            </a:r>
            <a:r>
              <a:rPr lang="en-US" altLang="zh-CN" dirty="0"/>
              <a:t>Mapper</a:t>
            </a:r>
            <a:r>
              <a:rPr lang="zh-CN" altLang="en-US" dirty="0"/>
              <a:t>接口并生成实例</a:t>
            </a:r>
            <a:endParaRPr lang="en-US" dirty="0"/>
          </a:p>
          <a:p>
            <a:pPr lvl="1"/>
            <a:endParaRPr lang="en-US" dirty="0"/>
          </a:p>
          <a:p>
            <a:pPr lvl="1"/>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5</a:t>
            </a:fld>
            <a:r>
              <a:rPr lang="zh-CN" altLang="en-US"/>
              <a:t>/</a:t>
            </a:r>
            <a:r>
              <a:rPr lang="en-US" altLang="zh-CN"/>
              <a:t>33</a:t>
            </a:r>
            <a:endParaRPr lang="en-US" altLang="zh-CN" dirty="0"/>
          </a:p>
        </p:txBody>
      </p:sp>
    </p:spTree>
    <p:extLst>
      <p:ext uri="{BB962C8B-B14F-4D97-AF65-F5344CB8AC3E}">
        <p14:creationId xmlns:p14="http://schemas.microsoft.com/office/powerpoint/2010/main" val="658765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实现</a:t>
            </a:r>
            <a:r>
              <a:rPr lang="en-US" dirty="0"/>
              <a:t>Spring</a:t>
            </a:r>
            <a:r>
              <a:rPr lang="zh-CN" altLang="en-US" dirty="0"/>
              <a:t>和</a:t>
            </a:r>
            <a:r>
              <a:rPr lang="en-US" dirty="0" err="1"/>
              <a:t>MyBatis</a:t>
            </a:r>
            <a:r>
              <a:rPr lang="zh-CN" altLang="en-US" dirty="0"/>
              <a:t>整合</a:t>
            </a:r>
          </a:p>
        </p:txBody>
      </p:sp>
      <p:sp>
        <p:nvSpPr>
          <p:cNvPr id="3" name="内容占位符 2"/>
          <p:cNvSpPr>
            <a:spLocks noGrp="1"/>
          </p:cNvSpPr>
          <p:nvPr>
            <p:ph idx="1"/>
          </p:nvPr>
        </p:nvSpPr>
        <p:spPr>
          <a:xfrm>
            <a:off x="677545" y="915566"/>
            <a:ext cx="7762875" cy="3394075"/>
          </a:xfrm>
        </p:spPr>
        <p:txBody>
          <a:bodyPr/>
          <a:lstStyle/>
          <a:p>
            <a:r>
              <a:rPr lang="en-US" dirty="0"/>
              <a:t>Spring</a:t>
            </a:r>
            <a:r>
              <a:rPr lang="zh-CN" altLang="en-US" dirty="0"/>
              <a:t>和</a:t>
            </a:r>
            <a:r>
              <a:rPr lang="en-US" dirty="0" err="1"/>
              <a:t>MyBatis</a:t>
            </a:r>
            <a:r>
              <a:rPr lang="zh-CN" altLang="en-US" dirty="0"/>
              <a:t>的整合步骤（不用</a:t>
            </a:r>
            <a:r>
              <a:rPr lang="en-US" altLang="zh-CN" dirty="0"/>
              <a:t>maven</a:t>
            </a:r>
            <a:r>
              <a:rPr lang="zh-CN" altLang="en-US" dirty="0"/>
              <a:t>）</a:t>
            </a:r>
            <a:endParaRPr lang="en-US" altLang="zh-CN" dirty="0"/>
          </a:p>
          <a:p>
            <a:pPr lvl="1"/>
            <a:endParaRPr lang="en-US" altLang="zh-CN" dirty="0"/>
          </a:p>
          <a:p>
            <a:endParaRPr lang="zh-CN" altLang="en-US" dirty="0"/>
          </a:p>
        </p:txBody>
      </p:sp>
      <p:graphicFrame>
        <p:nvGraphicFramePr>
          <p:cNvPr id="6" name="图示 5"/>
          <p:cNvGraphicFramePr/>
          <p:nvPr>
            <p:extLst>
              <p:ext uri="{D42A27DB-BD31-4B8C-83A1-F6EECF244321}">
                <p14:modId xmlns:p14="http://schemas.microsoft.com/office/powerpoint/2010/main" val="1832762455"/>
              </p:ext>
            </p:extLst>
          </p:nvPr>
        </p:nvGraphicFramePr>
        <p:xfrm>
          <a:off x="762016" y="1419622"/>
          <a:ext cx="8274480" cy="35897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pPr/>
              <a:t>6</a:t>
            </a:fld>
            <a:r>
              <a:rPr lang="zh-CN" altLang="en-US"/>
              <a:t>/</a:t>
            </a:r>
            <a:r>
              <a:rPr lang="en-US" altLang="zh-CN"/>
              <a:t>33</a:t>
            </a:r>
            <a:endParaRPr lang="en-US" altLang="zh-CN" dirty="0"/>
          </a:p>
        </p:txBody>
      </p:sp>
    </p:spTree>
    <p:extLst>
      <p:ext uri="{BB962C8B-B14F-4D97-AF65-F5344CB8AC3E}">
        <p14:creationId xmlns:p14="http://schemas.microsoft.com/office/powerpoint/2010/main" val="1932690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实现</a:t>
            </a:r>
            <a:r>
              <a:rPr lang="en-US" dirty="0"/>
              <a:t>Spring</a:t>
            </a:r>
            <a:r>
              <a:rPr lang="zh-CN" altLang="en-US" dirty="0"/>
              <a:t>和</a:t>
            </a:r>
            <a:r>
              <a:rPr lang="en-US" dirty="0" err="1"/>
              <a:t>MyBatis</a:t>
            </a:r>
            <a:r>
              <a:rPr lang="zh-CN" altLang="en-US" dirty="0"/>
              <a:t>整合</a:t>
            </a:r>
          </a:p>
        </p:txBody>
      </p:sp>
      <p:sp>
        <p:nvSpPr>
          <p:cNvPr id="3" name="内容占位符 2"/>
          <p:cNvSpPr>
            <a:spLocks noGrp="1"/>
          </p:cNvSpPr>
          <p:nvPr>
            <p:ph idx="1"/>
          </p:nvPr>
        </p:nvSpPr>
        <p:spPr>
          <a:xfrm>
            <a:off x="677545" y="915566"/>
            <a:ext cx="7762875" cy="3394075"/>
          </a:xfrm>
        </p:spPr>
        <p:txBody>
          <a:bodyPr/>
          <a:lstStyle/>
          <a:p>
            <a:r>
              <a:rPr lang="en-US" dirty="0"/>
              <a:t>Spring</a:t>
            </a:r>
            <a:r>
              <a:rPr lang="zh-CN" altLang="en-US" dirty="0"/>
              <a:t>和</a:t>
            </a:r>
            <a:r>
              <a:rPr lang="en-US" dirty="0" err="1"/>
              <a:t>MyBatis</a:t>
            </a:r>
            <a:r>
              <a:rPr lang="zh-CN" altLang="en-US" dirty="0"/>
              <a:t>的整合步骤（用</a:t>
            </a:r>
            <a:r>
              <a:rPr lang="en-US" altLang="zh-CN" dirty="0"/>
              <a:t>maven</a:t>
            </a:r>
            <a:r>
              <a:rPr lang="zh-CN" altLang="en-US" dirty="0"/>
              <a:t>）</a:t>
            </a:r>
            <a:endParaRPr lang="en-US" altLang="zh-CN" dirty="0"/>
          </a:p>
          <a:p>
            <a:pPr lvl="1"/>
            <a:endParaRPr lang="en-US" altLang="zh-CN" dirty="0"/>
          </a:p>
          <a:p>
            <a:endParaRPr lang="zh-CN" altLang="en-US" dirty="0"/>
          </a:p>
        </p:txBody>
      </p:sp>
      <p:graphicFrame>
        <p:nvGraphicFramePr>
          <p:cNvPr id="6" name="图示 5"/>
          <p:cNvGraphicFramePr/>
          <p:nvPr>
            <p:extLst>
              <p:ext uri="{D42A27DB-BD31-4B8C-83A1-F6EECF244321}">
                <p14:modId xmlns:p14="http://schemas.microsoft.com/office/powerpoint/2010/main" val="4153256153"/>
              </p:ext>
            </p:extLst>
          </p:nvPr>
        </p:nvGraphicFramePr>
        <p:xfrm>
          <a:off x="762016" y="1419622"/>
          <a:ext cx="8274480" cy="35897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pPr/>
              <a:t>7</a:t>
            </a:fld>
            <a:r>
              <a:rPr lang="zh-CN" altLang="en-US"/>
              <a:t>/</a:t>
            </a:r>
            <a:r>
              <a:rPr lang="en-US" altLang="zh-CN"/>
              <a:t>33</a:t>
            </a:r>
            <a:endParaRPr lang="en-US" altLang="zh-CN" dirty="0"/>
          </a:p>
        </p:txBody>
      </p:sp>
    </p:spTree>
    <p:extLst>
      <p:ext uri="{BB962C8B-B14F-4D97-AF65-F5344CB8AC3E}">
        <p14:creationId xmlns:p14="http://schemas.microsoft.com/office/powerpoint/2010/main" val="3489333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0E29DC-8515-C5BB-40CB-EF24196B807C}"/>
              </a:ext>
            </a:extLst>
          </p:cNvPr>
          <p:cNvSpPr>
            <a:spLocks noGrp="1"/>
          </p:cNvSpPr>
          <p:nvPr>
            <p:ph type="title"/>
          </p:nvPr>
        </p:nvSpPr>
        <p:spPr/>
        <p:txBody>
          <a:bodyPr/>
          <a:lstStyle/>
          <a:p>
            <a:r>
              <a:rPr lang="en-US" altLang="zh-CN" dirty="0"/>
              <a:t>Spring</a:t>
            </a:r>
            <a:r>
              <a:rPr lang="zh-CN" altLang="en-US" dirty="0"/>
              <a:t>与</a:t>
            </a:r>
            <a:r>
              <a:rPr lang="en-US" altLang="zh-CN" dirty="0" err="1"/>
              <a:t>MyBatis</a:t>
            </a:r>
            <a:r>
              <a:rPr lang="zh-CN" altLang="en-US" dirty="0"/>
              <a:t>整合之</a:t>
            </a:r>
            <a:r>
              <a:rPr lang="en-US" altLang="zh-CN" dirty="0"/>
              <a:t>Pom.xml</a:t>
            </a:r>
            <a:endParaRPr lang="zh-CN" altLang="en-US" dirty="0"/>
          </a:p>
        </p:txBody>
      </p:sp>
      <p:sp>
        <p:nvSpPr>
          <p:cNvPr id="4" name="灯片编号占位符 3">
            <a:extLst>
              <a:ext uri="{FF2B5EF4-FFF2-40B4-BE49-F238E27FC236}">
                <a16:creationId xmlns:a16="http://schemas.microsoft.com/office/drawing/2014/main" id="{970BB7C8-033A-C4C5-4CC9-C16CCC9D5C6A}"/>
              </a:ext>
            </a:extLst>
          </p:cNvPr>
          <p:cNvSpPr>
            <a:spLocks noGrp="1"/>
          </p:cNvSpPr>
          <p:nvPr>
            <p:ph type="sldNum" sz="quarter" idx="12"/>
          </p:nvPr>
        </p:nvSpPr>
        <p:spPr/>
        <p:txBody>
          <a:bodyPr/>
          <a:lstStyle/>
          <a:p>
            <a:fld id="{0C913308-F349-4B6D-A68A-DD1791B4A57B}" type="slidenum">
              <a:rPr lang="zh-CN" altLang="en-US" smtClean="0"/>
              <a:pPr/>
              <a:t>8</a:t>
            </a:fld>
            <a:r>
              <a:rPr lang="zh-CN" altLang="en-US"/>
              <a:t>/</a:t>
            </a:r>
            <a:r>
              <a:rPr lang="en-US" altLang="zh-CN"/>
              <a:t>33</a:t>
            </a:r>
            <a:endParaRPr lang="en-US" altLang="zh-CN" dirty="0"/>
          </a:p>
        </p:txBody>
      </p:sp>
      <p:sp>
        <p:nvSpPr>
          <p:cNvPr id="5" name="文本框 4">
            <a:extLst>
              <a:ext uri="{FF2B5EF4-FFF2-40B4-BE49-F238E27FC236}">
                <a16:creationId xmlns:a16="http://schemas.microsoft.com/office/drawing/2014/main" id="{AC12DC4C-8426-BC00-BEC4-C3F434FA012E}"/>
              </a:ext>
            </a:extLst>
          </p:cNvPr>
          <p:cNvSpPr txBox="1"/>
          <p:nvPr/>
        </p:nvSpPr>
        <p:spPr>
          <a:xfrm>
            <a:off x="438830" y="734060"/>
            <a:ext cx="7014934" cy="4247317"/>
          </a:xfrm>
          <a:prstGeom prst="rect">
            <a:avLst/>
          </a:prstGeom>
          <a:noFill/>
        </p:spPr>
        <p:txBody>
          <a:bodyPr wrap="none" rtlCol="0">
            <a:spAutoFit/>
          </a:bodyPr>
          <a:lstStyle/>
          <a:p>
            <a:r>
              <a:rPr lang="en-US" altLang="zh-CN" dirty="0"/>
              <a:t>&lt;dependency&gt;</a:t>
            </a:r>
          </a:p>
          <a:p>
            <a:r>
              <a:rPr lang="en-US" altLang="zh-CN" dirty="0"/>
              <a:t>    &lt;</a:t>
            </a:r>
            <a:r>
              <a:rPr lang="en-US" altLang="zh-CN" dirty="0" err="1"/>
              <a:t>groupId</a:t>
            </a:r>
            <a:r>
              <a:rPr lang="en-US" altLang="zh-CN" dirty="0"/>
              <a:t>&gt;</a:t>
            </a:r>
            <a:r>
              <a:rPr lang="en-US" altLang="zh-CN" dirty="0" err="1"/>
              <a:t>org.springframework</a:t>
            </a:r>
            <a:r>
              <a:rPr lang="en-US" altLang="zh-CN" dirty="0"/>
              <a:t>&lt;/</a:t>
            </a:r>
            <a:r>
              <a:rPr lang="en-US" altLang="zh-CN" dirty="0" err="1"/>
              <a:t>groupId</a:t>
            </a:r>
            <a:r>
              <a:rPr lang="en-US" altLang="zh-CN" dirty="0"/>
              <a:t>&gt;</a:t>
            </a:r>
          </a:p>
          <a:p>
            <a:r>
              <a:rPr lang="en-US" altLang="zh-CN" dirty="0"/>
              <a:t>    &lt;</a:t>
            </a:r>
            <a:r>
              <a:rPr lang="en-US" altLang="zh-CN" dirty="0" err="1"/>
              <a:t>artifactId</a:t>
            </a:r>
            <a:r>
              <a:rPr lang="en-US" altLang="zh-CN" dirty="0"/>
              <a:t>&gt;spring-context&lt;/</a:t>
            </a:r>
            <a:r>
              <a:rPr lang="en-US" altLang="zh-CN" dirty="0" err="1"/>
              <a:t>artifactId</a:t>
            </a:r>
            <a:r>
              <a:rPr lang="en-US" altLang="zh-CN" dirty="0"/>
              <a:t>&gt;</a:t>
            </a:r>
          </a:p>
          <a:p>
            <a:r>
              <a:rPr lang="en-US" altLang="zh-CN" dirty="0"/>
              <a:t>    &lt;version&gt;5.3.10&lt;/version&gt; &lt;!-- </a:t>
            </a:r>
            <a:r>
              <a:rPr lang="zh-CN" altLang="en-US" dirty="0"/>
              <a:t>替换为自己的</a:t>
            </a:r>
            <a:r>
              <a:rPr lang="en-US" altLang="zh-CN" dirty="0"/>
              <a:t>Spring</a:t>
            </a:r>
            <a:r>
              <a:rPr lang="zh-CN" altLang="en-US" dirty="0"/>
              <a:t>版本 </a:t>
            </a:r>
            <a:r>
              <a:rPr lang="en-US" altLang="zh-CN" dirty="0"/>
              <a:t>--&gt;</a:t>
            </a:r>
          </a:p>
          <a:p>
            <a:r>
              <a:rPr lang="en-US" altLang="zh-CN" dirty="0"/>
              <a:t>&lt;/dependency&gt;</a:t>
            </a:r>
          </a:p>
          <a:p>
            <a:r>
              <a:rPr lang="en-US" altLang="zh-CN" dirty="0"/>
              <a:t>&lt;dependency&gt;</a:t>
            </a:r>
          </a:p>
          <a:p>
            <a:r>
              <a:rPr lang="en-US" altLang="zh-CN" dirty="0"/>
              <a:t>    &lt;</a:t>
            </a:r>
            <a:r>
              <a:rPr lang="en-US" altLang="zh-CN" dirty="0" err="1"/>
              <a:t>groupId</a:t>
            </a:r>
            <a:r>
              <a:rPr lang="en-US" altLang="zh-CN" dirty="0"/>
              <a:t>&gt;</a:t>
            </a:r>
            <a:r>
              <a:rPr lang="en-US" altLang="zh-CN" dirty="0" err="1"/>
              <a:t>org.mybatis</a:t>
            </a:r>
            <a:r>
              <a:rPr lang="en-US" altLang="zh-CN" dirty="0"/>
              <a:t>&lt;/</a:t>
            </a:r>
            <a:r>
              <a:rPr lang="en-US" altLang="zh-CN" dirty="0" err="1"/>
              <a:t>groupId</a:t>
            </a:r>
            <a:r>
              <a:rPr lang="en-US" altLang="zh-CN" dirty="0"/>
              <a:t>&gt;</a:t>
            </a:r>
          </a:p>
          <a:p>
            <a:r>
              <a:rPr lang="en-US" altLang="zh-CN" dirty="0"/>
              <a:t>    &lt;</a:t>
            </a:r>
            <a:r>
              <a:rPr lang="en-US" altLang="zh-CN" dirty="0" err="1"/>
              <a:t>artifactId</a:t>
            </a:r>
            <a:r>
              <a:rPr lang="en-US" altLang="zh-CN" dirty="0"/>
              <a:t>&gt;</a:t>
            </a:r>
            <a:r>
              <a:rPr lang="en-US" altLang="zh-CN" dirty="0" err="1"/>
              <a:t>mybatis</a:t>
            </a:r>
            <a:r>
              <a:rPr lang="en-US" altLang="zh-CN" dirty="0"/>
              <a:t>&lt;/</a:t>
            </a:r>
            <a:r>
              <a:rPr lang="en-US" altLang="zh-CN" dirty="0" err="1"/>
              <a:t>artifactId</a:t>
            </a:r>
            <a:r>
              <a:rPr lang="en-US" altLang="zh-CN" dirty="0"/>
              <a:t>&gt;</a:t>
            </a:r>
          </a:p>
          <a:p>
            <a:r>
              <a:rPr lang="en-US" altLang="zh-CN" dirty="0"/>
              <a:t>    &lt;version&gt;3.5.8&lt;/version&gt; &lt;!-- </a:t>
            </a:r>
            <a:r>
              <a:rPr lang="zh-CN" altLang="en-US" dirty="0"/>
              <a:t>请替换为自己的</a:t>
            </a:r>
            <a:r>
              <a:rPr lang="en-US" altLang="zh-CN" dirty="0" err="1"/>
              <a:t>MyBatis</a:t>
            </a:r>
            <a:r>
              <a:rPr lang="zh-CN" altLang="en-US" dirty="0"/>
              <a:t>版本 </a:t>
            </a:r>
            <a:r>
              <a:rPr lang="en-US" altLang="zh-CN" dirty="0"/>
              <a:t>--&gt;</a:t>
            </a:r>
          </a:p>
          <a:p>
            <a:r>
              <a:rPr lang="en-US" altLang="zh-CN" dirty="0"/>
              <a:t>&lt;/dependency&gt;</a:t>
            </a:r>
          </a:p>
          <a:p>
            <a:r>
              <a:rPr lang="en-US" altLang="zh-CN" dirty="0"/>
              <a:t>&lt;dependency&gt;</a:t>
            </a:r>
          </a:p>
          <a:p>
            <a:r>
              <a:rPr lang="en-US" altLang="zh-CN" dirty="0"/>
              <a:t>    &lt;</a:t>
            </a:r>
            <a:r>
              <a:rPr lang="en-US" altLang="zh-CN" dirty="0" err="1"/>
              <a:t>groupId</a:t>
            </a:r>
            <a:r>
              <a:rPr lang="en-US" altLang="zh-CN" dirty="0"/>
              <a:t>&gt;</a:t>
            </a:r>
            <a:r>
              <a:rPr lang="en-US" altLang="zh-CN" dirty="0" err="1"/>
              <a:t>org.mybatis</a:t>
            </a:r>
            <a:r>
              <a:rPr lang="en-US" altLang="zh-CN" dirty="0"/>
              <a:t>&lt;/</a:t>
            </a:r>
            <a:r>
              <a:rPr lang="en-US" altLang="zh-CN" dirty="0" err="1"/>
              <a:t>groupId</a:t>
            </a:r>
            <a:r>
              <a:rPr lang="en-US" altLang="zh-CN" dirty="0"/>
              <a:t>&gt;</a:t>
            </a:r>
          </a:p>
          <a:p>
            <a:r>
              <a:rPr lang="en-US" altLang="zh-CN" dirty="0"/>
              <a:t>    &lt;</a:t>
            </a:r>
            <a:r>
              <a:rPr lang="en-US" altLang="zh-CN" dirty="0" err="1"/>
              <a:t>artifactId</a:t>
            </a:r>
            <a:r>
              <a:rPr lang="en-US" altLang="zh-CN" dirty="0"/>
              <a:t>&gt;</a:t>
            </a:r>
            <a:r>
              <a:rPr lang="en-US" altLang="zh-CN" dirty="0" err="1"/>
              <a:t>mybatis</a:t>
            </a:r>
            <a:r>
              <a:rPr lang="en-US" altLang="zh-CN" dirty="0"/>
              <a:t>-spring&lt;/</a:t>
            </a:r>
            <a:r>
              <a:rPr lang="en-US" altLang="zh-CN" dirty="0" err="1"/>
              <a:t>artifactId</a:t>
            </a:r>
            <a:r>
              <a:rPr lang="en-US" altLang="zh-CN" dirty="0"/>
              <a:t>&gt;</a:t>
            </a:r>
          </a:p>
          <a:p>
            <a:r>
              <a:rPr lang="en-US" altLang="zh-CN" dirty="0"/>
              <a:t>    &lt;version&gt;2.0.7&lt;/version&gt; &lt;!-- </a:t>
            </a:r>
            <a:r>
              <a:rPr lang="zh-CN" altLang="en-US" dirty="0"/>
              <a:t>请替换为自己的</a:t>
            </a:r>
            <a:r>
              <a:rPr lang="en-US" altLang="zh-CN" dirty="0" err="1"/>
              <a:t>MyBatis</a:t>
            </a:r>
            <a:r>
              <a:rPr lang="en-US" altLang="zh-CN" dirty="0"/>
              <a:t>-Spring</a:t>
            </a:r>
            <a:r>
              <a:rPr lang="zh-CN" altLang="en-US" dirty="0"/>
              <a:t>版本 </a:t>
            </a:r>
            <a:r>
              <a:rPr lang="en-US" altLang="zh-CN" dirty="0"/>
              <a:t>--&gt;</a:t>
            </a:r>
          </a:p>
          <a:p>
            <a:r>
              <a:rPr lang="en-US" altLang="zh-CN" dirty="0"/>
              <a:t>&lt;/dependency&gt;</a:t>
            </a:r>
          </a:p>
        </p:txBody>
      </p:sp>
    </p:spTree>
    <p:extLst>
      <p:ext uri="{BB962C8B-B14F-4D97-AF65-F5344CB8AC3E}">
        <p14:creationId xmlns:p14="http://schemas.microsoft.com/office/powerpoint/2010/main" val="3714954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实现</a:t>
            </a:r>
            <a:r>
              <a:rPr lang="en-US" dirty="0"/>
              <a:t>Spring</a:t>
            </a:r>
            <a:r>
              <a:rPr lang="zh-CN" altLang="en-US" dirty="0"/>
              <a:t>和</a:t>
            </a:r>
            <a:r>
              <a:rPr lang="en-US" dirty="0" err="1"/>
              <a:t>MyBatis</a:t>
            </a:r>
            <a:r>
              <a:rPr lang="zh-CN" altLang="en-US" dirty="0"/>
              <a:t>整合</a:t>
            </a:r>
          </a:p>
        </p:txBody>
      </p:sp>
      <p:sp>
        <p:nvSpPr>
          <p:cNvPr id="3" name="内容占位符 2"/>
          <p:cNvSpPr>
            <a:spLocks noGrp="1"/>
          </p:cNvSpPr>
          <p:nvPr>
            <p:ph idx="1"/>
          </p:nvPr>
        </p:nvSpPr>
        <p:spPr>
          <a:xfrm>
            <a:off x="677545" y="915566"/>
            <a:ext cx="7762875" cy="3394075"/>
          </a:xfrm>
        </p:spPr>
        <p:txBody>
          <a:bodyPr/>
          <a:lstStyle/>
          <a:p>
            <a:r>
              <a:rPr lang="zh-CN" altLang="en-US" dirty="0"/>
              <a:t>需求说明</a:t>
            </a:r>
            <a:endParaRPr lang="en-US" altLang="zh-CN" dirty="0"/>
          </a:p>
          <a:p>
            <a:pPr lvl="1"/>
            <a:r>
              <a:rPr lang="zh-CN" altLang="en-US" dirty="0"/>
              <a:t>实现</a:t>
            </a:r>
            <a:r>
              <a:rPr lang="en-US" altLang="zh-CN" dirty="0"/>
              <a:t>Spring</a:t>
            </a:r>
            <a:r>
              <a:rPr lang="zh-CN" altLang="en-US" dirty="0"/>
              <a:t>整合</a:t>
            </a:r>
            <a:r>
              <a:rPr lang="en-US" altLang="zh-CN" dirty="0" err="1"/>
              <a:t>MyBatis</a:t>
            </a:r>
            <a:endParaRPr lang="en-US" altLang="zh-CN" dirty="0"/>
          </a:p>
          <a:p>
            <a:pPr lvl="1"/>
            <a:r>
              <a:rPr lang="zh-CN" altLang="en-US" dirty="0"/>
              <a:t>使用</a:t>
            </a:r>
            <a:r>
              <a:rPr lang="en-US" dirty="0" err="1"/>
              <a:t>SqlSessionTemplate</a:t>
            </a:r>
            <a:r>
              <a:rPr lang="zh-CN" altLang="en-US" dirty="0"/>
              <a:t>实现根据条件（用户名称、角色</a:t>
            </a:r>
            <a:r>
              <a:rPr lang="en-US" altLang="zh-CN" dirty="0"/>
              <a:t>ID</a:t>
            </a:r>
            <a:r>
              <a:rPr lang="zh-CN" altLang="en-US" dirty="0"/>
              <a:t>）查询用户列表</a:t>
            </a:r>
            <a:endParaRPr lang="en-US" altLang="zh-CN" dirty="0"/>
          </a:p>
          <a:p>
            <a:pPr lvl="1"/>
            <a:endParaRPr lang="en-US" altLang="zh-CN" dirty="0"/>
          </a:p>
          <a:p>
            <a:r>
              <a:rPr lang="zh-CN" altLang="zh-CN" dirty="0"/>
              <a:t>配置数据源</a:t>
            </a:r>
            <a:endParaRPr lang="en-US" altLang="zh-CN" dirty="0"/>
          </a:p>
          <a:p>
            <a:r>
              <a:rPr lang="zh-CN" altLang="zh-CN" dirty="0"/>
              <a:t>配置</a:t>
            </a:r>
            <a:r>
              <a:rPr lang="en-US" altLang="zh-CN" dirty="0" err="1"/>
              <a:t>SqlSessionFactoryBean</a:t>
            </a:r>
            <a:endParaRPr lang="en-US" altLang="zh-CN" dirty="0"/>
          </a:p>
          <a:p>
            <a:r>
              <a:rPr lang="zh-CN" altLang="zh-CN" dirty="0"/>
              <a:t>使用</a:t>
            </a:r>
            <a:r>
              <a:rPr lang="en-US" altLang="zh-CN" dirty="0" err="1"/>
              <a:t>SqlSessionTemplate</a:t>
            </a:r>
            <a:r>
              <a:rPr lang="zh-CN" altLang="zh-CN" dirty="0"/>
              <a:t>实现数据库的操作</a:t>
            </a:r>
            <a:endParaRPr lang="en-US" altLang="zh-CN" dirty="0"/>
          </a:p>
          <a:p>
            <a:r>
              <a:rPr lang="zh-CN" altLang="zh-CN" dirty="0"/>
              <a:t>编写业务逻辑代码并测试</a:t>
            </a:r>
            <a:endParaRPr lang="en-US" altLang="zh-CN" dirty="0"/>
          </a:p>
        </p:txBody>
      </p:sp>
      <p:grpSp>
        <p:nvGrpSpPr>
          <p:cNvPr id="20" name="组合 19"/>
          <p:cNvGrpSpPr/>
          <p:nvPr/>
        </p:nvGrpSpPr>
        <p:grpSpPr>
          <a:xfrm>
            <a:off x="224789" y="2831708"/>
            <a:ext cx="436880" cy="532130"/>
            <a:chOff x="2317433" y="1741805"/>
            <a:chExt cx="436880" cy="532130"/>
          </a:xfrm>
        </p:grpSpPr>
        <p:sp>
          <p:nvSpPr>
            <p:cNvPr id="22" name="TextBox 65"/>
            <p:cNvSpPr txBox="1"/>
            <p:nvPr/>
          </p:nvSpPr>
          <p:spPr>
            <a:xfrm>
              <a:off x="2317433" y="2028825"/>
              <a:ext cx="436880" cy="245110"/>
            </a:xfrm>
            <a:prstGeom prst="rect">
              <a:avLst/>
            </a:prstGeom>
            <a:noFill/>
            <a:effectLst/>
          </p:spPr>
          <p:txBody>
            <a:bodyPr wrap="none" rtlCol="0">
              <a:spAutoFit/>
            </a:bodyPr>
            <a:lstStyle/>
            <a:p>
              <a:pPr algn="ctr"/>
              <a:r>
                <a:rPr lang="zh-CN" altLang="en-US" sz="1000" b="1" dirty="0">
                  <a:solidFill>
                    <a:srgbClr val="0099D8"/>
                  </a:solidFill>
                  <a:latin typeface="Arial" panose="020B0604020202020204" pitchFamily="34" charset="0"/>
                  <a:ea typeface="微软雅黑" panose="020B0503020204020204" pitchFamily="34" charset="-122"/>
                </a:rPr>
                <a:t>分析</a:t>
              </a:r>
            </a:p>
          </p:txBody>
        </p:sp>
        <p:pic>
          <p:nvPicPr>
            <p:cNvPr id="23" name="图片 22" descr="C:\Users\Lenovo\Desktop\icon\放大镜.png放大镜"/>
            <p:cNvPicPr>
              <a:picLocks noChangeAspect="1"/>
            </p:cNvPicPr>
            <p:nvPr/>
          </p:nvPicPr>
          <p:blipFill>
            <a:blip r:embed="rId3"/>
            <a:srcRect/>
            <a:stretch>
              <a:fillRect/>
            </a:stretch>
          </p:blipFill>
          <p:spPr>
            <a:xfrm>
              <a:off x="2396173" y="1741805"/>
              <a:ext cx="279400" cy="280035"/>
            </a:xfrm>
            <a:prstGeom prst="rect">
              <a:avLst/>
            </a:prstGeom>
          </p:spPr>
        </p:pic>
      </p:grpSp>
      <p:grpSp>
        <p:nvGrpSpPr>
          <p:cNvPr id="24" name="组合 23"/>
          <p:cNvGrpSpPr/>
          <p:nvPr/>
        </p:nvGrpSpPr>
        <p:grpSpPr>
          <a:xfrm>
            <a:off x="485494" y="4670009"/>
            <a:ext cx="8046946" cy="371891"/>
            <a:chOff x="1403648" y="3795886"/>
            <a:chExt cx="6606786" cy="371891"/>
          </a:xfrm>
        </p:grpSpPr>
        <p:sp>
          <p:nvSpPr>
            <p:cNvPr id="25" name="圆角矩形 24"/>
            <p:cNvSpPr/>
            <p:nvPr/>
          </p:nvSpPr>
          <p:spPr bwMode="auto">
            <a:xfrm>
              <a:off x="1403648" y="3795886"/>
              <a:ext cx="500044"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a:p>
          </p:txBody>
        </p:sp>
        <p:sp>
          <p:nvSpPr>
            <p:cNvPr id="26" name="圆角矩形 25"/>
            <p:cNvSpPr/>
            <p:nvPr/>
          </p:nvSpPr>
          <p:spPr bwMode="auto">
            <a:xfrm>
              <a:off x="1975126" y="3795886"/>
              <a:ext cx="5143330"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a:p>
          </p:txBody>
        </p:sp>
        <p:pic>
          <p:nvPicPr>
            <p:cNvPr id="27" name="Picture 8" descr="说话气泡new"/>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648" y="3827363"/>
              <a:ext cx="571479" cy="256555"/>
            </a:xfrm>
            <a:prstGeom prst="rect">
              <a:avLst/>
            </a:prstGeom>
            <a:noFill/>
            <a:ln>
              <a:noFill/>
            </a:ln>
            <a:effectLst>
              <a:prstShdw prst="shdw13" dist="12700" dir="10800000">
                <a:srgbClr val="0099FF">
                  <a:alpha val="50000"/>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27"/>
            <p:cNvSpPr txBox="1"/>
            <p:nvPr/>
          </p:nvSpPr>
          <p:spPr bwMode="auto">
            <a:xfrm>
              <a:off x="1600212" y="3829223"/>
              <a:ext cx="6410222" cy="338554"/>
            </a:xfrm>
            <a:prstGeom prst="rect">
              <a:avLst/>
            </a:prstGeom>
            <a:noFill/>
            <a:effectLst/>
          </p:spPr>
          <p:txBody>
            <a:bodyPr wrap="square">
              <a:spAutoFit/>
            </a:bodyPr>
            <a:lstStyle/>
            <a:p>
              <a:pPr algn="ctr">
                <a:defRPr/>
              </a:pPr>
              <a:r>
                <a:rPr lang="zh-CN" altLang="en-US" sz="1600" b="1" spc="300" dirty="0">
                  <a:solidFill>
                    <a:srgbClr val="FBFFFE"/>
                  </a:solidFill>
                  <a:latin typeface="微软雅黑" pitchFamily="34" charset="-122"/>
                  <a:ea typeface="微软雅黑" pitchFamily="34" charset="-122"/>
                </a:rPr>
                <a:t>演示示例</a:t>
              </a:r>
              <a:r>
                <a:rPr lang="en-US" altLang="zh-CN" sz="1600" b="1" spc="300" dirty="0">
                  <a:solidFill>
                    <a:srgbClr val="FBFFFE"/>
                  </a:solidFill>
                  <a:latin typeface="微软雅黑" pitchFamily="34" charset="-122"/>
                  <a:ea typeface="微软雅黑" pitchFamily="34" charset="-122"/>
                </a:rPr>
                <a:t>1</a:t>
              </a:r>
              <a:r>
                <a:rPr lang="zh-CN" altLang="en-US" sz="1600" b="1" spc="300" dirty="0">
                  <a:solidFill>
                    <a:srgbClr val="FBFFFE"/>
                  </a:solidFill>
                  <a:latin typeface="微软雅黑" pitchFamily="34" charset="-122"/>
                  <a:ea typeface="微软雅黑" pitchFamily="34" charset="-122"/>
                </a:rPr>
                <a:t>：实现</a:t>
              </a:r>
              <a:r>
                <a:rPr lang="en-US" altLang="zh-CN" sz="1600" b="1" spc="300" dirty="0">
                  <a:solidFill>
                    <a:srgbClr val="FBFFFE"/>
                  </a:solidFill>
                  <a:latin typeface="微软雅黑" pitchFamily="34" charset="-122"/>
                  <a:ea typeface="微软雅黑" pitchFamily="34" charset="-122"/>
                </a:rPr>
                <a:t>Spring</a:t>
              </a:r>
              <a:r>
                <a:rPr lang="zh-CN" altLang="en-US" sz="1600" b="1" spc="300" dirty="0">
                  <a:solidFill>
                    <a:srgbClr val="FBFFFE"/>
                  </a:solidFill>
                  <a:latin typeface="微软雅黑" pitchFamily="34" charset="-122"/>
                  <a:ea typeface="微软雅黑" pitchFamily="34" charset="-122"/>
                </a:rPr>
                <a:t>对</a:t>
              </a:r>
              <a:r>
                <a:rPr lang="en-US" altLang="zh-CN" sz="1600" b="1" spc="300" dirty="0" err="1">
                  <a:solidFill>
                    <a:srgbClr val="FBFFFE"/>
                  </a:solidFill>
                  <a:latin typeface="微软雅黑" pitchFamily="34" charset="-122"/>
                  <a:ea typeface="微软雅黑" pitchFamily="34" charset="-122"/>
                </a:rPr>
                <a:t>MyBatis</a:t>
              </a:r>
              <a:r>
                <a:rPr lang="zh-CN" altLang="en-US" sz="1600" b="1" spc="300" dirty="0">
                  <a:solidFill>
                    <a:srgbClr val="FBFFFE"/>
                  </a:solidFill>
                  <a:latin typeface="微软雅黑" pitchFamily="34" charset="-122"/>
                  <a:ea typeface="微软雅黑" pitchFamily="34" charset="-122"/>
                </a:rPr>
                <a:t>的整合（</a:t>
              </a:r>
              <a:r>
                <a:rPr lang="en-US" altLang="zh-CN" sz="1600" b="1" spc="300" dirty="0">
                  <a:solidFill>
                    <a:srgbClr val="FBFFFE"/>
                  </a:solidFill>
                  <a:latin typeface="微软雅黑" pitchFamily="34" charset="-122"/>
                  <a:ea typeface="微软雅黑" pitchFamily="34" charset="-122"/>
                </a:rPr>
                <a:t>0601</a:t>
              </a:r>
              <a:r>
                <a:rPr lang="zh-CN" altLang="en-US" sz="1600" b="1" spc="300" dirty="0">
                  <a:solidFill>
                    <a:srgbClr val="FBFFFE"/>
                  </a:solidFill>
                  <a:latin typeface="微软雅黑" pitchFamily="34" charset="-122"/>
                  <a:ea typeface="微软雅黑" pitchFamily="34" charset="-122"/>
                </a:rPr>
                <a:t>）</a:t>
              </a:r>
            </a:p>
          </p:txBody>
        </p:sp>
      </p:grpSp>
      <p:sp>
        <p:nvSpPr>
          <p:cNvPr id="4" name="灯片编号占位符 3"/>
          <p:cNvSpPr>
            <a:spLocks noGrp="1"/>
          </p:cNvSpPr>
          <p:nvPr>
            <p:ph type="sldNum" sz="quarter" idx="12"/>
          </p:nvPr>
        </p:nvSpPr>
        <p:spPr/>
        <p:txBody>
          <a:bodyPr/>
          <a:lstStyle/>
          <a:p>
            <a:fld id="{0C913308-F349-4B6D-A68A-DD1791B4A57B}" type="slidenum">
              <a:rPr lang="zh-CN" altLang="en-US" smtClean="0"/>
              <a:pPr/>
              <a:t>9</a:t>
            </a:fld>
            <a:r>
              <a:rPr lang="zh-CN" altLang="en-US"/>
              <a:t>/</a:t>
            </a:r>
            <a:r>
              <a:rPr lang="en-US" altLang="zh-CN"/>
              <a:t>33</a:t>
            </a:r>
            <a:endParaRPr lang="en-US" altLang="zh-CN" dirty="0"/>
          </a:p>
        </p:txBody>
      </p:sp>
    </p:spTree>
    <p:extLst>
      <p:ext uri="{BB962C8B-B14F-4D97-AF65-F5344CB8AC3E}">
        <p14:creationId xmlns:p14="http://schemas.microsoft.com/office/powerpoint/2010/main" val="3924420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wipe(left)">
                                      <p:cBhvr>
                                        <p:cTn id="10" dur="500"/>
                                        <p:tgtEl>
                                          <p:spTgt spid="3">
                                            <p:txEl>
                                              <p:pRg st="4" end="4"/>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wipe(left)">
                                      <p:cBhvr>
                                        <p:cTn id="13" dur="500"/>
                                        <p:tgtEl>
                                          <p:spTgt spid="3">
                                            <p:txEl>
                                              <p:pRg st="5" end="5"/>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wipe(left)">
                                      <p:cBhvr>
                                        <p:cTn id="16" dur="500"/>
                                        <p:tgtEl>
                                          <p:spTgt spid="3">
                                            <p:txEl>
                                              <p:pRg st="6" end="6"/>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wipe(left)">
                                      <p:cBhvr>
                                        <p:cTn id="19" dur="500"/>
                                        <p:tgtEl>
                                          <p:spTgt spid="3">
                                            <p:txEl>
                                              <p:pRg st="7" end="7"/>
                                            </p:txEl>
                                          </p:spTgt>
                                        </p:tgtEl>
                                      </p:cBhvr>
                                    </p:animEffect>
                                  </p:childTnLst>
                                </p:cTn>
                              </p:par>
                            </p:childTnLst>
                          </p:cTn>
                        </p:par>
                        <p:par>
                          <p:cTn id="20" fill="hold">
                            <p:stCondLst>
                              <p:cond delay="500"/>
                            </p:stCondLst>
                            <p:childTnLst>
                              <p:par>
                                <p:cTn id="21" presetID="22" presetClass="entr" presetSubtype="8" fill="hold" nodeType="after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wipe(left)">
                                      <p:cBhvr>
                                        <p:cTn id="2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CE373B-2CCB-5EBF-0F1E-7DD9C0CF818C}"/>
              </a:ext>
            </a:extLst>
          </p:cNvPr>
          <p:cNvSpPr>
            <a:spLocks noGrp="1"/>
          </p:cNvSpPr>
          <p:nvPr>
            <p:ph type="title"/>
          </p:nvPr>
        </p:nvSpPr>
        <p:spPr/>
        <p:txBody>
          <a:bodyPr/>
          <a:lstStyle/>
          <a:p>
            <a:r>
              <a:rPr lang="zh-CN" altLang="en-US" dirty="0"/>
              <a:t>配置数据源</a:t>
            </a:r>
          </a:p>
        </p:txBody>
      </p:sp>
      <p:sp>
        <p:nvSpPr>
          <p:cNvPr id="4" name="灯片编号占位符 3">
            <a:extLst>
              <a:ext uri="{FF2B5EF4-FFF2-40B4-BE49-F238E27FC236}">
                <a16:creationId xmlns:a16="http://schemas.microsoft.com/office/drawing/2014/main" id="{8DF41808-1B8D-0241-A68F-0A8FA83373D8}"/>
              </a:ext>
            </a:extLst>
          </p:cNvPr>
          <p:cNvSpPr>
            <a:spLocks noGrp="1"/>
          </p:cNvSpPr>
          <p:nvPr>
            <p:ph type="sldNum" sz="quarter" idx="12"/>
          </p:nvPr>
        </p:nvSpPr>
        <p:spPr/>
        <p:txBody>
          <a:bodyPr/>
          <a:lstStyle/>
          <a:p>
            <a:fld id="{0C913308-F349-4B6D-A68A-DD1791B4A57B}" type="slidenum">
              <a:rPr lang="zh-CN" altLang="en-US" smtClean="0"/>
              <a:pPr/>
              <a:t>10</a:t>
            </a:fld>
            <a:r>
              <a:rPr lang="zh-CN" altLang="en-US"/>
              <a:t>/</a:t>
            </a:r>
            <a:r>
              <a:rPr lang="en-US" altLang="zh-CN"/>
              <a:t>33</a:t>
            </a:r>
            <a:endParaRPr lang="en-US" altLang="zh-CN" dirty="0"/>
          </a:p>
        </p:txBody>
      </p:sp>
      <p:pic>
        <p:nvPicPr>
          <p:cNvPr id="6" name="图片 5">
            <a:extLst>
              <a:ext uri="{FF2B5EF4-FFF2-40B4-BE49-F238E27FC236}">
                <a16:creationId xmlns:a16="http://schemas.microsoft.com/office/drawing/2014/main" id="{EDFD2AB6-B7B6-DCEB-A6B5-5A27D48080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61514"/>
            <a:ext cx="9144000" cy="3220472"/>
          </a:xfrm>
          <a:prstGeom prst="rect">
            <a:avLst/>
          </a:prstGeom>
        </p:spPr>
      </p:pic>
    </p:spTree>
    <p:extLst>
      <p:ext uri="{BB962C8B-B14F-4D97-AF65-F5344CB8AC3E}">
        <p14:creationId xmlns:p14="http://schemas.microsoft.com/office/powerpoint/2010/main" val="2401890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E8A867-1766-02D6-1E21-3380F8645AE3}"/>
              </a:ext>
            </a:extLst>
          </p:cNvPr>
          <p:cNvSpPr>
            <a:spLocks noGrp="1"/>
          </p:cNvSpPr>
          <p:nvPr>
            <p:ph type="title"/>
          </p:nvPr>
        </p:nvSpPr>
        <p:spPr/>
        <p:txBody>
          <a:bodyPr/>
          <a:lstStyle/>
          <a:p>
            <a:r>
              <a:rPr lang="zh-CN" altLang="zh-CN" dirty="0"/>
              <a:t>配置</a:t>
            </a:r>
            <a:r>
              <a:rPr lang="en-US" altLang="zh-CN" dirty="0" err="1"/>
              <a:t>SqlSessionFactoryBean</a:t>
            </a:r>
            <a:endParaRPr lang="zh-CN" altLang="en-US" dirty="0"/>
          </a:p>
        </p:txBody>
      </p:sp>
      <p:pic>
        <p:nvPicPr>
          <p:cNvPr id="6" name="内容占位符 5">
            <a:extLst>
              <a:ext uri="{FF2B5EF4-FFF2-40B4-BE49-F238E27FC236}">
                <a16:creationId xmlns:a16="http://schemas.microsoft.com/office/drawing/2014/main" id="{87B11EFB-D1F7-9856-152D-A27310AF36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863" y="1361310"/>
            <a:ext cx="7762875" cy="2703454"/>
          </a:xfrm>
        </p:spPr>
      </p:pic>
      <p:sp>
        <p:nvSpPr>
          <p:cNvPr id="4" name="灯片编号占位符 3">
            <a:extLst>
              <a:ext uri="{FF2B5EF4-FFF2-40B4-BE49-F238E27FC236}">
                <a16:creationId xmlns:a16="http://schemas.microsoft.com/office/drawing/2014/main" id="{DA6563CA-AE3E-DDA6-8B91-BE01E6A8BD6B}"/>
              </a:ext>
            </a:extLst>
          </p:cNvPr>
          <p:cNvSpPr>
            <a:spLocks noGrp="1"/>
          </p:cNvSpPr>
          <p:nvPr>
            <p:ph type="sldNum" sz="quarter" idx="12"/>
          </p:nvPr>
        </p:nvSpPr>
        <p:spPr/>
        <p:txBody>
          <a:bodyPr/>
          <a:lstStyle/>
          <a:p>
            <a:fld id="{0C913308-F349-4B6D-A68A-DD1791B4A57B}" type="slidenum">
              <a:rPr lang="zh-CN" altLang="en-US" smtClean="0"/>
              <a:pPr/>
              <a:t>11</a:t>
            </a:fld>
            <a:r>
              <a:rPr lang="zh-CN" altLang="en-US"/>
              <a:t>/</a:t>
            </a:r>
            <a:r>
              <a:rPr lang="en-US" altLang="zh-CN"/>
              <a:t>33</a:t>
            </a:r>
            <a:endParaRPr lang="en-US" altLang="zh-CN" dirty="0"/>
          </a:p>
        </p:txBody>
      </p:sp>
    </p:spTree>
    <p:extLst>
      <p:ext uri="{BB962C8B-B14F-4D97-AF65-F5344CB8AC3E}">
        <p14:creationId xmlns:p14="http://schemas.microsoft.com/office/powerpoint/2010/main" val="2056332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Mybatis</a:t>
            </a:r>
            <a:r>
              <a:rPr lang="zh-CN" altLang="en-US" dirty="0"/>
              <a:t>获得</a:t>
            </a:r>
            <a:r>
              <a:rPr lang="en-US" altLang="zh-CN" dirty="0" err="1"/>
              <a:t>sqlSession</a:t>
            </a:r>
            <a:r>
              <a:rPr lang="zh-CN" altLang="en-US" dirty="0"/>
              <a:t>工厂 </a:t>
            </a:r>
            <a:r>
              <a:rPr lang="en-US" altLang="zh-CN" dirty="0"/>
              <a:t>VS Spring </a:t>
            </a:r>
            <a:r>
              <a:rPr lang="zh-CN" altLang="en-US" dirty="0"/>
              <a:t>配置</a:t>
            </a:r>
            <a:r>
              <a:rPr lang="en-US" altLang="zh-CN" dirty="0" err="1"/>
              <a:t>sqlSession</a:t>
            </a:r>
            <a:r>
              <a:rPr lang="zh-CN" altLang="en-US" dirty="0"/>
              <a:t>工厂</a:t>
            </a:r>
          </a:p>
        </p:txBody>
      </p:sp>
      <p:sp>
        <p:nvSpPr>
          <p:cNvPr id="5" name="矩形 4"/>
          <p:cNvSpPr/>
          <p:nvPr/>
        </p:nvSpPr>
        <p:spPr>
          <a:xfrm>
            <a:off x="77647" y="1452807"/>
            <a:ext cx="2476073" cy="423449"/>
          </a:xfrm>
          <a:prstGeom prst="rect">
            <a:avLst/>
          </a:prstGeom>
          <a:solidFill>
            <a:srgbClr val="EDF5FD"/>
          </a:solidFill>
          <a:ln w="38100" cap="flat" cmpd="sng" algn="ctr">
            <a:solidFill>
              <a:srgbClr val="0099D8"/>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indent="-342900" algn="ctr" defTabSz="381000">
              <a:lnSpc>
                <a:spcPct val="150000"/>
              </a:lnSpc>
              <a:buClr>
                <a:schemeClr val="folHlink"/>
              </a:buClr>
              <a:buSzPct val="60000"/>
            </a:pPr>
            <a:r>
              <a:rPr lang="en-US" altLang="zh-CN" sz="1600" b="1" dirty="0" err="1">
                <a:solidFill>
                  <a:schemeClr val="accent5">
                    <a:lumMod val="10000"/>
                  </a:schemeClr>
                </a:solidFill>
              </a:rPr>
              <a:t>SqlSessionFactoryBuilder</a:t>
            </a:r>
            <a:endParaRPr lang="zh-CN" altLang="en-US" sz="1600" b="1" dirty="0">
              <a:solidFill>
                <a:schemeClr val="accent5">
                  <a:lumMod val="10000"/>
                </a:schemeClr>
              </a:solidFill>
            </a:endParaRPr>
          </a:p>
        </p:txBody>
      </p:sp>
      <p:sp>
        <p:nvSpPr>
          <p:cNvPr id="6" name="矩形 5"/>
          <p:cNvSpPr/>
          <p:nvPr/>
        </p:nvSpPr>
        <p:spPr>
          <a:xfrm>
            <a:off x="347308" y="3104573"/>
            <a:ext cx="1936752" cy="423449"/>
          </a:xfrm>
          <a:prstGeom prst="rect">
            <a:avLst/>
          </a:prstGeom>
          <a:solidFill>
            <a:srgbClr val="EDF5FD"/>
          </a:solidFill>
          <a:ln w="38100" cap="flat" cmpd="sng" algn="ctr">
            <a:solidFill>
              <a:srgbClr val="0099D8"/>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indent="-342900" algn="ctr" defTabSz="381000">
              <a:lnSpc>
                <a:spcPct val="150000"/>
              </a:lnSpc>
              <a:buClr>
                <a:schemeClr val="folHlink"/>
              </a:buClr>
              <a:buSzPct val="60000"/>
            </a:pPr>
            <a:r>
              <a:rPr lang="en-US" altLang="zh-CN" sz="1600" b="1" dirty="0" err="1">
                <a:solidFill>
                  <a:schemeClr val="accent5">
                    <a:lumMod val="10000"/>
                  </a:schemeClr>
                </a:solidFill>
              </a:rPr>
              <a:t>SqlSessionFactory</a:t>
            </a:r>
            <a:endParaRPr lang="zh-CN" altLang="en-US" sz="1600" b="1" dirty="0">
              <a:solidFill>
                <a:schemeClr val="accent5">
                  <a:lumMod val="10000"/>
                </a:schemeClr>
              </a:solidFill>
            </a:endParaRPr>
          </a:p>
        </p:txBody>
      </p:sp>
      <p:sp>
        <p:nvSpPr>
          <p:cNvPr id="8" name="矩形 7"/>
          <p:cNvSpPr/>
          <p:nvPr/>
        </p:nvSpPr>
        <p:spPr>
          <a:xfrm>
            <a:off x="1427408" y="2149800"/>
            <a:ext cx="928688" cy="3214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 name="TextBox 8"/>
          <p:cNvSpPr txBox="1">
            <a:spLocks noChangeArrowheads="1"/>
          </p:cNvSpPr>
          <p:nvPr/>
        </p:nvSpPr>
        <p:spPr bwMode="auto">
          <a:xfrm>
            <a:off x="502336" y="2346326"/>
            <a:ext cx="12858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latin typeface="+mn-lt"/>
              </a:rPr>
              <a:t>build()</a:t>
            </a:r>
            <a:endParaRPr lang="zh-CN" altLang="en-US" sz="1600" b="1" dirty="0">
              <a:latin typeface="+mn-lt"/>
            </a:endParaRPr>
          </a:p>
        </p:txBody>
      </p:sp>
      <p:sp>
        <p:nvSpPr>
          <p:cNvPr id="10" name="TextBox 9"/>
          <p:cNvSpPr txBox="1">
            <a:spLocks noChangeArrowheads="1"/>
          </p:cNvSpPr>
          <p:nvPr/>
        </p:nvSpPr>
        <p:spPr bwMode="auto">
          <a:xfrm>
            <a:off x="2318292" y="2978460"/>
            <a:ext cx="131760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b="1" dirty="0" err="1">
                <a:latin typeface="+mn-lt"/>
              </a:rPr>
              <a:t>openSession</a:t>
            </a:r>
            <a:r>
              <a:rPr lang="en-US" altLang="zh-CN" sz="1400" b="1" dirty="0">
                <a:latin typeface="+mn-lt"/>
              </a:rPr>
              <a:t>()</a:t>
            </a:r>
            <a:endParaRPr lang="zh-CN" altLang="en-US" sz="2000" b="1" dirty="0">
              <a:latin typeface="+mn-lt"/>
            </a:endParaRPr>
          </a:p>
        </p:txBody>
      </p:sp>
      <p:sp>
        <p:nvSpPr>
          <p:cNvPr id="11" name="矩形 10"/>
          <p:cNvSpPr/>
          <p:nvPr/>
        </p:nvSpPr>
        <p:spPr>
          <a:xfrm>
            <a:off x="3517483" y="3074512"/>
            <a:ext cx="1638498" cy="423449"/>
          </a:xfrm>
          <a:prstGeom prst="rect">
            <a:avLst/>
          </a:prstGeom>
          <a:solidFill>
            <a:srgbClr val="EDF5FD"/>
          </a:solidFill>
          <a:ln w="38100" cap="flat" cmpd="sng" algn="ctr">
            <a:solidFill>
              <a:srgbClr val="0099D8"/>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indent="-342900" algn="ctr" defTabSz="381000">
              <a:lnSpc>
                <a:spcPct val="150000"/>
              </a:lnSpc>
              <a:buClr>
                <a:schemeClr val="folHlink"/>
              </a:buClr>
              <a:buSzPct val="60000"/>
            </a:pPr>
            <a:r>
              <a:rPr lang="en-US" altLang="zh-CN" sz="1600" b="1" dirty="0">
                <a:solidFill>
                  <a:schemeClr val="accent5">
                    <a:lumMod val="10000"/>
                  </a:schemeClr>
                </a:solidFill>
              </a:rPr>
              <a:t>SqlSession</a:t>
            </a:r>
            <a:endParaRPr lang="zh-CN" altLang="en-US" sz="1600" b="1" dirty="0">
              <a:solidFill>
                <a:schemeClr val="accent5">
                  <a:lumMod val="10000"/>
                </a:schemeClr>
              </a:solidFill>
            </a:endParaRPr>
          </a:p>
        </p:txBody>
      </p:sp>
      <p:cxnSp>
        <p:nvCxnSpPr>
          <p:cNvPr id="14" name="直接箭头连接符 13"/>
          <p:cNvCxnSpPr/>
          <p:nvPr/>
        </p:nvCxnSpPr>
        <p:spPr>
          <a:xfrm>
            <a:off x="1315684" y="1926632"/>
            <a:ext cx="0" cy="1177941"/>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16" name="直接箭头连接符 15"/>
          <p:cNvCxnSpPr>
            <a:cxnSpLocks/>
            <a:endCxn id="11" idx="1"/>
          </p:cNvCxnSpPr>
          <p:nvPr/>
        </p:nvCxnSpPr>
        <p:spPr>
          <a:xfrm flipV="1">
            <a:off x="2318291" y="3286237"/>
            <a:ext cx="1199192" cy="31254"/>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
        <p:nvSpPr>
          <p:cNvPr id="4" name="灯片编号占位符 3"/>
          <p:cNvSpPr>
            <a:spLocks noGrp="1"/>
          </p:cNvSpPr>
          <p:nvPr>
            <p:ph type="sldNum" sz="quarter" idx="12"/>
          </p:nvPr>
        </p:nvSpPr>
        <p:spPr/>
        <p:txBody>
          <a:bodyPr/>
          <a:lstStyle/>
          <a:p>
            <a:fld id="{735B8103-88B4-4781-8AFD-FC9DCDE3A950}" type="slidenum">
              <a:rPr lang="zh-CN" altLang="en-US" smtClean="0"/>
              <a:t>12</a:t>
            </a:fld>
            <a:endParaRPr lang="en-US" altLang="zh-CN" dirty="0"/>
          </a:p>
        </p:txBody>
      </p:sp>
      <p:sp>
        <p:nvSpPr>
          <p:cNvPr id="17" name="AutoShape 12">
            <a:extLst>
              <a:ext uri="{FF2B5EF4-FFF2-40B4-BE49-F238E27FC236}">
                <a16:creationId xmlns:a16="http://schemas.microsoft.com/office/drawing/2014/main" id="{EE4C444D-605E-495C-9D2A-A26262AFEA62}"/>
              </a:ext>
            </a:extLst>
          </p:cNvPr>
          <p:cNvSpPr>
            <a:spLocks noChangeArrowheads="1"/>
          </p:cNvSpPr>
          <p:nvPr/>
        </p:nvSpPr>
        <p:spPr bwMode="auto">
          <a:xfrm>
            <a:off x="95789" y="3661856"/>
            <a:ext cx="6192688" cy="1351588"/>
          </a:xfrm>
          <a:prstGeom prst="roundRect">
            <a:avLst>
              <a:gd name="adj" fmla="val 0"/>
            </a:avLst>
          </a:prstGeom>
          <a:solidFill>
            <a:srgbClr val="EDF5FD"/>
          </a:solidFill>
          <a:ln w="38100" cap="flat" cmpd="sng" algn="ctr">
            <a:solidFill>
              <a:srgbClr val="0099D8"/>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indent="-342900" defTabSz="381000">
              <a:lnSpc>
                <a:spcPct val="150000"/>
              </a:lnSpc>
              <a:buClr>
                <a:schemeClr val="folHlink"/>
              </a:buClr>
              <a:buSzPct val="60000"/>
            </a:pPr>
            <a:r>
              <a:rPr lang="zh-CN" altLang="en-US" sz="1400" b="1" dirty="0">
                <a:solidFill>
                  <a:schemeClr val="accent5">
                    <a:lumMod val="10000"/>
                  </a:schemeClr>
                </a:solidFill>
                <a:latin typeface="微软雅黑" pitchFamily="34" charset="-122"/>
                <a:ea typeface="微软雅黑" pitchFamily="34" charset="-122"/>
              </a:rPr>
              <a:t>读取</a:t>
            </a:r>
            <a:r>
              <a:rPr lang="en-US" altLang="zh-CN" sz="1400" b="1" dirty="0">
                <a:solidFill>
                  <a:schemeClr val="accent5">
                    <a:lumMod val="10000"/>
                  </a:schemeClr>
                </a:solidFill>
                <a:latin typeface="微软雅黑" pitchFamily="34" charset="-122"/>
                <a:ea typeface="微软雅黑" pitchFamily="34" charset="-122"/>
              </a:rPr>
              <a:t>XML</a:t>
            </a:r>
            <a:r>
              <a:rPr lang="zh-CN" altLang="en-US" sz="1400" b="1" dirty="0">
                <a:solidFill>
                  <a:schemeClr val="accent5">
                    <a:lumMod val="10000"/>
                  </a:schemeClr>
                </a:solidFill>
                <a:latin typeface="微软雅黑" pitchFamily="34" charset="-122"/>
                <a:ea typeface="微软雅黑" pitchFamily="34" charset="-122"/>
              </a:rPr>
              <a:t>文件构造方式：</a:t>
            </a:r>
            <a:endParaRPr lang="en-US" altLang="zh-CN" sz="1400" b="1" dirty="0">
              <a:solidFill>
                <a:schemeClr val="accent5">
                  <a:lumMod val="10000"/>
                </a:schemeClr>
              </a:solidFill>
              <a:latin typeface="微软雅黑" pitchFamily="34" charset="-122"/>
              <a:ea typeface="微软雅黑" pitchFamily="34" charset="-122"/>
            </a:endParaRPr>
          </a:p>
          <a:p>
            <a:pPr indent="-342900" defTabSz="381000">
              <a:lnSpc>
                <a:spcPct val="150000"/>
              </a:lnSpc>
              <a:buClr>
                <a:schemeClr val="folHlink"/>
              </a:buClr>
              <a:buSzPct val="60000"/>
            </a:pPr>
            <a:r>
              <a:rPr lang="en-US" altLang="zh-CN" sz="1400" b="1" dirty="0">
                <a:solidFill>
                  <a:schemeClr val="accent5">
                    <a:lumMod val="10000"/>
                  </a:schemeClr>
                </a:solidFill>
              </a:rPr>
              <a:t>String resource = "mybatis-config.xml"; 　　</a:t>
            </a:r>
          </a:p>
          <a:p>
            <a:pPr indent="-342900" defTabSz="381000">
              <a:lnSpc>
                <a:spcPct val="150000"/>
              </a:lnSpc>
              <a:buClr>
                <a:schemeClr val="folHlink"/>
              </a:buClr>
              <a:buSzPct val="60000"/>
            </a:pPr>
            <a:r>
              <a:rPr lang="en-US" altLang="zh-CN" sz="1400" b="1" dirty="0" err="1">
                <a:solidFill>
                  <a:schemeClr val="accent5">
                    <a:lumMod val="10000"/>
                  </a:schemeClr>
                </a:solidFill>
              </a:rPr>
              <a:t>InputStream</a:t>
            </a:r>
            <a:r>
              <a:rPr lang="en-US" altLang="zh-CN" sz="1400" b="1" dirty="0">
                <a:solidFill>
                  <a:schemeClr val="accent5">
                    <a:lumMod val="10000"/>
                  </a:schemeClr>
                </a:solidFill>
              </a:rPr>
              <a:t> is = </a:t>
            </a:r>
            <a:r>
              <a:rPr lang="en-US" altLang="zh-CN" sz="1400" b="1" dirty="0" err="1">
                <a:solidFill>
                  <a:schemeClr val="accent5">
                    <a:lumMod val="10000"/>
                  </a:schemeClr>
                </a:solidFill>
              </a:rPr>
              <a:t>Resources.getResourceAsStream</a:t>
            </a:r>
            <a:r>
              <a:rPr lang="en-US" altLang="zh-CN" sz="1400" b="1" dirty="0">
                <a:solidFill>
                  <a:schemeClr val="accent5">
                    <a:lumMod val="10000"/>
                  </a:schemeClr>
                </a:solidFill>
              </a:rPr>
              <a:t>(resource); 　　</a:t>
            </a:r>
          </a:p>
          <a:p>
            <a:pPr indent="-342900" defTabSz="381000">
              <a:lnSpc>
                <a:spcPct val="150000"/>
              </a:lnSpc>
              <a:buClr>
                <a:schemeClr val="folHlink"/>
              </a:buClr>
              <a:buSzPct val="60000"/>
            </a:pPr>
            <a:r>
              <a:rPr lang="en-US" altLang="zh-CN" sz="1400" b="1" dirty="0" err="1">
                <a:solidFill>
                  <a:schemeClr val="accent5">
                    <a:lumMod val="10000"/>
                  </a:schemeClr>
                </a:solidFill>
              </a:rPr>
              <a:t>SqlSessionFactory</a:t>
            </a:r>
            <a:r>
              <a:rPr lang="en-US" altLang="zh-CN" sz="1400" b="1" dirty="0">
                <a:solidFill>
                  <a:schemeClr val="accent5">
                    <a:lumMod val="10000"/>
                  </a:schemeClr>
                </a:solidFill>
              </a:rPr>
              <a:t> </a:t>
            </a:r>
            <a:r>
              <a:rPr lang="en-US" altLang="zh-CN" sz="1400" b="1" dirty="0" err="1">
                <a:solidFill>
                  <a:schemeClr val="accent5">
                    <a:lumMod val="10000"/>
                  </a:schemeClr>
                </a:solidFill>
              </a:rPr>
              <a:t>sqlSessionFactory</a:t>
            </a:r>
            <a:r>
              <a:rPr lang="en-US" altLang="zh-CN" sz="1400" b="1" dirty="0">
                <a:solidFill>
                  <a:schemeClr val="accent5">
                    <a:lumMod val="10000"/>
                  </a:schemeClr>
                </a:solidFill>
              </a:rPr>
              <a:t> = new </a:t>
            </a:r>
            <a:r>
              <a:rPr lang="en-US" altLang="zh-CN" sz="1400" b="1" dirty="0" err="1">
                <a:solidFill>
                  <a:schemeClr val="accent5">
                    <a:lumMod val="10000"/>
                  </a:schemeClr>
                </a:solidFill>
              </a:rPr>
              <a:t>SqlSessionFactoryBuilder</a:t>
            </a:r>
            <a:r>
              <a:rPr lang="en-US" altLang="zh-CN" sz="1400" b="1" dirty="0">
                <a:solidFill>
                  <a:schemeClr val="accent5">
                    <a:lumMod val="10000"/>
                  </a:schemeClr>
                </a:solidFill>
              </a:rPr>
              <a:t>().build(is);</a:t>
            </a:r>
            <a:endParaRPr lang="zh-CN" altLang="zh-CN" sz="1400" b="1" dirty="0">
              <a:solidFill>
                <a:schemeClr val="accent5">
                  <a:lumMod val="10000"/>
                </a:schemeClr>
              </a:solidFill>
            </a:endParaRPr>
          </a:p>
        </p:txBody>
      </p:sp>
      <p:pic>
        <p:nvPicPr>
          <p:cNvPr id="18" name="图片 17">
            <a:extLst>
              <a:ext uri="{FF2B5EF4-FFF2-40B4-BE49-F238E27FC236}">
                <a16:creationId xmlns:a16="http://schemas.microsoft.com/office/drawing/2014/main" id="{BCC907DE-E402-4E81-BA26-AA5DE90108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278" y="881336"/>
            <a:ext cx="5905421" cy="2067188"/>
          </a:xfrm>
          <a:prstGeom prst="rect">
            <a:avLst/>
          </a:prstGeom>
        </p:spPr>
      </p:pic>
      <p:sp>
        <p:nvSpPr>
          <p:cNvPr id="19" name="箭头: 下 18">
            <a:extLst>
              <a:ext uri="{FF2B5EF4-FFF2-40B4-BE49-F238E27FC236}">
                <a16:creationId xmlns:a16="http://schemas.microsoft.com/office/drawing/2014/main" id="{DB740523-6A5F-44BB-8797-8B47111B1F21}"/>
              </a:ext>
            </a:extLst>
          </p:cNvPr>
          <p:cNvSpPr/>
          <p:nvPr/>
        </p:nvSpPr>
        <p:spPr>
          <a:xfrm>
            <a:off x="714375" y="771550"/>
            <a:ext cx="113209" cy="630881"/>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20" name="箭头: 下 19">
            <a:extLst>
              <a:ext uri="{FF2B5EF4-FFF2-40B4-BE49-F238E27FC236}">
                <a16:creationId xmlns:a16="http://schemas.microsoft.com/office/drawing/2014/main" id="{2F8FF1A1-29F5-466C-9978-9A549B23A972}"/>
              </a:ext>
            </a:extLst>
          </p:cNvPr>
          <p:cNvSpPr/>
          <p:nvPr/>
        </p:nvSpPr>
        <p:spPr>
          <a:xfrm>
            <a:off x="5220072" y="695676"/>
            <a:ext cx="72008" cy="229701"/>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3E45A4-78DE-EE2C-568E-B8367C6F273D}"/>
              </a:ext>
            </a:extLst>
          </p:cNvPr>
          <p:cNvSpPr>
            <a:spLocks noGrp="1"/>
          </p:cNvSpPr>
          <p:nvPr>
            <p:ph type="title"/>
          </p:nvPr>
        </p:nvSpPr>
        <p:spPr/>
        <p:txBody>
          <a:bodyPr/>
          <a:lstStyle/>
          <a:p>
            <a:r>
              <a:rPr lang="zh-CN" altLang="en-US" dirty="0"/>
              <a:t>配置</a:t>
            </a:r>
            <a:r>
              <a:rPr lang="en-US" altLang="zh-CN" dirty="0" err="1"/>
              <a:t>SqlSessionTemplate</a:t>
            </a:r>
            <a:br>
              <a:rPr lang="en-US" altLang="zh-CN" dirty="0"/>
            </a:br>
            <a:r>
              <a:rPr lang="zh-CN" altLang="en-US" dirty="0"/>
              <a:t>配置</a:t>
            </a:r>
            <a:r>
              <a:rPr lang="en-US" altLang="zh-CN" dirty="0" err="1"/>
              <a:t>dao</a:t>
            </a:r>
            <a:r>
              <a:rPr lang="zh-CN" altLang="en-US" dirty="0"/>
              <a:t>层和</a:t>
            </a:r>
            <a:r>
              <a:rPr lang="en-US" altLang="zh-CN" dirty="0"/>
              <a:t>service</a:t>
            </a:r>
            <a:r>
              <a:rPr lang="zh-CN" altLang="en-US" dirty="0"/>
              <a:t>层的</a:t>
            </a:r>
            <a:r>
              <a:rPr lang="en-US" altLang="zh-CN" dirty="0"/>
              <a:t>bean</a:t>
            </a:r>
            <a:endParaRPr lang="zh-CN" altLang="en-US" dirty="0"/>
          </a:p>
        </p:txBody>
      </p:sp>
      <p:pic>
        <p:nvPicPr>
          <p:cNvPr id="6" name="内容占位符 5">
            <a:extLst>
              <a:ext uri="{FF2B5EF4-FFF2-40B4-BE49-F238E27FC236}">
                <a16:creationId xmlns:a16="http://schemas.microsoft.com/office/drawing/2014/main" id="{FC29ACE3-8601-2B63-4797-DD2E9666427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863" y="1438375"/>
            <a:ext cx="7762875" cy="2549325"/>
          </a:xfrm>
        </p:spPr>
      </p:pic>
      <p:sp>
        <p:nvSpPr>
          <p:cNvPr id="4" name="灯片编号占位符 3">
            <a:extLst>
              <a:ext uri="{FF2B5EF4-FFF2-40B4-BE49-F238E27FC236}">
                <a16:creationId xmlns:a16="http://schemas.microsoft.com/office/drawing/2014/main" id="{48767875-C331-DE26-4B90-74D3CC4F62AD}"/>
              </a:ext>
            </a:extLst>
          </p:cNvPr>
          <p:cNvSpPr>
            <a:spLocks noGrp="1"/>
          </p:cNvSpPr>
          <p:nvPr>
            <p:ph type="sldNum" sz="quarter" idx="12"/>
          </p:nvPr>
        </p:nvSpPr>
        <p:spPr/>
        <p:txBody>
          <a:bodyPr/>
          <a:lstStyle/>
          <a:p>
            <a:fld id="{0C913308-F349-4B6D-A68A-DD1791B4A57B}" type="slidenum">
              <a:rPr lang="zh-CN" altLang="en-US" smtClean="0"/>
              <a:pPr/>
              <a:t>13</a:t>
            </a:fld>
            <a:r>
              <a:rPr lang="zh-CN" altLang="en-US"/>
              <a:t>/</a:t>
            </a:r>
            <a:r>
              <a:rPr lang="en-US" altLang="zh-CN"/>
              <a:t>33</a:t>
            </a:r>
            <a:endParaRPr lang="en-US" altLang="zh-CN" dirty="0"/>
          </a:p>
        </p:txBody>
      </p:sp>
    </p:spTree>
    <p:extLst>
      <p:ext uri="{BB962C8B-B14F-4D97-AF65-F5344CB8AC3E}">
        <p14:creationId xmlns:p14="http://schemas.microsoft.com/office/powerpoint/2010/main" val="3978135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CA0BD3-10A9-4C67-A368-945AF85E7613}"/>
              </a:ext>
            </a:extLst>
          </p:cNvPr>
          <p:cNvSpPr>
            <a:spLocks noGrp="1"/>
          </p:cNvSpPr>
          <p:nvPr>
            <p:ph type="title"/>
          </p:nvPr>
        </p:nvSpPr>
        <p:spPr/>
        <p:txBody>
          <a:bodyPr/>
          <a:lstStyle/>
          <a:p>
            <a:r>
              <a:rPr lang="en-US" altLang="zh-CN" dirty="0"/>
              <a:t>2 </a:t>
            </a:r>
            <a:r>
              <a:rPr lang="en-US" altLang="zh-CN" dirty="0" err="1"/>
              <a:t>SqlSessionTemplate</a:t>
            </a:r>
            <a:endParaRPr lang="zh-CN" altLang="en-US" dirty="0"/>
          </a:p>
        </p:txBody>
      </p:sp>
      <p:sp>
        <p:nvSpPr>
          <p:cNvPr id="3" name="内容占位符 2">
            <a:extLst>
              <a:ext uri="{FF2B5EF4-FFF2-40B4-BE49-F238E27FC236}">
                <a16:creationId xmlns:a16="http://schemas.microsoft.com/office/drawing/2014/main" id="{D8F7D1F7-1B91-4F9D-9A07-BB442E939AC2}"/>
              </a:ext>
            </a:extLst>
          </p:cNvPr>
          <p:cNvSpPr>
            <a:spLocks noGrp="1"/>
          </p:cNvSpPr>
          <p:nvPr>
            <p:ph idx="1"/>
          </p:nvPr>
        </p:nvSpPr>
        <p:spPr/>
        <p:txBody>
          <a:bodyPr/>
          <a:lstStyle/>
          <a:p>
            <a:r>
              <a:rPr lang="zh-CN" altLang="en-US" dirty="0"/>
              <a:t>与</a:t>
            </a:r>
            <a:r>
              <a:rPr lang="en-US" altLang="zh-CN" dirty="0" err="1"/>
              <a:t>mybatis</a:t>
            </a:r>
            <a:r>
              <a:rPr lang="zh-CN" altLang="en-US" dirty="0"/>
              <a:t>中的</a:t>
            </a:r>
            <a:r>
              <a:rPr lang="en-US" altLang="zh-CN" dirty="0" err="1"/>
              <a:t>SqlSession</a:t>
            </a:r>
            <a:r>
              <a:rPr lang="zh-CN" altLang="en-US" dirty="0"/>
              <a:t>类似，提供数据库访问操作</a:t>
            </a:r>
            <a:endParaRPr lang="en-US" altLang="zh-CN" dirty="0"/>
          </a:p>
          <a:p>
            <a:pPr lvl="1"/>
            <a:r>
              <a:rPr lang="zh-CN" altLang="en-US" dirty="0"/>
              <a:t>适用于</a:t>
            </a:r>
            <a:r>
              <a:rPr lang="en-US" altLang="zh-CN" dirty="0"/>
              <a:t>Spring</a:t>
            </a:r>
            <a:r>
              <a:rPr lang="zh-CN" altLang="en-US" dirty="0"/>
              <a:t>集成环境中</a:t>
            </a:r>
            <a:endParaRPr lang="en-US" altLang="zh-CN" dirty="0"/>
          </a:p>
          <a:p>
            <a:pPr lvl="1"/>
            <a:r>
              <a:rPr lang="en-US" altLang="zh-CN" dirty="0" err="1"/>
              <a:t>SqlSessionTemplate</a:t>
            </a:r>
            <a:r>
              <a:rPr lang="zh-CN" altLang="en-US" dirty="0"/>
              <a:t>类实现了</a:t>
            </a:r>
            <a:r>
              <a:rPr lang="en-US" altLang="zh-CN" dirty="0" err="1"/>
              <a:t>MyBatis</a:t>
            </a:r>
            <a:r>
              <a:rPr lang="zh-CN" altLang="en-US" dirty="0"/>
              <a:t>的</a:t>
            </a:r>
            <a:r>
              <a:rPr lang="en-US" altLang="zh-CN" dirty="0" err="1"/>
              <a:t>SqlSession</a:t>
            </a:r>
            <a:r>
              <a:rPr lang="zh-CN" altLang="en-US" dirty="0"/>
              <a:t>接口，可以</a:t>
            </a:r>
            <a:r>
              <a:rPr lang="zh-CN" altLang="en-US" b="1" dirty="0"/>
              <a:t>更好地与</a:t>
            </a:r>
            <a:r>
              <a:rPr lang="en-US" altLang="zh-CN" b="1" dirty="0"/>
              <a:t>Spring</a:t>
            </a:r>
            <a:r>
              <a:rPr lang="zh-CN" altLang="en-US" b="1" dirty="0"/>
              <a:t>融合并简化部分流程化的工作</a:t>
            </a:r>
            <a:r>
              <a:rPr lang="zh-CN" altLang="en-US" dirty="0"/>
              <a:t>，保证和当前</a:t>
            </a:r>
            <a:r>
              <a:rPr lang="en-US" altLang="zh-CN" dirty="0"/>
              <a:t>Spring</a:t>
            </a:r>
            <a:r>
              <a:rPr lang="zh-CN" altLang="en-US" dirty="0"/>
              <a:t>事务相关联、自动管理会话的生命周期，包括必要的关闭、提交和回滚操作。</a:t>
            </a:r>
            <a:endParaRPr lang="en-US" altLang="zh-CN" dirty="0"/>
          </a:p>
          <a:p>
            <a:pPr lvl="1"/>
            <a:r>
              <a:rPr lang="zh-CN" altLang="en-US" dirty="0"/>
              <a:t>创建</a:t>
            </a:r>
            <a:r>
              <a:rPr lang="en-US" altLang="zh-CN" dirty="0" err="1"/>
              <a:t>SqlSessionTemplate</a:t>
            </a:r>
            <a:r>
              <a:rPr lang="zh-CN" altLang="en-US" dirty="0"/>
              <a:t>实例时，</a:t>
            </a:r>
            <a:r>
              <a:rPr lang="zh-CN" altLang="en-US" dirty="0">
                <a:solidFill>
                  <a:srgbClr val="FF0000"/>
                </a:solidFill>
              </a:rPr>
              <a:t>需要通过构造方法注入</a:t>
            </a:r>
            <a:r>
              <a:rPr lang="en-US" altLang="zh-CN" i="1" dirty="0" err="1">
                <a:solidFill>
                  <a:srgbClr val="FF0000"/>
                </a:solidFill>
              </a:rPr>
              <a:t>SqlSessionFactory</a:t>
            </a:r>
            <a:r>
              <a:rPr lang="zh-CN" altLang="en-US" i="1" dirty="0">
                <a:solidFill>
                  <a:srgbClr val="FF0000"/>
                </a:solidFill>
              </a:rPr>
              <a:t>实例</a:t>
            </a:r>
            <a:endParaRPr lang="en-US" altLang="zh-CN" i="1" dirty="0">
              <a:solidFill>
                <a:srgbClr val="FF0000"/>
              </a:solidFill>
            </a:endParaRPr>
          </a:p>
          <a:p>
            <a:pPr lvl="1"/>
            <a:r>
              <a:rPr lang="zh-CN" altLang="en-US" i="1" dirty="0"/>
              <a:t>与</a:t>
            </a:r>
            <a:r>
              <a:rPr lang="en-US" altLang="zh-CN" i="1" dirty="0" err="1"/>
              <a:t>mybatis</a:t>
            </a:r>
            <a:r>
              <a:rPr lang="zh-CN" altLang="en-US" i="1" dirty="0"/>
              <a:t>的</a:t>
            </a:r>
            <a:r>
              <a:rPr lang="en-US" altLang="zh-CN" i="1" dirty="0" err="1"/>
              <a:t>sqlSession</a:t>
            </a:r>
            <a:r>
              <a:rPr lang="zh-CN" altLang="en-US" i="1" dirty="0"/>
              <a:t>不同，</a:t>
            </a:r>
            <a:r>
              <a:rPr lang="en-US" altLang="zh-CN" dirty="0"/>
              <a:t> </a:t>
            </a:r>
            <a:r>
              <a:rPr lang="en-US" altLang="zh-CN" dirty="0" err="1"/>
              <a:t>SqlSessionTemplate</a:t>
            </a:r>
            <a:r>
              <a:rPr lang="zh-CN" altLang="en-US" dirty="0"/>
              <a:t>是线程安全的，被多个</a:t>
            </a:r>
            <a:r>
              <a:rPr lang="en-US" altLang="zh-CN" dirty="0"/>
              <a:t>DAO</a:t>
            </a:r>
            <a:r>
              <a:rPr lang="zh-CN" altLang="en-US" dirty="0"/>
              <a:t>对象共用</a:t>
            </a:r>
            <a:endParaRPr lang="en-US" altLang="zh-CN" dirty="0"/>
          </a:p>
          <a:p>
            <a:endParaRPr lang="zh-CN" altLang="en-US" dirty="0"/>
          </a:p>
        </p:txBody>
      </p:sp>
      <p:sp>
        <p:nvSpPr>
          <p:cNvPr id="4" name="灯片编号占位符 3">
            <a:extLst>
              <a:ext uri="{FF2B5EF4-FFF2-40B4-BE49-F238E27FC236}">
                <a16:creationId xmlns:a16="http://schemas.microsoft.com/office/drawing/2014/main" id="{BAA1F9E5-78DD-43FD-9315-A9D59D15DF74}"/>
              </a:ext>
            </a:extLst>
          </p:cNvPr>
          <p:cNvSpPr>
            <a:spLocks noGrp="1"/>
          </p:cNvSpPr>
          <p:nvPr>
            <p:ph type="sldNum" sz="quarter" idx="12"/>
          </p:nvPr>
        </p:nvSpPr>
        <p:spPr/>
        <p:txBody>
          <a:bodyPr/>
          <a:lstStyle/>
          <a:p>
            <a:fld id="{0C913308-F349-4B6D-A68A-DD1791B4A57B}" type="slidenum">
              <a:rPr lang="zh-CN" altLang="en-US" smtClean="0"/>
              <a:pPr/>
              <a:t>14</a:t>
            </a:fld>
            <a:r>
              <a:rPr lang="zh-CN" altLang="en-US"/>
              <a:t>/</a:t>
            </a:r>
            <a:r>
              <a:rPr lang="en-US" altLang="zh-CN"/>
              <a:t>33</a:t>
            </a:r>
            <a:endParaRPr lang="en-US" altLang="zh-CN" dirty="0"/>
          </a:p>
        </p:txBody>
      </p:sp>
    </p:spTree>
    <p:extLst>
      <p:ext uri="{BB962C8B-B14F-4D97-AF65-F5344CB8AC3E}">
        <p14:creationId xmlns:p14="http://schemas.microsoft.com/office/powerpoint/2010/main" val="195139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112941-E0DC-47A0-940F-A7730AD8F395}"/>
              </a:ext>
            </a:extLst>
          </p:cNvPr>
          <p:cNvSpPr>
            <a:spLocks noGrp="1"/>
          </p:cNvSpPr>
          <p:nvPr>
            <p:ph type="title"/>
          </p:nvPr>
        </p:nvSpPr>
        <p:spPr/>
        <p:txBody>
          <a:bodyPr/>
          <a:lstStyle/>
          <a:p>
            <a:r>
              <a:rPr lang="en-US" altLang="zh-CN" dirty="0"/>
              <a:t>3 </a:t>
            </a:r>
            <a:r>
              <a:rPr lang="zh-CN" altLang="en-US" dirty="0"/>
              <a:t>采用数据映射器（</a:t>
            </a:r>
            <a:r>
              <a:rPr lang="fr-FR" altLang="zh-CN" dirty="0"/>
              <a:t>MapperFactoryBean</a:t>
            </a:r>
            <a:r>
              <a:rPr lang="zh-CN" altLang="en-US" dirty="0"/>
              <a:t>）的方式完成对数据库操作</a:t>
            </a:r>
            <a:br>
              <a:rPr lang="en-US" altLang="zh-CN" dirty="0"/>
            </a:br>
            <a:endParaRPr lang="zh-CN" altLang="en-US" dirty="0"/>
          </a:p>
        </p:txBody>
      </p:sp>
      <p:sp>
        <p:nvSpPr>
          <p:cNvPr id="3" name="内容占位符 2">
            <a:extLst>
              <a:ext uri="{FF2B5EF4-FFF2-40B4-BE49-F238E27FC236}">
                <a16:creationId xmlns:a16="http://schemas.microsoft.com/office/drawing/2014/main" id="{FB2ACD34-79B4-46D2-8EBE-ABF3F359DAD1}"/>
              </a:ext>
            </a:extLst>
          </p:cNvPr>
          <p:cNvSpPr>
            <a:spLocks noGrp="1"/>
          </p:cNvSpPr>
          <p:nvPr>
            <p:ph idx="1"/>
          </p:nvPr>
        </p:nvSpPr>
        <p:spPr/>
        <p:txBody>
          <a:bodyPr/>
          <a:lstStyle/>
          <a:p>
            <a:r>
              <a:rPr lang="zh-CN" altLang="en-US" sz="2000" dirty="0"/>
              <a:t>之前的</a:t>
            </a:r>
            <a:r>
              <a:rPr lang="en-US" altLang="zh-CN" sz="2000" dirty="0" err="1"/>
              <a:t>SqlSessionTemplate</a:t>
            </a:r>
            <a:r>
              <a:rPr lang="zh-CN" altLang="en-US" sz="2000" dirty="0"/>
              <a:t>方法，采用字符串来指定映射项</a:t>
            </a:r>
            <a:endParaRPr lang="en-US" altLang="zh-CN" sz="2000" dirty="0"/>
          </a:p>
          <a:p>
            <a:pPr lvl="1"/>
            <a:endParaRPr lang="en-US" altLang="zh-CN" sz="2000" dirty="0"/>
          </a:p>
          <a:p>
            <a:pPr lvl="1"/>
            <a:r>
              <a:rPr lang="zh-CN" altLang="en-US" sz="2000" dirty="0"/>
              <a:t>这种方式容易产生错误</a:t>
            </a:r>
            <a:endParaRPr lang="en-US" altLang="zh-CN" sz="2000" dirty="0"/>
          </a:p>
          <a:p>
            <a:pPr lvl="1"/>
            <a:r>
              <a:rPr lang="zh-CN" altLang="en-US" sz="2000" dirty="0"/>
              <a:t>编译器无法识别的拼写错误，运行期才能发现</a:t>
            </a:r>
            <a:endParaRPr lang="en-US" altLang="zh-CN" sz="2000" dirty="0"/>
          </a:p>
          <a:p>
            <a:pPr lvl="1"/>
            <a:r>
              <a:rPr lang="zh-CN" altLang="en-US" sz="2000" dirty="0"/>
              <a:t>命名空间发生变化，将导致多处需要修改，不易维护</a:t>
            </a:r>
            <a:endParaRPr lang="en-US" altLang="zh-CN" sz="2000" dirty="0"/>
          </a:p>
          <a:p>
            <a:r>
              <a:rPr lang="zh-CN" altLang="en-US" sz="2000" dirty="0"/>
              <a:t>虽然可以使用</a:t>
            </a:r>
            <a:r>
              <a:rPr lang="en-US" altLang="zh-CN" sz="2000" dirty="0" err="1"/>
              <a:t>Mybatis</a:t>
            </a:r>
            <a:r>
              <a:rPr lang="zh-CN" altLang="en-US" sz="2000" dirty="0"/>
              <a:t>中的</a:t>
            </a:r>
            <a:r>
              <a:rPr lang="en-US" altLang="zh-CN" sz="2000" dirty="0" err="1"/>
              <a:t>SqlSession</a:t>
            </a:r>
            <a:r>
              <a:rPr lang="zh-CN" altLang="en-US" sz="2000" dirty="0"/>
              <a:t>的</a:t>
            </a:r>
            <a:r>
              <a:rPr lang="en-US" altLang="zh-CN" sz="2000" dirty="0" err="1"/>
              <a:t>getMapper</a:t>
            </a:r>
            <a:r>
              <a:rPr lang="zh-CN" altLang="en-US" sz="2000" dirty="0"/>
              <a:t>方法，根据指定的映射器直接生成实现类，但直接在代码中调用</a:t>
            </a:r>
            <a:r>
              <a:rPr lang="en-US" altLang="zh-CN" sz="2000" dirty="0" err="1"/>
              <a:t>getMapper</a:t>
            </a:r>
            <a:r>
              <a:rPr lang="zh-CN" altLang="en-US" sz="2000" dirty="0"/>
              <a:t>方法并非最佳选择。</a:t>
            </a:r>
            <a:endParaRPr lang="en-US" altLang="zh-CN" sz="2000" dirty="0"/>
          </a:p>
          <a:p>
            <a:r>
              <a:rPr lang="zh-CN" altLang="en-US" sz="2000" dirty="0"/>
              <a:t>利用</a:t>
            </a:r>
            <a:r>
              <a:rPr lang="en-US" altLang="zh-CN" sz="2000" dirty="0" err="1"/>
              <a:t>MyBatis</a:t>
            </a:r>
            <a:r>
              <a:rPr lang="en-US" altLang="zh-CN" sz="2000" dirty="0"/>
              <a:t>-Spring</a:t>
            </a:r>
            <a:r>
              <a:rPr lang="zh-CN" altLang="en-US" sz="2000" dirty="0"/>
              <a:t>提供的</a:t>
            </a:r>
            <a:r>
              <a:rPr lang="fr-FR" altLang="zh-CN" sz="2000" dirty="0"/>
              <a:t>MapperFactoryBean</a:t>
            </a:r>
            <a:r>
              <a:rPr lang="zh-CN" altLang="en-US" sz="2000" dirty="0"/>
              <a:t>，可以不必调用</a:t>
            </a:r>
            <a:r>
              <a:rPr lang="en-US" altLang="zh-CN" sz="2000" dirty="0" err="1"/>
              <a:t>getMapper</a:t>
            </a:r>
            <a:r>
              <a:rPr lang="zh-CN" altLang="en-US" sz="2000" dirty="0"/>
              <a:t>方法，而是通过配置的方式，直接为业务对象注入映射器实现，不需添加额外编码</a:t>
            </a:r>
            <a:endParaRPr lang="en-US" altLang="zh-CN" sz="2000" dirty="0"/>
          </a:p>
          <a:p>
            <a:endParaRPr lang="zh-CN" altLang="en-US" dirty="0"/>
          </a:p>
        </p:txBody>
      </p:sp>
      <p:sp>
        <p:nvSpPr>
          <p:cNvPr id="4" name="灯片编号占位符 3">
            <a:extLst>
              <a:ext uri="{FF2B5EF4-FFF2-40B4-BE49-F238E27FC236}">
                <a16:creationId xmlns:a16="http://schemas.microsoft.com/office/drawing/2014/main" id="{EBA445E8-7634-4E4C-9F90-E014BE735001}"/>
              </a:ext>
            </a:extLst>
          </p:cNvPr>
          <p:cNvSpPr>
            <a:spLocks noGrp="1"/>
          </p:cNvSpPr>
          <p:nvPr>
            <p:ph type="sldNum" sz="quarter" idx="12"/>
          </p:nvPr>
        </p:nvSpPr>
        <p:spPr/>
        <p:txBody>
          <a:bodyPr/>
          <a:lstStyle/>
          <a:p>
            <a:fld id="{0C913308-F349-4B6D-A68A-DD1791B4A57B}" type="slidenum">
              <a:rPr lang="zh-CN" altLang="en-US" smtClean="0"/>
              <a:pPr/>
              <a:t>15</a:t>
            </a:fld>
            <a:r>
              <a:rPr lang="zh-CN" altLang="en-US"/>
              <a:t>/</a:t>
            </a:r>
            <a:r>
              <a:rPr lang="en-US" altLang="zh-CN"/>
              <a:t>33</a:t>
            </a:r>
            <a:endParaRPr lang="en-US" altLang="zh-CN" dirty="0"/>
          </a:p>
        </p:txBody>
      </p:sp>
      <p:pic>
        <p:nvPicPr>
          <p:cNvPr id="6" name="图片 5">
            <a:extLst>
              <a:ext uri="{FF2B5EF4-FFF2-40B4-BE49-F238E27FC236}">
                <a16:creationId xmlns:a16="http://schemas.microsoft.com/office/drawing/2014/main" id="{3F779847-4E05-47B3-A952-6A6E9AC506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4784" y="1347614"/>
            <a:ext cx="5694655" cy="442442"/>
          </a:xfrm>
          <a:prstGeom prst="rect">
            <a:avLst/>
          </a:prstGeom>
        </p:spPr>
      </p:pic>
    </p:spTree>
    <p:extLst>
      <p:ext uri="{BB962C8B-B14F-4D97-AF65-F5344CB8AC3E}">
        <p14:creationId xmlns:p14="http://schemas.microsoft.com/office/powerpoint/2010/main" val="42007790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实现</a:t>
            </a:r>
            <a:r>
              <a:rPr lang="en-US" dirty="0"/>
              <a:t>Spring</a:t>
            </a:r>
            <a:r>
              <a:rPr lang="zh-CN" altLang="en-US" dirty="0"/>
              <a:t>和</a:t>
            </a:r>
            <a:r>
              <a:rPr lang="en-US" dirty="0" err="1"/>
              <a:t>MyBatis</a:t>
            </a:r>
            <a:r>
              <a:rPr lang="zh-CN" altLang="en-US" dirty="0"/>
              <a:t>整合</a:t>
            </a:r>
          </a:p>
        </p:txBody>
      </p:sp>
      <p:sp>
        <p:nvSpPr>
          <p:cNvPr id="3" name="内容占位符 2"/>
          <p:cNvSpPr>
            <a:spLocks noGrp="1"/>
          </p:cNvSpPr>
          <p:nvPr>
            <p:ph idx="1"/>
          </p:nvPr>
        </p:nvSpPr>
        <p:spPr>
          <a:xfrm>
            <a:off x="677545" y="915566"/>
            <a:ext cx="7762875" cy="3394075"/>
          </a:xfrm>
        </p:spPr>
        <p:txBody>
          <a:bodyPr/>
          <a:lstStyle/>
          <a:p>
            <a:r>
              <a:rPr lang="zh-CN" altLang="en-US" dirty="0"/>
              <a:t>采用数据映射器（</a:t>
            </a:r>
            <a:r>
              <a:rPr lang="fr-FR" altLang="zh-CN" dirty="0"/>
              <a:t>MapperFactoryBean</a:t>
            </a:r>
            <a:r>
              <a:rPr lang="zh-CN" altLang="en-US" dirty="0"/>
              <a:t>）的方式完成对数据库操作</a:t>
            </a:r>
            <a:endParaRPr lang="en-US" altLang="zh-CN" dirty="0"/>
          </a:p>
          <a:p>
            <a:pPr lvl="1"/>
            <a:r>
              <a:rPr lang="zh-CN" altLang="en-US" dirty="0"/>
              <a:t>根据</a:t>
            </a:r>
            <a:r>
              <a:rPr lang="en-US" altLang="zh-CN" dirty="0"/>
              <a:t>Mapper</a:t>
            </a:r>
            <a:r>
              <a:rPr lang="zh-CN" altLang="en-US" dirty="0"/>
              <a:t>接口获取</a:t>
            </a:r>
            <a:r>
              <a:rPr lang="en-US" altLang="zh-CN" dirty="0"/>
              <a:t>Mapper</a:t>
            </a:r>
            <a:r>
              <a:rPr lang="zh-CN" altLang="en-US" dirty="0"/>
              <a:t>对象，它封装了原有的</a:t>
            </a:r>
            <a:r>
              <a:rPr lang="en-US" altLang="zh-CN" dirty="0" err="1"/>
              <a:t>SqlSession.getMapper</a:t>
            </a:r>
            <a:r>
              <a:rPr lang="en-US" altLang="zh-CN" dirty="0"/>
              <a:t>()</a:t>
            </a:r>
            <a:r>
              <a:rPr lang="zh-CN" altLang="en-US" dirty="0"/>
              <a:t>功能的实现</a:t>
            </a:r>
            <a:endParaRPr lang="en-US" altLang="zh-CN" dirty="0"/>
          </a:p>
          <a:p>
            <a:endParaRPr lang="en-US" altLang="zh-CN" dirty="0"/>
          </a:p>
          <a:p>
            <a:endParaRPr lang="en-US" altLang="zh-CN" dirty="0"/>
          </a:p>
        </p:txBody>
      </p:sp>
      <p:sp>
        <p:nvSpPr>
          <p:cNvPr id="10" name="AutoShape 5"/>
          <p:cNvSpPr>
            <a:spLocks noChangeArrowheads="1"/>
          </p:cNvSpPr>
          <p:nvPr/>
        </p:nvSpPr>
        <p:spPr bwMode="auto">
          <a:xfrm>
            <a:off x="539552" y="2544747"/>
            <a:ext cx="8136904" cy="1569660"/>
          </a:xfrm>
          <a:prstGeom prst="roundRect">
            <a:avLst>
              <a:gd name="adj" fmla="val 0"/>
            </a:avLst>
          </a:prstGeom>
          <a:solidFill>
            <a:srgbClr val="EDF5FD"/>
          </a:solidFill>
          <a:ln w="38100" cap="flat" cmpd="sng" algn="ctr">
            <a:solidFill>
              <a:srgbClr val="0099D8"/>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indent="-342900" defTabSz="381000">
              <a:lnSpc>
                <a:spcPct val="150000"/>
              </a:lnSpc>
              <a:buClr>
                <a:schemeClr val="folHlink"/>
              </a:buClr>
              <a:buSzPct val="60000"/>
            </a:pPr>
            <a:r>
              <a:rPr lang="en-US" altLang="zh-CN" sz="1600" b="1" dirty="0">
                <a:solidFill>
                  <a:schemeClr val="accent5">
                    <a:lumMod val="10000"/>
                  </a:schemeClr>
                </a:solidFill>
              </a:rPr>
              <a:t>&lt;bean id="</a:t>
            </a:r>
            <a:r>
              <a:rPr lang="en-US" altLang="zh-CN" sz="1600" b="1" dirty="0" err="1">
                <a:solidFill>
                  <a:schemeClr val="accent5">
                    <a:lumMod val="10000"/>
                  </a:schemeClr>
                </a:solidFill>
              </a:rPr>
              <a:t>userMapper</a:t>
            </a:r>
            <a:r>
              <a:rPr lang="en-US" altLang="zh-CN" sz="1600" b="1" dirty="0">
                <a:solidFill>
                  <a:schemeClr val="accent5">
                    <a:lumMod val="10000"/>
                  </a:schemeClr>
                </a:solidFill>
              </a:rPr>
              <a:t>" class="</a:t>
            </a:r>
            <a:r>
              <a:rPr lang="en-US" altLang="zh-CN" sz="1600" b="1" dirty="0" err="1">
                <a:solidFill>
                  <a:schemeClr val="accent5">
                    <a:lumMod val="10000"/>
                  </a:schemeClr>
                </a:solidFill>
              </a:rPr>
              <a:t>org.mybatis.spring.mapper.MapperFactoryBean</a:t>
            </a:r>
            <a:r>
              <a:rPr lang="en-US" altLang="zh-CN" sz="1600" b="1" dirty="0">
                <a:solidFill>
                  <a:schemeClr val="accent5">
                    <a:lumMod val="10000"/>
                  </a:schemeClr>
                </a:solidFill>
              </a:rPr>
              <a:t>"&gt;</a:t>
            </a:r>
            <a:endParaRPr lang="zh-CN" altLang="zh-CN" sz="1600" b="1" dirty="0">
              <a:solidFill>
                <a:schemeClr val="accent5">
                  <a:lumMod val="10000"/>
                </a:schemeClr>
              </a:solidFill>
            </a:endParaRPr>
          </a:p>
          <a:p>
            <a:pPr indent="-342900" defTabSz="381000">
              <a:lnSpc>
                <a:spcPct val="150000"/>
              </a:lnSpc>
              <a:buClr>
                <a:schemeClr val="folHlink"/>
              </a:buClr>
              <a:buSzPct val="60000"/>
            </a:pPr>
            <a:r>
              <a:rPr lang="en-US" altLang="zh-CN" sz="1600" b="1" dirty="0">
                <a:solidFill>
                  <a:schemeClr val="accent5">
                    <a:lumMod val="10000"/>
                  </a:schemeClr>
                </a:solidFill>
              </a:rPr>
              <a:t>    &lt;property name="</a:t>
            </a:r>
            <a:r>
              <a:rPr lang="en-US" altLang="zh-CN" sz="1600" b="1" dirty="0" err="1">
                <a:solidFill>
                  <a:srgbClr val="FF0000"/>
                </a:solidFill>
              </a:rPr>
              <a:t>mapperInterface</a:t>
            </a:r>
            <a:r>
              <a:rPr lang="en-US" altLang="zh-CN" sz="1600" b="1" dirty="0">
                <a:solidFill>
                  <a:schemeClr val="accent5">
                    <a:lumMod val="10000"/>
                  </a:schemeClr>
                </a:solidFill>
              </a:rPr>
              <a:t>" value="</a:t>
            </a:r>
            <a:r>
              <a:rPr lang="en-US" altLang="zh-CN" sz="1600" b="1" dirty="0" err="1">
                <a:solidFill>
                  <a:schemeClr val="accent5">
                    <a:lumMod val="10000"/>
                  </a:schemeClr>
                </a:solidFill>
              </a:rPr>
              <a:t>cn.smbms.dao.user.UserMapper</a:t>
            </a:r>
            <a:r>
              <a:rPr lang="en-US" altLang="zh-CN" sz="1600" b="1" dirty="0">
                <a:solidFill>
                  <a:schemeClr val="accent5">
                    <a:lumMod val="10000"/>
                  </a:schemeClr>
                </a:solidFill>
              </a:rPr>
              <a:t>"/&gt;</a:t>
            </a:r>
            <a:endParaRPr lang="zh-CN" altLang="zh-CN" sz="1600" b="1" dirty="0">
              <a:solidFill>
                <a:schemeClr val="accent5">
                  <a:lumMod val="10000"/>
                </a:schemeClr>
              </a:solidFill>
            </a:endParaRPr>
          </a:p>
          <a:p>
            <a:pPr indent="-342900" defTabSz="381000">
              <a:lnSpc>
                <a:spcPct val="150000"/>
              </a:lnSpc>
              <a:buClr>
                <a:schemeClr val="folHlink"/>
              </a:buClr>
              <a:buSzPct val="60000"/>
            </a:pPr>
            <a:r>
              <a:rPr lang="en-US" altLang="zh-CN" sz="1600" b="1" dirty="0">
                <a:solidFill>
                  <a:schemeClr val="accent5">
                    <a:lumMod val="10000"/>
                  </a:schemeClr>
                </a:solidFill>
              </a:rPr>
              <a:t>    &lt;property name="</a:t>
            </a:r>
            <a:r>
              <a:rPr lang="en-US" altLang="zh-CN" sz="1600" b="1" dirty="0" err="1">
                <a:solidFill>
                  <a:srgbClr val="FF0000"/>
                </a:solidFill>
              </a:rPr>
              <a:t>sqlSessionFactory</a:t>
            </a:r>
            <a:r>
              <a:rPr lang="en-US" altLang="zh-CN" sz="1600" b="1" dirty="0">
                <a:solidFill>
                  <a:srgbClr val="FF0000"/>
                </a:solidFill>
              </a:rPr>
              <a:t>" </a:t>
            </a:r>
            <a:r>
              <a:rPr lang="en-US" altLang="zh-CN" sz="1600" b="1" dirty="0">
                <a:solidFill>
                  <a:schemeClr val="accent5">
                    <a:lumMod val="10000"/>
                  </a:schemeClr>
                </a:solidFill>
              </a:rPr>
              <a:t>ref="</a:t>
            </a:r>
            <a:r>
              <a:rPr lang="en-US" altLang="zh-CN" sz="1600" b="1" dirty="0" err="1">
                <a:solidFill>
                  <a:schemeClr val="accent5">
                    <a:lumMod val="10000"/>
                  </a:schemeClr>
                </a:solidFill>
              </a:rPr>
              <a:t>sqlSessionFactory</a:t>
            </a:r>
            <a:r>
              <a:rPr lang="en-US" altLang="zh-CN" sz="1600" b="1" dirty="0">
                <a:solidFill>
                  <a:schemeClr val="accent5">
                    <a:lumMod val="10000"/>
                  </a:schemeClr>
                </a:solidFill>
              </a:rPr>
              <a:t>"/&gt;</a:t>
            </a:r>
            <a:endParaRPr lang="zh-CN" altLang="zh-CN" sz="1600" b="1" dirty="0">
              <a:solidFill>
                <a:schemeClr val="accent5">
                  <a:lumMod val="10000"/>
                </a:schemeClr>
              </a:solidFill>
            </a:endParaRPr>
          </a:p>
          <a:p>
            <a:pPr indent="-342900" defTabSz="381000">
              <a:lnSpc>
                <a:spcPct val="150000"/>
              </a:lnSpc>
              <a:buClr>
                <a:schemeClr val="folHlink"/>
              </a:buClr>
              <a:buSzPct val="60000"/>
            </a:pPr>
            <a:r>
              <a:rPr lang="en-US" altLang="zh-CN" sz="1600" b="1" dirty="0">
                <a:solidFill>
                  <a:schemeClr val="accent5">
                    <a:lumMod val="10000"/>
                  </a:schemeClr>
                </a:solidFill>
              </a:rPr>
              <a:t>&lt;/bean&gt;</a:t>
            </a:r>
          </a:p>
        </p:txBody>
      </p:sp>
      <p:sp>
        <p:nvSpPr>
          <p:cNvPr id="13" name="矩形标注 12"/>
          <p:cNvSpPr/>
          <p:nvPr/>
        </p:nvSpPr>
        <p:spPr bwMode="auto">
          <a:xfrm>
            <a:off x="6228184" y="2199660"/>
            <a:ext cx="2880320" cy="300082"/>
          </a:xfrm>
          <a:prstGeom prst="wedgeRectCallout">
            <a:avLst>
              <a:gd name="adj1" fmla="val -49910"/>
              <a:gd name="adj2" fmla="val 21933"/>
            </a:avLst>
          </a:prstGeom>
          <a:solidFill>
            <a:srgbClr val="009ADA"/>
          </a:solidFill>
          <a:ln w="38100"/>
        </p:spPr>
        <p:style>
          <a:lnRef idx="3">
            <a:schemeClr val="lt1"/>
          </a:lnRef>
          <a:fillRef idx="1">
            <a:schemeClr val="accent1"/>
          </a:fillRef>
          <a:effectRef idx="1">
            <a:schemeClr val="accent1"/>
          </a:effectRef>
          <a:fontRef idx="minor">
            <a:schemeClr val="lt1"/>
          </a:fontRef>
        </p:style>
        <p:txBody>
          <a:bodyPr wrap="square">
            <a:spAutoFit/>
          </a:bodyPr>
          <a:lstStyle/>
          <a:p>
            <a:pPr marL="224155" indent="-224155" algn="ctr" fontAlgn="base"/>
            <a:r>
              <a:rPr lang="zh-CN" altLang="zh-CN" sz="1350" b="1" dirty="0">
                <a:solidFill>
                  <a:schemeClr val="bg1"/>
                </a:solidFill>
                <a:ea typeface="黑体" panose="02010609060101010101" pitchFamily="49" charset="-122"/>
              </a:rPr>
              <a:t>指定映射器，只能是接口类型</a:t>
            </a:r>
            <a:endParaRPr lang="zh-CN" altLang="en-US" sz="1350" b="1" dirty="0">
              <a:solidFill>
                <a:schemeClr val="bg1"/>
              </a:solidFill>
              <a:ea typeface="黑体" panose="02010609060101010101" pitchFamily="49" charset="-122"/>
            </a:endParaRPr>
          </a:p>
        </p:txBody>
      </p:sp>
      <p:sp>
        <p:nvSpPr>
          <p:cNvPr id="14" name="Rectangle 5"/>
          <p:cNvSpPr>
            <a:spLocks noChangeArrowheads="1"/>
          </p:cNvSpPr>
          <p:nvPr/>
        </p:nvSpPr>
        <p:spPr bwMode="auto">
          <a:xfrm>
            <a:off x="683568" y="3414069"/>
            <a:ext cx="7662439" cy="215504"/>
          </a:xfrm>
          <a:prstGeom prst="rect">
            <a:avLst/>
          </a:prstGeom>
          <a:solidFill>
            <a:srgbClr val="FFDDDD">
              <a:alpha val="10196"/>
            </a:srgbClr>
          </a:solidFill>
          <a:ln w="28575" algn="ctr">
            <a:solidFill>
              <a:srgbClr val="C00000"/>
            </a:solidFill>
            <a:miter lim="800000"/>
            <a:headEnd/>
            <a:tailEnd/>
          </a:ln>
        </p:spPr>
        <p:txBody>
          <a:bodyPr wrap="none" anchor="ctr"/>
          <a:lstStyle/>
          <a:p>
            <a:endParaRPr lang="zh-CN" altLang="en-US">
              <a:solidFill>
                <a:srgbClr val="FF0000"/>
              </a:solidFill>
            </a:endParaRPr>
          </a:p>
        </p:txBody>
      </p:sp>
      <p:sp>
        <p:nvSpPr>
          <p:cNvPr id="16" name="Rectangle 5"/>
          <p:cNvSpPr>
            <a:spLocks noChangeArrowheads="1"/>
          </p:cNvSpPr>
          <p:nvPr/>
        </p:nvSpPr>
        <p:spPr bwMode="auto">
          <a:xfrm>
            <a:off x="697720" y="3082294"/>
            <a:ext cx="7114640" cy="215504"/>
          </a:xfrm>
          <a:prstGeom prst="rect">
            <a:avLst/>
          </a:prstGeom>
          <a:solidFill>
            <a:srgbClr val="FFDDDD">
              <a:alpha val="10196"/>
            </a:srgbClr>
          </a:solidFill>
          <a:ln w="28575" algn="ctr">
            <a:solidFill>
              <a:srgbClr val="C00000"/>
            </a:solidFill>
            <a:miter lim="800000"/>
            <a:headEnd/>
            <a:tailEnd/>
          </a:ln>
        </p:spPr>
        <p:txBody>
          <a:bodyPr wrap="none" anchor="ctr"/>
          <a:lstStyle/>
          <a:p>
            <a:endParaRPr lang="zh-CN" altLang="en-US">
              <a:solidFill>
                <a:srgbClr val="FF0000"/>
              </a:solidFill>
            </a:endParaRPr>
          </a:p>
        </p:txBody>
      </p:sp>
      <p:sp>
        <p:nvSpPr>
          <p:cNvPr id="18" name="矩形标注 17"/>
          <p:cNvSpPr/>
          <p:nvPr/>
        </p:nvSpPr>
        <p:spPr bwMode="auto">
          <a:xfrm>
            <a:off x="5534688" y="3648095"/>
            <a:ext cx="2709720" cy="507831"/>
          </a:xfrm>
          <a:prstGeom prst="wedgeRectCallout">
            <a:avLst>
              <a:gd name="adj1" fmla="val -49910"/>
              <a:gd name="adj2" fmla="val 21933"/>
            </a:avLst>
          </a:prstGeom>
          <a:solidFill>
            <a:srgbClr val="009ADA"/>
          </a:solidFill>
          <a:ln w="38100"/>
        </p:spPr>
        <p:style>
          <a:lnRef idx="3">
            <a:schemeClr val="lt1"/>
          </a:lnRef>
          <a:fillRef idx="1">
            <a:schemeClr val="accent1"/>
          </a:fillRef>
          <a:effectRef idx="1">
            <a:schemeClr val="accent1"/>
          </a:effectRef>
          <a:fontRef idx="minor">
            <a:schemeClr val="lt1"/>
          </a:fontRef>
        </p:style>
        <p:txBody>
          <a:bodyPr wrap="square">
            <a:spAutoFit/>
          </a:bodyPr>
          <a:lstStyle/>
          <a:p>
            <a:pPr marL="224155" indent="-224155" algn="ctr" fontAlgn="base"/>
            <a:r>
              <a:rPr lang="zh-CN" altLang="zh-CN" sz="1350" b="1" dirty="0">
                <a:solidFill>
                  <a:schemeClr val="bg1"/>
                </a:solidFill>
                <a:ea typeface="黑体" panose="02010609060101010101" pitchFamily="49" charset="-122"/>
              </a:rPr>
              <a:t>注入</a:t>
            </a:r>
            <a:r>
              <a:rPr lang="en-US" altLang="zh-CN" sz="1350" b="1" dirty="0" err="1">
                <a:solidFill>
                  <a:schemeClr val="bg1"/>
                </a:solidFill>
                <a:ea typeface="黑体" panose="02010609060101010101" pitchFamily="49" charset="-122"/>
              </a:rPr>
              <a:t>SqlSessionFactory</a:t>
            </a:r>
            <a:r>
              <a:rPr lang="zh-CN" altLang="zh-CN" sz="1350" b="1" dirty="0">
                <a:solidFill>
                  <a:schemeClr val="bg1"/>
                </a:solidFill>
                <a:ea typeface="黑体" panose="02010609060101010101" pitchFamily="49" charset="-122"/>
              </a:rPr>
              <a:t>以</a:t>
            </a:r>
            <a:r>
              <a:rPr lang="zh-CN" altLang="en-US" sz="1350" b="1" dirty="0">
                <a:solidFill>
                  <a:schemeClr val="bg1"/>
                </a:solidFill>
                <a:ea typeface="黑体" panose="02010609060101010101" pitchFamily="49" charset="-122"/>
              </a:rPr>
              <a:t>提供</a:t>
            </a:r>
            <a:r>
              <a:rPr lang="en-US" altLang="zh-CN" sz="1350" b="1" dirty="0" err="1">
                <a:solidFill>
                  <a:schemeClr val="bg1"/>
                </a:solidFill>
                <a:ea typeface="黑体" panose="02010609060101010101" pitchFamily="49" charset="-122"/>
              </a:rPr>
              <a:t>SqlSessionTemplate</a:t>
            </a:r>
            <a:r>
              <a:rPr lang="zh-CN" altLang="zh-CN" sz="1350" b="1" dirty="0">
                <a:solidFill>
                  <a:schemeClr val="bg1"/>
                </a:solidFill>
                <a:ea typeface="黑体" panose="02010609060101010101" pitchFamily="49" charset="-122"/>
              </a:rPr>
              <a:t>实例</a:t>
            </a:r>
            <a:endParaRPr lang="zh-CN" altLang="en-US" sz="1350" b="1" dirty="0">
              <a:solidFill>
                <a:schemeClr val="bg1"/>
              </a:solidFill>
              <a:ea typeface="黑体" panose="02010609060101010101" pitchFamily="49" charset="-122"/>
            </a:endParaRPr>
          </a:p>
        </p:txBody>
      </p:sp>
      <p:grpSp>
        <p:nvGrpSpPr>
          <p:cNvPr id="24" name="组合 23"/>
          <p:cNvGrpSpPr>
            <a:grpSpLocks/>
          </p:cNvGrpSpPr>
          <p:nvPr/>
        </p:nvGrpSpPr>
        <p:grpSpPr bwMode="auto">
          <a:xfrm>
            <a:off x="683568" y="3693784"/>
            <a:ext cx="4176464" cy="954037"/>
            <a:chOff x="1214438" y="3991690"/>
            <a:chExt cx="2814238" cy="2639969"/>
          </a:xfrm>
        </p:grpSpPr>
        <p:sp>
          <p:nvSpPr>
            <p:cNvPr id="25" name="AutoShape 4"/>
            <p:cNvSpPr>
              <a:spLocks noChangeArrowheads="1"/>
            </p:cNvSpPr>
            <p:nvPr/>
          </p:nvSpPr>
          <p:spPr bwMode="auto">
            <a:xfrm>
              <a:off x="1214438" y="4274222"/>
              <a:ext cx="2781300" cy="2357437"/>
            </a:xfrm>
            <a:prstGeom prst="roundRect">
              <a:avLst>
                <a:gd name="adj" fmla="val 1157"/>
              </a:avLst>
            </a:prstGeom>
            <a:solidFill>
              <a:schemeClr val="accent1">
                <a:lumMod val="20000"/>
                <a:lumOff val="80000"/>
              </a:schemeClr>
            </a:solidFill>
            <a:ln w="19050">
              <a:solidFill>
                <a:schemeClr val="accent1"/>
              </a:solidFill>
            </a:ln>
          </p:spPr>
          <p:txBody>
            <a:bodyPr anchor="ctr"/>
            <a:lstStyle/>
            <a:p>
              <a:pPr>
                <a:defRPr/>
              </a:pPr>
              <a:r>
                <a:rPr lang="zh-CN" altLang="zh-CN" sz="2000" b="1" dirty="0">
                  <a:ea typeface="微软雅黑" pitchFamily="34" charset="-122"/>
                </a:rPr>
                <a:t>映射器对应的</a:t>
              </a:r>
              <a:r>
                <a:rPr lang="en-US" altLang="zh-CN" sz="2000" b="1" dirty="0">
                  <a:ea typeface="微软雅黑" pitchFamily="34" charset="-122"/>
                </a:rPr>
                <a:t>SQL</a:t>
              </a:r>
              <a:r>
                <a:rPr lang="zh-CN" altLang="zh-CN" sz="2000" b="1" dirty="0">
                  <a:ea typeface="微软雅黑" pitchFamily="34" charset="-122"/>
                </a:rPr>
                <a:t>映射文件与映射器的类路径相同，该映射文件可以自动被</a:t>
              </a:r>
              <a:r>
                <a:rPr lang="en-US" altLang="zh-CN" sz="2000" b="1" dirty="0" err="1">
                  <a:ea typeface="微软雅黑" pitchFamily="34" charset="-122"/>
                </a:rPr>
                <a:t>MapperFactoryBean</a:t>
              </a:r>
              <a:r>
                <a:rPr lang="zh-CN" altLang="zh-CN" sz="2000" b="1" dirty="0">
                  <a:ea typeface="微软雅黑" pitchFamily="34" charset="-122"/>
                </a:rPr>
                <a:t>解析</a:t>
              </a:r>
              <a:endParaRPr lang="zh-CN" altLang="en-US" sz="2000" b="1" dirty="0">
                <a:ea typeface="微软雅黑" pitchFamily="34" charset="-122"/>
              </a:endParaRPr>
            </a:p>
          </p:txBody>
        </p:sp>
        <p:sp>
          <p:nvSpPr>
            <p:cNvPr id="26" name="AutoShape 4"/>
            <p:cNvSpPr>
              <a:spLocks noChangeArrowheads="1"/>
            </p:cNvSpPr>
            <p:nvPr/>
          </p:nvSpPr>
          <p:spPr bwMode="gray">
            <a:xfrm>
              <a:off x="3805575" y="3991690"/>
              <a:ext cx="223101" cy="830966"/>
            </a:xfrm>
            <a:prstGeom prst="ellipse">
              <a:avLst/>
            </a:prstGeom>
            <a:solidFill>
              <a:schemeClr val="bg1"/>
            </a:solidFill>
            <a:ln w="19050">
              <a:solidFill>
                <a:schemeClr val="accent1"/>
              </a:solidFill>
              <a:round/>
              <a:headEnd/>
              <a:tailEnd/>
            </a:ln>
          </p:spPr>
          <p:txBody>
            <a:bodyPr anchor="ctr"/>
            <a:lstStyle/>
            <a:p>
              <a:pPr algn="ctr"/>
              <a:r>
                <a:rPr lang="en-US" altLang="zh-CN" sz="2000" b="1" dirty="0">
                  <a:solidFill>
                    <a:srgbClr val="0C83B8"/>
                  </a:solidFill>
                  <a:latin typeface="微软雅黑" pitchFamily="34" charset="-122"/>
                  <a:ea typeface="微软雅黑" pitchFamily="34" charset="-122"/>
                </a:rPr>
                <a:t>!</a:t>
              </a:r>
            </a:p>
          </p:txBody>
        </p:sp>
      </p:grpSp>
      <p:grpSp>
        <p:nvGrpSpPr>
          <p:cNvPr id="23" name="组合 22"/>
          <p:cNvGrpSpPr/>
          <p:nvPr/>
        </p:nvGrpSpPr>
        <p:grpSpPr>
          <a:xfrm>
            <a:off x="758358" y="4670790"/>
            <a:ext cx="7750956" cy="625878"/>
            <a:chOff x="1312793" y="3795886"/>
            <a:chExt cx="5805664" cy="507633"/>
          </a:xfrm>
        </p:grpSpPr>
        <p:sp>
          <p:nvSpPr>
            <p:cNvPr id="27" name="圆角矩形 26"/>
            <p:cNvSpPr/>
            <p:nvPr/>
          </p:nvSpPr>
          <p:spPr bwMode="auto">
            <a:xfrm>
              <a:off x="1403648" y="3795886"/>
              <a:ext cx="500044"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a:p>
          </p:txBody>
        </p:sp>
        <p:sp>
          <p:nvSpPr>
            <p:cNvPr id="28" name="圆角矩形 27"/>
            <p:cNvSpPr/>
            <p:nvPr/>
          </p:nvSpPr>
          <p:spPr bwMode="auto">
            <a:xfrm>
              <a:off x="1975126" y="3795886"/>
              <a:ext cx="5143330"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a:p>
          </p:txBody>
        </p:sp>
        <p:pic>
          <p:nvPicPr>
            <p:cNvPr id="29" name="Picture 8" descr="说话气泡ne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2793" y="3820100"/>
              <a:ext cx="571479" cy="256555"/>
            </a:xfrm>
            <a:prstGeom prst="rect">
              <a:avLst/>
            </a:prstGeom>
            <a:noFill/>
            <a:ln>
              <a:noFill/>
            </a:ln>
            <a:effectLst>
              <a:prstShdw prst="shdw13" dist="12700" dir="10800000">
                <a:srgbClr val="0099FF">
                  <a:alpha val="50000"/>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TextBox 29"/>
            <p:cNvSpPr txBox="1"/>
            <p:nvPr/>
          </p:nvSpPr>
          <p:spPr bwMode="auto">
            <a:xfrm>
              <a:off x="1688953" y="3829223"/>
              <a:ext cx="5429504" cy="474296"/>
            </a:xfrm>
            <a:prstGeom prst="rect">
              <a:avLst/>
            </a:prstGeom>
            <a:noFill/>
            <a:effectLst/>
          </p:spPr>
          <p:txBody>
            <a:bodyPr wrap="square">
              <a:spAutoFit/>
            </a:bodyPr>
            <a:lstStyle/>
            <a:p>
              <a:pPr algn="ctr">
                <a:defRPr/>
              </a:pPr>
              <a:r>
                <a:rPr lang="zh-CN" altLang="en-US" sz="1600" b="1" spc="300" dirty="0">
                  <a:solidFill>
                    <a:srgbClr val="FBFFFE"/>
                  </a:solidFill>
                  <a:latin typeface="微软雅黑" pitchFamily="34" charset="-122"/>
                  <a:ea typeface="微软雅黑" pitchFamily="34" charset="-122"/>
                </a:rPr>
                <a:t>演示示例</a:t>
              </a:r>
              <a:r>
                <a:rPr lang="en-US" altLang="zh-CN" sz="1600" b="1" spc="300" dirty="0">
                  <a:solidFill>
                    <a:srgbClr val="FBFFFE"/>
                  </a:solidFill>
                  <a:latin typeface="微软雅黑" pitchFamily="34" charset="-122"/>
                  <a:ea typeface="微软雅黑" pitchFamily="34" charset="-122"/>
                </a:rPr>
                <a:t>2</a:t>
              </a:r>
              <a:r>
                <a:rPr lang="zh-CN" altLang="en-US" sz="1600" b="1" spc="300" dirty="0">
                  <a:solidFill>
                    <a:srgbClr val="FBFFFE"/>
                  </a:solidFill>
                  <a:latin typeface="微软雅黑" pitchFamily="34" charset="-122"/>
                  <a:ea typeface="微软雅黑" pitchFamily="34" charset="-122"/>
                </a:rPr>
                <a:t>：使用</a:t>
              </a:r>
              <a:r>
                <a:rPr lang="en-US" altLang="zh-CN" sz="1600" b="1" spc="300" dirty="0" err="1">
                  <a:solidFill>
                    <a:srgbClr val="FBFFFE"/>
                  </a:solidFill>
                  <a:latin typeface="微软雅黑" pitchFamily="34" charset="-122"/>
                  <a:ea typeface="微软雅黑" pitchFamily="34" charset="-122"/>
                </a:rPr>
                <a:t>MapperFactoryBean</a:t>
              </a:r>
              <a:r>
                <a:rPr lang="zh-CN" altLang="en-US" sz="1600" b="1" spc="300" dirty="0">
                  <a:solidFill>
                    <a:srgbClr val="FBFFFE"/>
                  </a:solidFill>
                  <a:latin typeface="微软雅黑" pitchFamily="34" charset="-122"/>
                  <a:ea typeface="微软雅黑" pitchFamily="34" charset="-122"/>
                </a:rPr>
                <a:t>注入映射器（</a:t>
              </a:r>
              <a:r>
                <a:rPr lang="en-US" altLang="zh-CN" sz="1600" b="1" spc="300" dirty="0">
                  <a:solidFill>
                    <a:srgbClr val="FBFFFE"/>
                  </a:solidFill>
                  <a:latin typeface="微软雅黑" pitchFamily="34" charset="-122"/>
                  <a:ea typeface="微软雅黑" pitchFamily="34" charset="-122"/>
                </a:rPr>
                <a:t>C06-03</a:t>
              </a:r>
              <a:r>
                <a:rPr lang="zh-CN" altLang="en-US" sz="1600" b="1" spc="300" dirty="0">
                  <a:solidFill>
                    <a:srgbClr val="FBFFFE"/>
                  </a:solidFill>
                  <a:latin typeface="微软雅黑" pitchFamily="34" charset="-122"/>
                  <a:ea typeface="微软雅黑" pitchFamily="34" charset="-122"/>
                </a:rPr>
                <a:t>）</a:t>
              </a:r>
            </a:p>
          </p:txBody>
        </p:sp>
      </p:grpSp>
      <p:cxnSp>
        <p:nvCxnSpPr>
          <p:cNvPr id="31" name="直接箭头连接符 30"/>
          <p:cNvCxnSpPr>
            <a:endCxn id="18" idx="4"/>
          </p:cNvCxnSpPr>
          <p:nvPr/>
        </p:nvCxnSpPr>
        <p:spPr>
          <a:xfrm>
            <a:off x="4514787" y="3693784"/>
            <a:ext cx="1022340" cy="319609"/>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32" name="直接箭头连接符 31"/>
          <p:cNvCxnSpPr>
            <a:endCxn id="13" idx="4"/>
          </p:cNvCxnSpPr>
          <p:nvPr/>
        </p:nvCxnSpPr>
        <p:spPr>
          <a:xfrm flipV="1">
            <a:off x="4608004" y="2415518"/>
            <a:ext cx="1622772" cy="666776"/>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
        <p:nvSpPr>
          <p:cNvPr id="4" name="灯片编号占位符 3"/>
          <p:cNvSpPr>
            <a:spLocks noGrp="1"/>
          </p:cNvSpPr>
          <p:nvPr>
            <p:ph type="sldNum" sz="quarter" idx="12"/>
          </p:nvPr>
        </p:nvSpPr>
        <p:spPr>
          <a:xfrm>
            <a:off x="6542856" y="4697142"/>
            <a:ext cx="2133600" cy="274637"/>
          </a:xfrm>
        </p:spPr>
        <p:txBody>
          <a:bodyPr/>
          <a:lstStyle/>
          <a:p>
            <a:fld id="{0C913308-F349-4B6D-A68A-DD1791B4A57B}" type="slidenum">
              <a:rPr lang="zh-CN" altLang="en-US" smtClean="0"/>
              <a:pPr/>
              <a:t>16</a:t>
            </a:fld>
            <a:r>
              <a:rPr lang="zh-CN" altLang="en-US" dirty="0"/>
              <a:t>/</a:t>
            </a:r>
            <a:r>
              <a:rPr lang="en-US" altLang="zh-CN" dirty="0"/>
              <a:t>33</a:t>
            </a:r>
          </a:p>
        </p:txBody>
      </p:sp>
    </p:spTree>
    <p:extLst>
      <p:ext uri="{BB962C8B-B14F-4D97-AF65-F5344CB8AC3E}">
        <p14:creationId xmlns:p14="http://schemas.microsoft.com/office/powerpoint/2010/main" val="3444759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par>
                                <p:cTn id="13" presetID="22" presetClass="entr" presetSubtype="8"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wipe(left)">
                                      <p:cBhvr>
                                        <p:cTn id="15" dur="500"/>
                                        <p:tgtEl>
                                          <p:spTgt spid="32"/>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500"/>
                                        <p:tgtEl>
                                          <p:spTgt spid="14"/>
                                        </p:tgtEl>
                                      </p:cBhvr>
                                    </p:animEffect>
                                  </p:childTnLst>
                                </p:cTn>
                              </p:par>
                              <p:par>
                                <p:cTn id="25" presetID="22" presetClass="entr" presetSubtype="8" fill="hold" nodeType="with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left)">
                                      <p:cBhvr>
                                        <p:cTn id="27" dur="500"/>
                                        <p:tgtEl>
                                          <p:spTgt spid="31"/>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left)">
                                      <p:cBhvr>
                                        <p:cTn id="31" dur="500"/>
                                        <p:tgtEl>
                                          <p:spTgt spid="18"/>
                                        </p:tgtEl>
                                      </p:cBhvr>
                                    </p:animEffect>
                                  </p:childTnLst>
                                </p:cTn>
                              </p:par>
                            </p:childTnLst>
                          </p:cTn>
                        </p:par>
                        <p:par>
                          <p:cTn id="32" fill="hold">
                            <p:stCondLst>
                              <p:cond delay="1000"/>
                            </p:stCondLst>
                            <p:childTnLst>
                              <p:par>
                                <p:cTn id="33" presetID="22" presetClass="entr" presetSubtype="8" fill="hold" nodeType="after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left)">
                                      <p:cBhvr>
                                        <p:cTn id="3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实现</a:t>
            </a:r>
            <a:r>
              <a:rPr lang="en-US" dirty="0"/>
              <a:t>Spring</a:t>
            </a:r>
            <a:r>
              <a:rPr lang="zh-CN" altLang="en-US" dirty="0"/>
              <a:t>和</a:t>
            </a:r>
            <a:r>
              <a:rPr lang="en-US" dirty="0" err="1"/>
              <a:t>MyBatis</a:t>
            </a:r>
            <a:r>
              <a:rPr lang="zh-CN" altLang="en-US" dirty="0"/>
              <a:t>整合</a:t>
            </a:r>
          </a:p>
        </p:txBody>
      </p:sp>
      <p:sp>
        <p:nvSpPr>
          <p:cNvPr id="3" name="内容占位符 2"/>
          <p:cNvSpPr>
            <a:spLocks noGrp="1"/>
          </p:cNvSpPr>
          <p:nvPr>
            <p:ph idx="1"/>
          </p:nvPr>
        </p:nvSpPr>
        <p:spPr>
          <a:xfrm>
            <a:off x="677545" y="905867"/>
            <a:ext cx="8214935" cy="3394075"/>
          </a:xfrm>
        </p:spPr>
        <p:txBody>
          <a:bodyPr/>
          <a:lstStyle/>
          <a:p>
            <a:r>
              <a:rPr lang="zh-CN" altLang="en-US" sz="2000" dirty="0"/>
              <a:t>若</a:t>
            </a:r>
            <a:r>
              <a:rPr lang="zh-CN" altLang="zh-CN" sz="2000" dirty="0"/>
              <a:t>映射器很多的话，相应的配置项也会很多</a:t>
            </a:r>
            <a:r>
              <a:rPr lang="zh-CN" altLang="en-US" sz="2000" dirty="0"/>
              <a:t>，如何简化配置工作量？</a:t>
            </a:r>
            <a:endParaRPr lang="en-US" altLang="zh-CN" sz="2000" dirty="0"/>
          </a:p>
          <a:p>
            <a:pPr lvl="2"/>
            <a:endParaRPr lang="en-US" altLang="zh-CN" sz="1400" dirty="0"/>
          </a:p>
          <a:p>
            <a:r>
              <a:rPr lang="en-US" altLang="zh-CN" sz="2000" dirty="0" err="1">
                <a:solidFill>
                  <a:srgbClr val="FF0000"/>
                </a:solidFill>
              </a:rPr>
              <a:t>MapperScannerConfigurer</a:t>
            </a:r>
            <a:endParaRPr lang="en-US" altLang="zh-CN" sz="2000" dirty="0">
              <a:solidFill>
                <a:srgbClr val="FF0000"/>
              </a:solidFill>
            </a:endParaRPr>
          </a:p>
          <a:p>
            <a:pPr lvl="1"/>
            <a:r>
              <a:rPr lang="zh-CN" altLang="en-US" sz="1800" dirty="0"/>
              <a:t>自动</a:t>
            </a:r>
            <a:r>
              <a:rPr lang="zh-CN" altLang="zh-CN" sz="1800" dirty="0"/>
              <a:t>扫描指定包</a:t>
            </a:r>
            <a:r>
              <a:rPr lang="zh-CN" altLang="en-US" sz="1800" dirty="0"/>
              <a:t>下的</a:t>
            </a:r>
            <a:r>
              <a:rPr lang="en-US" altLang="zh-CN" sz="1800" dirty="0"/>
              <a:t>Mapper</a:t>
            </a:r>
            <a:r>
              <a:rPr lang="zh-CN" altLang="zh-CN" sz="1800" dirty="0"/>
              <a:t>接口</a:t>
            </a:r>
            <a:r>
              <a:rPr lang="zh-CN" altLang="en-US" sz="1800" dirty="0"/>
              <a:t>，</a:t>
            </a:r>
            <a:r>
              <a:rPr lang="zh-CN" altLang="zh-CN" sz="1800" dirty="0"/>
              <a:t>并将它们直接注册为</a:t>
            </a:r>
            <a:r>
              <a:rPr lang="en-US" altLang="zh-CN" sz="1800" dirty="0" err="1"/>
              <a:t>MapperFactoryBean</a:t>
            </a:r>
            <a:endParaRPr lang="en-US" altLang="zh-CN" sz="1800" dirty="0"/>
          </a:p>
          <a:p>
            <a:endParaRPr lang="en-US" altLang="zh-CN" dirty="0"/>
          </a:p>
          <a:p>
            <a:endParaRPr lang="en-US" altLang="zh-CN" dirty="0"/>
          </a:p>
        </p:txBody>
      </p:sp>
      <p:sp>
        <p:nvSpPr>
          <p:cNvPr id="29" name="AutoShape 5"/>
          <p:cNvSpPr>
            <a:spLocks noChangeArrowheads="1"/>
          </p:cNvSpPr>
          <p:nvPr/>
        </p:nvSpPr>
        <p:spPr bwMode="auto">
          <a:xfrm>
            <a:off x="1348922" y="3371308"/>
            <a:ext cx="7056784" cy="830997"/>
          </a:xfrm>
          <a:prstGeom prst="roundRect">
            <a:avLst>
              <a:gd name="adj" fmla="val 0"/>
            </a:avLst>
          </a:prstGeom>
          <a:solidFill>
            <a:srgbClr val="EDF5FD"/>
          </a:solidFill>
          <a:ln w="38100" cap="flat" cmpd="sng" algn="ctr">
            <a:solidFill>
              <a:srgbClr val="0099D8"/>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indent="-342900" defTabSz="381000">
              <a:buClr>
                <a:schemeClr val="folHlink"/>
              </a:buClr>
              <a:buSzPct val="60000"/>
            </a:pPr>
            <a:r>
              <a:rPr lang="en-US" altLang="zh-CN" sz="1600" b="1" dirty="0">
                <a:solidFill>
                  <a:schemeClr val="accent5">
                    <a:lumMod val="10000"/>
                  </a:schemeClr>
                </a:solidFill>
              </a:rPr>
              <a:t>&lt;bean class="</a:t>
            </a:r>
            <a:r>
              <a:rPr lang="en-US" altLang="zh-CN" sz="1600" b="1" dirty="0" err="1">
                <a:solidFill>
                  <a:schemeClr val="accent5">
                    <a:lumMod val="10000"/>
                  </a:schemeClr>
                </a:solidFill>
              </a:rPr>
              <a:t>org.mybatis.spring.mapper.MapperScannerConfigurer</a:t>
            </a:r>
            <a:r>
              <a:rPr lang="en-US" altLang="zh-CN" sz="1600" b="1" dirty="0">
                <a:solidFill>
                  <a:schemeClr val="accent5">
                    <a:lumMod val="10000"/>
                  </a:schemeClr>
                </a:solidFill>
              </a:rPr>
              <a:t>"&gt;</a:t>
            </a:r>
            <a:endParaRPr lang="zh-CN" altLang="zh-CN" sz="1600" b="1" dirty="0">
              <a:solidFill>
                <a:schemeClr val="accent5">
                  <a:lumMod val="10000"/>
                </a:schemeClr>
              </a:solidFill>
            </a:endParaRPr>
          </a:p>
          <a:p>
            <a:pPr indent="-342900" defTabSz="381000">
              <a:buClr>
                <a:schemeClr val="folHlink"/>
              </a:buClr>
              <a:buSzPct val="60000"/>
            </a:pPr>
            <a:r>
              <a:rPr lang="en-US" altLang="zh-CN" sz="1600" b="1" dirty="0">
                <a:solidFill>
                  <a:schemeClr val="accent5">
                    <a:lumMod val="10000"/>
                  </a:schemeClr>
                </a:solidFill>
              </a:rPr>
              <a:t>    &lt;property name="</a:t>
            </a:r>
            <a:r>
              <a:rPr lang="en-US" altLang="zh-CN" sz="1600" b="1" dirty="0" err="1">
                <a:solidFill>
                  <a:schemeClr val="accent5">
                    <a:lumMod val="10000"/>
                  </a:schemeClr>
                </a:solidFill>
              </a:rPr>
              <a:t>basePackage</a:t>
            </a:r>
            <a:r>
              <a:rPr lang="en-US" altLang="zh-CN" sz="1600" b="1" dirty="0">
                <a:solidFill>
                  <a:schemeClr val="accent5">
                    <a:lumMod val="10000"/>
                  </a:schemeClr>
                </a:solidFill>
              </a:rPr>
              <a:t>" value="</a:t>
            </a:r>
            <a:r>
              <a:rPr lang="en-US" altLang="zh-CN" sz="1600" b="1" dirty="0" err="1">
                <a:solidFill>
                  <a:schemeClr val="accent5">
                    <a:lumMod val="10000"/>
                  </a:schemeClr>
                </a:solidFill>
              </a:rPr>
              <a:t>cn.smbms.dao</a:t>
            </a:r>
            <a:r>
              <a:rPr lang="en-US" altLang="zh-CN" sz="1600" b="1" dirty="0">
                <a:solidFill>
                  <a:schemeClr val="accent5">
                    <a:lumMod val="10000"/>
                  </a:schemeClr>
                </a:solidFill>
              </a:rPr>
              <a:t>" /&gt;</a:t>
            </a:r>
            <a:endParaRPr lang="zh-CN" altLang="zh-CN" sz="1600" b="1" dirty="0">
              <a:solidFill>
                <a:schemeClr val="accent5">
                  <a:lumMod val="10000"/>
                </a:schemeClr>
              </a:solidFill>
            </a:endParaRPr>
          </a:p>
          <a:p>
            <a:pPr indent="-342900" defTabSz="381000">
              <a:buClr>
                <a:schemeClr val="folHlink"/>
              </a:buClr>
              <a:buSzPct val="60000"/>
            </a:pPr>
            <a:r>
              <a:rPr lang="en-US" altLang="zh-CN" sz="1600" b="1" dirty="0">
                <a:solidFill>
                  <a:schemeClr val="accent5">
                    <a:lumMod val="10000"/>
                  </a:schemeClr>
                </a:solidFill>
              </a:rPr>
              <a:t>&lt;/bean&gt;</a:t>
            </a:r>
          </a:p>
        </p:txBody>
      </p:sp>
      <p:sp>
        <p:nvSpPr>
          <p:cNvPr id="30" name="Rectangle 5"/>
          <p:cNvSpPr>
            <a:spLocks noChangeArrowheads="1"/>
          </p:cNvSpPr>
          <p:nvPr/>
        </p:nvSpPr>
        <p:spPr bwMode="auto">
          <a:xfrm>
            <a:off x="2915816" y="3696020"/>
            <a:ext cx="1571476" cy="171354"/>
          </a:xfrm>
          <a:prstGeom prst="rect">
            <a:avLst/>
          </a:prstGeom>
          <a:solidFill>
            <a:srgbClr val="FFDDDD">
              <a:alpha val="10196"/>
            </a:srgbClr>
          </a:solidFill>
          <a:ln w="28575" algn="ctr">
            <a:solidFill>
              <a:srgbClr val="C00000"/>
            </a:solidFill>
            <a:miter lim="800000"/>
            <a:headEnd/>
            <a:tailEnd/>
          </a:ln>
        </p:spPr>
        <p:txBody>
          <a:bodyPr wrap="none" anchor="ctr"/>
          <a:lstStyle/>
          <a:p>
            <a:endParaRPr lang="zh-CN" altLang="en-US">
              <a:solidFill>
                <a:srgbClr val="FF0000"/>
              </a:solidFill>
            </a:endParaRPr>
          </a:p>
        </p:txBody>
      </p:sp>
      <p:sp>
        <p:nvSpPr>
          <p:cNvPr id="31" name="矩形标注 30"/>
          <p:cNvSpPr/>
          <p:nvPr/>
        </p:nvSpPr>
        <p:spPr bwMode="auto">
          <a:xfrm>
            <a:off x="5997810" y="4071868"/>
            <a:ext cx="1845624" cy="300082"/>
          </a:xfrm>
          <a:prstGeom prst="wedgeRectCallout">
            <a:avLst>
              <a:gd name="adj1" fmla="val -49910"/>
              <a:gd name="adj2" fmla="val 21933"/>
            </a:avLst>
          </a:prstGeom>
          <a:solidFill>
            <a:srgbClr val="009ADA"/>
          </a:solidFill>
          <a:ln w="38100"/>
        </p:spPr>
        <p:style>
          <a:lnRef idx="3">
            <a:schemeClr val="lt1"/>
          </a:lnRef>
          <a:fillRef idx="1">
            <a:schemeClr val="accent1"/>
          </a:fillRef>
          <a:effectRef idx="1">
            <a:schemeClr val="accent1"/>
          </a:effectRef>
          <a:fontRef idx="minor">
            <a:schemeClr val="lt1"/>
          </a:fontRef>
        </p:style>
        <p:txBody>
          <a:bodyPr wrap="square">
            <a:spAutoFit/>
          </a:bodyPr>
          <a:lstStyle/>
          <a:p>
            <a:pPr marL="224155" indent="-224155" algn="ctr" fontAlgn="base"/>
            <a:r>
              <a:rPr lang="zh-CN" altLang="zh-CN" sz="1350" b="1" dirty="0">
                <a:solidFill>
                  <a:schemeClr val="bg1"/>
                </a:solidFill>
                <a:ea typeface="黑体" panose="02010609060101010101" pitchFamily="49" charset="-122"/>
              </a:rPr>
              <a:t>指定扫描的基准包</a:t>
            </a:r>
            <a:endParaRPr lang="zh-CN" altLang="en-US" sz="1350" b="1" dirty="0">
              <a:solidFill>
                <a:schemeClr val="bg1"/>
              </a:solidFill>
              <a:ea typeface="黑体" panose="02010609060101010101" pitchFamily="49" charset="-122"/>
            </a:endParaRPr>
          </a:p>
        </p:txBody>
      </p:sp>
      <p:sp>
        <p:nvSpPr>
          <p:cNvPr id="33" name="Rectangle 5"/>
          <p:cNvSpPr>
            <a:spLocks noChangeArrowheads="1"/>
          </p:cNvSpPr>
          <p:nvPr/>
        </p:nvSpPr>
        <p:spPr bwMode="auto">
          <a:xfrm>
            <a:off x="2504782" y="3435846"/>
            <a:ext cx="5387900" cy="215504"/>
          </a:xfrm>
          <a:prstGeom prst="rect">
            <a:avLst/>
          </a:prstGeom>
          <a:solidFill>
            <a:srgbClr val="FFDDDD">
              <a:alpha val="10196"/>
            </a:srgbClr>
          </a:solidFill>
          <a:ln w="28575" algn="ctr">
            <a:solidFill>
              <a:srgbClr val="C00000"/>
            </a:solidFill>
            <a:miter lim="800000"/>
            <a:headEnd/>
            <a:tailEnd/>
          </a:ln>
        </p:spPr>
        <p:txBody>
          <a:bodyPr wrap="none" anchor="ctr"/>
          <a:lstStyle/>
          <a:p>
            <a:endParaRPr lang="zh-CN" altLang="en-US">
              <a:solidFill>
                <a:srgbClr val="FF0000"/>
              </a:solidFill>
            </a:endParaRPr>
          </a:p>
        </p:txBody>
      </p:sp>
      <p:sp>
        <p:nvSpPr>
          <p:cNvPr id="34" name="矩形标注 33"/>
          <p:cNvSpPr/>
          <p:nvPr/>
        </p:nvSpPr>
        <p:spPr bwMode="auto">
          <a:xfrm>
            <a:off x="1187624" y="2499742"/>
            <a:ext cx="4960565" cy="715581"/>
          </a:xfrm>
          <a:prstGeom prst="wedgeRectCallout">
            <a:avLst>
              <a:gd name="adj1" fmla="val -49910"/>
              <a:gd name="adj2" fmla="val 21933"/>
            </a:avLst>
          </a:prstGeom>
          <a:solidFill>
            <a:srgbClr val="009ADA"/>
          </a:solidFill>
          <a:ln w="38100"/>
        </p:spPr>
        <p:style>
          <a:lnRef idx="3">
            <a:schemeClr val="lt1"/>
          </a:lnRef>
          <a:fillRef idx="1">
            <a:schemeClr val="accent1"/>
          </a:fillRef>
          <a:effectRef idx="1">
            <a:schemeClr val="accent1"/>
          </a:effectRef>
          <a:fontRef idx="minor">
            <a:schemeClr val="lt1"/>
          </a:fontRef>
        </p:style>
        <p:txBody>
          <a:bodyPr wrap="square">
            <a:spAutoFit/>
          </a:bodyPr>
          <a:lstStyle/>
          <a:p>
            <a:pPr marL="224155" indent="-224155" algn="ctr" fontAlgn="base"/>
            <a:r>
              <a:rPr lang="en-US" altLang="zh-CN" sz="1350" b="1" dirty="0" err="1">
                <a:solidFill>
                  <a:schemeClr val="bg1"/>
                </a:solidFill>
                <a:ea typeface="黑体" panose="02010609060101010101" pitchFamily="49" charset="-122"/>
              </a:rPr>
              <a:t>MapperScannerConfigurer</a:t>
            </a:r>
            <a:r>
              <a:rPr lang="zh-CN" altLang="zh-CN" sz="1350" b="1" dirty="0">
                <a:solidFill>
                  <a:schemeClr val="bg1"/>
                </a:solidFill>
                <a:ea typeface="黑体" panose="02010609060101010101" pitchFamily="49" charset="-122"/>
              </a:rPr>
              <a:t>递归扫描基准包下所有接口，</a:t>
            </a:r>
            <a:r>
              <a:rPr lang="zh-CN" altLang="en-US" sz="1350" b="1" dirty="0">
                <a:solidFill>
                  <a:schemeClr val="bg1"/>
                </a:solidFill>
                <a:ea typeface="黑体" panose="02010609060101010101" pitchFamily="49" charset="-122"/>
              </a:rPr>
              <a:t>若</a:t>
            </a:r>
            <a:r>
              <a:rPr lang="zh-CN" altLang="zh-CN" sz="1350" b="1" dirty="0">
                <a:solidFill>
                  <a:schemeClr val="bg1"/>
                </a:solidFill>
                <a:ea typeface="黑体" panose="02010609060101010101" pitchFamily="49" charset="-122"/>
              </a:rPr>
              <a:t>它们在</a:t>
            </a:r>
            <a:r>
              <a:rPr lang="en-US" altLang="zh-CN" sz="1350" b="1" dirty="0">
                <a:solidFill>
                  <a:schemeClr val="bg1"/>
                </a:solidFill>
                <a:ea typeface="黑体" panose="02010609060101010101" pitchFamily="49" charset="-122"/>
              </a:rPr>
              <a:t>SQL</a:t>
            </a:r>
            <a:r>
              <a:rPr lang="zh-CN" altLang="zh-CN" sz="1350" b="1" dirty="0">
                <a:solidFill>
                  <a:schemeClr val="bg1"/>
                </a:solidFill>
                <a:ea typeface="黑体" panose="02010609060101010101" pitchFamily="49" charset="-122"/>
              </a:rPr>
              <a:t>映射文件中定义过，则动态注册为</a:t>
            </a:r>
            <a:r>
              <a:rPr lang="en-US" altLang="zh-CN" sz="1350" b="1" dirty="0" err="1">
                <a:solidFill>
                  <a:schemeClr val="bg1"/>
                </a:solidFill>
                <a:ea typeface="黑体" panose="02010609060101010101" pitchFamily="49" charset="-122"/>
              </a:rPr>
              <a:t>MapperFactoryBean</a:t>
            </a:r>
            <a:r>
              <a:rPr lang="zh-CN" altLang="zh-CN" sz="1350" b="1" dirty="0">
                <a:solidFill>
                  <a:schemeClr val="bg1"/>
                </a:solidFill>
                <a:ea typeface="黑体" panose="02010609060101010101" pitchFamily="49" charset="-122"/>
              </a:rPr>
              <a:t>，如此即可批量产生映射器实现类</a:t>
            </a:r>
            <a:endParaRPr lang="zh-CN" altLang="en-US" sz="1350" b="1" dirty="0">
              <a:solidFill>
                <a:schemeClr val="bg1"/>
              </a:solidFill>
              <a:ea typeface="黑体" panose="02010609060101010101" pitchFamily="49" charset="-122"/>
            </a:endParaRPr>
          </a:p>
        </p:txBody>
      </p:sp>
      <p:grpSp>
        <p:nvGrpSpPr>
          <p:cNvPr id="26" name="组合 25"/>
          <p:cNvGrpSpPr/>
          <p:nvPr/>
        </p:nvGrpSpPr>
        <p:grpSpPr>
          <a:xfrm>
            <a:off x="179512" y="808600"/>
            <a:ext cx="436880" cy="549275"/>
            <a:chOff x="314008" y="938530"/>
            <a:chExt cx="436880" cy="549275"/>
          </a:xfrm>
        </p:grpSpPr>
        <p:sp>
          <p:nvSpPr>
            <p:cNvPr id="36" name="TextBox 65"/>
            <p:cNvSpPr txBox="1"/>
            <p:nvPr/>
          </p:nvSpPr>
          <p:spPr>
            <a:xfrm>
              <a:off x="314008" y="1242695"/>
              <a:ext cx="436880" cy="245110"/>
            </a:xfrm>
            <a:prstGeom prst="rect">
              <a:avLst/>
            </a:prstGeom>
            <a:noFill/>
            <a:effectLst/>
          </p:spPr>
          <p:txBody>
            <a:bodyPr wrap="none" rtlCol="0">
              <a:spAutoFit/>
            </a:bodyPr>
            <a:lstStyle/>
            <a:p>
              <a:pPr algn="ctr"/>
              <a:r>
                <a:rPr lang="zh-CN" altLang="en-US" sz="1000" b="1" dirty="0">
                  <a:solidFill>
                    <a:srgbClr val="0099D8"/>
                  </a:solidFill>
                  <a:latin typeface="Arial" panose="020B0604020202020204" pitchFamily="34" charset="0"/>
                  <a:ea typeface="微软雅黑" panose="020B0503020204020204" pitchFamily="34" charset="-122"/>
                </a:rPr>
                <a:t>问题</a:t>
              </a:r>
            </a:p>
          </p:txBody>
        </p:sp>
        <p:pic>
          <p:nvPicPr>
            <p:cNvPr id="37" name="图片 36" descr="疑问 gray"/>
            <p:cNvPicPr>
              <a:picLocks noChangeAspect="1"/>
            </p:cNvPicPr>
            <p:nvPr/>
          </p:nvPicPr>
          <p:blipFill>
            <a:blip r:embed="rId3"/>
            <a:stretch>
              <a:fillRect/>
            </a:stretch>
          </p:blipFill>
          <p:spPr>
            <a:xfrm>
              <a:off x="375285" y="938530"/>
              <a:ext cx="314325" cy="314325"/>
            </a:xfrm>
            <a:prstGeom prst="rect">
              <a:avLst/>
            </a:prstGeom>
          </p:spPr>
        </p:pic>
      </p:grpSp>
      <p:grpSp>
        <p:nvGrpSpPr>
          <p:cNvPr id="38" name="组合 37"/>
          <p:cNvGrpSpPr/>
          <p:nvPr/>
        </p:nvGrpSpPr>
        <p:grpSpPr>
          <a:xfrm>
            <a:off x="178900" y="1777365"/>
            <a:ext cx="436880" cy="532130"/>
            <a:chOff x="2317433" y="1741805"/>
            <a:chExt cx="436880" cy="532130"/>
          </a:xfrm>
        </p:grpSpPr>
        <p:sp>
          <p:nvSpPr>
            <p:cNvPr id="39" name="TextBox 65"/>
            <p:cNvSpPr txBox="1"/>
            <p:nvPr/>
          </p:nvSpPr>
          <p:spPr>
            <a:xfrm>
              <a:off x="2317433" y="2028825"/>
              <a:ext cx="436880" cy="245110"/>
            </a:xfrm>
            <a:prstGeom prst="rect">
              <a:avLst/>
            </a:prstGeom>
            <a:noFill/>
            <a:effectLst/>
          </p:spPr>
          <p:txBody>
            <a:bodyPr wrap="none" rtlCol="0">
              <a:spAutoFit/>
            </a:bodyPr>
            <a:lstStyle/>
            <a:p>
              <a:pPr algn="ctr"/>
              <a:r>
                <a:rPr lang="zh-CN" altLang="en-US" sz="1000" b="1" dirty="0">
                  <a:solidFill>
                    <a:srgbClr val="0099D8"/>
                  </a:solidFill>
                  <a:latin typeface="Arial" panose="020B0604020202020204" pitchFamily="34" charset="0"/>
                  <a:ea typeface="微软雅黑" panose="020B0503020204020204" pitchFamily="34" charset="-122"/>
                </a:rPr>
                <a:t>分析</a:t>
              </a:r>
            </a:p>
          </p:txBody>
        </p:sp>
        <p:pic>
          <p:nvPicPr>
            <p:cNvPr id="40" name="图片 39" descr="C:\Users\Lenovo\Desktop\icon\放大镜.png放大镜"/>
            <p:cNvPicPr>
              <a:picLocks noChangeAspect="1"/>
            </p:cNvPicPr>
            <p:nvPr/>
          </p:nvPicPr>
          <p:blipFill>
            <a:blip r:embed="rId4"/>
            <a:srcRect/>
            <a:stretch>
              <a:fillRect/>
            </a:stretch>
          </p:blipFill>
          <p:spPr>
            <a:xfrm>
              <a:off x="2396173" y="1741805"/>
              <a:ext cx="279400" cy="280035"/>
            </a:xfrm>
            <a:prstGeom prst="rect">
              <a:avLst/>
            </a:prstGeom>
          </p:spPr>
        </p:pic>
      </p:grpSp>
      <p:grpSp>
        <p:nvGrpSpPr>
          <p:cNvPr id="41" name="组合 40"/>
          <p:cNvGrpSpPr/>
          <p:nvPr/>
        </p:nvGrpSpPr>
        <p:grpSpPr>
          <a:xfrm>
            <a:off x="0" y="4501314"/>
            <a:ext cx="7892682" cy="374692"/>
            <a:chOff x="1246010" y="3795886"/>
            <a:chExt cx="5872446" cy="345653"/>
          </a:xfrm>
        </p:grpSpPr>
        <p:sp>
          <p:nvSpPr>
            <p:cNvPr id="42" name="圆角矩形 41"/>
            <p:cNvSpPr/>
            <p:nvPr/>
          </p:nvSpPr>
          <p:spPr bwMode="auto">
            <a:xfrm>
              <a:off x="1403648" y="3795886"/>
              <a:ext cx="500044"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a:p>
          </p:txBody>
        </p:sp>
        <p:sp>
          <p:nvSpPr>
            <p:cNvPr id="43" name="圆角矩形 42"/>
            <p:cNvSpPr/>
            <p:nvPr/>
          </p:nvSpPr>
          <p:spPr bwMode="auto">
            <a:xfrm>
              <a:off x="1975126" y="3795886"/>
              <a:ext cx="5143330"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a:p>
          </p:txBody>
        </p:sp>
        <p:pic>
          <p:nvPicPr>
            <p:cNvPr id="44" name="Picture 8" descr="说话气泡new"/>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648" y="3827363"/>
              <a:ext cx="571479" cy="256555"/>
            </a:xfrm>
            <a:prstGeom prst="rect">
              <a:avLst/>
            </a:prstGeom>
            <a:noFill/>
            <a:ln>
              <a:noFill/>
            </a:ln>
            <a:effectLst>
              <a:prstShdw prst="shdw13" dist="12700" dir="10800000">
                <a:srgbClr val="0099FF">
                  <a:alpha val="50000"/>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TextBox 44"/>
            <p:cNvSpPr txBox="1"/>
            <p:nvPr/>
          </p:nvSpPr>
          <p:spPr bwMode="auto">
            <a:xfrm>
              <a:off x="1246010" y="3829223"/>
              <a:ext cx="5872446" cy="312316"/>
            </a:xfrm>
            <a:prstGeom prst="rect">
              <a:avLst/>
            </a:prstGeom>
            <a:noFill/>
            <a:effectLst/>
          </p:spPr>
          <p:txBody>
            <a:bodyPr wrap="square">
              <a:spAutoFit/>
            </a:bodyPr>
            <a:lstStyle/>
            <a:p>
              <a:pPr algn="ctr">
                <a:defRPr/>
              </a:pPr>
              <a:r>
                <a:rPr lang="zh-CN" altLang="en-US" sz="1600" b="1" spc="300" dirty="0">
                  <a:solidFill>
                    <a:srgbClr val="FBFFFE"/>
                  </a:solidFill>
                  <a:latin typeface="微软雅黑" pitchFamily="34" charset="-122"/>
                  <a:ea typeface="微软雅黑" pitchFamily="34" charset="-122"/>
                </a:rPr>
                <a:t>         演示示例</a:t>
              </a:r>
              <a:r>
                <a:rPr lang="en-US" altLang="zh-CN" sz="1600" b="1" spc="300" dirty="0">
                  <a:solidFill>
                    <a:srgbClr val="FBFFFE"/>
                  </a:solidFill>
                  <a:latin typeface="微软雅黑" pitchFamily="34" charset="-122"/>
                  <a:ea typeface="微软雅黑" pitchFamily="34" charset="-122"/>
                </a:rPr>
                <a:t>3</a:t>
              </a:r>
              <a:r>
                <a:rPr lang="zh-CN" altLang="en-US" sz="1600" b="1" spc="300" dirty="0">
                  <a:solidFill>
                    <a:srgbClr val="FBFFFE"/>
                  </a:solidFill>
                  <a:latin typeface="微软雅黑" pitchFamily="34" charset="-122"/>
                  <a:ea typeface="微软雅黑" pitchFamily="34" charset="-122"/>
                </a:rPr>
                <a:t>：使用</a:t>
              </a:r>
              <a:r>
                <a:rPr lang="en-US" altLang="zh-CN" sz="1600" b="1" spc="300" dirty="0" err="1">
                  <a:solidFill>
                    <a:srgbClr val="FBFFFE"/>
                  </a:solidFill>
                  <a:latin typeface="微软雅黑" pitchFamily="34" charset="-122"/>
                  <a:ea typeface="微软雅黑" pitchFamily="34" charset="-122"/>
                </a:rPr>
                <a:t>MapperScannerConfigurer</a:t>
              </a:r>
              <a:r>
                <a:rPr lang="zh-CN" altLang="en-US" sz="1600" b="1" spc="300" dirty="0">
                  <a:solidFill>
                    <a:srgbClr val="FBFFFE"/>
                  </a:solidFill>
                  <a:latin typeface="微软雅黑" pitchFamily="34" charset="-122"/>
                  <a:ea typeface="微软雅黑" pitchFamily="34" charset="-122"/>
                </a:rPr>
                <a:t>注入映射器</a:t>
              </a:r>
            </a:p>
          </p:txBody>
        </p:sp>
      </p:grpSp>
      <p:cxnSp>
        <p:nvCxnSpPr>
          <p:cNvPr id="46" name="直接箭头连接符 45"/>
          <p:cNvCxnSpPr/>
          <p:nvPr/>
        </p:nvCxnSpPr>
        <p:spPr>
          <a:xfrm>
            <a:off x="3779912" y="3920436"/>
            <a:ext cx="2217898" cy="307498"/>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cxnSp>
        <p:nvCxnSpPr>
          <p:cNvPr id="47" name="直接箭头连接符 46"/>
          <p:cNvCxnSpPr/>
          <p:nvPr/>
        </p:nvCxnSpPr>
        <p:spPr>
          <a:xfrm flipH="1" flipV="1">
            <a:off x="6156175" y="3013518"/>
            <a:ext cx="764447" cy="490250"/>
          </a:xfrm>
          <a:prstGeom prst="straightConnector1">
            <a:avLst/>
          </a:prstGeom>
          <a:ln cmpd="sng">
            <a:solidFill>
              <a:srgbClr val="0099D8"/>
            </a:solidFill>
            <a:headEnd type="none"/>
            <a:tailEnd type="triangle"/>
          </a:ln>
          <a:effectLst>
            <a:outerShdw blurRad="50800" dist="38100" dir="5400000" algn="t" rotWithShape="0">
              <a:schemeClr val="tx1">
                <a:alpha val="40000"/>
              </a:scheme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cxnSp>
      <p:sp>
        <p:nvSpPr>
          <p:cNvPr id="4" name="灯片编号占位符 3"/>
          <p:cNvSpPr>
            <a:spLocks noGrp="1"/>
          </p:cNvSpPr>
          <p:nvPr>
            <p:ph type="sldNum" sz="quarter" idx="12"/>
          </p:nvPr>
        </p:nvSpPr>
        <p:spPr/>
        <p:txBody>
          <a:bodyPr/>
          <a:lstStyle/>
          <a:p>
            <a:fld id="{0C913308-F349-4B6D-A68A-DD1791B4A57B}" type="slidenum">
              <a:rPr lang="zh-CN" altLang="en-US" smtClean="0"/>
              <a:pPr/>
              <a:t>17</a:t>
            </a:fld>
            <a:r>
              <a:rPr lang="zh-CN" altLang="en-US"/>
              <a:t>/</a:t>
            </a:r>
            <a:r>
              <a:rPr lang="en-US" altLang="zh-CN"/>
              <a:t>33</a:t>
            </a:r>
            <a:endParaRPr lang="en-US" altLang="zh-CN" dirty="0"/>
          </a:p>
        </p:txBody>
      </p:sp>
    </p:spTree>
    <p:extLst>
      <p:ext uri="{BB962C8B-B14F-4D97-AF65-F5344CB8AC3E}">
        <p14:creationId xmlns:p14="http://schemas.microsoft.com/office/powerpoint/2010/main" val="22222854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500"/>
                                        <p:tgtEl>
                                          <p:spTgt spid="38"/>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left)">
                                      <p:cBhvr>
                                        <p:cTn id="10" dur="500"/>
                                        <p:tgtEl>
                                          <p:spTgt spid="3">
                                            <p:txEl>
                                              <p:pRg st="2" end="2"/>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left)">
                                      <p:cBhvr>
                                        <p:cTn id="13" dur="500"/>
                                        <p:tgtEl>
                                          <p:spTgt spid="3">
                                            <p:txEl>
                                              <p:pRg st="3" end="3"/>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left)">
                                      <p:cBhvr>
                                        <p:cTn id="16" dur="5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ipe(left)">
                                      <p:cBhvr>
                                        <p:cTn id="21" dur="500"/>
                                        <p:tgtEl>
                                          <p:spTgt spid="30"/>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wipe(left)">
                                      <p:cBhvr>
                                        <p:cTn id="25" dur="500"/>
                                        <p:tgtEl>
                                          <p:spTgt spid="46"/>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wipe(left)">
                                      <p:cBhvr>
                                        <p:cTn id="29" dur="500"/>
                                        <p:tgtEl>
                                          <p:spTgt spid="3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wipe(left)">
                                      <p:cBhvr>
                                        <p:cTn id="34" dur="500"/>
                                        <p:tgtEl>
                                          <p:spTgt spid="33"/>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47"/>
                                        </p:tgtEl>
                                        <p:attrNameLst>
                                          <p:attrName>style.visibility</p:attrName>
                                        </p:attrNameLst>
                                      </p:cBhvr>
                                      <p:to>
                                        <p:strVal val="visible"/>
                                      </p:to>
                                    </p:set>
                                    <p:animEffect transition="in" filter="wipe(left)">
                                      <p:cBhvr>
                                        <p:cTn id="38" dur="500"/>
                                        <p:tgtEl>
                                          <p:spTgt spid="47"/>
                                        </p:tgtEl>
                                      </p:cBhvr>
                                    </p:animEffect>
                                  </p:childTnLst>
                                </p:cTn>
                              </p:par>
                            </p:childTnLst>
                          </p:cTn>
                        </p:par>
                        <p:par>
                          <p:cTn id="39" fill="hold">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wipe(left)">
                                      <p:cBhvr>
                                        <p:cTn id="42" dur="500"/>
                                        <p:tgtEl>
                                          <p:spTgt spid="34"/>
                                        </p:tgtEl>
                                      </p:cBhvr>
                                    </p:animEffect>
                                  </p:childTnLst>
                                </p:cTn>
                              </p:par>
                            </p:childTnLst>
                          </p:cTn>
                        </p:par>
                        <p:par>
                          <p:cTn id="43" fill="hold">
                            <p:stCondLst>
                              <p:cond delay="1500"/>
                            </p:stCondLst>
                            <p:childTnLst>
                              <p:par>
                                <p:cTn id="44" presetID="22" presetClass="entr" presetSubtype="8" fill="hold" nodeType="after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wipe(left)">
                                      <p:cBhvr>
                                        <p:cTn id="46"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3" grpId="0" animBg="1"/>
      <p:bldP spid="34"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小结</a:t>
            </a:r>
            <a:endParaRPr lang="zh-CN" altLang="en-US" dirty="0"/>
          </a:p>
        </p:txBody>
      </p:sp>
      <p:sp>
        <p:nvSpPr>
          <p:cNvPr id="3" name="内容占位符 2"/>
          <p:cNvSpPr>
            <a:spLocks noGrp="1"/>
          </p:cNvSpPr>
          <p:nvPr>
            <p:ph idx="1"/>
          </p:nvPr>
        </p:nvSpPr>
        <p:spPr>
          <a:xfrm>
            <a:off x="611560" y="833859"/>
            <a:ext cx="8064896" cy="3394075"/>
          </a:xfrm>
        </p:spPr>
        <p:txBody>
          <a:bodyPr/>
          <a:lstStyle/>
          <a:p>
            <a:r>
              <a:rPr lang="en-US" altLang="zh-CN" sz="2000" dirty="0" err="1"/>
              <a:t>MapperScannerConfigurer</a:t>
            </a:r>
            <a:r>
              <a:rPr lang="en-US" altLang="zh-CN" sz="2000" dirty="0"/>
              <a:t> </a:t>
            </a:r>
            <a:r>
              <a:rPr lang="zh-CN" altLang="zh-CN" sz="2000" dirty="0"/>
              <a:t>与</a:t>
            </a:r>
            <a:r>
              <a:rPr lang="fr-FR" altLang="zh-CN" sz="2000" dirty="0"/>
              <a:t>@Autowired</a:t>
            </a:r>
            <a:r>
              <a:rPr lang="zh-CN" altLang="zh-CN" sz="2000" dirty="0"/>
              <a:t>注解或</a:t>
            </a:r>
            <a:r>
              <a:rPr lang="fr-FR" altLang="zh-CN" sz="2000" dirty="0"/>
              <a:t>@Resource</a:t>
            </a:r>
            <a:r>
              <a:rPr lang="zh-CN" altLang="zh-CN" sz="2000" dirty="0"/>
              <a:t>注解配合使用，自动创建映射器实现并注入给业务组件，能够最大限度地减少</a:t>
            </a:r>
            <a:r>
              <a:rPr lang="en-US" altLang="zh-CN" sz="2000" dirty="0"/>
              <a:t>DAO</a:t>
            </a:r>
            <a:r>
              <a:rPr lang="zh-CN" altLang="zh-CN" sz="2000" dirty="0"/>
              <a:t>组件与业务组件的编码和配置工作</a:t>
            </a:r>
            <a:endParaRPr lang="zh-CN" altLang="en-US" sz="2000" dirty="0"/>
          </a:p>
        </p:txBody>
      </p:sp>
      <p:sp>
        <p:nvSpPr>
          <p:cNvPr id="9" name="AutoShape 5"/>
          <p:cNvSpPr>
            <a:spLocks noChangeArrowheads="1"/>
          </p:cNvSpPr>
          <p:nvPr/>
        </p:nvSpPr>
        <p:spPr bwMode="auto">
          <a:xfrm>
            <a:off x="611560" y="1923678"/>
            <a:ext cx="5832648" cy="1938992"/>
          </a:xfrm>
          <a:prstGeom prst="roundRect">
            <a:avLst>
              <a:gd name="adj" fmla="val 0"/>
            </a:avLst>
          </a:prstGeom>
          <a:solidFill>
            <a:srgbClr val="EDF5FD"/>
          </a:solidFill>
          <a:ln w="38100" cap="flat" cmpd="sng" algn="ctr">
            <a:solidFill>
              <a:srgbClr val="0099D8"/>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indent="-342900" defTabSz="381000">
              <a:buClr>
                <a:schemeClr val="folHlink"/>
              </a:buClr>
              <a:buSzPct val="60000"/>
            </a:pPr>
            <a:r>
              <a:rPr lang="en-US" altLang="zh-CN" sz="1600" b="1" dirty="0">
                <a:solidFill>
                  <a:schemeClr val="accent5">
                    <a:lumMod val="10000"/>
                  </a:schemeClr>
                </a:solidFill>
                <a:ea typeface="微软雅黑" panose="020B0503020204020204" pitchFamily="34" charset="-122"/>
              </a:rPr>
              <a:t>@Service("</a:t>
            </a:r>
            <a:r>
              <a:rPr lang="en-US" altLang="zh-CN" sz="1600" b="1" dirty="0" err="1">
                <a:solidFill>
                  <a:schemeClr val="accent5">
                    <a:lumMod val="10000"/>
                  </a:schemeClr>
                </a:solidFill>
                <a:ea typeface="微软雅黑" panose="020B0503020204020204" pitchFamily="34" charset="-122"/>
              </a:rPr>
              <a:t>userService</a:t>
            </a:r>
            <a:r>
              <a:rPr lang="en-US" altLang="zh-CN" sz="1600" b="1" dirty="0">
                <a:solidFill>
                  <a:schemeClr val="accent5">
                    <a:lumMod val="10000"/>
                  </a:schemeClr>
                </a:solidFill>
                <a:ea typeface="微软雅黑" panose="020B0503020204020204" pitchFamily="34" charset="-122"/>
              </a:rPr>
              <a:t>")</a:t>
            </a:r>
            <a:endParaRPr lang="zh-CN" altLang="zh-CN" sz="1600" b="1" dirty="0">
              <a:solidFill>
                <a:schemeClr val="accent5">
                  <a:lumMod val="10000"/>
                </a:schemeClr>
              </a:solidFill>
              <a:ea typeface="微软雅黑" panose="020B0503020204020204" pitchFamily="34" charset="-122"/>
            </a:endParaRPr>
          </a:p>
          <a:p>
            <a:pPr indent="-342900" defTabSz="381000">
              <a:buClr>
                <a:schemeClr val="folHlink"/>
              </a:buClr>
              <a:buSzPct val="60000"/>
            </a:pPr>
            <a:r>
              <a:rPr lang="en-US" altLang="zh-CN" sz="1600" b="1" dirty="0">
                <a:solidFill>
                  <a:schemeClr val="accent5">
                    <a:lumMod val="10000"/>
                  </a:schemeClr>
                </a:solidFill>
                <a:ea typeface="微软雅黑" panose="020B0503020204020204" pitchFamily="34" charset="-122"/>
              </a:rPr>
              <a:t>public class </a:t>
            </a:r>
            <a:r>
              <a:rPr lang="en-US" altLang="zh-CN" sz="1600" b="1" dirty="0" err="1">
                <a:solidFill>
                  <a:schemeClr val="accent5">
                    <a:lumMod val="10000"/>
                  </a:schemeClr>
                </a:solidFill>
                <a:ea typeface="微软雅黑" panose="020B0503020204020204" pitchFamily="34" charset="-122"/>
              </a:rPr>
              <a:t>UserServiceImpl</a:t>
            </a:r>
            <a:r>
              <a:rPr lang="en-US" altLang="zh-CN" sz="1600" b="1" dirty="0">
                <a:solidFill>
                  <a:schemeClr val="accent5">
                    <a:lumMod val="10000"/>
                  </a:schemeClr>
                </a:solidFill>
                <a:ea typeface="微软雅黑" panose="020B0503020204020204" pitchFamily="34" charset="-122"/>
              </a:rPr>
              <a:t> implements </a:t>
            </a:r>
            <a:r>
              <a:rPr lang="en-US" altLang="zh-CN" sz="1600" b="1" dirty="0" err="1">
                <a:solidFill>
                  <a:schemeClr val="accent5">
                    <a:lumMod val="10000"/>
                  </a:schemeClr>
                </a:solidFill>
                <a:ea typeface="微软雅黑" panose="020B0503020204020204" pitchFamily="34" charset="-122"/>
              </a:rPr>
              <a:t>UserService</a:t>
            </a:r>
            <a:r>
              <a:rPr lang="en-US" altLang="zh-CN" sz="1600" b="1" dirty="0">
                <a:solidFill>
                  <a:schemeClr val="accent5">
                    <a:lumMod val="10000"/>
                  </a:schemeClr>
                </a:solidFill>
                <a:ea typeface="微软雅黑" panose="020B0503020204020204" pitchFamily="34" charset="-122"/>
              </a:rPr>
              <a:t> {</a:t>
            </a:r>
            <a:endParaRPr lang="zh-CN" altLang="zh-CN" sz="1600" b="1" dirty="0">
              <a:solidFill>
                <a:schemeClr val="accent5">
                  <a:lumMod val="10000"/>
                </a:schemeClr>
              </a:solidFill>
              <a:ea typeface="微软雅黑" panose="020B0503020204020204" pitchFamily="34" charset="-122"/>
            </a:endParaRPr>
          </a:p>
          <a:p>
            <a:pPr indent="-342900" defTabSz="381000">
              <a:buClr>
                <a:schemeClr val="folHlink"/>
              </a:buClr>
              <a:buSzPct val="60000"/>
            </a:pPr>
            <a:r>
              <a:rPr lang="en-US" altLang="zh-CN" sz="1600" b="1" dirty="0">
                <a:solidFill>
                  <a:schemeClr val="accent5">
                    <a:lumMod val="10000"/>
                  </a:schemeClr>
                </a:solidFill>
                <a:ea typeface="微软雅黑" panose="020B0503020204020204" pitchFamily="34" charset="-122"/>
              </a:rPr>
              <a:t>    </a:t>
            </a:r>
            <a:r>
              <a:rPr lang="en-US" altLang="zh-CN" sz="1600" b="1" dirty="0">
                <a:solidFill>
                  <a:srgbClr val="FF0000"/>
                </a:solidFill>
                <a:ea typeface="微软雅黑" panose="020B0503020204020204" pitchFamily="34" charset="-122"/>
              </a:rPr>
              <a:t>@</a:t>
            </a:r>
            <a:r>
              <a:rPr lang="en-US" altLang="zh-CN" sz="1600" b="1" dirty="0" err="1">
                <a:solidFill>
                  <a:srgbClr val="FF0000"/>
                </a:solidFill>
                <a:ea typeface="微软雅黑" panose="020B0503020204020204" pitchFamily="34" charset="-122"/>
              </a:rPr>
              <a:t>Autowired</a:t>
            </a:r>
            <a:r>
              <a:rPr lang="en-US" altLang="zh-CN" sz="1600" b="1" dirty="0">
                <a:solidFill>
                  <a:srgbClr val="FF0000"/>
                </a:solidFill>
                <a:ea typeface="微软雅黑" panose="020B0503020204020204" pitchFamily="34" charset="-122"/>
              </a:rPr>
              <a:t>  // </a:t>
            </a:r>
            <a:r>
              <a:rPr lang="zh-CN" altLang="zh-CN" sz="1600" b="1" dirty="0">
                <a:solidFill>
                  <a:srgbClr val="FF0000"/>
                </a:solidFill>
                <a:ea typeface="微软雅黑" panose="020B0503020204020204" pitchFamily="34" charset="-122"/>
              </a:rPr>
              <a:t>或 </a:t>
            </a:r>
            <a:r>
              <a:rPr lang="en-US" altLang="zh-CN" sz="1600" b="1" dirty="0">
                <a:solidFill>
                  <a:srgbClr val="FF0000"/>
                </a:solidFill>
                <a:ea typeface="微软雅黑" panose="020B0503020204020204" pitchFamily="34" charset="-122"/>
              </a:rPr>
              <a:t>@Resource</a:t>
            </a:r>
            <a:endParaRPr lang="zh-CN" altLang="zh-CN" sz="1600" b="1" dirty="0">
              <a:solidFill>
                <a:srgbClr val="FF0000"/>
              </a:solidFill>
              <a:ea typeface="微软雅黑" panose="020B0503020204020204" pitchFamily="34" charset="-122"/>
            </a:endParaRPr>
          </a:p>
          <a:p>
            <a:pPr indent="-342900" defTabSz="381000">
              <a:buClr>
                <a:schemeClr val="folHlink"/>
              </a:buClr>
              <a:buSzPct val="60000"/>
            </a:pPr>
            <a:r>
              <a:rPr lang="en-US" altLang="zh-CN" sz="1600" b="1" dirty="0">
                <a:solidFill>
                  <a:schemeClr val="accent5">
                    <a:lumMod val="10000"/>
                  </a:schemeClr>
                </a:solidFill>
                <a:ea typeface="微软雅黑" panose="020B0503020204020204" pitchFamily="34" charset="-122"/>
              </a:rPr>
              <a:t>    private </a:t>
            </a:r>
            <a:r>
              <a:rPr lang="en-US" altLang="zh-CN" sz="1600" b="1" dirty="0" err="1">
                <a:solidFill>
                  <a:schemeClr val="accent5">
                    <a:lumMod val="10000"/>
                  </a:schemeClr>
                </a:solidFill>
                <a:ea typeface="微软雅黑" panose="020B0503020204020204" pitchFamily="34" charset="-122"/>
              </a:rPr>
              <a:t>UserMapper</a:t>
            </a:r>
            <a:r>
              <a:rPr lang="en-US" altLang="zh-CN" sz="1600" b="1" dirty="0">
                <a:solidFill>
                  <a:schemeClr val="accent5">
                    <a:lumMod val="10000"/>
                  </a:schemeClr>
                </a:solidFill>
                <a:ea typeface="微软雅黑" panose="020B0503020204020204" pitchFamily="34" charset="-122"/>
              </a:rPr>
              <a:t> </a:t>
            </a:r>
            <a:r>
              <a:rPr lang="en-US" altLang="zh-CN" sz="1600" b="1" dirty="0" err="1">
                <a:solidFill>
                  <a:schemeClr val="accent5">
                    <a:lumMod val="10000"/>
                  </a:schemeClr>
                </a:solidFill>
                <a:ea typeface="微软雅黑" panose="020B0503020204020204" pitchFamily="34" charset="-122"/>
              </a:rPr>
              <a:t>userMapper</a:t>
            </a:r>
            <a:r>
              <a:rPr lang="en-US" altLang="zh-CN" sz="1600" b="1" dirty="0">
                <a:solidFill>
                  <a:schemeClr val="accent5">
                    <a:lumMod val="10000"/>
                  </a:schemeClr>
                </a:solidFill>
                <a:ea typeface="微软雅黑" panose="020B0503020204020204" pitchFamily="34" charset="-122"/>
              </a:rPr>
              <a:t>;</a:t>
            </a:r>
          </a:p>
          <a:p>
            <a:pPr indent="-342900" defTabSz="381000">
              <a:buClr>
                <a:schemeClr val="folHlink"/>
              </a:buClr>
              <a:buSzPct val="60000"/>
            </a:pPr>
            <a:r>
              <a:rPr lang="en-US" altLang="zh-CN" sz="1600" b="1" dirty="0">
                <a:solidFill>
                  <a:schemeClr val="accent5">
                    <a:lumMod val="10000"/>
                  </a:schemeClr>
                </a:solidFill>
                <a:ea typeface="微软雅黑" panose="020B0503020204020204" pitchFamily="34" charset="-122"/>
              </a:rPr>
              <a:t>    //……</a:t>
            </a:r>
            <a:r>
              <a:rPr lang="zh-CN" altLang="en-US" sz="1600" b="1" dirty="0">
                <a:solidFill>
                  <a:schemeClr val="accent5">
                    <a:lumMod val="10000"/>
                  </a:schemeClr>
                </a:solidFill>
                <a:ea typeface="微软雅黑" panose="020B0503020204020204" pitchFamily="34" charset="-122"/>
              </a:rPr>
              <a:t>代码省略</a:t>
            </a:r>
            <a:endParaRPr lang="en-US" altLang="zh-CN" sz="1600" b="1" dirty="0">
              <a:solidFill>
                <a:schemeClr val="accent5">
                  <a:lumMod val="10000"/>
                </a:schemeClr>
              </a:solidFill>
              <a:ea typeface="微软雅黑" panose="020B0503020204020204" pitchFamily="34" charset="-122"/>
            </a:endParaRPr>
          </a:p>
          <a:p>
            <a:pPr indent="-342900" defTabSz="381000">
              <a:buClr>
                <a:schemeClr val="folHlink"/>
              </a:buClr>
              <a:buSzPct val="60000"/>
            </a:pPr>
            <a:r>
              <a:rPr lang="en-US" altLang="zh-CN" sz="1600" b="1" dirty="0">
                <a:solidFill>
                  <a:schemeClr val="accent5">
                    <a:lumMod val="10000"/>
                  </a:schemeClr>
                </a:solidFill>
                <a:ea typeface="微软雅黑" panose="020B0503020204020204" pitchFamily="34" charset="-122"/>
              </a:rPr>
              <a:t>}</a:t>
            </a:r>
            <a:endParaRPr lang="zh-CN" altLang="zh-CN" sz="1600" b="1" dirty="0">
              <a:solidFill>
                <a:schemeClr val="accent5">
                  <a:lumMod val="10000"/>
                </a:schemeClr>
              </a:solidFill>
              <a:ea typeface="微软雅黑" panose="020B0503020204020204" pitchFamily="34" charset="-122"/>
            </a:endParaRPr>
          </a:p>
          <a:p>
            <a:pPr indent="-342900" defTabSz="381000">
              <a:lnSpc>
                <a:spcPct val="150000"/>
              </a:lnSpc>
              <a:buClr>
                <a:schemeClr val="folHlink"/>
              </a:buClr>
              <a:buSzPct val="60000"/>
            </a:pPr>
            <a:endParaRPr lang="en-US" altLang="zh-CN" sz="1600" b="1" dirty="0">
              <a:solidFill>
                <a:schemeClr val="accent5">
                  <a:lumMod val="10000"/>
                </a:schemeClr>
              </a:solidFill>
              <a:ea typeface="微软雅黑" panose="020B0503020204020204" pitchFamily="34" charset="-122"/>
            </a:endParaRPr>
          </a:p>
        </p:txBody>
      </p:sp>
      <p:sp>
        <p:nvSpPr>
          <p:cNvPr id="10" name="AutoShape 5"/>
          <p:cNvSpPr>
            <a:spLocks noChangeArrowheads="1"/>
          </p:cNvSpPr>
          <p:nvPr/>
        </p:nvSpPr>
        <p:spPr bwMode="auto">
          <a:xfrm>
            <a:off x="1223805" y="3226018"/>
            <a:ext cx="7272808" cy="1815882"/>
          </a:xfrm>
          <a:prstGeom prst="roundRect">
            <a:avLst>
              <a:gd name="adj" fmla="val 0"/>
            </a:avLst>
          </a:prstGeom>
          <a:solidFill>
            <a:srgbClr val="EDF5FD"/>
          </a:solidFill>
          <a:ln w="38100" cap="flat" cmpd="sng" algn="ctr">
            <a:solidFill>
              <a:srgbClr val="0099D8"/>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indent="-342900" defTabSz="381000">
              <a:buClr>
                <a:schemeClr val="folHlink"/>
              </a:buClr>
              <a:buSzPct val="60000"/>
            </a:pPr>
            <a:r>
              <a:rPr lang="fr-FR" altLang="zh-CN" sz="1600" b="1" dirty="0">
                <a:solidFill>
                  <a:schemeClr val="accent5">
                    <a:lumMod val="10000"/>
                  </a:schemeClr>
                </a:solidFill>
                <a:ea typeface="微软雅黑" panose="020B0503020204020204" pitchFamily="34" charset="-122"/>
              </a:rPr>
              <a:t>&lt;!-- </a:t>
            </a:r>
            <a:r>
              <a:rPr lang="zh-CN" altLang="zh-CN" sz="1600" b="1" dirty="0">
                <a:solidFill>
                  <a:schemeClr val="accent5">
                    <a:lumMod val="10000"/>
                  </a:schemeClr>
                </a:solidFill>
                <a:ea typeface="微软雅黑" panose="020B0503020204020204" pitchFamily="34" charset="-122"/>
              </a:rPr>
              <a:t>省略数据源</a:t>
            </a:r>
            <a:r>
              <a:rPr lang="zh-CN" altLang="en-US" sz="1600" b="1" dirty="0">
                <a:solidFill>
                  <a:schemeClr val="accent5">
                    <a:lumMod val="10000"/>
                  </a:schemeClr>
                </a:solidFill>
                <a:ea typeface="微软雅黑" panose="020B0503020204020204" pitchFamily="34" charset="-122"/>
              </a:rPr>
              <a:t>、</a:t>
            </a:r>
            <a:r>
              <a:rPr lang="fr-FR" altLang="zh-CN" sz="1600" b="1" dirty="0">
                <a:solidFill>
                  <a:schemeClr val="accent5">
                    <a:lumMod val="10000"/>
                  </a:schemeClr>
                </a:solidFill>
                <a:ea typeface="微软雅黑" panose="020B0503020204020204" pitchFamily="34" charset="-122"/>
              </a:rPr>
              <a:t> SqlSessionFactoryBean</a:t>
            </a:r>
            <a:r>
              <a:rPr lang="zh-CN" altLang="en-US" sz="1600" b="1" dirty="0">
                <a:solidFill>
                  <a:schemeClr val="accent5">
                    <a:lumMod val="10000"/>
                  </a:schemeClr>
                </a:solidFill>
                <a:ea typeface="微软雅黑" panose="020B0503020204020204" pitchFamily="34" charset="-122"/>
              </a:rPr>
              <a:t>的相关</a:t>
            </a:r>
            <a:r>
              <a:rPr lang="zh-CN" altLang="zh-CN" sz="1600" b="1" dirty="0">
                <a:solidFill>
                  <a:schemeClr val="accent5">
                    <a:lumMod val="10000"/>
                  </a:schemeClr>
                </a:solidFill>
                <a:ea typeface="微软雅黑" panose="020B0503020204020204" pitchFamily="34" charset="-122"/>
              </a:rPr>
              <a:t>配置</a:t>
            </a:r>
            <a:r>
              <a:rPr lang="fr-FR" altLang="zh-CN" sz="1600" b="1" dirty="0">
                <a:solidFill>
                  <a:schemeClr val="accent5">
                    <a:lumMod val="10000"/>
                  </a:schemeClr>
                </a:solidFill>
                <a:ea typeface="微软雅黑" panose="020B0503020204020204" pitchFamily="34" charset="-122"/>
              </a:rPr>
              <a:t> --&gt;</a:t>
            </a:r>
            <a:endParaRPr lang="zh-CN" altLang="zh-CN" sz="1600" b="1" dirty="0">
              <a:solidFill>
                <a:schemeClr val="accent5">
                  <a:lumMod val="10000"/>
                </a:schemeClr>
              </a:solidFill>
              <a:ea typeface="微软雅黑" panose="020B0503020204020204" pitchFamily="34" charset="-122"/>
            </a:endParaRPr>
          </a:p>
          <a:p>
            <a:pPr indent="-342900" defTabSz="381000">
              <a:buClr>
                <a:schemeClr val="folHlink"/>
              </a:buClr>
              <a:buSzPct val="60000"/>
            </a:pPr>
            <a:r>
              <a:rPr lang="fr-FR" altLang="zh-CN" sz="1600" b="1" dirty="0">
                <a:solidFill>
                  <a:schemeClr val="accent5">
                    <a:lumMod val="10000"/>
                  </a:schemeClr>
                </a:solidFill>
                <a:ea typeface="微软雅黑" panose="020B0503020204020204" pitchFamily="34" charset="-122"/>
              </a:rPr>
              <a:t>&lt;!-- </a:t>
            </a:r>
            <a:r>
              <a:rPr lang="zh-CN" altLang="zh-CN" sz="1600" b="1" dirty="0">
                <a:solidFill>
                  <a:schemeClr val="accent5">
                    <a:lumMod val="10000"/>
                  </a:schemeClr>
                </a:solidFill>
                <a:ea typeface="微软雅黑" panose="020B0503020204020204" pitchFamily="34" charset="-122"/>
              </a:rPr>
              <a:t>配置</a:t>
            </a:r>
            <a:r>
              <a:rPr lang="fr-FR" altLang="zh-CN" sz="1600" b="1" dirty="0">
                <a:solidFill>
                  <a:schemeClr val="accent5">
                    <a:lumMod val="10000"/>
                  </a:schemeClr>
                </a:solidFill>
                <a:ea typeface="微软雅黑" panose="020B0503020204020204" pitchFamily="34" charset="-122"/>
              </a:rPr>
              <a:t>DAO --&gt;</a:t>
            </a:r>
            <a:endParaRPr lang="zh-CN" altLang="zh-CN" sz="1600" b="1" dirty="0">
              <a:solidFill>
                <a:schemeClr val="accent5">
                  <a:lumMod val="10000"/>
                </a:schemeClr>
              </a:solidFill>
              <a:ea typeface="微软雅黑" panose="020B0503020204020204" pitchFamily="34" charset="-122"/>
            </a:endParaRPr>
          </a:p>
          <a:p>
            <a:pPr indent="-342900" defTabSz="381000">
              <a:buClr>
                <a:schemeClr val="folHlink"/>
              </a:buClr>
              <a:buSzPct val="60000"/>
            </a:pPr>
            <a:r>
              <a:rPr lang="fr-FR" altLang="zh-CN" sz="1600" b="1" dirty="0">
                <a:solidFill>
                  <a:schemeClr val="accent5">
                    <a:lumMod val="10000"/>
                  </a:schemeClr>
                </a:solidFill>
                <a:ea typeface="微软雅黑" panose="020B0503020204020204" pitchFamily="34" charset="-122"/>
              </a:rPr>
              <a:t>&lt;bean class</a:t>
            </a:r>
            <a:r>
              <a:rPr lang="fr-FR" altLang="zh-CN" sz="1600" b="1" dirty="0">
                <a:solidFill>
                  <a:srgbClr val="FF0000"/>
                </a:solidFill>
                <a:ea typeface="微软雅黑" panose="020B0503020204020204" pitchFamily="34" charset="-122"/>
              </a:rPr>
              <a:t>="org.mybatis.spring.mapper.MapperScannerConfigurer"&gt;</a:t>
            </a:r>
            <a:endParaRPr lang="zh-CN" altLang="zh-CN" sz="1600" b="1" dirty="0">
              <a:solidFill>
                <a:srgbClr val="FF0000"/>
              </a:solidFill>
              <a:ea typeface="微软雅黑" panose="020B0503020204020204" pitchFamily="34" charset="-122"/>
            </a:endParaRPr>
          </a:p>
          <a:p>
            <a:pPr indent="-342900" defTabSz="381000">
              <a:buClr>
                <a:schemeClr val="folHlink"/>
              </a:buClr>
              <a:buSzPct val="60000"/>
            </a:pPr>
            <a:r>
              <a:rPr lang="fr-FR" altLang="zh-CN" sz="1600" b="1" dirty="0">
                <a:solidFill>
                  <a:schemeClr val="accent5">
                    <a:lumMod val="10000"/>
                  </a:schemeClr>
                </a:solidFill>
                <a:ea typeface="微软雅黑" panose="020B0503020204020204" pitchFamily="34" charset="-122"/>
              </a:rPr>
              <a:t>    &lt;property name="basePackage" value="cn.smbms.dao" /&gt;</a:t>
            </a:r>
            <a:endParaRPr lang="zh-CN" altLang="zh-CN" sz="1600" b="1" dirty="0">
              <a:solidFill>
                <a:schemeClr val="accent5">
                  <a:lumMod val="10000"/>
                </a:schemeClr>
              </a:solidFill>
              <a:ea typeface="微软雅黑" panose="020B0503020204020204" pitchFamily="34" charset="-122"/>
            </a:endParaRPr>
          </a:p>
          <a:p>
            <a:pPr indent="-342900" defTabSz="381000">
              <a:buClr>
                <a:schemeClr val="folHlink"/>
              </a:buClr>
              <a:buSzPct val="60000"/>
            </a:pPr>
            <a:r>
              <a:rPr lang="fr-FR" altLang="zh-CN" sz="1600" b="1" dirty="0">
                <a:solidFill>
                  <a:schemeClr val="accent5">
                    <a:lumMod val="10000"/>
                  </a:schemeClr>
                </a:solidFill>
                <a:ea typeface="微软雅黑" panose="020B0503020204020204" pitchFamily="34" charset="-122"/>
              </a:rPr>
              <a:t>&lt;/bean&gt;</a:t>
            </a:r>
            <a:endParaRPr lang="zh-CN" altLang="zh-CN" sz="1600" b="1" dirty="0">
              <a:solidFill>
                <a:schemeClr val="accent5">
                  <a:lumMod val="10000"/>
                </a:schemeClr>
              </a:solidFill>
              <a:ea typeface="微软雅黑" panose="020B0503020204020204" pitchFamily="34" charset="-122"/>
            </a:endParaRPr>
          </a:p>
          <a:p>
            <a:pPr indent="-342900" defTabSz="381000">
              <a:buClr>
                <a:schemeClr val="folHlink"/>
              </a:buClr>
              <a:buSzPct val="60000"/>
            </a:pPr>
            <a:r>
              <a:rPr lang="fr-FR" altLang="zh-CN" sz="1600" b="1" dirty="0">
                <a:solidFill>
                  <a:schemeClr val="accent5">
                    <a:lumMod val="10000"/>
                  </a:schemeClr>
                </a:solidFill>
                <a:ea typeface="微软雅黑" panose="020B0503020204020204" pitchFamily="34" charset="-122"/>
              </a:rPr>
              <a:t>&lt;!-- </a:t>
            </a:r>
            <a:r>
              <a:rPr lang="zh-CN" altLang="zh-CN" sz="1600" b="1" dirty="0">
                <a:solidFill>
                  <a:schemeClr val="accent5">
                    <a:lumMod val="10000"/>
                  </a:schemeClr>
                </a:solidFill>
                <a:ea typeface="微软雅黑" panose="020B0503020204020204" pitchFamily="34" charset="-122"/>
              </a:rPr>
              <a:t>配置扫描注解定义的业务</a:t>
            </a:r>
            <a:r>
              <a:rPr lang="fr-FR" altLang="zh-CN" sz="1600" b="1" dirty="0">
                <a:solidFill>
                  <a:schemeClr val="accent5">
                    <a:lumMod val="10000"/>
                  </a:schemeClr>
                </a:solidFill>
                <a:ea typeface="微软雅黑" panose="020B0503020204020204" pitchFamily="34" charset="-122"/>
              </a:rPr>
              <a:t>Bean --&gt;</a:t>
            </a:r>
            <a:endParaRPr lang="zh-CN" altLang="zh-CN" sz="1600" b="1" dirty="0">
              <a:solidFill>
                <a:schemeClr val="accent5">
                  <a:lumMod val="10000"/>
                </a:schemeClr>
              </a:solidFill>
              <a:ea typeface="微软雅黑" panose="020B0503020204020204" pitchFamily="34" charset="-122"/>
            </a:endParaRPr>
          </a:p>
          <a:p>
            <a:pPr indent="-342900" defTabSz="381000">
              <a:buClr>
                <a:schemeClr val="folHlink"/>
              </a:buClr>
              <a:buSzPct val="60000"/>
            </a:pPr>
            <a:r>
              <a:rPr lang="fr-FR" altLang="zh-CN" sz="1600" b="1" dirty="0">
                <a:solidFill>
                  <a:srgbClr val="FF0000"/>
                </a:solidFill>
                <a:ea typeface="微软雅黑" panose="020B0503020204020204" pitchFamily="34" charset="-122"/>
              </a:rPr>
              <a:t>&lt;context:component-scan base-package="cn.smbms.service" /&gt;</a:t>
            </a:r>
            <a:endParaRPr lang="en-US" altLang="zh-CN" sz="1600" b="1" dirty="0">
              <a:solidFill>
                <a:schemeClr val="accent5">
                  <a:lumMod val="10000"/>
                </a:schemeClr>
              </a:solidFill>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18</a:t>
            </a:fld>
            <a:r>
              <a:rPr lang="zh-CN" altLang="en-US" dirty="0"/>
              <a:t>/</a:t>
            </a:r>
            <a:r>
              <a:rPr lang="en-US" altLang="zh-CN" dirty="0"/>
              <a:t>33</a:t>
            </a:r>
          </a:p>
        </p:txBody>
      </p:sp>
      <p:sp>
        <p:nvSpPr>
          <p:cNvPr id="5" name="文本框 4">
            <a:extLst>
              <a:ext uri="{FF2B5EF4-FFF2-40B4-BE49-F238E27FC236}">
                <a16:creationId xmlns:a16="http://schemas.microsoft.com/office/drawing/2014/main" id="{9B787979-2507-4B02-AE96-46C08D8F27EF}"/>
              </a:ext>
            </a:extLst>
          </p:cNvPr>
          <p:cNvSpPr txBox="1"/>
          <p:nvPr/>
        </p:nvSpPr>
        <p:spPr>
          <a:xfrm>
            <a:off x="6965814" y="4719915"/>
            <a:ext cx="1308371" cy="369332"/>
          </a:xfrm>
          <a:prstGeom prst="rect">
            <a:avLst/>
          </a:prstGeom>
          <a:noFill/>
        </p:spPr>
        <p:txBody>
          <a:bodyPr wrap="none" rtlCol="0">
            <a:spAutoFit/>
          </a:bodyPr>
          <a:lstStyle/>
          <a:p>
            <a:r>
              <a:rPr lang="zh-CN" altLang="en-US" dirty="0"/>
              <a:t>实验</a:t>
            </a:r>
            <a:r>
              <a:rPr lang="en-US" altLang="zh-CN" dirty="0"/>
              <a:t>C06-04</a:t>
            </a:r>
            <a:endParaRPr lang="zh-CN" altLang="en-US" dirty="0"/>
          </a:p>
        </p:txBody>
      </p:sp>
    </p:spTree>
    <p:extLst>
      <p:ext uri="{BB962C8B-B14F-4D97-AF65-F5344CB8AC3E}">
        <p14:creationId xmlns:p14="http://schemas.microsoft.com/office/powerpoint/2010/main" val="2013662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8066" name="Rectangle 2"/>
          <p:cNvSpPr>
            <a:spLocks noGrp="1" noChangeArrowheads="1"/>
          </p:cNvSpPr>
          <p:nvPr>
            <p:ph type="title"/>
          </p:nvPr>
        </p:nvSpPr>
        <p:spPr>
          <a:xfrm>
            <a:off x="1586154" y="524652"/>
            <a:ext cx="6172200" cy="642942"/>
          </a:xfrm>
        </p:spPr>
        <p:txBody>
          <a:bodyPr/>
          <a:lstStyle/>
          <a:p>
            <a:r>
              <a:rPr lang="en-US" altLang="zh-CN" dirty="0">
                <a:latin typeface="Arial Unicode MS" pitchFamily="34" charset="-122"/>
                <a:ea typeface="Arial Unicode MS" pitchFamily="34" charset="-122"/>
                <a:cs typeface="Arial Unicode MS" pitchFamily="34" charset="-122"/>
              </a:rPr>
              <a:t>2 </a:t>
            </a:r>
            <a:r>
              <a:rPr lang="zh-CN" altLang="en-US" dirty="0">
                <a:latin typeface="Arial Unicode MS" pitchFamily="34" charset="-122"/>
                <a:ea typeface="Arial Unicode MS" pitchFamily="34" charset="-122"/>
                <a:cs typeface="Arial Unicode MS" pitchFamily="34" charset="-122"/>
              </a:rPr>
              <a:t>事务简介</a:t>
            </a:r>
          </a:p>
        </p:txBody>
      </p:sp>
      <p:sp>
        <p:nvSpPr>
          <p:cNvPr id="728067" name="Rectangle 3"/>
          <p:cNvSpPr>
            <a:spLocks noGrp="1" noChangeArrowheads="1"/>
          </p:cNvSpPr>
          <p:nvPr>
            <p:ph sz="quarter" idx="1"/>
          </p:nvPr>
        </p:nvSpPr>
        <p:spPr>
          <a:xfrm>
            <a:off x="1331640" y="1167594"/>
            <a:ext cx="6432840" cy="3750495"/>
          </a:xfrm>
          <a:solidFill>
            <a:schemeClr val="bg1"/>
          </a:solidFill>
        </p:spPr>
        <p:txBody>
          <a:bodyPr>
            <a:normAutofit fontScale="92500"/>
          </a:bodyPr>
          <a:lstStyle/>
          <a:p>
            <a:pPr>
              <a:lnSpc>
                <a:spcPct val="110000"/>
              </a:lnSpc>
            </a:pPr>
            <a:r>
              <a:rPr lang="zh-CN" altLang="en-US" sz="1800" dirty="0">
                <a:latin typeface="Arial Unicode MS" pitchFamily="34" charset="-122"/>
                <a:ea typeface="Arial Unicode MS" pitchFamily="34" charset="-122"/>
                <a:cs typeface="Arial Unicode MS" pitchFamily="34" charset="-122"/>
              </a:rPr>
              <a:t>事务管理是企业级应用程序开发中必不可少的技术</a:t>
            </a:r>
            <a:r>
              <a:rPr lang="en-US" altLang="zh-CN" sz="1800" dirty="0">
                <a:latin typeface="Arial Unicode MS" pitchFamily="34" charset="-122"/>
                <a:ea typeface="Arial Unicode MS" pitchFamily="34" charset="-122"/>
                <a:cs typeface="Arial Unicode MS" pitchFamily="34" charset="-122"/>
              </a:rPr>
              <a:t>,  </a:t>
            </a:r>
            <a:r>
              <a:rPr lang="zh-CN" altLang="en-US" sz="1800" dirty="0">
                <a:solidFill>
                  <a:srgbClr val="0000FF"/>
                </a:solidFill>
                <a:latin typeface="Arial Unicode MS" pitchFamily="34" charset="-122"/>
                <a:ea typeface="Arial Unicode MS" pitchFamily="34" charset="-122"/>
                <a:cs typeface="Arial Unicode MS" pitchFamily="34" charset="-122"/>
              </a:rPr>
              <a:t>用来确保数据的完整性和一致性</a:t>
            </a:r>
            <a:r>
              <a:rPr lang="en-US" altLang="zh-CN" sz="1800" dirty="0">
                <a:latin typeface="Arial Unicode MS" pitchFamily="34" charset="-122"/>
                <a:ea typeface="Arial Unicode MS" pitchFamily="34" charset="-122"/>
                <a:cs typeface="Arial Unicode MS" pitchFamily="34" charset="-122"/>
              </a:rPr>
              <a:t>. </a:t>
            </a:r>
          </a:p>
          <a:p>
            <a:pPr>
              <a:lnSpc>
                <a:spcPct val="110000"/>
              </a:lnSpc>
            </a:pPr>
            <a:r>
              <a:rPr lang="zh-CN" altLang="en-US" sz="1800" dirty="0">
                <a:latin typeface="Arial Unicode MS" pitchFamily="34" charset="-122"/>
                <a:ea typeface="Arial Unicode MS" pitchFamily="34" charset="-122"/>
                <a:cs typeface="Arial Unicode MS" pitchFamily="34" charset="-122"/>
              </a:rPr>
              <a:t>事务就是一系列的动作</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它们被当做一个单独的工作单元</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这些动作要么全部完成</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要么全部不起作用</a:t>
            </a:r>
          </a:p>
          <a:p>
            <a:pPr>
              <a:lnSpc>
                <a:spcPct val="110000"/>
              </a:lnSpc>
            </a:pPr>
            <a:r>
              <a:rPr lang="zh-CN" altLang="en-US" sz="1800" dirty="0">
                <a:latin typeface="Arial Unicode MS" pitchFamily="34" charset="-122"/>
                <a:ea typeface="Arial Unicode MS" pitchFamily="34" charset="-122"/>
                <a:cs typeface="Arial Unicode MS" pitchFamily="34" charset="-122"/>
              </a:rPr>
              <a:t>事务的四个关键属性</a:t>
            </a:r>
            <a:r>
              <a:rPr lang="en-US" altLang="zh-CN" sz="1800" dirty="0">
                <a:latin typeface="Arial Unicode MS" pitchFamily="34" charset="-122"/>
                <a:ea typeface="Arial Unicode MS" pitchFamily="34" charset="-122"/>
                <a:cs typeface="Arial Unicode MS" pitchFamily="34" charset="-122"/>
              </a:rPr>
              <a:t>(</a:t>
            </a:r>
            <a:r>
              <a:rPr lang="en-US" altLang="zh-CN" sz="1800" dirty="0">
                <a:solidFill>
                  <a:srgbClr val="0000FF"/>
                </a:solidFill>
                <a:latin typeface="Arial Unicode MS" pitchFamily="34" charset="-122"/>
                <a:ea typeface="Arial Unicode MS" pitchFamily="34" charset="-122"/>
                <a:cs typeface="Arial Unicode MS" pitchFamily="34" charset="-122"/>
              </a:rPr>
              <a:t>ACID</a:t>
            </a:r>
            <a:r>
              <a:rPr lang="en-US" altLang="zh-CN" sz="1800" dirty="0">
                <a:latin typeface="Arial Unicode MS" pitchFamily="34" charset="-122"/>
                <a:ea typeface="Arial Unicode MS" pitchFamily="34" charset="-122"/>
                <a:cs typeface="Arial Unicode MS" pitchFamily="34" charset="-122"/>
              </a:rPr>
              <a:t>)</a:t>
            </a:r>
          </a:p>
          <a:p>
            <a:pPr lvl="1">
              <a:lnSpc>
                <a:spcPct val="110000"/>
              </a:lnSpc>
            </a:pPr>
            <a:r>
              <a:rPr lang="zh-CN" altLang="en-US" sz="1500" dirty="0">
                <a:latin typeface="Arial Unicode MS" pitchFamily="34" charset="-122"/>
                <a:ea typeface="Arial Unicode MS" pitchFamily="34" charset="-122"/>
                <a:cs typeface="Arial Unicode MS" pitchFamily="34" charset="-122"/>
              </a:rPr>
              <a:t>原子性</a:t>
            </a:r>
            <a:r>
              <a:rPr lang="en-US" altLang="zh-CN" sz="1500" dirty="0">
                <a:latin typeface="Arial Unicode MS" pitchFamily="34" charset="-122"/>
                <a:ea typeface="Arial Unicode MS" pitchFamily="34" charset="-122"/>
                <a:cs typeface="Arial Unicode MS" pitchFamily="34" charset="-122"/>
              </a:rPr>
              <a:t>(atomicity): </a:t>
            </a:r>
            <a:r>
              <a:rPr lang="zh-CN" altLang="en-US" sz="1500" dirty="0">
                <a:latin typeface="Arial Unicode MS" pitchFamily="34" charset="-122"/>
                <a:ea typeface="Arial Unicode MS" pitchFamily="34" charset="-122"/>
                <a:cs typeface="Arial Unicode MS" pitchFamily="34" charset="-122"/>
              </a:rPr>
              <a:t>事务是一个原子操作</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由一系列动作组成</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事务的原子性确保动作要么全部完成要么完全不起作用</a:t>
            </a:r>
            <a:r>
              <a:rPr lang="en-US" altLang="zh-CN" sz="1500" dirty="0">
                <a:latin typeface="Arial Unicode MS" pitchFamily="34" charset="-122"/>
                <a:ea typeface="Arial Unicode MS" pitchFamily="34" charset="-122"/>
                <a:cs typeface="Arial Unicode MS" pitchFamily="34" charset="-122"/>
              </a:rPr>
              <a:t>.</a:t>
            </a:r>
          </a:p>
          <a:p>
            <a:pPr lvl="1">
              <a:lnSpc>
                <a:spcPct val="110000"/>
              </a:lnSpc>
            </a:pPr>
            <a:r>
              <a:rPr lang="zh-CN" altLang="en-US" sz="1500" dirty="0">
                <a:latin typeface="Arial Unicode MS" pitchFamily="34" charset="-122"/>
                <a:ea typeface="Arial Unicode MS" pitchFamily="34" charset="-122"/>
                <a:cs typeface="Arial Unicode MS" pitchFamily="34" charset="-122"/>
              </a:rPr>
              <a:t>一致性</a:t>
            </a:r>
            <a:r>
              <a:rPr lang="en-US" altLang="zh-CN" sz="1500" dirty="0">
                <a:latin typeface="Arial Unicode MS" pitchFamily="34" charset="-122"/>
                <a:ea typeface="Arial Unicode MS" pitchFamily="34" charset="-122"/>
                <a:cs typeface="Arial Unicode MS" pitchFamily="34" charset="-122"/>
              </a:rPr>
              <a:t>(consistency): </a:t>
            </a:r>
            <a:r>
              <a:rPr lang="zh-CN" altLang="en-US" sz="1500" dirty="0">
                <a:latin typeface="Arial Unicode MS" pitchFamily="34" charset="-122"/>
                <a:ea typeface="Arial Unicode MS" pitchFamily="34" charset="-122"/>
                <a:cs typeface="Arial Unicode MS" pitchFamily="34" charset="-122"/>
              </a:rPr>
              <a:t>一旦所有事务动作完成</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事务就被提交</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数据和资源就处于一种满足业务规则的一致性状态中</a:t>
            </a:r>
            <a:r>
              <a:rPr lang="en-US" altLang="zh-CN" sz="1500" dirty="0">
                <a:latin typeface="Arial Unicode MS" pitchFamily="34" charset="-122"/>
                <a:ea typeface="Arial Unicode MS" pitchFamily="34" charset="-122"/>
                <a:cs typeface="Arial Unicode MS" pitchFamily="34" charset="-122"/>
              </a:rPr>
              <a:t>.</a:t>
            </a:r>
          </a:p>
          <a:p>
            <a:pPr lvl="1">
              <a:lnSpc>
                <a:spcPct val="110000"/>
              </a:lnSpc>
            </a:pPr>
            <a:r>
              <a:rPr lang="zh-CN" altLang="en-US" sz="1500" dirty="0">
                <a:latin typeface="Arial Unicode MS" pitchFamily="34" charset="-122"/>
                <a:ea typeface="Arial Unicode MS" pitchFamily="34" charset="-122"/>
                <a:cs typeface="Arial Unicode MS" pitchFamily="34" charset="-122"/>
              </a:rPr>
              <a:t>隔离性</a:t>
            </a:r>
            <a:r>
              <a:rPr lang="en-US" altLang="zh-CN" sz="1500" dirty="0">
                <a:latin typeface="Arial Unicode MS" pitchFamily="34" charset="-122"/>
                <a:ea typeface="Arial Unicode MS" pitchFamily="34" charset="-122"/>
                <a:cs typeface="Arial Unicode MS" pitchFamily="34" charset="-122"/>
              </a:rPr>
              <a:t>(isolation): </a:t>
            </a:r>
            <a:r>
              <a:rPr lang="zh-CN" altLang="en-US" sz="1500" dirty="0">
                <a:latin typeface="Arial Unicode MS" pitchFamily="34" charset="-122"/>
                <a:ea typeface="Arial Unicode MS" pitchFamily="34" charset="-122"/>
                <a:cs typeface="Arial Unicode MS" pitchFamily="34" charset="-122"/>
              </a:rPr>
              <a:t>可能有许多事务会同时处理相同的数据</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因此每个事务都应该与其他事务隔离开来</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防止数据损坏</a:t>
            </a:r>
            <a:r>
              <a:rPr lang="en-US" altLang="zh-CN" sz="1500" dirty="0">
                <a:latin typeface="Arial Unicode MS" pitchFamily="34" charset="-122"/>
                <a:ea typeface="Arial Unicode MS" pitchFamily="34" charset="-122"/>
                <a:cs typeface="Arial Unicode MS" pitchFamily="34" charset="-122"/>
              </a:rPr>
              <a:t>.</a:t>
            </a:r>
          </a:p>
          <a:p>
            <a:pPr lvl="1">
              <a:lnSpc>
                <a:spcPct val="110000"/>
              </a:lnSpc>
            </a:pPr>
            <a:r>
              <a:rPr lang="zh-CN" altLang="en-US" sz="1500" dirty="0">
                <a:latin typeface="Arial Unicode MS" pitchFamily="34" charset="-122"/>
                <a:ea typeface="Arial Unicode MS" pitchFamily="34" charset="-122"/>
                <a:cs typeface="Arial Unicode MS" pitchFamily="34" charset="-122"/>
              </a:rPr>
              <a:t>持久性</a:t>
            </a:r>
            <a:r>
              <a:rPr lang="en-US" altLang="zh-CN" sz="1500" dirty="0">
                <a:latin typeface="Arial Unicode MS" pitchFamily="34" charset="-122"/>
                <a:ea typeface="Arial Unicode MS" pitchFamily="34" charset="-122"/>
                <a:cs typeface="Arial Unicode MS" pitchFamily="34" charset="-122"/>
              </a:rPr>
              <a:t>(durability): </a:t>
            </a:r>
            <a:r>
              <a:rPr lang="zh-CN" altLang="en-US" sz="1500" dirty="0">
                <a:latin typeface="Arial Unicode MS" pitchFamily="34" charset="-122"/>
                <a:ea typeface="Arial Unicode MS" pitchFamily="34" charset="-122"/>
                <a:cs typeface="Arial Unicode MS" pitchFamily="34" charset="-122"/>
              </a:rPr>
              <a:t>一旦事务完成</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无论发生什么系统错误</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它的结果都不应该受到影响</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通常情况下</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事务的结果被写到持久化存储器中</a:t>
            </a:r>
            <a:r>
              <a:rPr lang="en-US" altLang="zh-CN" sz="1500" dirty="0">
                <a:latin typeface="Arial Unicode MS" pitchFamily="34" charset="-122"/>
                <a:ea typeface="Arial Unicode MS" pitchFamily="34" charset="-122"/>
                <a:cs typeface="Arial Unicode MS" pitchFamily="34" charset="-122"/>
              </a:rPr>
              <a:t>.</a:t>
            </a:r>
          </a:p>
        </p:txBody>
      </p:sp>
      <p:sp>
        <p:nvSpPr>
          <p:cNvPr id="2" name="灯片编号占位符 1"/>
          <p:cNvSpPr>
            <a:spLocks noGrp="1"/>
          </p:cNvSpPr>
          <p:nvPr>
            <p:ph type="sldNum" sz="quarter" idx="12"/>
          </p:nvPr>
        </p:nvSpPr>
        <p:spPr/>
        <p:txBody>
          <a:bodyPr/>
          <a:lstStyle/>
          <a:p>
            <a:fld id="{0C913308-F349-4B6D-A68A-DD1791B4A57B}" type="slidenum">
              <a:rPr lang="zh-CN" altLang="en-US">
                <a:latin typeface="Franklin Gothic Book"/>
                <a:ea typeface="幼圆" panose="02010509060101010101" pitchFamily="49" charset="-122"/>
              </a:rPr>
              <a:pPr/>
              <a:t>19</a:t>
            </a:fld>
            <a:endParaRPr lang="zh-CN" altLang="en-US">
              <a:latin typeface="Franklin Gothic Book"/>
              <a:ea typeface="幼圆" panose="02010509060101010101" pitchFamily="49" charset="-122"/>
            </a:endParaRPr>
          </a:p>
        </p:txBody>
      </p:sp>
    </p:spTree>
    <p:extLst>
      <p:ext uri="{BB962C8B-B14F-4D97-AF65-F5344CB8AC3E}">
        <p14:creationId xmlns:p14="http://schemas.microsoft.com/office/powerpoint/2010/main" val="1196193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42" name="Rectangle 2"/>
          <p:cNvSpPr>
            <a:spLocks noGrp="1" noChangeArrowheads="1"/>
          </p:cNvSpPr>
          <p:nvPr>
            <p:ph type="title"/>
          </p:nvPr>
        </p:nvSpPr>
        <p:spPr>
          <a:xfrm>
            <a:off x="1100100" y="364350"/>
            <a:ext cx="6172200" cy="857250"/>
          </a:xfrm>
        </p:spPr>
        <p:txBody>
          <a:bodyPr/>
          <a:lstStyle/>
          <a:p>
            <a:r>
              <a:rPr lang="en-US" altLang="zh-CN" dirty="0">
                <a:latin typeface="Arial Unicode MS" pitchFamily="34" charset="-122"/>
                <a:ea typeface="Arial Unicode MS" pitchFamily="34" charset="-122"/>
                <a:cs typeface="Arial Unicode MS" pitchFamily="34" charset="-122"/>
              </a:rPr>
              <a:t>2-1</a:t>
            </a:r>
            <a:r>
              <a:rPr lang="zh-CN" altLang="en-US" dirty="0">
                <a:latin typeface="Arial Unicode MS" pitchFamily="34" charset="-122"/>
                <a:ea typeface="Arial Unicode MS" pitchFamily="34" charset="-122"/>
                <a:cs typeface="Arial Unicode MS" pitchFamily="34" charset="-122"/>
              </a:rPr>
              <a:t>事务管理的问题</a:t>
            </a:r>
          </a:p>
        </p:txBody>
      </p:sp>
      <p:sp>
        <p:nvSpPr>
          <p:cNvPr id="727045" name="Rectangle 5"/>
          <p:cNvSpPr>
            <a:spLocks noGrp="1" noChangeArrowheads="1"/>
          </p:cNvSpPr>
          <p:nvPr>
            <p:ph sz="quarter" idx="1"/>
          </p:nvPr>
        </p:nvSpPr>
        <p:spPr>
          <a:xfrm>
            <a:off x="1250133" y="1339445"/>
            <a:ext cx="2699147" cy="2401491"/>
          </a:xfrm>
          <a:noFill/>
          <a:ln/>
        </p:spPr>
        <p:txBody>
          <a:bodyPr/>
          <a:lstStyle/>
          <a:p>
            <a:r>
              <a:rPr lang="zh-CN" altLang="en-US" sz="2100" dirty="0">
                <a:latin typeface="Arial Unicode MS" pitchFamily="34" charset="-122"/>
                <a:ea typeface="Arial Unicode MS" pitchFamily="34" charset="-122"/>
                <a:cs typeface="Arial Unicode MS" pitchFamily="34" charset="-122"/>
              </a:rPr>
              <a:t>问题</a:t>
            </a:r>
            <a:r>
              <a:rPr lang="en-US" altLang="zh-CN" sz="2100" dirty="0">
                <a:latin typeface="Arial Unicode MS" pitchFamily="34" charset="-122"/>
                <a:ea typeface="Arial Unicode MS" pitchFamily="34" charset="-122"/>
                <a:cs typeface="Arial Unicode MS" pitchFamily="34" charset="-122"/>
              </a:rPr>
              <a:t>: </a:t>
            </a:r>
          </a:p>
          <a:p>
            <a:pPr lvl="1"/>
            <a:r>
              <a:rPr lang="zh-CN" altLang="en-US" sz="1725" dirty="0">
                <a:latin typeface="Arial Unicode MS" pitchFamily="34" charset="-122"/>
                <a:ea typeface="Arial Unicode MS" pitchFamily="34" charset="-122"/>
                <a:cs typeface="Arial Unicode MS" pitchFamily="34" charset="-122"/>
              </a:rPr>
              <a:t>必须为不同的方法重写类似的样板代码</a:t>
            </a:r>
          </a:p>
          <a:p>
            <a:pPr lvl="1"/>
            <a:r>
              <a:rPr lang="zh-CN" altLang="en-US" sz="1725" dirty="0">
                <a:latin typeface="Arial Unicode MS" pitchFamily="34" charset="-122"/>
                <a:ea typeface="Arial Unicode MS" pitchFamily="34" charset="-122"/>
                <a:cs typeface="Arial Unicode MS" pitchFamily="34" charset="-122"/>
              </a:rPr>
              <a:t>这段代码是特定于 </a:t>
            </a:r>
            <a:r>
              <a:rPr lang="en-US" altLang="zh-CN" sz="1725" dirty="0">
                <a:latin typeface="Arial Unicode MS" pitchFamily="34" charset="-122"/>
                <a:ea typeface="Arial Unicode MS" pitchFamily="34" charset="-122"/>
                <a:cs typeface="Arial Unicode MS" pitchFamily="34" charset="-122"/>
              </a:rPr>
              <a:t>JDBC </a:t>
            </a:r>
            <a:r>
              <a:rPr lang="zh-CN" altLang="en-US" sz="1725" dirty="0">
                <a:latin typeface="Arial Unicode MS" pitchFamily="34" charset="-122"/>
                <a:ea typeface="Arial Unicode MS" pitchFamily="34" charset="-122"/>
                <a:cs typeface="Arial Unicode MS" pitchFamily="34" charset="-122"/>
              </a:rPr>
              <a:t>的</a:t>
            </a:r>
            <a:r>
              <a:rPr lang="en-US" altLang="zh-CN" sz="1725" dirty="0">
                <a:latin typeface="Arial Unicode MS" pitchFamily="34" charset="-122"/>
                <a:ea typeface="Arial Unicode MS" pitchFamily="34" charset="-122"/>
                <a:cs typeface="Arial Unicode MS" pitchFamily="34" charset="-122"/>
              </a:rPr>
              <a:t>, </a:t>
            </a:r>
            <a:r>
              <a:rPr lang="zh-CN" altLang="en-US" sz="1725" dirty="0">
                <a:latin typeface="Arial Unicode MS" pitchFamily="34" charset="-122"/>
                <a:ea typeface="Arial Unicode MS" pitchFamily="34" charset="-122"/>
                <a:cs typeface="Arial Unicode MS" pitchFamily="34" charset="-122"/>
              </a:rPr>
              <a:t>一旦选择了其它数据库存取技术</a:t>
            </a:r>
            <a:r>
              <a:rPr lang="en-US" altLang="zh-CN" sz="1725" dirty="0">
                <a:latin typeface="Arial Unicode MS" pitchFamily="34" charset="-122"/>
                <a:ea typeface="Arial Unicode MS" pitchFamily="34" charset="-122"/>
                <a:cs typeface="Arial Unicode MS" pitchFamily="34" charset="-122"/>
              </a:rPr>
              <a:t>, </a:t>
            </a:r>
            <a:r>
              <a:rPr lang="zh-CN" altLang="en-US" sz="1725" dirty="0">
                <a:latin typeface="Arial Unicode MS" pitchFamily="34" charset="-122"/>
                <a:ea typeface="Arial Unicode MS" pitchFamily="34" charset="-122"/>
                <a:cs typeface="Arial Unicode MS" pitchFamily="34" charset="-122"/>
              </a:rPr>
              <a:t>代码需要作出相应的修改</a:t>
            </a:r>
          </a:p>
        </p:txBody>
      </p:sp>
      <p:pic>
        <p:nvPicPr>
          <p:cNvPr id="727044" name="Picture 4"/>
          <p:cNvPicPr>
            <a:picLocks noChangeAspect="1" noChangeArrowheads="1"/>
          </p:cNvPicPr>
          <p:nvPr/>
        </p:nvPicPr>
        <p:blipFill>
          <a:blip r:embed="rId2"/>
          <a:srcRect/>
          <a:stretch>
            <a:fillRect/>
          </a:stretch>
        </p:blipFill>
        <p:spPr bwMode="auto">
          <a:xfrm>
            <a:off x="4105276" y="195263"/>
            <a:ext cx="3898106" cy="4914900"/>
          </a:xfrm>
          <a:prstGeom prst="rect">
            <a:avLst/>
          </a:prstGeom>
          <a:noFill/>
        </p:spPr>
      </p:pic>
      <p:sp>
        <p:nvSpPr>
          <p:cNvPr id="2" name="灯片编号占位符 1"/>
          <p:cNvSpPr>
            <a:spLocks noGrp="1"/>
          </p:cNvSpPr>
          <p:nvPr>
            <p:ph type="sldNum" sz="quarter" idx="12"/>
          </p:nvPr>
        </p:nvSpPr>
        <p:spPr/>
        <p:txBody>
          <a:bodyPr/>
          <a:lstStyle/>
          <a:p>
            <a:fld id="{0C913308-F349-4B6D-A68A-DD1791B4A57B}" type="slidenum">
              <a:rPr lang="zh-CN" altLang="en-US">
                <a:latin typeface="Franklin Gothic Book"/>
                <a:ea typeface="幼圆" panose="02010509060101010101" pitchFamily="49" charset="-122"/>
              </a:rPr>
              <a:pPr/>
              <a:t>20</a:t>
            </a:fld>
            <a:endParaRPr lang="zh-CN" altLang="en-US">
              <a:latin typeface="Franklin Gothic Book"/>
              <a:ea typeface="幼圆" panose="02010509060101010101" pitchFamily="49" charset="-122"/>
            </a:endParaRPr>
          </a:p>
        </p:txBody>
      </p:sp>
    </p:spTree>
    <p:extLst>
      <p:ext uri="{BB962C8B-B14F-4D97-AF65-F5344CB8AC3E}">
        <p14:creationId xmlns:p14="http://schemas.microsoft.com/office/powerpoint/2010/main" val="2949083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6018" name="Rectangle 2"/>
          <p:cNvSpPr>
            <a:spLocks noGrp="1" noChangeArrowheads="1"/>
          </p:cNvSpPr>
          <p:nvPr>
            <p:ph type="title"/>
          </p:nvPr>
        </p:nvSpPr>
        <p:spPr>
          <a:xfrm>
            <a:off x="1601670" y="524652"/>
            <a:ext cx="6172200" cy="642942"/>
          </a:xfrm>
        </p:spPr>
        <p:txBody>
          <a:bodyPr/>
          <a:lstStyle/>
          <a:p>
            <a:r>
              <a:rPr lang="en-US" altLang="zh-CN" dirty="0">
                <a:latin typeface="Arial Unicode MS" pitchFamily="34" charset="-122"/>
                <a:ea typeface="Arial Unicode MS" pitchFamily="34" charset="-122"/>
                <a:cs typeface="Arial Unicode MS" pitchFamily="34" charset="-122"/>
              </a:rPr>
              <a:t>2-2 Spring </a:t>
            </a:r>
            <a:r>
              <a:rPr lang="zh-CN" altLang="en-US" dirty="0">
                <a:latin typeface="Arial Unicode MS" pitchFamily="34" charset="-122"/>
                <a:ea typeface="Arial Unicode MS" pitchFamily="34" charset="-122"/>
                <a:cs typeface="Arial Unicode MS" pitchFamily="34" charset="-122"/>
              </a:rPr>
              <a:t>中的事务管理</a:t>
            </a:r>
          </a:p>
        </p:txBody>
      </p:sp>
      <p:sp>
        <p:nvSpPr>
          <p:cNvPr id="726019" name="Rectangle 3"/>
          <p:cNvSpPr>
            <a:spLocks noGrp="1" noChangeArrowheads="1"/>
          </p:cNvSpPr>
          <p:nvPr>
            <p:ph sz="quarter" idx="1"/>
          </p:nvPr>
        </p:nvSpPr>
        <p:spPr>
          <a:xfrm>
            <a:off x="1382085" y="1303393"/>
            <a:ext cx="6322263" cy="3482603"/>
          </a:xfrm>
          <a:solidFill>
            <a:schemeClr val="bg1"/>
          </a:solidFill>
        </p:spPr>
        <p:txBody>
          <a:bodyPr>
            <a:normAutofit/>
          </a:bodyPr>
          <a:lstStyle/>
          <a:p>
            <a:r>
              <a:rPr lang="zh-CN" altLang="en-US" sz="1725" dirty="0">
                <a:latin typeface="Arial Unicode MS" pitchFamily="34" charset="-122"/>
                <a:ea typeface="Arial Unicode MS" pitchFamily="34" charset="-122"/>
                <a:cs typeface="Arial Unicode MS" pitchFamily="34" charset="-122"/>
              </a:rPr>
              <a:t>作为企业级应用程序框架</a:t>
            </a:r>
            <a:r>
              <a:rPr lang="en-US" altLang="zh-CN" sz="1725" dirty="0">
                <a:latin typeface="Arial Unicode MS" pitchFamily="34" charset="-122"/>
                <a:ea typeface="Arial Unicode MS" pitchFamily="34" charset="-122"/>
                <a:cs typeface="Arial Unicode MS" pitchFamily="34" charset="-122"/>
              </a:rPr>
              <a:t>, </a:t>
            </a:r>
            <a:r>
              <a:rPr lang="en-US" altLang="zh-CN" sz="1725" dirty="0">
                <a:solidFill>
                  <a:srgbClr val="0000FF"/>
                </a:solidFill>
                <a:latin typeface="Arial Unicode MS" pitchFamily="34" charset="-122"/>
                <a:ea typeface="Arial Unicode MS" pitchFamily="34" charset="-122"/>
                <a:cs typeface="Arial Unicode MS" pitchFamily="34" charset="-122"/>
              </a:rPr>
              <a:t>Spring </a:t>
            </a:r>
            <a:r>
              <a:rPr lang="zh-CN" altLang="en-US" sz="1725" dirty="0">
                <a:solidFill>
                  <a:srgbClr val="0000FF"/>
                </a:solidFill>
                <a:latin typeface="Arial Unicode MS" pitchFamily="34" charset="-122"/>
                <a:ea typeface="Arial Unicode MS" pitchFamily="34" charset="-122"/>
                <a:cs typeface="Arial Unicode MS" pitchFamily="34" charset="-122"/>
              </a:rPr>
              <a:t>在不同的事务管理 </a:t>
            </a:r>
            <a:r>
              <a:rPr lang="en-US" altLang="zh-CN" sz="1725" dirty="0">
                <a:solidFill>
                  <a:srgbClr val="0000FF"/>
                </a:solidFill>
                <a:latin typeface="Arial Unicode MS" pitchFamily="34" charset="-122"/>
                <a:ea typeface="Arial Unicode MS" pitchFamily="34" charset="-122"/>
                <a:cs typeface="Arial Unicode MS" pitchFamily="34" charset="-122"/>
              </a:rPr>
              <a:t>API </a:t>
            </a:r>
            <a:r>
              <a:rPr lang="zh-CN" altLang="en-US" sz="1725" dirty="0">
                <a:solidFill>
                  <a:srgbClr val="0000FF"/>
                </a:solidFill>
                <a:latin typeface="Arial Unicode MS" pitchFamily="34" charset="-122"/>
                <a:ea typeface="Arial Unicode MS" pitchFamily="34" charset="-122"/>
                <a:cs typeface="Arial Unicode MS" pitchFamily="34" charset="-122"/>
              </a:rPr>
              <a:t>之上定义了一个抽象层</a:t>
            </a:r>
            <a:r>
              <a:rPr lang="en-US" altLang="zh-CN" sz="1725" dirty="0">
                <a:latin typeface="Arial Unicode MS" pitchFamily="34" charset="-122"/>
                <a:ea typeface="Arial Unicode MS" pitchFamily="34" charset="-122"/>
                <a:cs typeface="Arial Unicode MS" pitchFamily="34" charset="-122"/>
              </a:rPr>
              <a:t>. </a:t>
            </a:r>
            <a:r>
              <a:rPr lang="zh-CN" altLang="en-US" sz="1725" dirty="0">
                <a:latin typeface="Arial Unicode MS" pitchFamily="34" charset="-122"/>
                <a:ea typeface="Arial Unicode MS" pitchFamily="34" charset="-122"/>
                <a:cs typeface="Arial Unicode MS" pitchFamily="34" charset="-122"/>
              </a:rPr>
              <a:t>而应用程序开发人员不必了解底层的事务管理 </a:t>
            </a:r>
            <a:r>
              <a:rPr lang="en-US" altLang="zh-CN" sz="1725" dirty="0">
                <a:latin typeface="Arial Unicode MS" pitchFamily="34" charset="-122"/>
                <a:ea typeface="Arial Unicode MS" pitchFamily="34" charset="-122"/>
                <a:cs typeface="Arial Unicode MS" pitchFamily="34" charset="-122"/>
              </a:rPr>
              <a:t>API, </a:t>
            </a:r>
            <a:r>
              <a:rPr lang="zh-CN" altLang="en-US" sz="1725" dirty="0">
                <a:latin typeface="Arial Unicode MS" pitchFamily="34" charset="-122"/>
                <a:ea typeface="Arial Unicode MS" pitchFamily="34" charset="-122"/>
                <a:cs typeface="Arial Unicode MS" pitchFamily="34" charset="-122"/>
              </a:rPr>
              <a:t>就可以使用 </a:t>
            </a:r>
            <a:r>
              <a:rPr lang="en-US" altLang="zh-CN" sz="1725" dirty="0">
                <a:latin typeface="Arial Unicode MS" pitchFamily="34" charset="-122"/>
                <a:ea typeface="Arial Unicode MS" pitchFamily="34" charset="-122"/>
                <a:cs typeface="Arial Unicode MS" pitchFamily="34" charset="-122"/>
              </a:rPr>
              <a:t>Spring </a:t>
            </a:r>
            <a:r>
              <a:rPr lang="zh-CN" altLang="en-US" sz="1725" dirty="0">
                <a:latin typeface="Arial Unicode MS" pitchFamily="34" charset="-122"/>
                <a:ea typeface="Arial Unicode MS" pitchFamily="34" charset="-122"/>
                <a:cs typeface="Arial Unicode MS" pitchFamily="34" charset="-122"/>
              </a:rPr>
              <a:t>的事务管理机制</a:t>
            </a:r>
            <a:r>
              <a:rPr lang="en-US" altLang="zh-CN" sz="1725" dirty="0">
                <a:latin typeface="Arial Unicode MS" pitchFamily="34" charset="-122"/>
                <a:ea typeface="Arial Unicode MS" pitchFamily="34" charset="-122"/>
                <a:cs typeface="Arial Unicode MS" pitchFamily="34" charset="-122"/>
              </a:rPr>
              <a:t>.</a:t>
            </a:r>
          </a:p>
          <a:p>
            <a:r>
              <a:rPr lang="en-US" altLang="zh-CN" sz="1725" dirty="0">
                <a:latin typeface="Arial Unicode MS" pitchFamily="34" charset="-122"/>
                <a:ea typeface="Arial Unicode MS" pitchFamily="34" charset="-122"/>
                <a:cs typeface="Arial Unicode MS" pitchFamily="34" charset="-122"/>
              </a:rPr>
              <a:t>Spring </a:t>
            </a:r>
            <a:r>
              <a:rPr lang="zh-CN" altLang="en-US" sz="1725" dirty="0">
                <a:latin typeface="Arial Unicode MS" pitchFamily="34" charset="-122"/>
                <a:ea typeface="Arial Unicode MS" pitchFamily="34" charset="-122"/>
                <a:cs typeface="Arial Unicode MS" pitchFamily="34" charset="-122"/>
              </a:rPr>
              <a:t>既支持编程式事务管理</a:t>
            </a:r>
            <a:r>
              <a:rPr lang="en-US" altLang="zh-CN" sz="1725" dirty="0">
                <a:latin typeface="Arial Unicode MS" pitchFamily="34" charset="-122"/>
                <a:ea typeface="Arial Unicode MS" pitchFamily="34" charset="-122"/>
                <a:cs typeface="Arial Unicode MS" pitchFamily="34" charset="-122"/>
              </a:rPr>
              <a:t>, </a:t>
            </a:r>
            <a:r>
              <a:rPr lang="zh-CN" altLang="en-US" sz="1725" dirty="0">
                <a:latin typeface="Arial Unicode MS" pitchFamily="34" charset="-122"/>
                <a:ea typeface="Arial Unicode MS" pitchFamily="34" charset="-122"/>
                <a:cs typeface="Arial Unicode MS" pitchFamily="34" charset="-122"/>
              </a:rPr>
              <a:t>也支持声明式的事务管理</a:t>
            </a:r>
            <a:r>
              <a:rPr lang="en-US" altLang="zh-CN" sz="1725" dirty="0">
                <a:latin typeface="Arial Unicode MS" pitchFamily="34" charset="-122"/>
                <a:ea typeface="Arial Unicode MS" pitchFamily="34" charset="-122"/>
                <a:cs typeface="Arial Unicode MS" pitchFamily="34" charset="-122"/>
              </a:rPr>
              <a:t>. </a:t>
            </a:r>
          </a:p>
          <a:p>
            <a:r>
              <a:rPr lang="zh-CN" altLang="en-US" sz="1725" dirty="0">
                <a:solidFill>
                  <a:srgbClr val="0000FF"/>
                </a:solidFill>
                <a:latin typeface="Arial Unicode MS" pitchFamily="34" charset="-122"/>
                <a:ea typeface="Arial Unicode MS" pitchFamily="34" charset="-122"/>
                <a:cs typeface="Arial Unicode MS" pitchFamily="34" charset="-122"/>
              </a:rPr>
              <a:t>编程式事务管理</a:t>
            </a:r>
            <a:r>
              <a:rPr lang="en-US" altLang="zh-CN" sz="1725" dirty="0">
                <a:solidFill>
                  <a:srgbClr val="0000FF"/>
                </a:solidFill>
                <a:latin typeface="Arial Unicode MS" pitchFamily="34" charset="-122"/>
                <a:ea typeface="Arial Unicode MS" pitchFamily="34" charset="-122"/>
                <a:cs typeface="Arial Unicode MS" pitchFamily="34" charset="-122"/>
              </a:rPr>
              <a:t>: </a:t>
            </a:r>
            <a:r>
              <a:rPr lang="zh-CN" altLang="en-US" sz="1725" dirty="0">
                <a:solidFill>
                  <a:srgbClr val="0000FF"/>
                </a:solidFill>
                <a:latin typeface="Arial Unicode MS" pitchFamily="34" charset="-122"/>
                <a:ea typeface="Arial Unicode MS" pitchFamily="34" charset="-122"/>
                <a:cs typeface="Arial Unicode MS" pitchFamily="34" charset="-122"/>
              </a:rPr>
              <a:t>将事务管理代码嵌入到业务方法中来控制事务的提交和回滚</a:t>
            </a:r>
            <a:r>
              <a:rPr lang="en-US" altLang="zh-CN" sz="1725" dirty="0">
                <a:latin typeface="Arial Unicode MS" pitchFamily="34" charset="-122"/>
                <a:ea typeface="Arial Unicode MS" pitchFamily="34" charset="-122"/>
                <a:cs typeface="Arial Unicode MS" pitchFamily="34" charset="-122"/>
              </a:rPr>
              <a:t>. </a:t>
            </a:r>
            <a:r>
              <a:rPr lang="zh-CN" altLang="en-US" sz="1725" dirty="0">
                <a:latin typeface="Arial Unicode MS" pitchFamily="34" charset="-122"/>
                <a:ea typeface="Arial Unicode MS" pitchFamily="34" charset="-122"/>
                <a:cs typeface="Arial Unicode MS" pitchFamily="34" charset="-122"/>
              </a:rPr>
              <a:t>在编程式管理事务时</a:t>
            </a:r>
            <a:r>
              <a:rPr lang="en-US" altLang="zh-CN" sz="1725" dirty="0">
                <a:latin typeface="Arial Unicode MS" pitchFamily="34" charset="-122"/>
                <a:ea typeface="Arial Unicode MS" pitchFamily="34" charset="-122"/>
                <a:cs typeface="Arial Unicode MS" pitchFamily="34" charset="-122"/>
              </a:rPr>
              <a:t>, </a:t>
            </a:r>
            <a:r>
              <a:rPr lang="zh-CN" altLang="en-US" sz="1725" dirty="0">
                <a:latin typeface="Arial Unicode MS" pitchFamily="34" charset="-122"/>
                <a:ea typeface="Arial Unicode MS" pitchFamily="34" charset="-122"/>
                <a:cs typeface="Arial Unicode MS" pitchFamily="34" charset="-122"/>
              </a:rPr>
              <a:t>必须在每个事务操作中包含额外的事务管理代码</a:t>
            </a:r>
            <a:r>
              <a:rPr lang="en-US" altLang="zh-CN" sz="1725" dirty="0">
                <a:latin typeface="Arial Unicode MS" pitchFamily="34" charset="-122"/>
                <a:ea typeface="Arial Unicode MS" pitchFamily="34" charset="-122"/>
                <a:cs typeface="Arial Unicode MS" pitchFamily="34" charset="-122"/>
              </a:rPr>
              <a:t>. </a:t>
            </a:r>
          </a:p>
          <a:p>
            <a:r>
              <a:rPr lang="zh-CN" altLang="en-US" sz="1725" dirty="0">
                <a:solidFill>
                  <a:srgbClr val="FF0000"/>
                </a:solidFill>
                <a:latin typeface="Arial Unicode MS" pitchFamily="34" charset="-122"/>
                <a:ea typeface="Arial Unicode MS" pitchFamily="34" charset="-122"/>
                <a:cs typeface="Arial Unicode MS" pitchFamily="34" charset="-122"/>
              </a:rPr>
              <a:t>声明式事务管理</a:t>
            </a:r>
            <a:r>
              <a:rPr lang="en-US" altLang="zh-CN" sz="1725" dirty="0">
                <a:latin typeface="Arial Unicode MS" pitchFamily="34" charset="-122"/>
                <a:ea typeface="Arial Unicode MS" pitchFamily="34" charset="-122"/>
                <a:cs typeface="Arial Unicode MS" pitchFamily="34" charset="-122"/>
              </a:rPr>
              <a:t>: </a:t>
            </a:r>
            <a:r>
              <a:rPr lang="zh-CN" altLang="en-US" sz="1725" dirty="0">
                <a:latin typeface="Arial Unicode MS" pitchFamily="34" charset="-122"/>
                <a:ea typeface="Arial Unicode MS" pitchFamily="34" charset="-122"/>
                <a:cs typeface="Arial Unicode MS" pitchFamily="34" charset="-122"/>
              </a:rPr>
              <a:t>大多数情况下比编程式事务管理更好用</a:t>
            </a:r>
            <a:r>
              <a:rPr lang="en-US" altLang="zh-CN" sz="1725" dirty="0">
                <a:latin typeface="Arial Unicode MS" pitchFamily="34" charset="-122"/>
                <a:ea typeface="Arial Unicode MS" pitchFamily="34" charset="-122"/>
                <a:cs typeface="Arial Unicode MS" pitchFamily="34" charset="-122"/>
              </a:rPr>
              <a:t>. </a:t>
            </a:r>
            <a:r>
              <a:rPr lang="zh-CN" altLang="en-US" sz="1725" dirty="0">
                <a:latin typeface="Arial Unicode MS" pitchFamily="34" charset="-122"/>
                <a:ea typeface="Arial Unicode MS" pitchFamily="34" charset="-122"/>
                <a:cs typeface="Arial Unicode MS" pitchFamily="34" charset="-122"/>
              </a:rPr>
              <a:t>它</a:t>
            </a:r>
            <a:r>
              <a:rPr lang="zh-CN" altLang="en-US" sz="1725" dirty="0">
                <a:solidFill>
                  <a:srgbClr val="0000FF"/>
                </a:solidFill>
                <a:latin typeface="Arial Unicode MS" pitchFamily="34" charset="-122"/>
                <a:ea typeface="Arial Unicode MS" pitchFamily="34" charset="-122"/>
                <a:cs typeface="Arial Unicode MS" pitchFamily="34" charset="-122"/>
              </a:rPr>
              <a:t>将事务管理代码从业务方法中分离出来</a:t>
            </a:r>
            <a:r>
              <a:rPr lang="en-US" altLang="zh-CN" sz="1725" dirty="0">
                <a:solidFill>
                  <a:srgbClr val="0000FF"/>
                </a:solidFill>
                <a:latin typeface="Arial Unicode MS" pitchFamily="34" charset="-122"/>
                <a:ea typeface="Arial Unicode MS" pitchFamily="34" charset="-122"/>
                <a:cs typeface="Arial Unicode MS" pitchFamily="34" charset="-122"/>
              </a:rPr>
              <a:t>, </a:t>
            </a:r>
            <a:r>
              <a:rPr lang="zh-CN" altLang="en-US" sz="1725" dirty="0">
                <a:solidFill>
                  <a:srgbClr val="0000FF"/>
                </a:solidFill>
                <a:latin typeface="Arial Unicode MS" pitchFamily="34" charset="-122"/>
                <a:ea typeface="Arial Unicode MS" pitchFamily="34" charset="-122"/>
                <a:cs typeface="Arial Unicode MS" pitchFamily="34" charset="-122"/>
              </a:rPr>
              <a:t>以声明的方式来实现事务管理</a:t>
            </a:r>
            <a:r>
              <a:rPr lang="en-US" altLang="zh-CN" sz="1725" dirty="0">
                <a:latin typeface="Arial Unicode MS" pitchFamily="34" charset="-122"/>
                <a:ea typeface="Arial Unicode MS" pitchFamily="34" charset="-122"/>
                <a:cs typeface="Arial Unicode MS" pitchFamily="34" charset="-122"/>
              </a:rPr>
              <a:t>. </a:t>
            </a:r>
            <a:r>
              <a:rPr lang="zh-CN" altLang="en-US" sz="1725" dirty="0">
                <a:latin typeface="Arial Unicode MS" pitchFamily="34" charset="-122"/>
                <a:ea typeface="Arial Unicode MS" pitchFamily="34" charset="-122"/>
                <a:cs typeface="Arial Unicode MS" pitchFamily="34" charset="-122"/>
              </a:rPr>
              <a:t>事务管理作为一种横切关注点</a:t>
            </a:r>
            <a:r>
              <a:rPr lang="en-US" altLang="zh-CN" sz="1725" dirty="0">
                <a:latin typeface="Arial Unicode MS" pitchFamily="34" charset="-122"/>
                <a:ea typeface="Arial Unicode MS" pitchFamily="34" charset="-122"/>
                <a:cs typeface="Arial Unicode MS" pitchFamily="34" charset="-122"/>
              </a:rPr>
              <a:t>, </a:t>
            </a:r>
            <a:r>
              <a:rPr lang="zh-CN" altLang="en-US" sz="1725" dirty="0">
                <a:latin typeface="Arial Unicode MS" pitchFamily="34" charset="-122"/>
                <a:ea typeface="Arial Unicode MS" pitchFamily="34" charset="-122"/>
                <a:cs typeface="Arial Unicode MS" pitchFamily="34" charset="-122"/>
              </a:rPr>
              <a:t>可以通过 </a:t>
            </a:r>
            <a:r>
              <a:rPr lang="en-US" altLang="zh-CN" sz="1725" dirty="0">
                <a:latin typeface="Arial Unicode MS" pitchFamily="34" charset="-122"/>
                <a:ea typeface="Arial Unicode MS" pitchFamily="34" charset="-122"/>
                <a:cs typeface="Arial Unicode MS" pitchFamily="34" charset="-122"/>
              </a:rPr>
              <a:t>AOP </a:t>
            </a:r>
            <a:r>
              <a:rPr lang="zh-CN" altLang="en-US" sz="1725" dirty="0">
                <a:latin typeface="Arial Unicode MS" pitchFamily="34" charset="-122"/>
                <a:ea typeface="Arial Unicode MS" pitchFamily="34" charset="-122"/>
                <a:cs typeface="Arial Unicode MS" pitchFamily="34" charset="-122"/>
              </a:rPr>
              <a:t>方法模块化</a:t>
            </a:r>
            <a:r>
              <a:rPr lang="en-US" altLang="zh-CN" sz="1725" dirty="0">
                <a:latin typeface="Arial Unicode MS" pitchFamily="34" charset="-122"/>
                <a:ea typeface="Arial Unicode MS" pitchFamily="34" charset="-122"/>
                <a:cs typeface="Arial Unicode MS" pitchFamily="34" charset="-122"/>
              </a:rPr>
              <a:t>. </a:t>
            </a:r>
            <a:r>
              <a:rPr lang="en-US" altLang="zh-CN" sz="1725" dirty="0">
                <a:solidFill>
                  <a:srgbClr val="0000FF"/>
                </a:solidFill>
                <a:latin typeface="Arial Unicode MS" pitchFamily="34" charset="-122"/>
                <a:ea typeface="Arial Unicode MS" pitchFamily="34" charset="-122"/>
                <a:cs typeface="Arial Unicode MS" pitchFamily="34" charset="-122"/>
              </a:rPr>
              <a:t>Spring </a:t>
            </a:r>
            <a:r>
              <a:rPr lang="zh-CN" altLang="en-US" sz="1725" dirty="0">
                <a:solidFill>
                  <a:srgbClr val="0000FF"/>
                </a:solidFill>
                <a:latin typeface="Arial Unicode MS" pitchFamily="34" charset="-122"/>
                <a:ea typeface="Arial Unicode MS" pitchFamily="34" charset="-122"/>
                <a:cs typeface="Arial Unicode MS" pitchFamily="34" charset="-122"/>
              </a:rPr>
              <a:t>通过 </a:t>
            </a:r>
            <a:r>
              <a:rPr lang="en-US" altLang="zh-CN" sz="1725" dirty="0">
                <a:solidFill>
                  <a:srgbClr val="0000FF"/>
                </a:solidFill>
                <a:latin typeface="Arial Unicode MS" pitchFamily="34" charset="-122"/>
                <a:ea typeface="Arial Unicode MS" pitchFamily="34" charset="-122"/>
                <a:cs typeface="Arial Unicode MS" pitchFamily="34" charset="-122"/>
              </a:rPr>
              <a:t>Spring AOP </a:t>
            </a:r>
            <a:r>
              <a:rPr lang="zh-CN" altLang="en-US" sz="1725" dirty="0">
                <a:solidFill>
                  <a:srgbClr val="0000FF"/>
                </a:solidFill>
                <a:latin typeface="Arial Unicode MS" pitchFamily="34" charset="-122"/>
                <a:ea typeface="Arial Unicode MS" pitchFamily="34" charset="-122"/>
                <a:cs typeface="Arial Unicode MS" pitchFamily="34" charset="-122"/>
              </a:rPr>
              <a:t>框架支持声明式事务管理</a:t>
            </a:r>
            <a:r>
              <a:rPr lang="en-US" altLang="zh-CN" sz="1725" dirty="0">
                <a:latin typeface="Arial Unicode MS" pitchFamily="34" charset="-122"/>
                <a:ea typeface="Arial Unicode MS" pitchFamily="34" charset="-122"/>
                <a:cs typeface="Arial Unicode MS" pitchFamily="34" charset="-122"/>
              </a:rPr>
              <a:t>.</a:t>
            </a:r>
          </a:p>
        </p:txBody>
      </p:sp>
      <p:sp>
        <p:nvSpPr>
          <p:cNvPr id="2" name="灯片编号占位符 1"/>
          <p:cNvSpPr>
            <a:spLocks noGrp="1"/>
          </p:cNvSpPr>
          <p:nvPr>
            <p:ph type="sldNum" sz="quarter" idx="12"/>
          </p:nvPr>
        </p:nvSpPr>
        <p:spPr/>
        <p:txBody>
          <a:bodyPr/>
          <a:lstStyle/>
          <a:p>
            <a:fld id="{0C913308-F349-4B6D-A68A-DD1791B4A57B}" type="slidenum">
              <a:rPr lang="zh-CN" altLang="en-US">
                <a:latin typeface="Franklin Gothic Book"/>
                <a:ea typeface="幼圆" panose="02010509060101010101" pitchFamily="49" charset="-122"/>
              </a:rPr>
              <a:pPr/>
              <a:t>21</a:t>
            </a:fld>
            <a:endParaRPr lang="zh-CN" altLang="en-US">
              <a:latin typeface="Franklin Gothic Book"/>
              <a:ea typeface="幼圆" panose="02010509060101010101" pitchFamily="49" charset="-122"/>
            </a:endParaRPr>
          </a:p>
        </p:txBody>
      </p:sp>
    </p:spTree>
    <p:extLst>
      <p:ext uri="{BB962C8B-B14F-4D97-AF65-F5344CB8AC3E}">
        <p14:creationId xmlns:p14="http://schemas.microsoft.com/office/powerpoint/2010/main" val="1789338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dirty="0"/>
              <a:t>2-3 </a:t>
            </a:r>
            <a:r>
              <a:rPr lang="zh-CN" altLang="en-US" dirty="0"/>
              <a:t>配置声明式事务 </a:t>
            </a:r>
          </a:p>
        </p:txBody>
      </p:sp>
      <p:sp>
        <p:nvSpPr>
          <p:cNvPr id="24579" name="Rectangle 3"/>
          <p:cNvSpPr>
            <a:spLocks noGrp="1" noChangeArrowheads="1"/>
          </p:cNvSpPr>
          <p:nvPr>
            <p:ph idx="1"/>
          </p:nvPr>
        </p:nvSpPr>
        <p:spPr>
          <a:xfrm>
            <a:off x="677545" y="843558"/>
            <a:ext cx="7762875" cy="3394075"/>
          </a:xfrm>
        </p:spPr>
        <p:txBody>
          <a:bodyPr/>
          <a:lstStyle/>
          <a:p>
            <a:r>
              <a:rPr lang="zh-CN" altLang="en-US" dirty="0"/>
              <a:t>声明式事务关注的核心问题是</a:t>
            </a:r>
            <a:endParaRPr lang="en-US" altLang="zh-CN" dirty="0"/>
          </a:p>
          <a:p>
            <a:pPr lvl="1"/>
            <a:r>
              <a:rPr lang="en-US" altLang="zh-CN" dirty="0"/>
              <a:t>	</a:t>
            </a:r>
            <a:r>
              <a:rPr lang="zh-CN" altLang="en-US" dirty="0"/>
              <a:t>对哪些方法，采取什么样的事务策略</a:t>
            </a:r>
          </a:p>
          <a:p>
            <a:endParaRPr lang="zh-CN" altLang="en-US" dirty="0"/>
          </a:p>
          <a:p>
            <a:r>
              <a:rPr lang="zh-CN" altLang="en-US" dirty="0"/>
              <a:t>配置步骤	</a:t>
            </a:r>
          </a:p>
          <a:p>
            <a:pPr lvl="1"/>
            <a:r>
              <a:rPr lang="zh-CN" altLang="en-US" dirty="0"/>
              <a:t>导入</a:t>
            </a:r>
            <a:r>
              <a:rPr lang="en-US" altLang="zh-CN" dirty="0" err="1"/>
              <a:t>tx</a:t>
            </a:r>
            <a:r>
              <a:rPr lang="zh-CN" altLang="en-US" dirty="0"/>
              <a:t>和</a:t>
            </a:r>
            <a:r>
              <a:rPr lang="en-US" altLang="zh-CN" dirty="0" err="1"/>
              <a:t>aop</a:t>
            </a:r>
            <a:r>
              <a:rPr lang="zh-CN" altLang="en-US" dirty="0"/>
              <a:t>命名空间</a:t>
            </a:r>
          </a:p>
          <a:p>
            <a:pPr lvl="1"/>
            <a:r>
              <a:rPr lang="zh-CN" altLang="zh-CN" dirty="0"/>
              <a:t>定义事务管理器</a:t>
            </a:r>
            <a:r>
              <a:rPr lang="en-US" altLang="zh-CN" dirty="0"/>
              <a:t>Bean</a:t>
            </a:r>
            <a:r>
              <a:rPr lang="zh-CN" altLang="zh-CN" dirty="0"/>
              <a:t>，并为其注入数据源</a:t>
            </a:r>
            <a:r>
              <a:rPr lang="en-US" altLang="zh-CN" dirty="0"/>
              <a:t>Bean</a:t>
            </a:r>
            <a:endParaRPr lang="zh-CN" altLang="en-US" dirty="0"/>
          </a:p>
          <a:p>
            <a:pPr lvl="1"/>
            <a:r>
              <a:rPr lang="zh-CN" altLang="zh-CN" dirty="0"/>
              <a:t>通过</a:t>
            </a:r>
            <a:r>
              <a:rPr lang="en-US" altLang="zh-CN" dirty="0"/>
              <a:t>&lt;</a:t>
            </a:r>
            <a:r>
              <a:rPr lang="en-US" altLang="zh-CN" dirty="0" err="1"/>
              <a:t>tx:advice</a:t>
            </a:r>
            <a:r>
              <a:rPr lang="en-US" altLang="zh-CN" dirty="0"/>
              <a:t>&gt;</a:t>
            </a:r>
            <a:r>
              <a:rPr lang="zh-CN" altLang="zh-CN" dirty="0"/>
              <a:t>配置事务增强，绑定事务管理器并针对不同方法定义事务规则</a:t>
            </a:r>
            <a:endParaRPr lang="zh-CN" altLang="en-US" dirty="0"/>
          </a:p>
          <a:p>
            <a:pPr lvl="1"/>
            <a:r>
              <a:rPr lang="zh-CN" altLang="zh-CN" dirty="0"/>
              <a:t>配置切面，将事务增强与方法切入点组合</a:t>
            </a:r>
            <a:endParaRPr lang="zh-CN" altLang="en-US" dirty="0"/>
          </a:p>
        </p:txBody>
      </p:sp>
      <p:grpSp>
        <p:nvGrpSpPr>
          <p:cNvPr id="14" name="组合 13"/>
          <p:cNvGrpSpPr/>
          <p:nvPr/>
        </p:nvGrpSpPr>
        <p:grpSpPr>
          <a:xfrm>
            <a:off x="911469" y="4648131"/>
            <a:ext cx="6468843" cy="371891"/>
            <a:chOff x="1403648" y="3795886"/>
            <a:chExt cx="6142775" cy="371891"/>
          </a:xfrm>
        </p:grpSpPr>
        <p:sp>
          <p:nvSpPr>
            <p:cNvPr id="15" name="圆角矩形 14"/>
            <p:cNvSpPr/>
            <p:nvPr/>
          </p:nvSpPr>
          <p:spPr bwMode="auto">
            <a:xfrm>
              <a:off x="1403648" y="3795886"/>
              <a:ext cx="500044"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a:p>
          </p:txBody>
        </p:sp>
        <p:sp>
          <p:nvSpPr>
            <p:cNvPr id="16" name="圆角矩形 15"/>
            <p:cNvSpPr/>
            <p:nvPr/>
          </p:nvSpPr>
          <p:spPr bwMode="auto">
            <a:xfrm>
              <a:off x="1975126" y="3795886"/>
              <a:ext cx="5143330"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a:p>
          </p:txBody>
        </p:sp>
        <p:pic>
          <p:nvPicPr>
            <p:cNvPr id="17" name="Picture 8" descr="说话气泡ne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3827363"/>
              <a:ext cx="571479" cy="256555"/>
            </a:xfrm>
            <a:prstGeom prst="rect">
              <a:avLst/>
            </a:prstGeom>
            <a:noFill/>
            <a:ln>
              <a:noFill/>
            </a:ln>
            <a:effectLst>
              <a:prstShdw prst="shdw13" dist="12700" dir="10800000">
                <a:srgbClr val="0099FF">
                  <a:alpha val="50000"/>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17"/>
            <p:cNvSpPr txBox="1"/>
            <p:nvPr/>
          </p:nvSpPr>
          <p:spPr bwMode="auto">
            <a:xfrm>
              <a:off x="1845823" y="3829223"/>
              <a:ext cx="5700600" cy="338554"/>
            </a:xfrm>
            <a:prstGeom prst="rect">
              <a:avLst/>
            </a:prstGeom>
            <a:noFill/>
            <a:effectLst/>
          </p:spPr>
          <p:txBody>
            <a:bodyPr wrap="none">
              <a:spAutoFit/>
            </a:bodyPr>
            <a:lstStyle/>
            <a:p>
              <a:pPr algn="ctr">
                <a:defRPr/>
              </a:pPr>
              <a:r>
                <a:rPr lang="zh-CN" altLang="en-US" sz="1600" b="1" spc="300" dirty="0">
                  <a:solidFill>
                    <a:srgbClr val="FBFFFE"/>
                  </a:solidFill>
                  <a:latin typeface="微软雅黑" pitchFamily="34" charset="-122"/>
                  <a:ea typeface="微软雅黑" pitchFamily="34" charset="-122"/>
                </a:rPr>
                <a:t>演示示例</a:t>
              </a:r>
              <a:r>
                <a:rPr lang="en-US" altLang="zh-CN" sz="1600" b="1" spc="300" dirty="0">
                  <a:solidFill>
                    <a:srgbClr val="FBFFFE"/>
                  </a:solidFill>
                  <a:latin typeface="微软雅黑" pitchFamily="34" charset="-122"/>
                  <a:ea typeface="微软雅黑" pitchFamily="34" charset="-122"/>
                </a:rPr>
                <a:t>4</a:t>
              </a:r>
              <a:r>
                <a:rPr lang="zh-CN" altLang="en-US" sz="1600" b="1" spc="300" dirty="0">
                  <a:solidFill>
                    <a:srgbClr val="FBFFFE"/>
                  </a:solidFill>
                  <a:latin typeface="微软雅黑" pitchFamily="34" charset="-122"/>
                  <a:ea typeface="微软雅黑" pitchFamily="34" charset="-122"/>
                </a:rPr>
                <a:t>：为业务层添加声明式事务（</a:t>
              </a:r>
              <a:r>
                <a:rPr lang="en-US" altLang="zh-CN" sz="1600" b="1" spc="300" dirty="0">
                  <a:solidFill>
                    <a:srgbClr val="FBFFFE"/>
                  </a:solidFill>
                  <a:latin typeface="微软雅黑" pitchFamily="34" charset="-122"/>
                  <a:ea typeface="微软雅黑" pitchFamily="34" charset="-122"/>
                </a:rPr>
                <a:t>C06-05</a:t>
              </a:r>
              <a:r>
                <a:rPr lang="zh-CN" altLang="en-US" sz="1600" b="1" spc="300" dirty="0">
                  <a:solidFill>
                    <a:srgbClr val="FBFFFE"/>
                  </a:solidFill>
                  <a:latin typeface="微软雅黑" pitchFamily="34" charset="-122"/>
                  <a:ea typeface="微软雅黑" pitchFamily="34" charset="-122"/>
                </a:rPr>
                <a:t>）</a:t>
              </a:r>
            </a:p>
          </p:txBody>
        </p:sp>
      </p:grpSp>
      <p:sp>
        <p:nvSpPr>
          <p:cNvPr id="2" name="灯片编号占位符 1"/>
          <p:cNvSpPr>
            <a:spLocks noGrp="1"/>
          </p:cNvSpPr>
          <p:nvPr>
            <p:ph type="sldNum" sz="quarter" idx="12"/>
          </p:nvPr>
        </p:nvSpPr>
        <p:spPr/>
        <p:txBody>
          <a:bodyPr/>
          <a:lstStyle/>
          <a:p>
            <a:fld id="{0C913308-F349-4B6D-A68A-DD1791B4A57B}" type="slidenum">
              <a:rPr lang="zh-CN" altLang="en-US" smtClean="0"/>
              <a:pPr/>
              <a:t>22</a:t>
            </a:fld>
            <a:r>
              <a:rPr lang="zh-CN" altLang="en-US"/>
              <a:t>/</a:t>
            </a:r>
            <a:r>
              <a:rPr lang="en-US" altLang="zh-CN"/>
              <a:t>33</a:t>
            </a:r>
            <a:endParaRPr lang="en-US" altLang="zh-CN" dirty="0"/>
          </a:p>
        </p:txBody>
      </p:sp>
    </p:spTree>
    <p:extLst>
      <p:ext uri="{BB962C8B-B14F-4D97-AF65-F5344CB8AC3E}">
        <p14:creationId xmlns:p14="http://schemas.microsoft.com/office/powerpoint/2010/main" val="2677935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3186" name="Rectangle 2"/>
          <p:cNvSpPr>
            <a:spLocks noGrp="1" noChangeArrowheads="1"/>
          </p:cNvSpPr>
          <p:nvPr>
            <p:ph type="title"/>
          </p:nvPr>
        </p:nvSpPr>
        <p:spPr>
          <a:xfrm>
            <a:off x="1601670" y="524652"/>
            <a:ext cx="6172200" cy="642942"/>
          </a:xfrm>
        </p:spPr>
        <p:txBody>
          <a:bodyPr/>
          <a:lstStyle/>
          <a:p>
            <a:r>
              <a:rPr lang="en-US" altLang="zh-CN" dirty="0">
                <a:latin typeface="Arial Unicode MS" pitchFamily="34" charset="-122"/>
                <a:ea typeface="Arial Unicode MS" pitchFamily="34" charset="-122"/>
                <a:cs typeface="Arial Unicode MS" pitchFamily="34" charset="-122"/>
              </a:rPr>
              <a:t> </a:t>
            </a:r>
            <a:r>
              <a:rPr lang="zh-CN" altLang="en-US" dirty="0">
                <a:latin typeface="Arial Unicode MS" pitchFamily="34" charset="-122"/>
                <a:ea typeface="Arial Unicode MS" pitchFamily="34" charset="-122"/>
                <a:cs typeface="Arial Unicode MS" pitchFamily="34" charset="-122"/>
              </a:rPr>
              <a:t>用事务通知声明式地管理事务</a:t>
            </a:r>
          </a:p>
        </p:txBody>
      </p:sp>
      <p:sp>
        <p:nvSpPr>
          <p:cNvPr id="733187" name="Rectangle 3"/>
          <p:cNvSpPr>
            <a:spLocks noGrp="1" noChangeArrowheads="1"/>
          </p:cNvSpPr>
          <p:nvPr>
            <p:ph sz="quarter" idx="1"/>
          </p:nvPr>
        </p:nvSpPr>
        <p:spPr>
          <a:xfrm>
            <a:off x="1439652" y="1303995"/>
            <a:ext cx="6239901" cy="3103960"/>
          </a:xfrm>
          <a:solidFill>
            <a:schemeClr val="bg1"/>
          </a:solidFill>
        </p:spPr>
        <p:txBody>
          <a:bodyPr/>
          <a:lstStyle/>
          <a:p>
            <a:r>
              <a:rPr lang="zh-CN" altLang="en-US" sz="1650" dirty="0">
                <a:latin typeface="Arial Unicode MS" pitchFamily="34" charset="-122"/>
                <a:ea typeface="Arial Unicode MS" pitchFamily="34" charset="-122"/>
                <a:cs typeface="Arial Unicode MS" pitchFamily="34" charset="-122"/>
              </a:rPr>
              <a:t>事务管理是一种横切关注点</a:t>
            </a:r>
          </a:p>
          <a:p>
            <a:r>
              <a:rPr lang="zh-CN" altLang="en-US" sz="1650" dirty="0">
                <a:latin typeface="Arial Unicode MS" pitchFamily="34" charset="-122"/>
                <a:ea typeface="Arial Unicode MS" pitchFamily="34" charset="-122"/>
                <a:cs typeface="Arial Unicode MS" pitchFamily="34" charset="-122"/>
              </a:rPr>
              <a:t>为了在 </a:t>
            </a:r>
            <a:r>
              <a:rPr lang="en-US" altLang="zh-CN" sz="1650" dirty="0">
                <a:latin typeface="Arial Unicode MS" pitchFamily="34" charset="-122"/>
                <a:ea typeface="Arial Unicode MS" pitchFamily="34" charset="-122"/>
                <a:cs typeface="Arial Unicode MS" pitchFamily="34" charset="-122"/>
              </a:rPr>
              <a:t>Spring 2.x </a:t>
            </a:r>
            <a:r>
              <a:rPr lang="zh-CN" altLang="en-US" sz="1650" dirty="0">
                <a:latin typeface="Arial Unicode MS" pitchFamily="34" charset="-122"/>
                <a:ea typeface="Arial Unicode MS" pitchFamily="34" charset="-122"/>
                <a:cs typeface="Arial Unicode MS" pitchFamily="34" charset="-122"/>
              </a:rPr>
              <a:t>中启用声明式事务管理</a:t>
            </a:r>
            <a:r>
              <a:rPr lang="en-US" altLang="zh-CN" sz="1650" dirty="0">
                <a:latin typeface="Arial Unicode MS" pitchFamily="34" charset="-122"/>
                <a:ea typeface="Arial Unicode MS" pitchFamily="34" charset="-122"/>
                <a:cs typeface="Arial Unicode MS" pitchFamily="34" charset="-122"/>
              </a:rPr>
              <a:t>, </a:t>
            </a:r>
            <a:r>
              <a:rPr lang="zh-CN" altLang="en-US" sz="1650" dirty="0">
                <a:latin typeface="Arial Unicode MS" pitchFamily="34" charset="-122"/>
                <a:ea typeface="Arial Unicode MS" pitchFamily="34" charset="-122"/>
                <a:cs typeface="Arial Unicode MS" pitchFamily="34" charset="-122"/>
              </a:rPr>
              <a:t>可以通过 </a:t>
            </a:r>
            <a:r>
              <a:rPr lang="en-US" altLang="zh-CN" sz="1650" dirty="0" err="1">
                <a:latin typeface="Arial Unicode MS" pitchFamily="34" charset="-122"/>
                <a:ea typeface="Arial Unicode MS" pitchFamily="34" charset="-122"/>
                <a:cs typeface="Arial Unicode MS" pitchFamily="34" charset="-122"/>
              </a:rPr>
              <a:t>tx</a:t>
            </a:r>
            <a:r>
              <a:rPr lang="en-US" altLang="zh-CN" sz="1650" dirty="0">
                <a:latin typeface="Arial Unicode MS" pitchFamily="34" charset="-122"/>
                <a:ea typeface="Arial Unicode MS" pitchFamily="34" charset="-122"/>
                <a:cs typeface="Arial Unicode MS" pitchFamily="34" charset="-122"/>
              </a:rPr>
              <a:t> Schema </a:t>
            </a:r>
            <a:r>
              <a:rPr lang="zh-CN" altLang="en-US" sz="1650" dirty="0">
                <a:latin typeface="Arial Unicode MS" pitchFamily="34" charset="-122"/>
                <a:ea typeface="Arial Unicode MS" pitchFamily="34" charset="-122"/>
                <a:cs typeface="Arial Unicode MS" pitchFamily="34" charset="-122"/>
              </a:rPr>
              <a:t>中定义的 </a:t>
            </a:r>
            <a:r>
              <a:rPr lang="en-US" altLang="zh-CN" sz="1650" dirty="0">
                <a:solidFill>
                  <a:srgbClr val="0000FF"/>
                </a:solidFill>
                <a:latin typeface="Arial Unicode MS" pitchFamily="34" charset="-122"/>
                <a:ea typeface="Arial Unicode MS" pitchFamily="34" charset="-122"/>
                <a:cs typeface="Arial Unicode MS" pitchFamily="34" charset="-122"/>
              </a:rPr>
              <a:t>&lt;</a:t>
            </a:r>
            <a:r>
              <a:rPr lang="en-US" altLang="zh-CN" sz="1650" dirty="0" err="1">
                <a:solidFill>
                  <a:srgbClr val="0000FF"/>
                </a:solidFill>
                <a:latin typeface="Arial Unicode MS" pitchFamily="34" charset="-122"/>
                <a:ea typeface="Arial Unicode MS" pitchFamily="34" charset="-122"/>
                <a:cs typeface="Arial Unicode MS" pitchFamily="34" charset="-122"/>
              </a:rPr>
              <a:t>tx:advice</a:t>
            </a:r>
            <a:r>
              <a:rPr lang="en-US" altLang="zh-CN" sz="1650" dirty="0">
                <a:solidFill>
                  <a:srgbClr val="0000FF"/>
                </a:solidFill>
                <a:latin typeface="Arial Unicode MS" pitchFamily="34" charset="-122"/>
                <a:ea typeface="Arial Unicode MS" pitchFamily="34" charset="-122"/>
                <a:cs typeface="Arial Unicode MS" pitchFamily="34" charset="-122"/>
              </a:rPr>
              <a:t>&gt; </a:t>
            </a:r>
            <a:r>
              <a:rPr lang="zh-CN" altLang="en-US" sz="1650" dirty="0">
                <a:solidFill>
                  <a:srgbClr val="0000FF"/>
                </a:solidFill>
                <a:latin typeface="Arial Unicode MS" pitchFamily="34" charset="-122"/>
                <a:ea typeface="Arial Unicode MS" pitchFamily="34" charset="-122"/>
                <a:cs typeface="Arial Unicode MS" pitchFamily="34" charset="-122"/>
              </a:rPr>
              <a:t>元素声明事务通知</a:t>
            </a:r>
            <a:r>
              <a:rPr lang="en-US" altLang="zh-CN" sz="1650" dirty="0">
                <a:latin typeface="Arial Unicode MS" pitchFamily="34" charset="-122"/>
                <a:ea typeface="Arial Unicode MS" pitchFamily="34" charset="-122"/>
                <a:cs typeface="Arial Unicode MS" pitchFamily="34" charset="-122"/>
              </a:rPr>
              <a:t>, </a:t>
            </a:r>
            <a:r>
              <a:rPr lang="zh-CN" altLang="en-US" sz="1650" dirty="0">
                <a:latin typeface="Arial Unicode MS" pitchFamily="34" charset="-122"/>
                <a:ea typeface="Arial Unicode MS" pitchFamily="34" charset="-122"/>
                <a:cs typeface="Arial Unicode MS" pitchFamily="34" charset="-122"/>
              </a:rPr>
              <a:t>为此必须事先将这个 </a:t>
            </a:r>
            <a:r>
              <a:rPr lang="en-US" altLang="zh-CN" sz="1650" dirty="0">
                <a:latin typeface="Arial Unicode MS" pitchFamily="34" charset="-122"/>
                <a:ea typeface="Arial Unicode MS" pitchFamily="34" charset="-122"/>
                <a:cs typeface="Arial Unicode MS" pitchFamily="34" charset="-122"/>
              </a:rPr>
              <a:t>Schema </a:t>
            </a:r>
            <a:r>
              <a:rPr lang="zh-CN" altLang="en-US" sz="1650" dirty="0">
                <a:latin typeface="Arial Unicode MS" pitchFamily="34" charset="-122"/>
                <a:ea typeface="Arial Unicode MS" pitchFamily="34" charset="-122"/>
                <a:cs typeface="Arial Unicode MS" pitchFamily="34" charset="-122"/>
              </a:rPr>
              <a:t>定义添加到 </a:t>
            </a:r>
            <a:r>
              <a:rPr lang="en-US" altLang="zh-CN" sz="1650" dirty="0">
                <a:latin typeface="Arial Unicode MS" pitchFamily="34" charset="-122"/>
                <a:ea typeface="Arial Unicode MS" pitchFamily="34" charset="-122"/>
                <a:cs typeface="Arial Unicode MS" pitchFamily="34" charset="-122"/>
              </a:rPr>
              <a:t>&lt;beans&gt; </a:t>
            </a:r>
            <a:r>
              <a:rPr lang="zh-CN" altLang="en-US" sz="1650" dirty="0">
                <a:latin typeface="Arial Unicode MS" pitchFamily="34" charset="-122"/>
                <a:ea typeface="Arial Unicode MS" pitchFamily="34" charset="-122"/>
                <a:cs typeface="Arial Unicode MS" pitchFamily="34" charset="-122"/>
              </a:rPr>
              <a:t>根元素中去</a:t>
            </a:r>
            <a:r>
              <a:rPr lang="en-US" altLang="zh-CN" sz="1650" dirty="0">
                <a:latin typeface="Arial Unicode MS" pitchFamily="34" charset="-122"/>
                <a:ea typeface="Arial Unicode MS" pitchFamily="34" charset="-122"/>
                <a:cs typeface="Arial Unicode MS" pitchFamily="34" charset="-122"/>
              </a:rPr>
              <a:t>.</a:t>
            </a:r>
          </a:p>
          <a:p>
            <a:r>
              <a:rPr lang="zh-CN" altLang="en-US" sz="1650" dirty="0">
                <a:latin typeface="Arial Unicode MS" pitchFamily="34" charset="-122"/>
                <a:ea typeface="Arial Unicode MS" pitchFamily="34" charset="-122"/>
                <a:cs typeface="Arial Unicode MS" pitchFamily="34" charset="-122"/>
              </a:rPr>
              <a:t>声明了事务通知后</a:t>
            </a:r>
            <a:r>
              <a:rPr lang="en-US" altLang="zh-CN" sz="1650" dirty="0">
                <a:latin typeface="Arial Unicode MS" pitchFamily="34" charset="-122"/>
                <a:ea typeface="Arial Unicode MS" pitchFamily="34" charset="-122"/>
                <a:cs typeface="Arial Unicode MS" pitchFamily="34" charset="-122"/>
              </a:rPr>
              <a:t>, </a:t>
            </a:r>
            <a:r>
              <a:rPr lang="zh-CN" altLang="en-US" sz="1650" dirty="0">
                <a:latin typeface="Arial Unicode MS" pitchFamily="34" charset="-122"/>
                <a:ea typeface="Arial Unicode MS" pitchFamily="34" charset="-122"/>
                <a:cs typeface="Arial Unicode MS" pitchFamily="34" charset="-122"/>
              </a:rPr>
              <a:t>就需要将它与切入点关联起来</a:t>
            </a:r>
            <a:r>
              <a:rPr lang="en-US" altLang="zh-CN" sz="1650" dirty="0">
                <a:latin typeface="Arial Unicode MS" pitchFamily="34" charset="-122"/>
                <a:ea typeface="Arial Unicode MS" pitchFamily="34" charset="-122"/>
                <a:cs typeface="Arial Unicode MS" pitchFamily="34" charset="-122"/>
              </a:rPr>
              <a:t>. </a:t>
            </a:r>
            <a:r>
              <a:rPr lang="zh-CN" altLang="en-US" sz="1650" dirty="0">
                <a:latin typeface="Arial Unicode MS" pitchFamily="34" charset="-122"/>
                <a:ea typeface="Arial Unicode MS" pitchFamily="34" charset="-122"/>
                <a:cs typeface="Arial Unicode MS" pitchFamily="34" charset="-122"/>
              </a:rPr>
              <a:t>由于事务通知是在 </a:t>
            </a:r>
            <a:r>
              <a:rPr lang="en-US" altLang="zh-CN" sz="1650" dirty="0">
                <a:latin typeface="Arial Unicode MS" pitchFamily="34" charset="-122"/>
                <a:ea typeface="Arial Unicode MS" pitchFamily="34" charset="-122"/>
                <a:cs typeface="Arial Unicode MS" pitchFamily="34" charset="-122"/>
              </a:rPr>
              <a:t>&lt;</a:t>
            </a:r>
            <a:r>
              <a:rPr lang="en-US" altLang="zh-CN" sz="1650" dirty="0" err="1">
                <a:latin typeface="Arial Unicode MS" pitchFamily="34" charset="-122"/>
                <a:ea typeface="Arial Unicode MS" pitchFamily="34" charset="-122"/>
                <a:cs typeface="Arial Unicode MS" pitchFamily="34" charset="-122"/>
              </a:rPr>
              <a:t>aop:config</a:t>
            </a:r>
            <a:r>
              <a:rPr lang="en-US" altLang="zh-CN" sz="1650" dirty="0">
                <a:latin typeface="Arial Unicode MS" pitchFamily="34" charset="-122"/>
                <a:ea typeface="Arial Unicode MS" pitchFamily="34" charset="-122"/>
                <a:cs typeface="Arial Unicode MS" pitchFamily="34" charset="-122"/>
              </a:rPr>
              <a:t>&gt; </a:t>
            </a:r>
            <a:r>
              <a:rPr lang="zh-CN" altLang="en-US" sz="1650" dirty="0">
                <a:latin typeface="Arial Unicode MS" pitchFamily="34" charset="-122"/>
                <a:ea typeface="Arial Unicode MS" pitchFamily="34" charset="-122"/>
                <a:cs typeface="Arial Unicode MS" pitchFamily="34" charset="-122"/>
              </a:rPr>
              <a:t>元素外部声明的</a:t>
            </a:r>
            <a:r>
              <a:rPr lang="en-US" altLang="zh-CN" sz="1650" dirty="0">
                <a:latin typeface="Arial Unicode MS" pitchFamily="34" charset="-122"/>
                <a:ea typeface="Arial Unicode MS" pitchFamily="34" charset="-122"/>
                <a:cs typeface="Arial Unicode MS" pitchFamily="34" charset="-122"/>
              </a:rPr>
              <a:t>, </a:t>
            </a:r>
            <a:r>
              <a:rPr lang="zh-CN" altLang="en-US" sz="1650" dirty="0">
                <a:latin typeface="Arial Unicode MS" pitchFamily="34" charset="-122"/>
                <a:ea typeface="Arial Unicode MS" pitchFamily="34" charset="-122"/>
                <a:cs typeface="Arial Unicode MS" pitchFamily="34" charset="-122"/>
              </a:rPr>
              <a:t>所以它无法直接与切入点产生关联</a:t>
            </a:r>
            <a:r>
              <a:rPr lang="en-US" altLang="zh-CN" sz="1650" dirty="0">
                <a:latin typeface="Arial Unicode MS" pitchFamily="34" charset="-122"/>
                <a:ea typeface="Arial Unicode MS" pitchFamily="34" charset="-122"/>
                <a:cs typeface="Arial Unicode MS" pitchFamily="34" charset="-122"/>
              </a:rPr>
              <a:t>. </a:t>
            </a:r>
            <a:r>
              <a:rPr lang="zh-CN" altLang="en-US" sz="1650" dirty="0">
                <a:latin typeface="Arial Unicode MS" pitchFamily="34" charset="-122"/>
                <a:ea typeface="Arial Unicode MS" pitchFamily="34" charset="-122"/>
                <a:cs typeface="Arial Unicode MS" pitchFamily="34" charset="-122"/>
              </a:rPr>
              <a:t>所以必须</a:t>
            </a:r>
            <a:r>
              <a:rPr lang="zh-CN" altLang="en-US" sz="1650" dirty="0">
                <a:solidFill>
                  <a:srgbClr val="0000FF"/>
                </a:solidFill>
                <a:latin typeface="Arial Unicode MS" pitchFamily="34" charset="-122"/>
                <a:ea typeface="Arial Unicode MS" pitchFamily="34" charset="-122"/>
                <a:cs typeface="Arial Unicode MS" pitchFamily="34" charset="-122"/>
              </a:rPr>
              <a:t>在 </a:t>
            </a:r>
            <a:r>
              <a:rPr lang="en-US" altLang="zh-CN" sz="1650" dirty="0">
                <a:solidFill>
                  <a:srgbClr val="0000FF"/>
                </a:solidFill>
                <a:latin typeface="Arial Unicode MS" pitchFamily="34" charset="-122"/>
                <a:ea typeface="Arial Unicode MS" pitchFamily="34" charset="-122"/>
                <a:cs typeface="Arial Unicode MS" pitchFamily="34" charset="-122"/>
              </a:rPr>
              <a:t>&lt;</a:t>
            </a:r>
            <a:r>
              <a:rPr lang="en-US" altLang="zh-CN" sz="1650" dirty="0" err="1">
                <a:solidFill>
                  <a:srgbClr val="0000FF"/>
                </a:solidFill>
                <a:latin typeface="Arial Unicode MS" pitchFamily="34" charset="-122"/>
                <a:ea typeface="Arial Unicode MS" pitchFamily="34" charset="-122"/>
                <a:cs typeface="Arial Unicode MS" pitchFamily="34" charset="-122"/>
              </a:rPr>
              <a:t>aop:config</a:t>
            </a:r>
            <a:r>
              <a:rPr lang="en-US" altLang="zh-CN" sz="1650" dirty="0">
                <a:solidFill>
                  <a:srgbClr val="0000FF"/>
                </a:solidFill>
                <a:latin typeface="Arial Unicode MS" pitchFamily="34" charset="-122"/>
                <a:ea typeface="Arial Unicode MS" pitchFamily="34" charset="-122"/>
                <a:cs typeface="Arial Unicode MS" pitchFamily="34" charset="-122"/>
              </a:rPr>
              <a:t>&gt; </a:t>
            </a:r>
            <a:r>
              <a:rPr lang="zh-CN" altLang="en-US" sz="1650" dirty="0">
                <a:solidFill>
                  <a:srgbClr val="0000FF"/>
                </a:solidFill>
                <a:latin typeface="Arial Unicode MS" pitchFamily="34" charset="-122"/>
                <a:ea typeface="Arial Unicode MS" pitchFamily="34" charset="-122"/>
                <a:cs typeface="Arial Unicode MS" pitchFamily="34" charset="-122"/>
              </a:rPr>
              <a:t>元素中声明一个</a:t>
            </a:r>
            <a:r>
              <a:rPr lang="zh-CN" altLang="en-US" sz="1650" dirty="0">
                <a:solidFill>
                  <a:srgbClr val="FF0000"/>
                </a:solidFill>
                <a:latin typeface="Arial Unicode MS" pitchFamily="34" charset="-122"/>
                <a:ea typeface="Arial Unicode MS" pitchFamily="34" charset="-122"/>
                <a:cs typeface="Arial Unicode MS" pitchFamily="34" charset="-122"/>
              </a:rPr>
              <a:t>增强器</a:t>
            </a:r>
            <a:r>
              <a:rPr lang="en-US" altLang="zh-CN" sz="1650" dirty="0">
                <a:solidFill>
                  <a:srgbClr val="FF0000"/>
                </a:solidFill>
                <a:latin typeface="Arial Unicode MS" pitchFamily="34" charset="-122"/>
                <a:ea typeface="Arial Unicode MS" pitchFamily="34" charset="-122"/>
                <a:cs typeface="Arial Unicode MS" pitchFamily="34" charset="-122"/>
              </a:rPr>
              <a:t>advisor</a:t>
            </a:r>
            <a:r>
              <a:rPr lang="zh-CN" altLang="en-US" sz="1650" dirty="0">
                <a:solidFill>
                  <a:srgbClr val="0000FF"/>
                </a:solidFill>
                <a:latin typeface="Arial Unicode MS" pitchFamily="34" charset="-122"/>
                <a:ea typeface="Arial Unicode MS" pitchFamily="34" charset="-122"/>
                <a:cs typeface="Arial Unicode MS" pitchFamily="34" charset="-122"/>
              </a:rPr>
              <a:t>通知与切入点关联起来</a:t>
            </a:r>
            <a:r>
              <a:rPr lang="en-US" altLang="zh-CN" sz="1650" dirty="0">
                <a:latin typeface="Arial Unicode MS" pitchFamily="34" charset="-122"/>
                <a:ea typeface="Arial Unicode MS" pitchFamily="34" charset="-122"/>
                <a:cs typeface="Arial Unicode MS" pitchFamily="34" charset="-122"/>
              </a:rPr>
              <a:t>.</a:t>
            </a:r>
          </a:p>
          <a:p>
            <a:r>
              <a:rPr lang="zh-CN" altLang="en-US" sz="1650" dirty="0">
                <a:latin typeface="Arial Unicode MS" pitchFamily="34" charset="-122"/>
                <a:ea typeface="Arial Unicode MS" pitchFamily="34" charset="-122"/>
                <a:cs typeface="Arial Unicode MS" pitchFamily="34" charset="-122"/>
              </a:rPr>
              <a:t>由于 </a:t>
            </a:r>
            <a:r>
              <a:rPr lang="en-US" altLang="zh-CN" sz="1650" dirty="0">
                <a:latin typeface="Arial Unicode MS" pitchFamily="34" charset="-122"/>
                <a:ea typeface="Arial Unicode MS" pitchFamily="34" charset="-122"/>
                <a:cs typeface="Arial Unicode MS" pitchFamily="34" charset="-122"/>
              </a:rPr>
              <a:t>Spring AOP </a:t>
            </a:r>
            <a:r>
              <a:rPr lang="zh-CN" altLang="en-US" sz="1650" dirty="0">
                <a:latin typeface="Arial Unicode MS" pitchFamily="34" charset="-122"/>
                <a:ea typeface="Arial Unicode MS" pitchFamily="34" charset="-122"/>
                <a:cs typeface="Arial Unicode MS" pitchFamily="34" charset="-122"/>
              </a:rPr>
              <a:t>是基于代理的方法</a:t>
            </a:r>
            <a:r>
              <a:rPr lang="en-US" altLang="zh-CN" sz="1650" dirty="0">
                <a:latin typeface="Arial Unicode MS" pitchFamily="34" charset="-122"/>
                <a:ea typeface="Arial Unicode MS" pitchFamily="34" charset="-122"/>
                <a:cs typeface="Arial Unicode MS" pitchFamily="34" charset="-122"/>
              </a:rPr>
              <a:t>, </a:t>
            </a:r>
            <a:r>
              <a:rPr lang="zh-CN" altLang="en-US" sz="1650" dirty="0">
                <a:latin typeface="Arial Unicode MS" pitchFamily="34" charset="-122"/>
                <a:ea typeface="Arial Unicode MS" pitchFamily="34" charset="-122"/>
                <a:cs typeface="Arial Unicode MS" pitchFamily="34" charset="-122"/>
              </a:rPr>
              <a:t>所以只能增强公共方法</a:t>
            </a:r>
            <a:r>
              <a:rPr lang="en-US" altLang="zh-CN" sz="1650" dirty="0">
                <a:latin typeface="Arial Unicode MS" pitchFamily="34" charset="-122"/>
                <a:ea typeface="Arial Unicode MS" pitchFamily="34" charset="-122"/>
                <a:cs typeface="Arial Unicode MS" pitchFamily="34" charset="-122"/>
              </a:rPr>
              <a:t>. </a:t>
            </a:r>
            <a:r>
              <a:rPr lang="zh-CN" altLang="en-US" sz="1650" dirty="0">
                <a:latin typeface="Arial Unicode MS" pitchFamily="34" charset="-122"/>
                <a:ea typeface="Arial Unicode MS" pitchFamily="34" charset="-122"/>
                <a:cs typeface="Arial Unicode MS" pitchFamily="34" charset="-122"/>
              </a:rPr>
              <a:t>因此</a:t>
            </a:r>
            <a:r>
              <a:rPr lang="en-US" altLang="zh-CN" sz="1650" dirty="0">
                <a:latin typeface="Arial Unicode MS" pitchFamily="34" charset="-122"/>
                <a:ea typeface="Arial Unicode MS" pitchFamily="34" charset="-122"/>
                <a:cs typeface="Arial Unicode MS" pitchFamily="34" charset="-122"/>
              </a:rPr>
              <a:t>, </a:t>
            </a:r>
            <a:r>
              <a:rPr lang="zh-CN" altLang="en-US" sz="1650" dirty="0">
                <a:solidFill>
                  <a:srgbClr val="0000FF"/>
                </a:solidFill>
                <a:latin typeface="Arial Unicode MS" pitchFamily="34" charset="-122"/>
                <a:ea typeface="Arial Unicode MS" pitchFamily="34" charset="-122"/>
                <a:cs typeface="Arial Unicode MS" pitchFamily="34" charset="-122"/>
              </a:rPr>
              <a:t>只有公有方法才能通过 </a:t>
            </a:r>
            <a:r>
              <a:rPr lang="en-US" altLang="zh-CN" sz="1650" dirty="0">
                <a:solidFill>
                  <a:srgbClr val="0000FF"/>
                </a:solidFill>
                <a:latin typeface="Arial Unicode MS" pitchFamily="34" charset="-122"/>
                <a:ea typeface="Arial Unicode MS" pitchFamily="34" charset="-122"/>
                <a:cs typeface="Arial Unicode MS" pitchFamily="34" charset="-122"/>
              </a:rPr>
              <a:t>Spring AOP </a:t>
            </a:r>
            <a:r>
              <a:rPr lang="zh-CN" altLang="en-US" sz="1650" dirty="0">
                <a:solidFill>
                  <a:srgbClr val="0000FF"/>
                </a:solidFill>
                <a:latin typeface="Arial Unicode MS" pitchFamily="34" charset="-122"/>
                <a:ea typeface="Arial Unicode MS" pitchFamily="34" charset="-122"/>
                <a:cs typeface="Arial Unicode MS" pitchFamily="34" charset="-122"/>
              </a:rPr>
              <a:t>进行事务管理</a:t>
            </a:r>
            <a:r>
              <a:rPr lang="en-US" altLang="zh-CN" sz="1650" dirty="0">
                <a:latin typeface="Arial Unicode MS" pitchFamily="34" charset="-122"/>
                <a:ea typeface="Arial Unicode MS" pitchFamily="34" charset="-122"/>
                <a:cs typeface="Arial Unicode MS" pitchFamily="34" charset="-122"/>
              </a:rPr>
              <a:t>.</a:t>
            </a:r>
          </a:p>
        </p:txBody>
      </p:sp>
      <p:sp>
        <p:nvSpPr>
          <p:cNvPr id="2" name="灯片编号占位符 1"/>
          <p:cNvSpPr>
            <a:spLocks noGrp="1"/>
          </p:cNvSpPr>
          <p:nvPr>
            <p:ph type="sldNum" sz="quarter" idx="12"/>
          </p:nvPr>
        </p:nvSpPr>
        <p:spPr/>
        <p:txBody>
          <a:bodyPr/>
          <a:lstStyle/>
          <a:p>
            <a:fld id="{0C913308-F349-4B6D-A68A-DD1791B4A57B}" type="slidenum">
              <a:rPr lang="zh-CN" altLang="en-US">
                <a:latin typeface="Franklin Gothic Book"/>
                <a:ea typeface="幼圆" panose="02010509060101010101" pitchFamily="49" charset="-122"/>
              </a:rPr>
              <a:pPr/>
              <a:t>23</a:t>
            </a:fld>
            <a:endParaRPr lang="zh-CN" altLang="en-US" dirty="0">
              <a:latin typeface="Franklin Gothic Book"/>
              <a:ea typeface="幼圆" panose="02010509060101010101" pitchFamily="49" charset="-122"/>
            </a:endParaRPr>
          </a:p>
        </p:txBody>
      </p:sp>
    </p:spTree>
    <p:extLst>
      <p:ext uri="{BB962C8B-B14F-4D97-AF65-F5344CB8AC3E}">
        <p14:creationId xmlns:p14="http://schemas.microsoft.com/office/powerpoint/2010/main" val="12173480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35241" name="Picture 9"/>
          <p:cNvPicPr>
            <a:picLocks noChangeAspect="1" noChangeArrowheads="1"/>
          </p:cNvPicPr>
          <p:nvPr/>
        </p:nvPicPr>
        <p:blipFill>
          <a:blip r:embed="rId2"/>
          <a:srcRect/>
          <a:stretch>
            <a:fillRect/>
          </a:stretch>
        </p:blipFill>
        <p:spPr bwMode="auto">
          <a:xfrm>
            <a:off x="1546624" y="1437086"/>
            <a:ext cx="5725715" cy="3226594"/>
          </a:xfrm>
          <a:prstGeom prst="rect">
            <a:avLst/>
          </a:prstGeom>
          <a:noFill/>
        </p:spPr>
      </p:pic>
      <p:sp>
        <p:nvSpPr>
          <p:cNvPr id="735234" name="Rectangle 2"/>
          <p:cNvSpPr>
            <a:spLocks noGrp="1" noChangeArrowheads="1"/>
          </p:cNvSpPr>
          <p:nvPr>
            <p:ph type="title"/>
          </p:nvPr>
        </p:nvSpPr>
        <p:spPr>
          <a:xfrm>
            <a:off x="1277634" y="627534"/>
            <a:ext cx="6733635" cy="642942"/>
          </a:xfrm>
        </p:spPr>
        <p:txBody>
          <a:bodyPr>
            <a:normAutofit/>
          </a:bodyPr>
          <a:lstStyle/>
          <a:p>
            <a:r>
              <a:rPr lang="zh-CN" altLang="en-US" dirty="0">
                <a:latin typeface="Arial Unicode MS" pitchFamily="34" charset="-122"/>
                <a:ea typeface="Arial Unicode MS" pitchFamily="34" charset="-122"/>
                <a:cs typeface="Arial Unicode MS" pitchFamily="34" charset="-122"/>
              </a:rPr>
              <a:t>用事务通知声明式地管理事务示例代码</a:t>
            </a:r>
            <a:r>
              <a:rPr lang="en-US" altLang="zh-CN" dirty="0">
                <a:latin typeface="Arial Unicode MS" pitchFamily="34" charset="-122"/>
                <a:ea typeface="Arial Unicode MS" pitchFamily="34" charset="-122"/>
                <a:cs typeface="Arial Unicode MS" pitchFamily="34" charset="-122"/>
              </a:rPr>
              <a:t>1</a:t>
            </a:r>
            <a:endParaRPr lang="zh-CN" altLang="en-US" dirty="0">
              <a:latin typeface="Arial Unicode MS" pitchFamily="34" charset="-122"/>
              <a:ea typeface="Arial Unicode MS" pitchFamily="34" charset="-122"/>
              <a:cs typeface="Arial Unicode MS" pitchFamily="34" charset="-122"/>
            </a:endParaRPr>
          </a:p>
        </p:txBody>
      </p:sp>
      <p:sp>
        <p:nvSpPr>
          <p:cNvPr id="735237" name="Text Box 5"/>
          <p:cNvSpPr txBox="1">
            <a:spLocks noChangeArrowheads="1"/>
          </p:cNvSpPr>
          <p:nvPr/>
        </p:nvSpPr>
        <p:spPr bwMode="auto">
          <a:xfrm>
            <a:off x="3815916" y="2078727"/>
            <a:ext cx="1457325" cy="30008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marL="257175" indent="-257175">
              <a:spcBef>
                <a:spcPct val="50000"/>
              </a:spcBef>
            </a:pPr>
            <a:r>
              <a:rPr lang="zh-CN" altLang="en-US" sz="1350" dirty="0">
                <a:solidFill>
                  <a:prstClr val="black"/>
                </a:solidFill>
                <a:latin typeface="Arial Unicode MS" pitchFamily="34" charset="-122"/>
                <a:ea typeface="Arial Unicode MS" pitchFamily="34" charset="-122"/>
                <a:cs typeface="Arial Unicode MS" pitchFamily="34" charset="-122"/>
              </a:rPr>
              <a:t>声明事务管理器</a:t>
            </a:r>
          </a:p>
        </p:txBody>
      </p:sp>
      <p:sp>
        <p:nvSpPr>
          <p:cNvPr id="735238" name="Text Box 6"/>
          <p:cNvSpPr txBox="1">
            <a:spLocks noChangeArrowheads="1"/>
          </p:cNvSpPr>
          <p:nvPr/>
        </p:nvSpPr>
        <p:spPr bwMode="auto">
          <a:xfrm>
            <a:off x="4031940" y="2888817"/>
            <a:ext cx="1243013" cy="30008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marL="257175" indent="-257175">
              <a:spcBef>
                <a:spcPct val="50000"/>
              </a:spcBef>
            </a:pPr>
            <a:r>
              <a:rPr lang="zh-CN" altLang="en-US" sz="1350">
                <a:solidFill>
                  <a:prstClr val="black"/>
                </a:solidFill>
                <a:latin typeface="Arial Unicode MS" pitchFamily="34" charset="-122"/>
                <a:ea typeface="Arial Unicode MS" pitchFamily="34" charset="-122"/>
                <a:cs typeface="Arial Unicode MS" pitchFamily="34" charset="-122"/>
              </a:rPr>
              <a:t>声明事务通知</a:t>
            </a:r>
          </a:p>
        </p:txBody>
      </p:sp>
      <p:sp>
        <p:nvSpPr>
          <p:cNvPr id="735240" name="Text Box 8"/>
          <p:cNvSpPr txBox="1">
            <a:spLocks noChangeArrowheads="1"/>
          </p:cNvSpPr>
          <p:nvPr/>
        </p:nvSpPr>
        <p:spPr bwMode="auto">
          <a:xfrm>
            <a:off x="2593813" y="3489852"/>
            <a:ext cx="4462463" cy="30008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marL="257175" indent="-257175">
              <a:spcBef>
                <a:spcPct val="50000"/>
              </a:spcBef>
            </a:pPr>
            <a:r>
              <a:rPr lang="zh-CN" altLang="en-US" sz="1350" dirty="0">
                <a:solidFill>
                  <a:prstClr val="black"/>
                </a:solidFill>
                <a:latin typeface="Arial Unicode MS" pitchFamily="34" charset="-122"/>
                <a:ea typeface="Arial Unicode MS" pitchFamily="34" charset="-122"/>
                <a:cs typeface="Arial Unicode MS" pitchFamily="34" charset="-122"/>
              </a:rPr>
              <a:t>声明 事务通知需要通知方法</a:t>
            </a:r>
            <a:r>
              <a:rPr lang="en-US" altLang="zh-CN" sz="1350" dirty="0">
                <a:solidFill>
                  <a:prstClr val="black"/>
                </a:solidFill>
                <a:latin typeface="Arial Unicode MS" pitchFamily="34" charset="-122"/>
                <a:ea typeface="Arial Unicode MS" pitchFamily="34" charset="-122"/>
                <a:cs typeface="Arial Unicode MS" pitchFamily="34" charset="-122"/>
              </a:rPr>
              <a:t>(</a:t>
            </a:r>
            <a:r>
              <a:rPr lang="zh-CN" altLang="en-US" sz="1350" dirty="0">
                <a:solidFill>
                  <a:prstClr val="black"/>
                </a:solidFill>
                <a:latin typeface="Arial Unicode MS" pitchFamily="34" charset="-122"/>
                <a:ea typeface="Arial Unicode MS" pitchFamily="34" charset="-122"/>
                <a:cs typeface="Arial Unicode MS" pitchFamily="34" charset="-122"/>
              </a:rPr>
              <a:t>即需要进行事务管理的方法</a:t>
            </a:r>
            <a:r>
              <a:rPr lang="en-US" altLang="zh-CN" sz="1350" dirty="0">
                <a:solidFill>
                  <a:prstClr val="black"/>
                </a:solidFill>
                <a:latin typeface="Arial Unicode MS" pitchFamily="34" charset="-122"/>
                <a:ea typeface="Arial Unicode MS" pitchFamily="34" charset="-122"/>
                <a:cs typeface="Arial Unicode MS" pitchFamily="34" charset="-122"/>
              </a:rPr>
              <a:t>)</a:t>
            </a:r>
          </a:p>
        </p:txBody>
      </p:sp>
      <p:sp>
        <p:nvSpPr>
          <p:cNvPr id="2" name="灯片编号占位符 1"/>
          <p:cNvSpPr>
            <a:spLocks noGrp="1"/>
          </p:cNvSpPr>
          <p:nvPr>
            <p:ph type="sldNum" sz="quarter" idx="12"/>
          </p:nvPr>
        </p:nvSpPr>
        <p:spPr/>
        <p:txBody>
          <a:bodyPr/>
          <a:lstStyle/>
          <a:p>
            <a:fld id="{0C913308-F349-4B6D-A68A-DD1791B4A57B}" type="slidenum">
              <a:rPr lang="zh-CN" altLang="en-US">
                <a:latin typeface="Franklin Gothic Book"/>
                <a:ea typeface="幼圆" panose="02010509060101010101" pitchFamily="49" charset="-122"/>
              </a:rPr>
              <a:pPr/>
              <a:t>24</a:t>
            </a:fld>
            <a:endParaRPr lang="zh-CN" altLang="en-US">
              <a:latin typeface="Franklin Gothic Book"/>
              <a:ea typeface="幼圆" panose="02010509060101010101" pitchFamily="49" charset="-122"/>
            </a:endParaRPr>
          </a:p>
        </p:txBody>
      </p:sp>
    </p:spTree>
    <p:extLst>
      <p:ext uri="{BB962C8B-B14F-4D97-AF65-F5344CB8AC3E}">
        <p14:creationId xmlns:p14="http://schemas.microsoft.com/office/powerpoint/2010/main" val="39431324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22D9D0-CE9F-4C04-8E0D-375B02B651E4}"/>
              </a:ext>
            </a:extLst>
          </p:cNvPr>
          <p:cNvSpPr>
            <a:spLocks noGrp="1"/>
          </p:cNvSpPr>
          <p:nvPr>
            <p:ph type="title"/>
          </p:nvPr>
        </p:nvSpPr>
        <p:spPr/>
        <p:txBody>
          <a:bodyPr/>
          <a:lstStyle/>
          <a:p>
            <a:r>
              <a:rPr lang="zh-CN" altLang="en-US" dirty="0"/>
              <a:t>声明式事务管理示例代码</a:t>
            </a:r>
            <a:r>
              <a:rPr lang="en-US" altLang="zh-CN" dirty="0"/>
              <a:t>2 </a:t>
            </a:r>
            <a:r>
              <a:rPr lang="zh-CN" altLang="en-US" dirty="0"/>
              <a:t>：配置</a:t>
            </a:r>
            <a:r>
              <a:rPr lang="en-US" altLang="zh-CN" dirty="0"/>
              <a:t>bean</a:t>
            </a:r>
            <a:endParaRPr lang="zh-CN" altLang="en-US" dirty="0"/>
          </a:p>
        </p:txBody>
      </p:sp>
      <p:sp>
        <p:nvSpPr>
          <p:cNvPr id="3" name="灯片编号占位符 2">
            <a:extLst>
              <a:ext uri="{FF2B5EF4-FFF2-40B4-BE49-F238E27FC236}">
                <a16:creationId xmlns:a16="http://schemas.microsoft.com/office/drawing/2014/main" id="{5951679A-5C9E-4774-86A8-BB09B28B4993}"/>
              </a:ext>
            </a:extLst>
          </p:cNvPr>
          <p:cNvSpPr>
            <a:spLocks noGrp="1"/>
          </p:cNvSpPr>
          <p:nvPr>
            <p:ph type="sldNum" sz="quarter" idx="12"/>
          </p:nvPr>
        </p:nvSpPr>
        <p:spPr/>
        <p:txBody>
          <a:bodyPr/>
          <a:lstStyle/>
          <a:p>
            <a:fld id="{0C913308-F349-4B6D-A68A-DD1791B4A57B}" type="slidenum">
              <a:rPr lang="zh-CN" altLang="en-US" smtClean="0"/>
              <a:pPr/>
              <a:t>25</a:t>
            </a:fld>
            <a:endParaRPr lang="zh-CN" altLang="en-US"/>
          </a:p>
        </p:txBody>
      </p:sp>
      <p:pic>
        <p:nvPicPr>
          <p:cNvPr id="8" name="内容占位符 7">
            <a:extLst>
              <a:ext uri="{FF2B5EF4-FFF2-40B4-BE49-F238E27FC236}">
                <a16:creationId xmlns:a16="http://schemas.microsoft.com/office/drawing/2014/main" id="{63A44F72-5358-4CB4-A472-8AA632D38FF2}"/>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634527" y="1349221"/>
            <a:ext cx="7158649" cy="2520651"/>
          </a:xfrm>
        </p:spPr>
      </p:pic>
    </p:spTree>
    <p:extLst>
      <p:ext uri="{BB962C8B-B14F-4D97-AF65-F5344CB8AC3E}">
        <p14:creationId xmlns:p14="http://schemas.microsoft.com/office/powerpoint/2010/main" val="637427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E26684-FFBD-40B1-A0A5-63B06D91B9E8}"/>
              </a:ext>
            </a:extLst>
          </p:cNvPr>
          <p:cNvSpPr>
            <a:spLocks noGrp="1"/>
          </p:cNvSpPr>
          <p:nvPr>
            <p:ph type="title"/>
          </p:nvPr>
        </p:nvSpPr>
        <p:spPr/>
        <p:txBody>
          <a:bodyPr/>
          <a:lstStyle/>
          <a:p>
            <a:r>
              <a:rPr lang="zh-CN" altLang="en-US" dirty="0"/>
              <a:t>声明式事务管理示例代码</a:t>
            </a:r>
            <a:r>
              <a:rPr lang="en-US" altLang="zh-CN" dirty="0"/>
              <a:t>2</a:t>
            </a:r>
            <a:endParaRPr lang="zh-CN" altLang="en-US" dirty="0"/>
          </a:p>
        </p:txBody>
      </p:sp>
      <p:sp>
        <p:nvSpPr>
          <p:cNvPr id="3" name="灯片编号占位符 2">
            <a:extLst>
              <a:ext uri="{FF2B5EF4-FFF2-40B4-BE49-F238E27FC236}">
                <a16:creationId xmlns:a16="http://schemas.microsoft.com/office/drawing/2014/main" id="{C1A00362-C963-4B45-8BD0-EEE6E966A545}"/>
              </a:ext>
            </a:extLst>
          </p:cNvPr>
          <p:cNvSpPr>
            <a:spLocks noGrp="1"/>
          </p:cNvSpPr>
          <p:nvPr>
            <p:ph type="sldNum" sz="quarter" idx="12"/>
          </p:nvPr>
        </p:nvSpPr>
        <p:spPr/>
        <p:txBody>
          <a:bodyPr/>
          <a:lstStyle/>
          <a:p>
            <a:fld id="{0C913308-F349-4B6D-A68A-DD1791B4A57B}" type="slidenum">
              <a:rPr lang="zh-CN" altLang="en-US" smtClean="0"/>
              <a:pPr/>
              <a:t>26</a:t>
            </a:fld>
            <a:endParaRPr lang="zh-CN" altLang="en-US"/>
          </a:p>
        </p:txBody>
      </p:sp>
      <p:pic>
        <p:nvPicPr>
          <p:cNvPr id="6" name="内容占位符 5">
            <a:extLst>
              <a:ext uri="{FF2B5EF4-FFF2-40B4-BE49-F238E27FC236}">
                <a16:creationId xmlns:a16="http://schemas.microsoft.com/office/drawing/2014/main" id="{723CE108-74BE-442F-B789-F13AF3E2FC14}"/>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96891" y="1231786"/>
            <a:ext cx="8860640" cy="979568"/>
          </a:xfrm>
        </p:spPr>
      </p:pic>
      <p:pic>
        <p:nvPicPr>
          <p:cNvPr id="8" name="图片 7">
            <a:extLst>
              <a:ext uri="{FF2B5EF4-FFF2-40B4-BE49-F238E27FC236}">
                <a16:creationId xmlns:a16="http://schemas.microsoft.com/office/drawing/2014/main" id="{AD091573-DCD1-4535-8C3B-15FA644381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6891" y="2522766"/>
            <a:ext cx="5226527" cy="1422510"/>
          </a:xfrm>
          <a:prstGeom prst="rect">
            <a:avLst/>
          </a:prstGeom>
        </p:spPr>
      </p:pic>
      <p:pic>
        <p:nvPicPr>
          <p:cNvPr id="10" name="图片 9">
            <a:extLst>
              <a:ext uri="{FF2B5EF4-FFF2-40B4-BE49-F238E27FC236}">
                <a16:creationId xmlns:a16="http://schemas.microsoft.com/office/drawing/2014/main" id="{5AA0C2A8-42D5-4ACF-9A1F-995D687F80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14775" y="3107532"/>
            <a:ext cx="4772025" cy="2035969"/>
          </a:xfrm>
          <a:prstGeom prst="rect">
            <a:avLst/>
          </a:prstGeom>
        </p:spPr>
      </p:pic>
    </p:spTree>
    <p:extLst>
      <p:ext uri="{BB962C8B-B14F-4D97-AF65-F5344CB8AC3E}">
        <p14:creationId xmlns:p14="http://schemas.microsoft.com/office/powerpoint/2010/main" val="16768497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DC3790-A2F2-4DB2-A924-0754C4215E3E}"/>
              </a:ext>
            </a:extLst>
          </p:cNvPr>
          <p:cNvSpPr>
            <a:spLocks noGrp="1"/>
          </p:cNvSpPr>
          <p:nvPr>
            <p:ph type="title"/>
          </p:nvPr>
        </p:nvSpPr>
        <p:spPr/>
        <p:txBody>
          <a:bodyPr>
            <a:normAutofit/>
          </a:bodyPr>
          <a:lstStyle/>
          <a:p>
            <a:r>
              <a:rPr lang="zh-CN" altLang="en-US" dirty="0"/>
              <a:t>配置事务切入点</a:t>
            </a:r>
            <a:r>
              <a:rPr lang="en-US" altLang="zh-CN" dirty="0"/>
              <a:t>,</a:t>
            </a:r>
            <a:r>
              <a:rPr lang="zh-CN" altLang="en-US" dirty="0"/>
              <a:t>将切入点和事务通知关联起来</a:t>
            </a:r>
            <a:r>
              <a:rPr lang="en-US" altLang="zh-CN" dirty="0"/>
              <a:t>:</a:t>
            </a:r>
            <a:endParaRPr lang="zh-CN" altLang="en-US" dirty="0"/>
          </a:p>
        </p:txBody>
      </p:sp>
      <p:sp>
        <p:nvSpPr>
          <p:cNvPr id="3" name="灯片编号占位符 2">
            <a:extLst>
              <a:ext uri="{FF2B5EF4-FFF2-40B4-BE49-F238E27FC236}">
                <a16:creationId xmlns:a16="http://schemas.microsoft.com/office/drawing/2014/main" id="{07A09972-6A88-4EA0-95B1-26F6BDC225F0}"/>
              </a:ext>
            </a:extLst>
          </p:cNvPr>
          <p:cNvSpPr>
            <a:spLocks noGrp="1"/>
          </p:cNvSpPr>
          <p:nvPr>
            <p:ph type="sldNum" sz="quarter" idx="12"/>
          </p:nvPr>
        </p:nvSpPr>
        <p:spPr/>
        <p:txBody>
          <a:bodyPr/>
          <a:lstStyle/>
          <a:p>
            <a:fld id="{0C913308-F349-4B6D-A68A-DD1791B4A57B}" type="slidenum">
              <a:rPr lang="zh-CN" altLang="en-US" smtClean="0"/>
              <a:pPr/>
              <a:t>27</a:t>
            </a:fld>
            <a:endParaRPr lang="zh-CN" altLang="en-US"/>
          </a:p>
        </p:txBody>
      </p:sp>
      <p:pic>
        <p:nvPicPr>
          <p:cNvPr id="6" name="内容占位符 5">
            <a:extLst>
              <a:ext uri="{FF2B5EF4-FFF2-40B4-BE49-F238E27FC236}">
                <a16:creationId xmlns:a16="http://schemas.microsoft.com/office/drawing/2014/main" id="{31A216B4-7D14-4EC2-8494-545C03DF4FEE}"/>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227301" y="1707503"/>
            <a:ext cx="8610395" cy="1803651"/>
          </a:xfrm>
        </p:spPr>
      </p:pic>
    </p:spTree>
    <p:extLst>
      <p:ext uri="{BB962C8B-B14F-4D97-AF65-F5344CB8AC3E}">
        <p14:creationId xmlns:p14="http://schemas.microsoft.com/office/powerpoint/2010/main" val="13598186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p:txBody>
          <a:bodyPr/>
          <a:lstStyle/>
          <a:p>
            <a:r>
              <a:rPr lang="zh-CN" altLang="en-US" dirty="0"/>
              <a:t>事务属性 </a:t>
            </a:r>
          </a:p>
        </p:txBody>
      </p:sp>
      <p:sp>
        <p:nvSpPr>
          <p:cNvPr id="6" name="内容占位符 5"/>
          <p:cNvSpPr>
            <a:spLocks noGrp="1"/>
          </p:cNvSpPr>
          <p:nvPr>
            <p:ph idx="1"/>
          </p:nvPr>
        </p:nvSpPr>
        <p:spPr>
          <a:xfrm>
            <a:off x="677545" y="843558"/>
            <a:ext cx="7762875" cy="3394075"/>
          </a:xfrm>
        </p:spPr>
        <p:txBody>
          <a:bodyPr/>
          <a:lstStyle/>
          <a:p>
            <a:r>
              <a:rPr lang="en-US" altLang="zh-CN" sz="2200" dirty="0"/>
              <a:t>timeout</a:t>
            </a:r>
            <a:r>
              <a:rPr lang="zh-CN" altLang="en-US" sz="2200" dirty="0"/>
              <a:t>：事务超时时间，允许事务运行的最长时间，以秒为单位。默认值为</a:t>
            </a:r>
            <a:r>
              <a:rPr lang="en-US" altLang="zh-CN" sz="2200" dirty="0"/>
              <a:t>-1</a:t>
            </a:r>
            <a:r>
              <a:rPr lang="zh-CN" altLang="en-US" sz="2200" dirty="0"/>
              <a:t>，表示不超时</a:t>
            </a:r>
            <a:endParaRPr lang="en-US" altLang="zh-CN" sz="2200" dirty="0"/>
          </a:p>
          <a:p>
            <a:r>
              <a:rPr lang="en-US" altLang="zh-CN" sz="2200" dirty="0"/>
              <a:t>read-only</a:t>
            </a:r>
            <a:r>
              <a:rPr lang="zh-CN" altLang="en-US" sz="2200" dirty="0"/>
              <a:t>：事务是否为只读，默认值为</a:t>
            </a:r>
            <a:r>
              <a:rPr lang="en-US" altLang="zh-CN" sz="2200" dirty="0"/>
              <a:t>false</a:t>
            </a:r>
          </a:p>
          <a:p>
            <a:r>
              <a:rPr lang="en-US" altLang="zh-CN" sz="2200" dirty="0"/>
              <a:t>rollback-for</a:t>
            </a:r>
            <a:r>
              <a:rPr lang="zh-CN" altLang="en-US" sz="2200" dirty="0"/>
              <a:t>：设定能够触发回滚的异常类型</a:t>
            </a:r>
            <a:endParaRPr lang="en-US" altLang="zh-CN" sz="2200" dirty="0"/>
          </a:p>
          <a:p>
            <a:pPr lvl="1"/>
            <a:r>
              <a:rPr lang="en-US" altLang="zh-CN" sz="2000" dirty="0"/>
              <a:t>Spring</a:t>
            </a:r>
            <a:r>
              <a:rPr lang="zh-CN" altLang="en-US" sz="2000" dirty="0"/>
              <a:t>默认只在抛出</a:t>
            </a:r>
            <a:r>
              <a:rPr lang="en-US" altLang="zh-CN" sz="2000" dirty="0"/>
              <a:t>runtime exception</a:t>
            </a:r>
            <a:r>
              <a:rPr lang="zh-CN" altLang="en-US" sz="2000" dirty="0"/>
              <a:t>时才标识事务回滚</a:t>
            </a:r>
            <a:endParaRPr lang="en-US" altLang="zh-CN" sz="2000" dirty="0"/>
          </a:p>
          <a:p>
            <a:pPr lvl="1"/>
            <a:r>
              <a:rPr lang="zh-CN" altLang="en-US" sz="2000" dirty="0"/>
              <a:t>可以通过全限定类名指定需要回滚事务的异常，多个类名用逗号隔开</a:t>
            </a:r>
            <a:endParaRPr lang="en-US" altLang="zh-CN" sz="2000" dirty="0"/>
          </a:p>
          <a:p>
            <a:r>
              <a:rPr lang="en-US" altLang="zh-CN" sz="2200" dirty="0"/>
              <a:t>no-rollback-for</a:t>
            </a:r>
            <a:r>
              <a:rPr lang="zh-CN" altLang="en-US" sz="2200" dirty="0"/>
              <a:t>：设定不触发回滚的异常类型</a:t>
            </a:r>
            <a:endParaRPr lang="en-US" altLang="zh-CN" sz="2200" dirty="0"/>
          </a:p>
          <a:p>
            <a:pPr lvl="1"/>
            <a:r>
              <a:rPr lang="en-US" altLang="zh-CN" sz="2000" dirty="0"/>
              <a:t>Spring</a:t>
            </a:r>
            <a:r>
              <a:rPr lang="zh-CN" altLang="en-US" sz="2000" dirty="0"/>
              <a:t>默认</a:t>
            </a:r>
            <a:r>
              <a:rPr lang="en-US" altLang="zh-CN" sz="2000" dirty="0"/>
              <a:t>checked Exception</a:t>
            </a:r>
            <a:r>
              <a:rPr lang="zh-CN" altLang="en-US" sz="2000" dirty="0"/>
              <a:t>不会触发事务回滚</a:t>
            </a:r>
            <a:endParaRPr lang="en-US" altLang="zh-CN" sz="2000" dirty="0"/>
          </a:p>
          <a:p>
            <a:pPr lvl="1"/>
            <a:r>
              <a:rPr lang="zh-CN" altLang="en-US" sz="2000" dirty="0"/>
              <a:t>可以通过全限定类名指定不需回滚事务的异常，多个类名用英文逗号隔开</a:t>
            </a:r>
            <a:endParaRPr lang="en-US" altLang="zh-CN" sz="2000" dirty="0"/>
          </a:p>
          <a:p>
            <a:endParaRPr lang="en-US" altLang="zh-CN" dirty="0"/>
          </a:p>
          <a:p>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28</a:t>
            </a:fld>
            <a:r>
              <a:rPr lang="zh-CN" altLang="en-US"/>
              <a:t>/</a:t>
            </a:r>
            <a:r>
              <a:rPr lang="en-US" altLang="zh-CN"/>
              <a:t>33</a:t>
            </a:r>
            <a:endParaRPr lang="en-US" altLang="zh-CN" dirty="0"/>
          </a:p>
        </p:txBody>
      </p:sp>
    </p:spTree>
    <p:extLst>
      <p:ext uri="{BB962C8B-B14F-4D97-AF65-F5344CB8AC3E}">
        <p14:creationId xmlns:p14="http://schemas.microsoft.com/office/powerpoint/2010/main" val="23376453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6258" name="Rectangle 2"/>
          <p:cNvSpPr>
            <a:spLocks noGrp="1" noChangeArrowheads="1"/>
          </p:cNvSpPr>
          <p:nvPr>
            <p:ph type="title"/>
          </p:nvPr>
        </p:nvSpPr>
        <p:spPr>
          <a:xfrm>
            <a:off x="1146499" y="91175"/>
            <a:ext cx="6611855" cy="1079897"/>
          </a:xfrm>
        </p:spPr>
        <p:txBody>
          <a:bodyPr>
            <a:normAutofit/>
          </a:bodyPr>
          <a:lstStyle/>
          <a:p>
            <a:r>
              <a:rPr lang="en-US" altLang="zh-CN" sz="2800" dirty="0"/>
              <a:t> </a:t>
            </a:r>
            <a:r>
              <a:rPr lang="zh-CN" altLang="en-US" sz="2800" dirty="0"/>
              <a:t>使用注解实现事务处理 </a:t>
            </a:r>
            <a:r>
              <a:rPr lang="zh-CN" altLang="en-US" sz="2700" dirty="0">
                <a:latin typeface="Arial Unicode MS" pitchFamily="34" charset="-122"/>
                <a:ea typeface="Arial Unicode MS" pitchFamily="34" charset="-122"/>
                <a:cs typeface="Arial Unicode MS" pitchFamily="34" charset="-122"/>
              </a:rPr>
              <a:t> </a:t>
            </a:r>
          </a:p>
        </p:txBody>
      </p:sp>
      <p:sp>
        <p:nvSpPr>
          <p:cNvPr id="736259" name="Rectangle 3"/>
          <p:cNvSpPr>
            <a:spLocks noGrp="1" noChangeArrowheads="1"/>
          </p:cNvSpPr>
          <p:nvPr>
            <p:ph sz="quarter" idx="1"/>
          </p:nvPr>
        </p:nvSpPr>
        <p:spPr>
          <a:xfrm>
            <a:off x="1385646" y="1291605"/>
            <a:ext cx="6372708" cy="3656410"/>
          </a:xfrm>
          <a:solidFill>
            <a:schemeClr val="bg1"/>
          </a:solidFill>
        </p:spPr>
        <p:txBody>
          <a:bodyPr/>
          <a:lstStyle/>
          <a:p>
            <a:pPr>
              <a:lnSpc>
                <a:spcPct val="90000"/>
              </a:lnSpc>
            </a:pPr>
            <a:r>
              <a:rPr lang="zh-CN" altLang="en-US" sz="1650" dirty="0">
                <a:latin typeface="Arial Unicode MS" pitchFamily="34" charset="-122"/>
                <a:ea typeface="Arial Unicode MS" pitchFamily="34" charset="-122"/>
                <a:cs typeface="Arial Unicode MS" pitchFamily="34" charset="-122"/>
              </a:rPr>
              <a:t>除了在带有切入点</a:t>
            </a:r>
            <a:r>
              <a:rPr lang="en-US" altLang="zh-CN" sz="1650" dirty="0">
                <a:latin typeface="Arial Unicode MS" pitchFamily="34" charset="-122"/>
                <a:ea typeface="Arial Unicode MS" pitchFamily="34" charset="-122"/>
                <a:cs typeface="Arial Unicode MS" pitchFamily="34" charset="-122"/>
              </a:rPr>
              <a:t>, </a:t>
            </a:r>
            <a:r>
              <a:rPr lang="zh-CN" altLang="en-US" sz="1650" dirty="0">
                <a:latin typeface="Arial Unicode MS" pitchFamily="34" charset="-122"/>
                <a:ea typeface="Arial Unicode MS" pitchFamily="34" charset="-122"/>
                <a:cs typeface="Arial Unicode MS" pitchFamily="34" charset="-122"/>
              </a:rPr>
              <a:t>通知和增强器的 </a:t>
            </a:r>
            <a:r>
              <a:rPr lang="en-US" altLang="zh-CN" sz="1650" dirty="0">
                <a:latin typeface="Arial Unicode MS" pitchFamily="34" charset="-122"/>
                <a:ea typeface="Arial Unicode MS" pitchFamily="34" charset="-122"/>
                <a:cs typeface="Arial Unicode MS" pitchFamily="34" charset="-122"/>
              </a:rPr>
              <a:t>Bean </a:t>
            </a:r>
            <a:r>
              <a:rPr lang="zh-CN" altLang="en-US" sz="1650" dirty="0">
                <a:latin typeface="Arial Unicode MS" pitchFamily="34" charset="-122"/>
                <a:ea typeface="Arial Unicode MS" pitchFamily="34" charset="-122"/>
                <a:cs typeface="Arial Unicode MS" pitchFamily="34" charset="-122"/>
              </a:rPr>
              <a:t>配置文件中声明事务外</a:t>
            </a:r>
            <a:r>
              <a:rPr lang="en-US" altLang="zh-CN" sz="1650" dirty="0">
                <a:latin typeface="Arial Unicode MS" pitchFamily="34" charset="-122"/>
                <a:ea typeface="Arial Unicode MS" pitchFamily="34" charset="-122"/>
                <a:cs typeface="Arial Unicode MS" pitchFamily="34" charset="-122"/>
              </a:rPr>
              <a:t>, Spring </a:t>
            </a:r>
            <a:r>
              <a:rPr lang="zh-CN" altLang="en-US" sz="1650" dirty="0">
                <a:latin typeface="Arial Unicode MS" pitchFamily="34" charset="-122"/>
                <a:ea typeface="Arial Unicode MS" pitchFamily="34" charset="-122"/>
                <a:cs typeface="Arial Unicode MS" pitchFamily="34" charset="-122"/>
              </a:rPr>
              <a:t>还允许简单地用 </a:t>
            </a:r>
            <a:r>
              <a:rPr lang="en-US" altLang="zh-CN" sz="1650" dirty="0">
                <a:latin typeface="Arial Unicode MS" pitchFamily="34" charset="-122"/>
                <a:ea typeface="Arial Unicode MS" pitchFamily="34" charset="-122"/>
                <a:cs typeface="Arial Unicode MS" pitchFamily="34" charset="-122"/>
              </a:rPr>
              <a:t>@Transactional </a:t>
            </a:r>
            <a:r>
              <a:rPr lang="zh-CN" altLang="en-US" sz="1650" dirty="0">
                <a:latin typeface="Arial Unicode MS" pitchFamily="34" charset="-122"/>
                <a:ea typeface="Arial Unicode MS" pitchFamily="34" charset="-122"/>
                <a:cs typeface="Arial Unicode MS" pitchFamily="34" charset="-122"/>
              </a:rPr>
              <a:t>注解来</a:t>
            </a:r>
            <a:r>
              <a:rPr lang="zh-CN" altLang="en-US" sz="1650" dirty="0">
                <a:solidFill>
                  <a:srgbClr val="0000FF"/>
                </a:solidFill>
                <a:latin typeface="Arial Unicode MS" pitchFamily="34" charset="-122"/>
                <a:ea typeface="Arial Unicode MS" pitchFamily="34" charset="-122"/>
                <a:cs typeface="Arial Unicode MS" pitchFamily="34" charset="-122"/>
              </a:rPr>
              <a:t>标注事务方法</a:t>
            </a:r>
            <a:r>
              <a:rPr lang="en-US" altLang="zh-CN" sz="1650" dirty="0">
                <a:latin typeface="Arial Unicode MS" pitchFamily="34" charset="-122"/>
                <a:ea typeface="Arial Unicode MS" pitchFamily="34" charset="-122"/>
                <a:cs typeface="Arial Unicode MS" pitchFamily="34" charset="-122"/>
              </a:rPr>
              <a:t>. </a:t>
            </a:r>
          </a:p>
          <a:p>
            <a:pPr>
              <a:lnSpc>
                <a:spcPct val="90000"/>
              </a:lnSpc>
            </a:pPr>
            <a:r>
              <a:rPr lang="zh-CN" altLang="en-US" sz="1650" dirty="0">
                <a:solidFill>
                  <a:srgbClr val="0000FF"/>
                </a:solidFill>
                <a:latin typeface="Arial Unicode MS" pitchFamily="34" charset="-122"/>
                <a:ea typeface="Arial Unicode MS" pitchFamily="34" charset="-122"/>
                <a:cs typeface="Arial Unicode MS" pitchFamily="34" charset="-122"/>
              </a:rPr>
              <a:t>为了将方法定义为支持事务处理的</a:t>
            </a:r>
            <a:r>
              <a:rPr lang="en-US" altLang="zh-CN" sz="1650" dirty="0">
                <a:solidFill>
                  <a:srgbClr val="0000FF"/>
                </a:solidFill>
                <a:latin typeface="Arial Unicode MS" pitchFamily="34" charset="-122"/>
                <a:ea typeface="Arial Unicode MS" pitchFamily="34" charset="-122"/>
                <a:cs typeface="Arial Unicode MS" pitchFamily="34" charset="-122"/>
              </a:rPr>
              <a:t>, </a:t>
            </a:r>
            <a:r>
              <a:rPr lang="zh-CN" altLang="en-US" sz="1650" dirty="0">
                <a:solidFill>
                  <a:srgbClr val="0000FF"/>
                </a:solidFill>
                <a:latin typeface="Arial Unicode MS" pitchFamily="34" charset="-122"/>
                <a:ea typeface="Arial Unicode MS" pitchFamily="34" charset="-122"/>
                <a:cs typeface="Arial Unicode MS" pitchFamily="34" charset="-122"/>
              </a:rPr>
              <a:t>可以为方法添加 </a:t>
            </a:r>
            <a:r>
              <a:rPr lang="en-US" altLang="zh-CN" sz="1650" dirty="0">
                <a:solidFill>
                  <a:srgbClr val="0000FF"/>
                </a:solidFill>
                <a:latin typeface="Arial Unicode MS" pitchFamily="34" charset="-122"/>
                <a:ea typeface="Arial Unicode MS" pitchFamily="34" charset="-122"/>
                <a:cs typeface="Arial Unicode MS" pitchFamily="34" charset="-122"/>
              </a:rPr>
              <a:t>@Transactional </a:t>
            </a:r>
            <a:r>
              <a:rPr lang="zh-CN" altLang="en-US" sz="1650" dirty="0">
                <a:solidFill>
                  <a:srgbClr val="0000FF"/>
                </a:solidFill>
                <a:latin typeface="Arial Unicode MS" pitchFamily="34" charset="-122"/>
                <a:ea typeface="Arial Unicode MS" pitchFamily="34" charset="-122"/>
                <a:cs typeface="Arial Unicode MS" pitchFamily="34" charset="-122"/>
              </a:rPr>
              <a:t>注解</a:t>
            </a:r>
            <a:r>
              <a:rPr lang="en-US" altLang="zh-CN" sz="1650" dirty="0">
                <a:latin typeface="Arial Unicode MS" pitchFamily="34" charset="-122"/>
                <a:ea typeface="Arial Unicode MS" pitchFamily="34" charset="-122"/>
                <a:cs typeface="Arial Unicode MS" pitchFamily="34" charset="-122"/>
              </a:rPr>
              <a:t>. </a:t>
            </a:r>
            <a:r>
              <a:rPr lang="zh-CN" altLang="en-US" sz="1650" dirty="0">
                <a:latin typeface="Arial Unicode MS" pitchFamily="34" charset="-122"/>
                <a:ea typeface="Arial Unicode MS" pitchFamily="34" charset="-122"/>
                <a:cs typeface="Arial Unicode MS" pitchFamily="34" charset="-122"/>
              </a:rPr>
              <a:t>根据 </a:t>
            </a:r>
            <a:r>
              <a:rPr lang="en-US" altLang="zh-CN" sz="1650" dirty="0">
                <a:latin typeface="Arial Unicode MS" pitchFamily="34" charset="-122"/>
                <a:ea typeface="Arial Unicode MS" pitchFamily="34" charset="-122"/>
                <a:cs typeface="Arial Unicode MS" pitchFamily="34" charset="-122"/>
              </a:rPr>
              <a:t>Spring AOP </a:t>
            </a:r>
            <a:r>
              <a:rPr lang="zh-CN" altLang="en-US" sz="1650" dirty="0">
                <a:latin typeface="Arial Unicode MS" pitchFamily="34" charset="-122"/>
                <a:ea typeface="Arial Unicode MS" pitchFamily="34" charset="-122"/>
                <a:cs typeface="Arial Unicode MS" pitchFamily="34" charset="-122"/>
              </a:rPr>
              <a:t>基于代理机制</a:t>
            </a:r>
            <a:r>
              <a:rPr lang="en-US" altLang="zh-CN" sz="1650" dirty="0">
                <a:latin typeface="Arial Unicode MS" pitchFamily="34" charset="-122"/>
                <a:ea typeface="Arial Unicode MS" pitchFamily="34" charset="-122"/>
                <a:cs typeface="Arial Unicode MS" pitchFamily="34" charset="-122"/>
              </a:rPr>
              <a:t>, </a:t>
            </a:r>
            <a:r>
              <a:rPr lang="zh-CN" altLang="en-US" sz="1650" dirty="0">
                <a:solidFill>
                  <a:srgbClr val="0000FF"/>
                </a:solidFill>
                <a:latin typeface="Arial Unicode MS" pitchFamily="34" charset="-122"/>
                <a:ea typeface="Arial Unicode MS" pitchFamily="34" charset="-122"/>
                <a:cs typeface="Arial Unicode MS" pitchFamily="34" charset="-122"/>
              </a:rPr>
              <a:t>只能标注公有方法</a:t>
            </a:r>
            <a:r>
              <a:rPr lang="en-US" altLang="zh-CN" sz="1650" dirty="0">
                <a:latin typeface="Arial Unicode MS" pitchFamily="34" charset="-122"/>
                <a:ea typeface="Arial Unicode MS" pitchFamily="34" charset="-122"/>
                <a:cs typeface="Arial Unicode MS" pitchFamily="34" charset="-122"/>
              </a:rPr>
              <a:t>.</a:t>
            </a:r>
          </a:p>
          <a:p>
            <a:pPr>
              <a:lnSpc>
                <a:spcPct val="90000"/>
              </a:lnSpc>
            </a:pPr>
            <a:r>
              <a:rPr lang="zh-CN" altLang="en-US" sz="1650" dirty="0">
                <a:latin typeface="Arial Unicode MS" pitchFamily="34" charset="-122"/>
                <a:ea typeface="Arial Unicode MS" pitchFamily="34" charset="-122"/>
                <a:cs typeface="Arial Unicode MS" pitchFamily="34" charset="-122"/>
              </a:rPr>
              <a:t>可以在方法或者</a:t>
            </a:r>
            <a:r>
              <a:rPr lang="zh-CN" altLang="en-US" sz="1650" dirty="0">
                <a:solidFill>
                  <a:srgbClr val="0000FF"/>
                </a:solidFill>
                <a:latin typeface="Arial Unicode MS" pitchFamily="34" charset="-122"/>
                <a:ea typeface="Arial Unicode MS" pitchFamily="34" charset="-122"/>
                <a:cs typeface="Arial Unicode MS" pitchFamily="34" charset="-122"/>
              </a:rPr>
              <a:t>类级别上</a:t>
            </a:r>
            <a:r>
              <a:rPr lang="zh-CN" altLang="en-US" sz="1650" dirty="0">
                <a:latin typeface="Arial Unicode MS" pitchFamily="34" charset="-122"/>
                <a:ea typeface="Arial Unicode MS" pitchFamily="34" charset="-122"/>
                <a:cs typeface="Arial Unicode MS" pitchFamily="34" charset="-122"/>
              </a:rPr>
              <a:t>添加 </a:t>
            </a:r>
            <a:r>
              <a:rPr lang="en-US" altLang="zh-CN" sz="1650" dirty="0">
                <a:latin typeface="Arial Unicode MS" pitchFamily="34" charset="-122"/>
                <a:ea typeface="Arial Unicode MS" pitchFamily="34" charset="-122"/>
                <a:cs typeface="Arial Unicode MS" pitchFamily="34" charset="-122"/>
              </a:rPr>
              <a:t>@Transactional </a:t>
            </a:r>
            <a:r>
              <a:rPr lang="zh-CN" altLang="en-US" sz="1650" dirty="0">
                <a:latin typeface="Arial Unicode MS" pitchFamily="34" charset="-122"/>
                <a:ea typeface="Arial Unicode MS" pitchFamily="34" charset="-122"/>
                <a:cs typeface="Arial Unicode MS" pitchFamily="34" charset="-122"/>
              </a:rPr>
              <a:t>注解</a:t>
            </a:r>
            <a:r>
              <a:rPr lang="en-US" altLang="zh-CN" sz="1650" dirty="0">
                <a:latin typeface="Arial Unicode MS" pitchFamily="34" charset="-122"/>
                <a:ea typeface="Arial Unicode MS" pitchFamily="34" charset="-122"/>
                <a:cs typeface="Arial Unicode MS" pitchFamily="34" charset="-122"/>
              </a:rPr>
              <a:t>. </a:t>
            </a:r>
            <a:r>
              <a:rPr lang="zh-CN" altLang="en-US" sz="1650" dirty="0">
                <a:latin typeface="Arial Unicode MS" pitchFamily="34" charset="-122"/>
                <a:ea typeface="Arial Unicode MS" pitchFamily="34" charset="-122"/>
                <a:cs typeface="Arial Unicode MS" pitchFamily="34" charset="-122"/>
              </a:rPr>
              <a:t>当把这个注解应用到类上时</a:t>
            </a:r>
            <a:r>
              <a:rPr lang="en-US" altLang="zh-CN" sz="1650" dirty="0">
                <a:latin typeface="Arial Unicode MS" pitchFamily="34" charset="-122"/>
                <a:ea typeface="Arial Unicode MS" pitchFamily="34" charset="-122"/>
                <a:cs typeface="Arial Unicode MS" pitchFamily="34" charset="-122"/>
              </a:rPr>
              <a:t>, </a:t>
            </a:r>
            <a:r>
              <a:rPr lang="zh-CN" altLang="en-US" sz="1650" dirty="0">
                <a:latin typeface="Arial Unicode MS" pitchFamily="34" charset="-122"/>
                <a:ea typeface="Arial Unicode MS" pitchFamily="34" charset="-122"/>
                <a:cs typeface="Arial Unicode MS" pitchFamily="34" charset="-122"/>
              </a:rPr>
              <a:t>这个类中的所有公共方法都会被定义成支持事务处理的</a:t>
            </a:r>
            <a:r>
              <a:rPr lang="en-US" altLang="zh-CN" sz="1650" dirty="0">
                <a:latin typeface="Arial Unicode MS" pitchFamily="34" charset="-122"/>
                <a:ea typeface="Arial Unicode MS" pitchFamily="34" charset="-122"/>
                <a:cs typeface="Arial Unicode MS" pitchFamily="34" charset="-122"/>
              </a:rPr>
              <a:t>. </a:t>
            </a:r>
          </a:p>
          <a:p>
            <a:pPr>
              <a:lnSpc>
                <a:spcPct val="90000"/>
              </a:lnSpc>
            </a:pPr>
            <a:r>
              <a:rPr lang="zh-CN" altLang="en-US" sz="1650" dirty="0">
                <a:latin typeface="Arial Unicode MS" pitchFamily="34" charset="-122"/>
                <a:ea typeface="Arial Unicode MS" pitchFamily="34" charset="-122"/>
                <a:cs typeface="Arial Unicode MS" pitchFamily="34" charset="-122"/>
              </a:rPr>
              <a:t>在 </a:t>
            </a:r>
            <a:r>
              <a:rPr lang="en-US" altLang="zh-CN" sz="1650" dirty="0">
                <a:latin typeface="Arial Unicode MS" pitchFamily="34" charset="-122"/>
                <a:ea typeface="Arial Unicode MS" pitchFamily="34" charset="-122"/>
                <a:cs typeface="Arial Unicode MS" pitchFamily="34" charset="-122"/>
              </a:rPr>
              <a:t>Bean </a:t>
            </a:r>
            <a:r>
              <a:rPr lang="zh-CN" altLang="en-US" sz="1650" dirty="0">
                <a:latin typeface="Arial Unicode MS" pitchFamily="34" charset="-122"/>
                <a:ea typeface="Arial Unicode MS" pitchFamily="34" charset="-122"/>
                <a:cs typeface="Arial Unicode MS" pitchFamily="34" charset="-122"/>
              </a:rPr>
              <a:t>配置文件中只需要启用 </a:t>
            </a:r>
            <a:r>
              <a:rPr lang="en-US" altLang="zh-CN" sz="1650" dirty="0">
                <a:solidFill>
                  <a:srgbClr val="0000FF"/>
                </a:solidFill>
                <a:latin typeface="Arial Unicode MS" pitchFamily="34" charset="-122"/>
                <a:ea typeface="Arial Unicode MS" pitchFamily="34" charset="-122"/>
                <a:cs typeface="Arial Unicode MS" pitchFamily="34" charset="-122"/>
              </a:rPr>
              <a:t>&lt;</a:t>
            </a:r>
            <a:r>
              <a:rPr lang="en-US" altLang="zh-CN" sz="1650" dirty="0" err="1">
                <a:solidFill>
                  <a:srgbClr val="0000FF"/>
                </a:solidFill>
                <a:latin typeface="Arial Unicode MS" pitchFamily="34" charset="-122"/>
                <a:ea typeface="Arial Unicode MS" pitchFamily="34" charset="-122"/>
                <a:cs typeface="Arial Unicode MS" pitchFamily="34" charset="-122"/>
              </a:rPr>
              <a:t>tx:annotation-driven</a:t>
            </a:r>
            <a:r>
              <a:rPr lang="en-US" altLang="zh-CN" sz="1650" dirty="0">
                <a:solidFill>
                  <a:srgbClr val="0000FF"/>
                </a:solidFill>
                <a:latin typeface="Arial Unicode MS" pitchFamily="34" charset="-122"/>
                <a:ea typeface="Arial Unicode MS" pitchFamily="34" charset="-122"/>
                <a:cs typeface="Arial Unicode MS" pitchFamily="34" charset="-122"/>
              </a:rPr>
              <a:t>&gt;</a:t>
            </a:r>
            <a:r>
              <a:rPr lang="en-US" altLang="zh-CN" sz="1650" dirty="0">
                <a:latin typeface="Arial Unicode MS" pitchFamily="34" charset="-122"/>
                <a:ea typeface="Arial Unicode MS" pitchFamily="34" charset="-122"/>
                <a:cs typeface="Arial Unicode MS" pitchFamily="34" charset="-122"/>
              </a:rPr>
              <a:t> </a:t>
            </a:r>
            <a:r>
              <a:rPr lang="zh-CN" altLang="en-US" sz="1650" dirty="0">
                <a:latin typeface="Arial Unicode MS" pitchFamily="34" charset="-122"/>
                <a:ea typeface="Arial Unicode MS" pitchFamily="34" charset="-122"/>
                <a:cs typeface="Arial Unicode MS" pitchFamily="34" charset="-122"/>
              </a:rPr>
              <a:t>元素</a:t>
            </a:r>
            <a:r>
              <a:rPr lang="en-US" altLang="zh-CN" sz="1650" dirty="0">
                <a:latin typeface="Arial Unicode MS" pitchFamily="34" charset="-122"/>
                <a:ea typeface="Arial Unicode MS" pitchFamily="34" charset="-122"/>
                <a:cs typeface="Arial Unicode MS" pitchFamily="34" charset="-122"/>
              </a:rPr>
              <a:t>, </a:t>
            </a:r>
            <a:r>
              <a:rPr lang="zh-CN" altLang="en-US" sz="1650" dirty="0">
                <a:latin typeface="Arial Unicode MS" pitchFamily="34" charset="-122"/>
                <a:ea typeface="Arial Unicode MS" pitchFamily="34" charset="-122"/>
                <a:cs typeface="Arial Unicode MS" pitchFamily="34" charset="-122"/>
              </a:rPr>
              <a:t>并为之指定事务管理器就可以了</a:t>
            </a:r>
            <a:r>
              <a:rPr lang="en-US" altLang="zh-CN" sz="1650" dirty="0">
                <a:latin typeface="Arial Unicode MS" pitchFamily="34" charset="-122"/>
                <a:ea typeface="Arial Unicode MS" pitchFamily="34" charset="-122"/>
                <a:cs typeface="Arial Unicode MS" pitchFamily="34" charset="-122"/>
              </a:rPr>
              <a:t>. </a:t>
            </a:r>
          </a:p>
          <a:p>
            <a:pPr>
              <a:lnSpc>
                <a:spcPct val="90000"/>
              </a:lnSpc>
            </a:pPr>
            <a:r>
              <a:rPr lang="zh-CN" altLang="en-US" sz="1650" dirty="0">
                <a:latin typeface="Arial Unicode MS" pitchFamily="34" charset="-122"/>
                <a:ea typeface="Arial Unicode MS" pitchFamily="34" charset="-122"/>
                <a:cs typeface="Arial Unicode MS" pitchFamily="34" charset="-122"/>
              </a:rPr>
              <a:t>如果事务处理器的名称是 </a:t>
            </a:r>
            <a:r>
              <a:rPr lang="en-US" altLang="zh-CN" sz="1650" dirty="0" err="1">
                <a:solidFill>
                  <a:srgbClr val="0000FF"/>
                </a:solidFill>
                <a:latin typeface="Arial Unicode MS" pitchFamily="34" charset="-122"/>
                <a:ea typeface="Arial Unicode MS" pitchFamily="34" charset="-122"/>
                <a:cs typeface="Arial Unicode MS" pitchFamily="34" charset="-122"/>
              </a:rPr>
              <a:t>transactionManager</a:t>
            </a:r>
            <a:r>
              <a:rPr lang="en-US" altLang="zh-CN" sz="1650" dirty="0">
                <a:latin typeface="Arial Unicode MS" pitchFamily="34" charset="-122"/>
                <a:ea typeface="Arial Unicode MS" pitchFamily="34" charset="-122"/>
                <a:cs typeface="Arial Unicode MS" pitchFamily="34" charset="-122"/>
              </a:rPr>
              <a:t>, </a:t>
            </a:r>
            <a:r>
              <a:rPr lang="zh-CN" altLang="en-US" sz="1650" dirty="0">
                <a:latin typeface="Arial Unicode MS" pitchFamily="34" charset="-122"/>
                <a:ea typeface="Arial Unicode MS" pitchFamily="34" charset="-122"/>
                <a:cs typeface="Arial Unicode MS" pitchFamily="34" charset="-122"/>
              </a:rPr>
              <a:t>就可以在</a:t>
            </a:r>
            <a:r>
              <a:rPr lang="en-US" altLang="zh-CN" sz="1650" dirty="0">
                <a:latin typeface="Arial Unicode MS" pitchFamily="34" charset="-122"/>
                <a:ea typeface="Arial Unicode MS" pitchFamily="34" charset="-122"/>
                <a:cs typeface="Arial Unicode MS" pitchFamily="34" charset="-122"/>
              </a:rPr>
              <a:t>&lt;</a:t>
            </a:r>
            <a:r>
              <a:rPr lang="en-US" altLang="zh-CN" sz="1650" dirty="0" err="1">
                <a:latin typeface="Arial Unicode MS" pitchFamily="34" charset="-122"/>
                <a:ea typeface="Arial Unicode MS" pitchFamily="34" charset="-122"/>
                <a:cs typeface="Arial Unicode MS" pitchFamily="34" charset="-122"/>
              </a:rPr>
              <a:t>tx:annotation-driven</a:t>
            </a:r>
            <a:r>
              <a:rPr lang="en-US" altLang="zh-CN" sz="1650" dirty="0">
                <a:latin typeface="Arial Unicode MS" pitchFamily="34" charset="-122"/>
                <a:ea typeface="Arial Unicode MS" pitchFamily="34" charset="-122"/>
                <a:cs typeface="Arial Unicode MS" pitchFamily="34" charset="-122"/>
              </a:rPr>
              <a:t>&gt; </a:t>
            </a:r>
            <a:r>
              <a:rPr lang="zh-CN" altLang="en-US" sz="1650" dirty="0">
                <a:latin typeface="Arial Unicode MS" pitchFamily="34" charset="-122"/>
                <a:ea typeface="Arial Unicode MS" pitchFamily="34" charset="-122"/>
                <a:cs typeface="Arial Unicode MS" pitchFamily="34" charset="-122"/>
              </a:rPr>
              <a:t>元素中省略 </a:t>
            </a:r>
            <a:r>
              <a:rPr lang="en-US" altLang="zh-CN" sz="1650" dirty="0">
                <a:latin typeface="Arial Unicode MS" pitchFamily="34" charset="-122"/>
                <a:ea typeface="Arial Unicode MS" pitchFamily="34" charset="-122"/>
                <a:cs typeface="Arial Unicode MS" pitchFamily="34" charset="-122"/>
              </a:rPr>
              <a:t>transaction-manager </a:t>
            </a:r>
            <a:r>
              <a:rPr lang="zh-CN" altLang="en-US" sz="1650" dirty="0">
                <a:latin typeface="Arial Unicode MS" pitchFamily="34" charset="-122"/>
                <a:ea typeface="Arial Unicode MS" pitchFamily="34" charset="-122"/>
                <a:cs typeface="Arial Unicode MS" pitchFamily="34" charset="-122"/>
              </a:rPr>
              <a:t>属性</a:t>
            </a:r>
            <a:r>
              <a:rPr lang="en-US" altLang="zh-CN" sz="1650" dirty="0">
                <a:latin typeface="Arial Unicode MS" pitchFamily="34" charset="-122"/>
                <a:ea typeface="Arial Unicode MS" pitchFamily="34" charset="-122"/>
                <a:cs typeface="Arial Unicode MS" pitchFamily="34" charset="-122"/>
              </a:rPr>
              <a:t>. </a:t>
            </a:r>
            <a:r>
              <a:rPr lang="zh-CN" altLang="en-US" sz="1650" dirty="0">
                <a:latin typeface="Arial Unicode MS" pitchFamily="34" charset="-122"/>
                <a:ea typeface="Arial Unicode MS" pitchFamily="34" charset="-122"/>
                <a:cs typeface="Arial Unicode MS" pitchFamily="34" charset="-122"/>
              </a:rPr>
              <a:t>这个元素会自动检测该名称的事务处理器</a:t>
            </a:r>
            <a:r>
              <a:rPr lang="en-US" altLang="zh-CN" sz="1650" dirty="0">
                <a:latin typeface="Arial Unicode MS" pitchFamily="34" charset="-122"/>
                <a:ea typeface="Arial Unicode MS" pitchFamily="34" charset="-122"/>
                <a:cs typeface="Arial Unicode MS" pitchFamily="34" charset="-122"/>
              </a:rPr>
              <a:t>.</a:t>
            </a:r>
          </a:p>
        </p:txBody>
      </p:sp>
      <p:sp>
        <p:nvSpPr>
          <p:cNvPr id="2" name="灯片编号占位符 1"/>
          <p:cNvSpPr>
            <a:spLocks noGrp="1"/>
          </p:cNvSpPr>
          <p:nvPr>
            <p:ph type="sldNum" sz="quarter" idx="12"/>
          </p:nvPr>
        </p:nvSpPr>
        <p:spPr/>
        <p:txBody>
          <a:bodyPr/>
          <a:lstStyle/>
          <a:p>
            <a:fld id="{0C913308-F349-4B6D-A68A-DD1791B4A57B}" type="slidenum">
              <a:rPr lang="zh-CN" altLang="en-US">
                <a:latin typeface="Franklin Gothic Book"/>
                <a:ea typeface="幼圆" panose="02010509060101010101" pitchFamily="49" charset="-122"/>
              </a:rPr>
              <a:pPr/>
              <a:t>29</a:t>
            </a:fld>
            <a:endParaRPr lang="zh-CN" altLang="en-US">
              <a:latin typeface="Franklin Gothic Book"/>
              <a:ea typeface="幼圆" panose="02010509060101010101" pitchFamily="49" charset="-122"/>
            </a:endParaRPr>
          </a:p>
        </p:txBody>
      </p:sp>
    </p:spTree>
    <p:extLst>
      <p:ext uri="{BB962C8B-B14F-4D97-AF65-F5344CB8AC3E}">
        <p14:creationId xmlns:p14="http://schemas.microsoft.com/office/powerpoint/2010/main" val="6579132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p:txBody>
          <a:bodyPr/>
          <a:lstStyle/>
          <a:p>
            <a:r>
              <a:rPr lang="zh-CN" altLang="en-US" dirty="0"/>
              <a:t>使用注解实现事务处理 </a:t>
            </a:r>
          </a:p>
        </p:txBody>
      </p:sp>
      <p:sp>
        <p:nvSpPr>
          <p:cNvPr id="3" name="内容占位符 2"/>
          <p:cNvSpPr>
            <a:spLocks noGrp="1"/>
          </p:cNvSpPr>
          <p:nvPr>
            <p:ph idx="1"/>
          </p:nvPr>
        </p:nvSpPr>
        <p:spPr>
          <a:xfrm>
            <a:off x="677545" y="843558"/>
            <a:ext cx="7762875" cy="1944215"/>
          </a:xfrm>
        </p:spPr>
        <p:txBody>
          <a:bodyPr/>
          <a:lstStyle/>
          <a:p>
            <a:r>
              <a:rPr lang="zh-CN" altLang="en-US" dirty="0"/>
              <a:t>在</a:t>
            </a:r>
            <a:r>
              <a:rPr lang="en-US" dirty="0"/>
              <a:t>Spring</a:t>
            </a:r>
            <a:r>
              <a:rPr lang="zh-CN" altLang="en-US" dirty="0"/>
              <a:t>配置文件中配置事务管理类，并添加对注解配置的事务的支持</a:t>
            </a:r>
            <a:endParaRPr lang="en-US" altLang="zh-CN" dirty="0"/>
          </a:p>
          <a:p>
            <a:endParaRPr lang="en-US" altLang="zh-CN" dirty="0"/>
          </a:p>
          <a:p>
            <a:endParaRPr lang="en-US" altLang="zh-CN" dirty="0"/>
          </a:p>
          <a:p>
            <a:endParaRPr lang="zh-CN" altLang="en-US" dirty="0"/>
          </a:p>
        </p:txBody>
      </p:sp>
      <p:sp>
        <p:nvSpPr>
          <p:cNvPr id="6" name="AutoShape 15"/>
          <p:cNvSpPr>
            <a:spLocks noChangeArrowheads="1"/>
          </p:cNvSpPr>
          <p:nvPr/>
        </p:nvSpPr>
        <p:spPr bwMode="auto">
          <a:xfrm>
            <a:off x="1187623" y="1707654"/>
            <a:ext cx="6912769" cy="1336238"/>
          </a:xfrm>
          <a:prstGeom prst="roundRect">
            <a:avLst>
              <a:gd name="adj" fmla="val 3139"/>
            </a:avLst>
          </a:prstGeom>
          <a:solidFill>
            <a:srgbClr val="EDF5FD"/>
          </a:solidFill>
          <a:ln w="38100" cap="flat" cmpd="sng" algn="ctr">
            <a:solidFill>
              <a:srgbClr val="0099D8"/>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92075" lvl="1"/>
            <a:r>
              <a:rPr lang="en-US" altLang="zh-CN" sz="1600" dirty="0"/>
              <a:t>&lt;bean id="</a:t>
            </a:r>
            <a:r>
              <a:rPr lang="en-US" altLang="zh-CN" sz="1600" dirty="0" err="1"/>
              <a:t>txManager</a:t>
            </a:r>
            <a:r>
              <a:rPr lang="en-US" altLang="zh-CN" sz="1600" dirty="0"/>
              <a:t>"  class="</a:t>
            </a:r>
            <a:r>
              <a:rPr lang="en-US" altLang="zh-CN" sz="1600" dirty="0" err="1"/>
              <a:t>org.springframework.jdbc.datasource</a:t>
            </a:r>
            <a:endParaRPr lang="en-US" altLang="zh-CN" sz="1600" dirty="0"/>
          </a:p>
          <a:p>
            <a:pPr marL="92075" lvl="1"/>
            <a:r>
              <a:rPr lang="en-US" altLang="zh-CN" sz="1600" dirty="0"/>
              <a:t>                                                              .DataSourceTransactionManager"&gt;</a:t>
            </a:r>
            <a:endParaRPr lang="zh-CN" altLang="zh-CN" sz="1600" dirty="0"/>
          </a:p>
          <a:p>
            <a:pPr marL="92075" lvl="1"/>
            <a:r>
              <a:rPr lang="en-US" altLang="zh-CN" sz="1600" dirty="0"/>
              <a:t>    &lt;property name="</a:t>
            </a:r>
            <a:r>
              <a:rPr lang="en-US" altLang="zh-CN" sz="1600" dirty="0" err="1"/>
              <a:t>dataSource</a:t>
            </a:r>
            <a:r>
              <a:rPr lang="en-US" altLang="zh-CN" sz="1600" dirty="0"/>
              <a:t>" ref="</a:t>
            </a:r>
            <a:r>
              <a:rPr lang="en-US" altLang="zh-CN" sz="1600" dirty="0" err="1"/>
              <a:t>dataSource</a:t>
            </a:r>
            <a:r>
              <a:rPr lang="en-US" altLang="zh-CN" sz="1600" dirty="0"/>
              <a:t>" /&gt;</a:t>
            </a:r>
            <a:endParaRPr lang="zh-CN" altLang="zh-CN" sz="1600" dirty="0"/>
          </a:p>
          <a:p>
            <a:pPr marL="92075" lvl="1"/>
            <a:r>
              <a:rPr lang="en-US" altLang="zh-CN" sz="1600" dirty="0"/>
              <a:t>&lt;/bean&gt;</a:t>
            </a:r>
            <a:endParaRPr lang="zh-CN" altLang="zh-CN" sz="1600" dirty="0"/>
          </a:p>
          <a:p>
            <a:pPr marL="92075" lvl="1"/>
            <a:r>
              <a:rPr lang="en-US" altLang="zh-CN" sz="1600" dirty="0"/>
              <a:t>&lt;</a:t>
            </a:r>
            <a:r>
              <a:rPr lang="en-US" altLang="zh-CN" sz="1600" dirty="0" err="1"/>
              <a:t>tx:annotation-driven</a:t>
            </a:r>
            <a:r>
              <a:rPr lang="en-US" altLang="zh-CN" sz="1600" dirty="0"/>
              <a:t> transaction-manager="</a:t>
            </a:r>
            <a:r>
              <a:rPr lang="en-US" altLang="zh-CN" sz="1600" dirty="0" err="1"/>
              <a:t>txManager</a:t>
            </a:r>
            <a:r>
              <a:rPr lang="en-US" altLang="zh-CN" sz="1600" dirty="0"/>
              <a:t>"/&gt;</a:t>
            </a:r>
          </a:p>
        </p:txBody>
      </p:sp>
      <p:sp>
        <p:nvSpPr>
          <p:cNvPr id="37895" name="内容占位符 2"/>
          <p:cNvSpPr txBox="1">
            <a:spLocks/>
          </p:cNvSpPr>
          <p:nvPr/>
        </p:nvSpPr>
        <p:spPr bwMode="auto">
          <a:xfrm>
            <a:off x="683568" y="1419622"/>
            <a:ext cx="7645400" cy="703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spcBef>
                <a:spcPct val="20000"/>
              </a:spcBef>
              <a:buClr>
                <a:srgbClr val="0E9CDE"/>
              </a:buClr>
              <a:buSzPct val="100000"/>
              <a:buFont typeface="Wingdings" pitchFamily="2" charset="2"/>
              <a:buChar char="n"/>
            </a:pPr>
            <a:endParaRPr lang="en-US" altLang="zh-CN" sz="2600" b="1" dirty="0">
              <a:ea typeface="微软雅黑" pitchFamily="34" charset="-122"/>
            </a:endParaRPr>
          </a:p>
          <a:p>
            <a:pPr>
              <a:spcBef>
                <a:spcPct val="20000"/>
              </a:spcBef>
              <a:buClr>
                <a:srgbClr val="0E9CDE"/>
              </a:buClr>
              <a:buSzPct val="100000"/>
              <a:buFont typeface="Wingdings" panose="05000000000000000000" pitchFamily="2" charset="2"/>
              <a:buChar char="u"/>
            </a:pPr>
            <a:r>
              <a:rPr lang="zh-CN" altLang="en-US" sz="2400" b="1" dirty="0">
                <a:solidFill>
                  <a:srgbClr val="0B9FDD"/>
                </a:solidFill>
                <a:latin typeface="微软雅黑" panose="020B0503020204020204" pitchFamily="34" charset="-122"/>
                <a:ea typeface="微软雅黑" panose="020B0503020204020204" pitchFamily="34" charset="-122"/>
              </a:rPr>
              <a:t> 使用</a:t>
            </a:r>
            <a:r>
              <a:rPr lang="en-US" altLang="zh-CN" sz="2400" b="1" dirty="0">
                <a:solidFill>
                  <a:srgbClr val="0B9FDD"/>
                </a:solidFill>
                <a:latin typeface="微软雅黑" panose="020B0503020204020204" pitchFamily="34" charset="-122"/>
                <a:ea typeface="微软雅黑" panose="020B0503020204020204" pitchFamily="34" charset="-122"/>
              </a:rPr>
              <a:t>@Transactional</a:t>
            </a:r>
            <a:r>
              <a:rPr lang="zh-CN" altLang="en-US" sz="2400" b="1" dirty="0">
                <a:solidFill>
                  <a:srgbClr val="0B9FDD"/>
                </a:solidFill>
                <a:latin typeface="微软雅黑" panose="020B0503020204020204" pitchFamily="34" charset="-122"/>
                <a:ea typeface="微软雅黑" panose="020B0503020204020204" pitchFamily="34" charset="-122"/>
              </a:rPr>
              <a:t>为方法添加事务支持</a:t>
            </a:r>
          </a:p>
        </p:txBody>
      </p:sp>
      <p:grpSp>
        <p:nvGrpSpPr>
          <p:cNvPr id="16" name="组合 15"/>
          <p:cNvGrpSpPr/>
          <p:nvPr/>
        </p:nvGrpSpPr>
        <p:grpSpPr>
          <a:xfrm>
            <a:off x="1410844" y="4677758"/>
            <a:ext cx="7275956" cy="371891"/>
            <a:chOff x="1403648" y="3795886"/>
            <a:chExt cx="6322310" cy="371891"/>
          </a:xfrm>
        </p:grpSpPr>
        <p:sp>
          <p:nvSpPr>
            <p:cNvPr id="18" name="圆角矩形 17"/>
            <p:cNvSpPr/>
            <p:nvPr/>
          </p:nvSpPr>
          <p:spPr bwMode="auto">
            <a:xfrm>
              <a:off x="1403648" y="3795886"/>
              <a:ext cx="500044"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a:p>
          </p:txBody>
        </p:sp>
        <p:sp>
          <p:nvSpPr>
            <p:cNvPr id="19" name="圆角矩形 18"/>
            <p:cNvSpPr/>
            <p:nvPr/>
          </p:nvSpPr>
          <p:spPr bwMode="auto">
            <a:xfrm>
              <a:off x="1975126" y="3795886"/>
              <a:ext cx="5143330" cy="321469"/>
            </a:xfrm>
            <a:prstGeom prst="roundRect">
              <a:avLst/>
            </a:prstGeom>
            <a:solidFill>
              <a:srgbClr val="00B0F0"/>
            </a:solidFill>
            <a:ln cmpd="sng">
              <a:no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zh-CN" altLang="en-US"/>
            </a:p>
          </p:txBody>
        </p:sp>
        <p:pic>
          <p:nvPicPr>
            <p:cNvPr id="20" name="Picture 8" descr="说话气泡ne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3827363"/>
              <a:ext cx="571479" cy="256555"/>
            </a:xfrm>
            <a:prstGeom prst="rect">
              <a:avLst/>
            </a:prstGeom>
            <a:noFill/>
            <a:ln>
              <a:noFill/>
            </a:ln>
            <a:effectLst>
              <a:prstShdw prst="shdw13" dist="12700" dir="10800000">
                <a:srgbClr val="0099FF">
                  <a:alpha val="50000"/>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Box 20"/>
            <p:cNvSpPr txBox="1"/>
            <p:nvPr/>
          </p:nvSpPr>
          <p:spPr bwMode="auto">
            <a:xfrm>
              <a:off x="1666286" y="3829223"/>
              <a:ext cx="6059672" cy="338554"/>
            </a:xfrm>
            <a:prstGeom prst="rect">
              <a:avLst/>
            </a:prstGeom>
            <a:noFill/>
            <a:effectLst/>
          </p:spPr>
          <p:txBody>
            <a:bodyPr wrap="none">
              <a:spAutoFit/>
            </a:bodyPr>
            <a:lstStyle/>
            <a:p>
              <a:pPr algn="ctr">
                <a:defRPr/>
              </a:pPr>
              <a:r>
                <a:rPr lang="zh-CN" altLang="en-US" sz="1600" b="1" spc="300" dirty="0">
                  <a:solidFill>
                    <a:srgbClr val="FBFFFE"/>
                  </a:solidFill>
                  <a:latin typeface="微软雅黑" pitchFamily="34" charset="-122"/>
                  <a:ea typeface="微软雅黑" pitchFamily="34" charset="-122"/>
                </a:rPr>
                <a:t>演示示例</a:t>
              </a:r>
              <a:r>
                <a:rPr lang="en-US" altLang="zh-CN" sz="1600" b="1" spc="300" dirty="0">
                  <a:solidFill>
                    <a:srgbClr val="FBFFFE"/>
                  </a:solidFill>
                  <a:latin typeface="微软雅黑" pitchFamily="34" charset="-122"/>
                  <a:ea typeface="微软雅黑" pitchFamily="34" charset="-122"/>
                </a:rPr>
                <a:t>5</a:t>
              </a:r>
              <a:r>
                <a:rPr lang="zh-CN" altLang="en-US" sz="1600" b="1" spc="300" dirty="0">
                  <a:solidFill>
                    <a:srgbClr val="FBFFFE"/>
                  </a:solidFill>
                  <a:latin typeface="微软雅黑" pitchFamily="34" charset="-122"/>
                  <a:ea typeface="微软雅黑" pitchFamily="34" charset="-122"/>
                </a:rPr>
                <a:t>：使用注解实现声明式事务处理（</a:t>
              </a:r>
              <a:r>
                <a:rPr lang="en-US" altLang="zh-CN" sz="1600" b="1" spc="300" dirty="0">
                  <a:solidFill>
                    <a:srgbClr val="FBFFFE"/>
                  </a:solidFill>
                  <a:latin typeface="微软雅黑" pitchFamily="34" charset="-122"/>
                  <a:ea typeface="微软雅黑" pitchFamily="34" charset="-122"/>
                </a:rPr>
                <a:t>C0606</a:t>
              </a:r>
              <a:r>
                <a:rPr lang="zh-CN" altLang="en-US" sz="1600" b="1" spc="300" dirty="0">
                  <a:solidFill>
                    <a:srgbClr val="FBFFFE"/>
                  </a:solidFill>
                  <a:latin typeface="微软雅黑" pitchFamily="34" charset="-122"/>
                  <a:ea typeface="微软雅黑" pitchFamily="34" charset="-122"/>
                </a:rPr>
                <a:t>）</a:t>
              </a:r>
            </a:p>
          </p:txBody>
        </p:sp>
      </p:grpSp>
      <p:sp>
        <p:nvSpPr>
          <p:cNvPr id="7" name="AutoShape 15"/>
          <p:cNvSpPr>
            <a:spLocks noChangeArrowheads="1"/>
          </p:cNvSpPr>
          <p:nvPr/>
        </p:nvSpPr>
        <p:spPr bwMode="auto">
          <a:xfrm>
            <a:off x="1217861" y="2355726"/>
            <a:ext cx="6882531" cy="2082046"/>
          </a:xfrm>
          <a:prstGeom prst="roundRect">
            <a:avLst>
              <a:gd name="adj" fmla="val 3139"/>
            </a:avLst>
          </a:prstGeom>
          <a:solidFill>
            <a:srgbClr val="EDF5FD"/>
          </a:solidFill>
          <a:ln w="38100" cap="flat" cmpd="sng" algn="ctr">
            <a:solidFill>
              <a:srgbClr val="0099D8"/>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95250" lvl="1"/>
            <a:r>
              <a:rPr lang="en-US" altLang="zh-CN" sz="1600" dirty="0">
                <a:solidFill>
                  <a:srgbClr val="FF0000"/>
                </a:solidFill>
                <a:ea typeface="微软雅黑" panose="020B0503020204020204" pitchFamily="34" charset="-122"/>
              </a:rPr>
              <a:t>@Transactional</a:t>
            </a:r>
            <a:endParaRPr lang="zh-CN" altLang="zh-CN" sz="1600" dirty="0">
              <a:solidFill>
                <a:srgbClr val="FF0000"/>
              </a:solidFill>
              <a:ea typeface="微软雅黑" panose="020B0503020204020204" pitchFamily="34" charset="-122"/>
            </a:endParaRPr>
          </a:p>
          <a:p>
            <a:pPr marL="95250" lvl="1"/>
            <a:r>
              <a:rPr lang="en-US" altLang="zh-CN" sz="1600" dirty="0">
                <a:ea typeface="微软雅黑" panose="020B0503020204020204" pitchFamily="34" charset="-122"/>
              </a:rPr>
              <a:t>@Service("</a:t>
            </a:r>
            <a:r>
              <a:rPr lang="en-US" altLang="zh-CN" sz="1600" dirty="0" err="1">
                <a:ea typeface="微软雅黑" panose="020B0503020204020204" pitchFamily="34" charset="-122"/>
              </a:rPr>
              <a:t>userService</a:t>
            </a:r>
            <a:r>
              <a:rPr lang="en-US" altLang="zh-CN" sz="1600" dirty="0">
                <a:ea typeface="微软雅黑" panose="020B0503020204020204" pitchFamily="34" charset="-122"/>
              </a:rPr>
              <a:t>")</a:t>
            </a:r>
          </a:p>
          <a:p>
            <a:pPr marL="95250" lvl="1"/>
            <a:r>
              <a:rPr lang="en-US" altLang="zh-CN" sz="1600" dirty="0">
                <a:ea typeface="微软雅黑" panose="020B0503020204020204" pitchFamily="34" charset="-122"/>
              </a:rPr>
              <a:t>public class </a:t>
            </a:r>
            <a:r>
              <a:rPr lang="en-US" altLang="zh-CN" sz="1600" dirty="0" err="1">
                <a:ea typeface="微软雅黑" panose="020B0503020204020204" pitchFamily="34" charset="-122"/>
              </a:rPr>
              <a:t>UserServiceImpl</a:t>
            </a:r>
            <a:r>
              <a:rPr lang="en-US" altLang="zh-CN" sz="1600" dirty="0">
                <a:ea typeface="微软雅黑" panose="020B0503020204020204" pitchFamily="34" charset="-122"/>
              </a:rPr>
              <a:t> implements </a:t>
            </a:r>
            <a:r>
              <a:rPr lang="en-US" altLang="zh-CN" sz="1600" dirty="0" err="1">
                <a:ea typeface="微软雅黑" panose="020B0503020204020204" pitchFamily="34" charset="-122"/>
              </a:rPr>
              <a:t>UserService</a:t>
            </a:r>
            <a:r>
              <a:rPr lang="en-US" altLang="zh-CN" sz="1600" dirty="0">
                <a:ea typeface="微软雅黑" panose="020B0503020204020204" pitchFamily="34" charset="-122"/>
              </a:rPr>
              <a:t> {</a:t>
            </a:r>
            <a:endParaRPr lang="zh-CN" altLang="en-US" sz="1600" dirty="0">
              <a:ea typeface="微软雅黑" panose="020B0503020204020204" pitchFamily="34" charset="-122"/>
            </a:endParaRPr>
          </a:p>
          <a:p>
            <a:pPr marL="95250" lvl="1"/>
            <a:r>
              <a:rPr lang="fr-FR" altLang="zh-CN" sz="1600" dirty="0">
                <a:ea typeface="微软雅黑" panose="020B0503020204020204" pitchFamily="34" charset="-122"/>
              </a:rPr>
              <a:t> 	</a:t>
            </a:r>
            <a:r>
              <a:rPr lang="en-US" altLang="zh-CN" sz="1600" dirty="0">
                <a:ea typeface="微软雅黑" panose="020B0503020204020204" pitchFamily="34" charset="-122"/>
              </a:rPr>
              <a:t>……</a:t>
            </a:r>
            <a:endParaRPr lang="zh-CN" altLang="en-US" sz="1600" dirty="0">
              <a:ea typeface="微软雅黑" panose="020B0503020204020204" pitchFamily="34" charset="-122"/>
            </a:endParaRPr>
          </a:p>
          <a:p>
            <a:pPr marL="95250" lvl="1"/>
            <a:r>
              <a:rPr lang="en-US" altLang="zh-CN" sz="1600" dirty="0">
                <a:ea typeface="微软雅黑" panose="020B0503020204020204" pitchFamily="34" charset="-122"/>
              </a:rPr>
              <a:t>	</a:t>
            </a:r>
            <a:r>
              <a:rPr lang="en-US" altLang="zh-CN" sz="1600" dirty="0">
                <a:solidFill>
                  <a:srgbClr val="FF0000"/>
                </a:solidFill>
                <a:ea typeface="微软雅黑" panose="020B0503020204020204" pitchFamily="34" charset="-122"/>
              </a:rPr>
              <a:t>@Transactional(propagation = </a:t>
            </a:r>
            <a:r>
              <a:rPr lang="en-US" altLang="zh-CN" sz="1600" dirty="0" err="1">
                <a:solidFill>
                  <a:srgbClr val="FF0000"/>
                </a:solidFill>
                <a:ea typeface="微软雅黑" panose="020B0503020204020204" pitchFamily="34" charset="-122"/>
              </a:rPr>
              <a:t>Propagation.SUPPORTS</a:t>
            </a:r>
            <a:r>
              <a:rPr lang="en-US" altLang="zh-CN" sz="1600" dirty="0">
                <a:solidFill>
                  <a:srgbClr val="FF0000"/>
                </a:solidFill>
                <a:ea typeface="微软雅黑" panose="020B0503020204020204" pitchFamily="34" charset="-122"/>
              </a:rPr>
              <a:t>)</a:t>
            </a:r>
            <a:endParaRPr lang="zh-CN" altLang="zh-CN" sz="1600" dirty="0">
              <a:solidFill>
                <a:srgbClr val="FF0000"/>
              </a:solidFill>
              <a:ea typeface="微软雅黑" panose="020B0503020204020204" pitchFamily="34" charset="-122"/>
            </a:endParaRPr>
          </a:p>
          <a:p>
            <a:pPr marL="95250" lvl="1"/>
            <a:r>
              <a:rPr lang="en-US" altLang="zh-CN" sz="1600" dirty="0">
                <a:ea typeface="微软雅黑" panose="020B0503020204020204" pitchFamily="34" charset="-122"/>
              </a:rPr>
              <a:t>    public List&lt;User&gt; </a:t>
            </a:r>
            <a:r>
              <a:rPr lang="en-US" altLang="zh-CN" sz="1600" dirty="0" err="1">
                <a:ea typeface="微软雅黑" panose="020B0503020204020204" pitchFamily="34" charset="-122"/>
              </a:rPr>
              <a:t>findUsersWithConditions</a:t>
            </a:r>
            <a:r>
              <a:rPr lang="en-US" altLang="zh-CN" sz="1600" dirty="0">
                <a:ea typeface="微软雅黑" panose="020B0503020204020204" pitchFamily="34" charset="-122"/>
              </a:rPr>
              <a:t>(User user) {</a:t>
            </a:r>
            <a:endParaRPr lang="zh-CN" altLang="zh-CN" sz="1600" dirty="0">
              <a:ea typeface="微软雅黑" panose="020B0503020204020204" pitchFamily="34" charset="-122"/>
            </a:endParaRPr>
          </a:p>
          <a:p>
            <a:pPr marL="95250" lvl="1"/>
            <a:r>
              <a:rPr lang="en-US" altLang="zh-CN" sz="1600" dirty="0">
                <a:ea typeface="微软雅黑" panose="020B0503020204020204" pitchFamily="34" charset="-122"/>
              </a:rPr>
              <a:t>        // </a:t>
            </a:r>
            <a:r>
              <a:rPr lang="zh-CN" altLang="zh-CN" sz="1600" dirty="0">
                <a:ea typeface="微软雅黑" panose="020B0503020204020204" pitchFamily="34" charset="-122"/>
              </a:rPr>
              <a:t>省略实现代码</a:t>
            </a:r>
          </a:p>
          <a:p>
            <a:pPr marL="95250" lvl="1"/>
            <a:r>
              <a:rPr lang="en-US" altLang="zh-CN" sz="1600" dirty="0">
                <a:ea typeface="微软雅黑" panose="020B0503020204020204" pitchFamily="34" charset="-122"/>
              </a:rPr>
              <a:t>    }}</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30</a:t>
            </a:fld>
            <a:r>
              <a:rPr lang="zh-CN" altLang="en-US"/>
              <a:t>/</a:t>
            </a:r>
            <a:r>
              <a:rPr lang="en-US" altLang="zh-CN"/>
              <a:t>33</a:t>
            </a:r>
            <a:endParaRPr lang="en-US" altLang="zh-CN" dirty="0"/>
          </a:p>
        </p:txBody>
      </p:sp>
    </p:spTree>
    <p:extLst>
      <p:ext uri="{BB962C8B-B14F-4D97-AF65-F5344CB8AC3E}">
        <p14:creationId xmlns:p14="http://schemas.microsoft.com/office/powerpoint/2010/main" val="138043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1"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7895">
                                            <p:txEl>
                                              <p:pRg st="1" end="1"/>
                                            </p:txEl>
                                          </p:spTgt>
                                        </p:tgtEl>
                                        <p:attrNameLst>
                                          <p:attrName>style.visibility</p:attrName>
                                        </p:attrNameLst>
                                      </p:cBhvr>
                                      <p:to>
                                        <p:strVal val="visible"/>
                                      </p:to>
                                    </p:set>
                                    <p:animEffect transition="in" filter="wipe(left)">
                                      <p:cBhvr>
                                        <p:cTn id="20" dur="500"/>
                                        <p:tgtEl>
                                          <p:spTgt spid="37895">
                                            <p:txEl>
                                              <p:pRg st="1" end="1"/>
                                            </p:txEl>
                                          </p:spTgt>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500"/>
                                        <p:tgtEl>
                                          <p:spTgt spid="7"/>
                                        </p:tgtEl>
                                      </p:cBhvr>
                                    </p:animEffect>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282" name="Rectangle 2"/>
          <p:cNvSpPr>
            <a:spLocks noGrp="1" noChangeArrowheads="1"/>
          </p:cNvSpPr>
          <p:nvPr>
            <p:ph type="title"/>
          </p:nvPr>
        </p:nvSpPr>
        <p:spPr>
          <a:xfrm>
            <a:off x="1328506" y="519746"/>
            <a:ext cx="6375842" cy="1079897"/>
          </a:xfrm>
        </p:spPr>
        <p:txBody>
          <a:bodyPr/>
          <a:lstStyle/>
          <a:p>
            <a:r>
              <a:rPr lang="zh-CN" altLang="en-US" sz="2175" dirty="0">
                <a:latin typeface="Arial Unicode MS" pitchFamily="34" charset="-122"/>
                <a:ea typeface="Arial Unicode MS" pitchFamily="34" charset="-122"/>
                <a:cs typeface="Arial Unicode MS" pitchFamily="34" charset="-122"/>
              </a:rPr>
              <a:t>用 </a:t>
            </a:r>
            <a:r>
              <a:rPr lang="en-US" altLang="zh-CN" sz="2175" dirty="0">
                <a:latin typeface="Arial Unicode MS" pitchFamily="34" charset="-122"/>
                <a:ea typeface="Arial Unicode MS" pitchFamily="34" charset="-122"/>
                <a:cs typeface="Arial Unicode MS" pitchFamily="34" charset="-122"/>
              </a:rPr>
              <a:t>@Transactional </a:t>
            </a:r>
            <a:r>
              <a:rPr lang="zh-CN" altLang="en-US" sz="2175" dirty="0">
                <a:latin typeface="Arial Unicode MS" pitchFamily="34" charset="-122"/>
                <a:ea typeface="Arial Unicode MS" pitchFamily="34" charset="-122"/>
                <a:cs typeface="Arial Unicode MS" pitchFamily="34" charset="-122"/>
              </a:rPr>
              <a:t>注解声明式地管理事务配置文件示例代码</a:t>
            </a:r>
          </a:p>
        </p:txBody>
      </p:sp>
      <p:pic>
        <p:nvPicPr>
          <p:cNvPr id="737284" name="Picture 4"/>
          <p:cNvPicPr>
            <a:picLocks noChangeAspect="1" noChangeArrowheads="1"/>
          </p:cNvPicPr>
          <p:nvPr/>
        </p:nvPicPr>
        <p:blipFill>
          <a:blip r:embed="rId3"/>
          <a:srcRect/>
          <a:stretch>
            <a:fillRect/>
          </a:stretch>
        </p:blipFill>
        <p:spPr bwMode="auto">
          <a:xfrm>
            <a:off x="1547441" y="1719271"/>
            <a:ext cx="5832872" cy="2138363"/>
          </a:xfrm>
          <a:prstGeom prst="rect">
            <a:avLst/>
          </a:prstGeom>
          <a:noFill/>
        </p:spPr>
      </p:pic>
      <p:sp>
        <p:nvSpPr>
          <p:cNvPr id="2" name="灯片编号占位符 1"/>
          <p:cNvSpPr>
            <a:spLocks noGrp="1"/>
          </p:cNvSpPr>
          <p:nvPr>
            <p:ph type="sldNum" sz="quarter" idx="12"/>
          </p:nvPr>
        </p:nvSpPr>
        <p:spPr/>
        <p:txBody>
          <a:bodyPr/>
          <a:lstStyle/>
          <a:p>
            <a:fld id="{0C913308-F349-4B6D-A68A-DD1791B4A57B}" type="slidenum">
              <a:rPr lang="zh-CN" altLang="en-US">
                <a:latin typeface="Franklin Gothic Book"/>
                <a:ea typeface="幼圆" panose="02010509060101010101" pitchFamily="49" charset="-122"/>
              </a:rPr>
              <a:pPr/>
              <a:t>31</a:t>
            </a:fld>
            <a:endParaRPr lang="zh-CN" altLang="en-US">
              <a:latin typeface="Franklin Gothic Book"/>
              <a:ea typeface="幼圆" panose="02010509060101010101" pitchFamily="49" charset="-122"/>
            </a:endParaRPr>
          </a:p>
        </p:txBody>
      </p:sp>
    </p:spTree>
    <p:extLst>
      <p:ext uri="{BB962C8B-B14F-4D97-AF65-F5344CB8AC3E}">
        <p14:creationId xmlns:p14="http://schemas.microsoft.com/office/powerpoint/2010/main" val="199603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FC83E7-A9CF-4C2D-AD61-8D153E2DBB90}"/>
              </a:ext>
            </a:extLst>
          </p:cNvPr>
          <p:cNvSpPr>
            <a:spLocks noGrp="1"/>
          </p:cNvSpPr>
          <p:nvPr>
            <p:ph type="title"/>
          </p:nvPr>
        </p:nvSpPr>
        <p:spPr/>
        <p:txBody>
          <a:bodyPr/>
          <a:lstStyle/>
          <a:p>
            <a:endParaRPr lang="zh-CN" altLang="en-US"/>
          </a:p>
        </p:txBody>
      </p:sp>
      <p:sp>
        <p:nvSpPr>
          <p:cNvPr id="3" name="灯片编号占位符 2">
            <a:extLst>
              <a:ext uri="{FF2B5EF4-FFF2-40B4-BE49-F238E27FC236}">
                <a16:creationId xmlns:a16="http://schemas.microsoft.com/office/drawing/2014/main" id="{E85B326C-8958-4408-9561-E5AEDF10DB11}"/>
              </a:ext>
            </a:extLst>
          </p:cNvPr>
          <p:cNvSpPr>
            <a:spLocks noGrp="1"/>
          </p:cNvSpPr>
          <p:nvPr>
            <p:ph type="sldNum" sz="quarter" idx="12"/>
          </p:nvPr>
        </p:nvSpPr>
        <p:spPr/>
        <p:txBody>
          <a:bodyPr/>
          <a:lstStyle/>
          <a:p>
            <a:fld id="{0C913308-F349-4B6D-A68A-DD1791B4A57B}" type="slidenum">
              <a:rPr lang="zh-CN" altLang="en-US" smtClean="0"/>
              <a:pPr/>
              <a:t>32</a:t>
            </a:fld>
            <a:endParaRPr lang="zh-CN" altLang="en-US"/>
          </a:p>
        </p:txBody>
      </p:sp>
      <p:pic>
        <p:nvPicPr>
          <p:cNvPr id="6" name="内容占位符 5">
            <a:extLst>
              <a:ext uri="{FF2B5EF4-FFF2-40B4-BE49-F238E27FC236}">
                <a16:creationId xmlns:a16="http://schemas.microsoft.com/office/drawing/2014/main" id="{174461C9-DDE7-4598-A6D3-7A9D233777B4}"/>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815669" y="714958"/>
            <a:ext cx="5245273" cy="4124924"/>
          </a:xfrm>
        </p:spPr>
      </p:pic>
    </p:spTree>
    <p:extLst>
      <p:ext uri="{BB962C8B-B14F-4D97-AF65-F5344CB8AC3E}">
        <p14:creationId xmlns:p14="http://schemas.microsoft.com/office/powerpoint/2010/main" val="25287222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9330" name="Rectangle 2"/>
          <p:cNvSpPr>
            <a:spLocks noGrp="1" noChangeArrowheads="1"/>
          </p:cNvSpPr>
          <p:nvPr>
            <p:ph type="title"/>
          </p:nvPr>
        </p:nvSpPr>
        <p:spPr>
          <a:xfrm>
            <a:off x="1547664" y="524652"/>
            <a:ext cx="6172200" cy="642942"/>
          </a:xfrm>
        </p:spPr>
        <p:txBody>
          <a:bodyPr/>
          <a:lstStyle/>
          <a:p>
            <a:r>
              <a:rPr lang="en-US" altLang="zh-CN" dirty="0">
                <a:latin typeface="Arial Unicode MS" pitchFamily="34" charset="-122"/>
                <a:ea typeface="Arial Unicode MS" pitchFamily="34" charset="-122"/>
                <a:cs typeface="Arial Unicode MS" pitchFamily="34" charset="-122"/>
              </a:rPr>
              <a:t>2-4 Spring </a:t>
            </a:r>
            <a:r>
              <a:rPr lang="zh-CN" altLang="en-US" dirty="0">
                <a:latin typeface="Arial Unicode MS" pitchFamily="34" charset="-122"/>
                <a:ea typeface="Arial Unicode MS" pitchFamily="34" charset="-122"/>
                <a:cs typeface="Arial Unicode MS" pitchFamily="34" charset="-122"/>
              </a:rPr>
              <a:t>支持的事务传播行为</a:t>
            </a:r>
          </a:p>
        </p:txBody>
      </p:sp>
      <p:pic>
        <p:nvPicPr>
          <p:cNvPr id="739333" name="Picture 5"/>
          <p:cNvPicPr>
            <a:picLocks noChangeAspect="1" noChangeArrowheads="1"/>
          </p:cNvPicPr>
          <p:nvPr/>
        </p:nvPicPr>
        <p:blipFill>
          <a:blip r:embed="rId2"/>
          <a:srcRect/>
          <a:stretch>
            <a:fillRect/>
          </a:stretch>
        </p:blipFill>
        <p:spPr bwMode="auto">
          <a:xfrm>
            <a:off x="1709738" y="1285866"/>
            <a:ext cx="4752975" cy="2770584"/>
          </a:xfrm>
          <a:prstGeom prst="rect">
            <a:avLst/>
          </a:prstGeom>
          <a:noFill/>
        </p:spPr>
      </p:pic>
      <p:sp>
        <p:nvSpPr>
          <p:cNvPr id="739334" name="Oval 6"/>
          <p:cNvSpPr>
            <a:spLocks noChangeArrowheads="1"/>
          </p:cNvSpPr>
          <p:nvPr/>
        </p:nvSpPr>
        <p:spPr bwMode="auto">
          <a:xfrm>
            <a:off x="1494235" y="1663294"/>
            <a:ext cx="161925" cy="161925"/>
          </a:xfrm>
          <a:prstGeom prst="ellipse">
            <a:avLst/>
          </a:prstGeom>
          <a:solidFill>
            <a:srgbClr val="FF0000"/>
          </a:solidFill>
          <a:ln w="9525" algn="ctr">
            <a:solidFill>
              <a:srgbClr val="FF0000"/>
            </a:solidFill>
            <a:round/>
            <a:headEnd/>
            <a:tailEnd/>
          </a:ln>
          <a:effectLst/>
        </p:spPr>
        <p:txBody>
          <a:bodyPr wrap="none" anchor="ctr"/>
          <a:lstStyle/>
          <a:p>
            <a:endParaRPr lang="zh-CN" altLang="en-US" sz="1350">
              <a:solidFill>
                <a:prstClr val="black"/>
              </a:solidFill>
              <a:latin typeface="Perpetua"/>
              <a:ea typeface="宋体" panose="02010600030101010101" pitchFamily="2" charset="-122"/>
            </a:endParaRPr>
          </a:p>
        </p:txBody>
      </p:sp>
      <p:sp>
        <p:nvSpPr>
          <p:cNvPr id="739335" name="Oval 7"/>
          <p:cNvSpPr>
            <a:spLocks noChangeArrowheads="1"/>
          </p:cNvSpPr>
          <p:nvPr/>
        </p:nvSpPr>
        <p:spPr bwMode="auto">
          <a:xfrm>
            <a:off x="1494235" y="2041913"/>
            <a:ext cx="161925" cy="161925"/>
          </a:xfrm>
          <a:prstGeom prst="ellipse">
            <a:avLst/>
          </a:prstGeom>
          <a:solidFill>
            <a:srgbClr val="FF0000"/>
          </a:solidFill>
          <a:ln w="9525" algn="ctr">
            <a:solidFill>
              <a:srgbClr val="FF0000"/>
            </a:solidFill>
            <a:round/>
            <a:headEnd/>
            <a:tailEnd/>
          </a:ln>
          <a:effectLst/>
        </p:spPr>
        <p:txBody>
          <a:bodyPr wrap="none" anchor="ctr"/>
          <a:lstStyle/>
          <a:p>
            <a:endParaRPr lang="zh-CN" altLang="en-US" sz="1350">
              <a:solidFill>
                <a:prstClr val="black"/>
              </a:solidFill>
              <a:latin typeface="Perpetua"/>
              <a:ea typeface="宋体" panose="02010600030101010101" pitchFamily="2" charset="-122"/>
            </a:endParaRPr>
          </a:p>
        </p:txBody>
      </p:sp>
      <p:sp>
        <p:nvSpPr>
          <p:cNvPr id="2" name="灯片编号占位符 1"/>
          <p:cNvSpPr>
            <a:spLocks noGrp="1"/>
          </p:cNvSpPr>
          <p:nvPr>
            <p:ph type="sldNum" sz="quarter" idx="12"/>
          </p:nvPr>
        </p:nvSpPr>
        <p:spPr/>
        <p:txBody>
          <a:bodyPr/>
          <a:lstStyle/>
          <a:p>
            <a:fld id="{0C913308-F349-4B6D-A68A-DD1791B4A57B}" type="slidenum">
              <a:rPr lang="zh-CN" altLang="en-US">
                <a:latin typeface="Franklin Gothic Book"/>
                <a:ea typeface="幼圆" panose="02010509060101010101" pitchFamily="49" charset="-122"/>
              </a:rPr>
              <a:pPr/>
              <a:t>33</a:t>
            </a:fld>
            <a:endParaRPr lang="zh-CN" altLang="en-US">
              <a:latin typeface="Franklin Gothic Book"/>
              <a:ea typeface="幼圆" panose="02010509060101010101" pitchFamily="49" charset="-122"/>
            </a:endParaRPr>
          </a:p>
        </p:txBody>
      </p:sp>
    </p:spTree>
    <p:extLst>
      <p:ext uri="{BB962C8B-B14F-4D97-AF65-F5344CB8AC3E}">
        <p14:creationId xmlns:p14="http://schemas.microsoft.com/office/powerpoint/2010/main" val="30029537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0354" name="Rectangle 2"/>
          <p:cNvSpPr>
            <a:spLocks noGrp="1" noChangeArrowheads="1"/>
          </p:cNvSpPr>
          <p:nvPr>
            <p:ph type="title"/>
          </p:nvPr>
        </p:nvSpPr>
        <p:spPr>
          <a:xfrm>
            <a:off x="1331640" y="524652"/>
            <a:ext cx="6172200" cy="642942"/>
          </a:xfrm>
        </p:spPr>
        <p:txBody>
          <a:bodyPr/>
          <a:lstStyle/>
          <a:p>
            <a:r>
              <a:rPr lang="zh-CN" altLang="en-US" dirty="0">
                <a:latin typeface="Arial Unicode MS" pitchFamily="34" charset="-122"/>
                <a:ea typeface="Arial Unicode MS" pitchFamily="34" charset="-122"/>
                <a:cs typeface="Arial Unicode MS" pitchFamily="34" charset="-122"/>
              </a:rPr>
              <a:t>需求</a:t>
            </a:r>
          </a:p>
        </p:txBody>
      </p:sp>
      <p:sp>
        <p:nvSpPr>
          <p:cNvPr id="740355" name="Rectangle 3"/>
          <p:cNvSpPr>
            <a:spLocks noGrp="1" noChangeArrowheads="1"/>
          </p:cNvSpPr>
          <p:nvPr>
            <p:ph sz="quarter" idx="1"/>
          </p:nvPr>
        </p:nvSpPr>
        <p:spPr>
          <a:xfrm>
            <a:off x="1439652" y="1221600"/>
            <a:ext cx="6210690" cy="1910954"/>
          </a:xfrm>
        </p:spPr>
        <p:txBody>
          <a:bodyPr/>
          <a:lstStyle/>
          <a:p>
            <a:r>
              <a:rPr lang="zh-CN" altLang="en-US" sz="1800" dirty="0">
                <a:latin typeface="Arial Unicode MS" pitchFamily="34" charset="-122"/>
                <a:ea typeface="Arial Unicode MS" pitchFamily="34" charset="-122"/>
                <a:cs typeface="Arial Unicode MS" pitchFamily="34" charset="-122"/>
              </a:rPr>
              <a:t>新定义 </a:t>
            </a:r>
            <a:r>
              <a:rPr lang="en-US" altLang="zh-CN" sz="1800" dirty="0">
                <a:latin typeface="Arial Unicode MS" pitchFamily="34" charset="-122"/>
                <a:ea typeface="Arial Unicode MS" pitchFamily="34" charset="-122"/>
                <a:cs typeface="Arial Unicode MS" pitchFamily="34" charset="-122"/>
              </a:rPr>
              <a:t>Cashier </a:t>
            </a:r>
            <a:r>
              <a:rPr lang="zh-CN" altLang="en-US" sz="1800" dirty="0">
                <a:latin typeface="Arial Unicode MS" pitchFamily="34" charset="-122"/>
                <a:ea typeface="Arial Unicode MS" pitchFamily="34" charset="-122"/>
                <a:cs typeface="Arial Unicode MS" pitchFamily="34" charset="-122"/>
              </a:rPr>
              <a:t>接口</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表示客户的结账操作</a:t>
            </a:r>
          </a:p>
          <a:p>
            <a:r>
              <a:rPr lang="zh-CN" altLang="en-US" sz="1800" dirty="0">
                <a:latin typeface="Arial Unicode MS" pitchFamily="34" charset="-122"/>
                <a:ea typeface="Arial Unicode MS" pitchFamily="34" charset="-122"/>
                <a:cs typeface="Arial Unicode MS" pitchFamily="34" charset="-122"/>
              </a:rPr>
              <a:t>修改数据表信息如下</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目的是用户 </a:t>
            </a:r>
            <a:r>
              <a:rPr lang="en-US" altLang="zh-CN" sz="1800" dirty="0">
                <a:latin typeface="Arial Unicode MS" pitchFamily="34" charset="-122"/>
                <a:ea typeface="Arial Unicode MS" pitchFamily="34" charset="-122"/>
                <a:cs typeface="Arial Unicode MS" pitchFamily="34" charset="-122"/>
              </a:rPr>
              <a:t>Tom </a:t>
            </a:r>
            <a:r>
              <a:rPr lang="zh-CN" altLang="en-US" sz="1800" dirty="0">
                <a:latin typeface="Arial Unicode MS" pitchFamily="34" charset="-122"/>
                <a:ea typeface="Arial Unicode MS" pitchFamily="34" charset="-122"/>
                <a:cs typeface="Arial Unicode MS" pitchFamily="34" charset="-122"/>
              </a:rPr>
              <a:t>在结账时</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余额只能支付第一本书</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不够支付第二本书：</a:t>
            </a:r>
          </a:p>
        </p:txBody>
      </p:sp>
      <p:pic>
        <p:nvPicPr>
          <p:cNvPr id="740357" name="Picture 5"/>
          <p:cNvPicPr>
            <a:picLocks noChangeAspect="1" noChangeArrowheads="1"/>
          </p:cNvPicPr>
          <p:nvPr/>
        </p:nvPicPr>
        <p:blipFill>
          <a:blip r:embed="rId2"/>
          <a:srcRect/>
          <a:stretch>
            <a:fillRect/>
          </a:stretch>
        </p:blipFill>
        <p:spPr bwMode="auto">
          <a:xfrm>
            <a:off x="1439466" y="2333616"/>
            <a:ext cx="1727597" cy="379809"/>
          </a:xfrm>
          <a:prstGeom prst="rect">
            <a:avLst/>
          </a:prstGeom>
          <a:noFill/>
          <a:ln w="9525">
            <a:solidFill>
              <a:schemeClr val="tx1"/>
            </a:solidFill>
            <a:miter lim="800000"/>
            <a:headEnd/>
            <a:tailEnd/>
          </a:ln>
        </p:spPr>
      </p:pic>
      <p:pic>
        <p:nvPicPr>
          <p:cNvPr id="740358" name="Picture 6"/>
          <p:cNvPicPr>
            <a:picLocks noChangeAspect="1" noChangeArrowheads="1"/>
          </p:cNvPicPr>
          <p:nvPr/>
        </p:nvPicPr>
        <p:blipFill>
          <a:blip r:embed="rId3"/>
          <a:srcRect/>
          <a:stretch>
            <a:fillRect/>
          </a:stretch>
        </p:blipFill>
        <p:spPr bwMode="auto">
          <a:xfrm>
            <a:off x="1439466" y="2820581"/>
            <a:ext cx="2538413" cy="514350"/>
          </a:xfrm>
          <a:prstGeom prst="rect">
            <a:avLst/>
          </a:prstGeom>
          <a:noFill/>
          <a:ln w="9525">
            <a:solidFill>
              <a:schemeClr val="tx1"/>
            </a:solidFill>
            <a:miter lim="800000"/>
            <a:headEnd/>
            <a:tailEnd/>
          </a:ln>
        </p:spPr>
      </p:pic>
      <p:pic>
        <p:nvPicPr>
          <p:cNvPr id="740359" name="Picture 7"/>
          <p:cNvPicPr>
            <a:picLocks noChangeAspect="1" noChangeArrowheads="1"/>
          </p:cNvPicPr>
          <p:nvPr/>
        </p:nvPicPr>
        <p:blipFill>
          <a:blip r:embed="rId4"/>
          <a:srcRect/>
          <a:stretch>
            <a:fillRect/>
          </a:stretch>
        </p:blipFill>
        <p:spPr bwMode="auto">
          <a:xfrm>
            <a:off x="1439467" y="3468282"/>
            <a:ext cx="1620440" cy="521494"/>
          </a:xfrm>
          <a:prstGeom prst="rect">
            <a:avLst/>
          </a:prstGeom>
          <a:noFill/>
          <a:ln w="9525">
            <a:solidFill>
              <a:schemeClr val="tx1"/>
            </a:solidFill>
            <a:miter lim="800000"/>
            <a:headEnd/>
            <a:tailEnd/>
          </a:ln>
        </p:spPr>
      </p:pic>
      <p:pic>
        <p:nvPicPr>
          <p:cNvPr id="740361" name="Picture 9"/>
          <p:cNvPicPr>
            <a:picLocks noChangeAspect="1" noChangeArrowheads="1"/>
          </p:cNvPicPr>
          <p:nvPr/>
        </p:nvPicPr>
        <p:blipFill>
          <a:blip r:embed="rId5"/>
          <a:srcRect/>
          <a:stretch>
            <a:fillRect/>
          </a:stretch>
        </p:blipFill>
        <p:spPr bwMode="auto">
          <a:xfrm>
            <a:off x="4463654" y="2225269"/>
            <a:ext cx="3294459" cy="2730104"/>
          </a:xfrm>
          <a:prstGeom prst="rect">
            <a:avLst/>
          </a:prstGeom>
          <a:noFill/>
        </p:spPr>
      </p:pic>
      <p:sp>
        <p:nvSpPr>
          <p:cNvPr id="2" name="灯片编号占位符 1"/>
          <p:cNvSpPr>
            <a:spLocks noGrp="1"/>
          </p:cNvSpPr>
          <p:nvPr>
            <p:ph type="sldNum" sz="quarter" idx="12"/>
          </p:nvPr>
        </p:nvSpPr>
        <p:spPr/>
        <p:txBody>
          <a:bodyPr/>
          <a:lstStyle/>
          <a:p>
            <a:fld id="{0C913308-F349-4B6D-A68A-DD1791B4A57B}" type="slidenum">
              <a:rPr lang="zh-CN" altLang="en-US">
                <a:latin typeface="Franklin Gothic Book"/>
                <a:ea typeface="幼圆" panose="02010509060101010101" pitchFamily="49" charset="-122"/>
              </a:rPr>
              <a:pPr/>
              <a:t>34</a:t>
            </a:fld>
            <a:endParaRPr lang="zh-CN" altLang="en-US">
              <a:latin typeface="Franklin Gothic Book"/>
              <a:ea typeface="幼圆" panose="02010509060101010101" pitchFamily="49" charset="-122"/>
            </a:endParaRPr>
          </a:p>
        </p:txBody>
      </p:sp>
    </p:spTree>
    <p:extLst>
      <p:ext uri="{BB962C8B-B14F-4D97-AF65-F5344CB8AC3E}">
        <p14:creationId xmlns:p14="http://schemas.microsoft.com/office/powerpoint/2010/main" val="31432335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2338" name="Rectangle 2"/>
          <p:cNvSpPr>
            <a:spLocks noGrp="1" noChangeArrowheads="1"/>
          </p:cNvSpPr>
          <p:nvPr>
            <p:ph type="title"/>
          </p:nvPr>
        </p:nvSpPr>
        <p:spPr>
          <a:xfrm>
            <a:off x="1817694" y="524652"/>
            <a:ext cx="6172200" cy="642942"/>
          </a:xfrm>
        </p:spPr>
        <p:txBody>
          <a:bodyPr/>
          <a:lstStyle/>
          <a:p>
            <a:r>
              <a:rPr lang="en-US" altLang="zh-CN" dirty="0">
                <a:latin typeface="Arial Unicode MS" pitchFamily="34" charset="-122"/>
                <a:ea typeface="Arial Unicode MS" pitchFamily="34" charset="-122"/>
                <a:cs typeface="Arial Unicode MS" pitchFamily="34" charset="-122"/>
              </a:rPr>
              <a:t>REQUIRED </a:t>
            </a:r>
            <a:r>
              <a:rPr lang="zh-CN" altLang="en-US" dirty="0">
                <a:latin typeface="Arial Unicode MS" pitchFamily="34" charset="-122"/>
                <a:ea typeface="Arial Unicode MS" pitchFamily="34" charset="-122"/>
                <a:cs typeface="Arial Unicode MS" pitchFamily="34" charset="-122"/>
              </a:rPr>
              <a:t>传播行为</a:t>
            </a:r>
          </a:p>
        </p:txBody>
      </p:sp>
      <p:sp>
        <p:nvSpPr>
          <p:cNvPr id="782339" name="Rectangle 3"/>
          <p:cNvSpPr>
            <a:spLocks noGrp="1" noChangeArrowheads="1"/>
          </p:cNvSpPr>
          <p:nvPr>
            <p:ph sz="quarter" idx="1"/>
          </p:nvPr>
        </p:nvSpPr>
        <p:spPr>
          <a:xfrm>
            <a:off x="1277634" y="1221601"/>
            <a:ext cx="6318702" cy="3074194"/>
          </a:xfrm>
        </p:spPr>
        <p:txBody>
          <a:bodyPr/>
          <a:lstStyle/>
          <a:p>
            <a:r>
              <a:rPr lang="zh-CN" altLang="en-US" sz="1500" dirty="0">
                <a:latin typeface="Arial Unicode MS" pitchFamily="34" charset="-122"/>
                <a:ea typeface="Arial Unicode MS" pitchFamily="34" charset="-122"/>
                <a:cs typeface="Arial Unicode MS" pitchFamily="34" charset="-122"/>
              </a:rPr>
              <a:t>当 </a:t>
            </a:r>
            <a:r>
              <a:rPr lang="en-US" altLang="zh-CN" sz="1500" dirty="0" err="1">
                <a:latin typeface="Arial Unicode MS" pitchFamily="34" charset="-122"/>
                <a:ea typeface="Arial Unicode MS" pitchFamily="34" charset="-122"/>
                <a:cs typeface="Arial Unicode MS" pitchFamily="34" charset="-122"/>
              </a:rPr>
              <a:t>bookService</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的 </a:t>
            </a:r>
            <a:r>
              <a:rPr lang="en-US" altLang="zh-CN" sz="1500" dirty="0">
                <a:latin typeface="Arial Unicode MS" pitchFamily="34" charset="-122"/>
                <a:ea typeface="Arial Unicode MS" pitchFamily="34" charset="-122"/>
                <a:cs typeface="Arial Unicode MS" pitchFamily="34" charset="-122"/>
              </a:rPr>
              <a:t>purchase() </a:t>
            </a:r>
            <a:r>
              <a:rPr lang="zh-CN" altLang="en-US" sz="1500" dirty="0">
                <a:latin typeface="Arial Unicode MS" pitchFamily="34" charset="-122"/>
                <a:ea typeface="Arial Unicode MS" pitchFamily="34" charset="-122"/>
                <a:cs typeface="Arial Unicode MS" pitchFamily="34" charset="-122"/>
              </a:rPr>
              <a:t>方法被另一个事务方法 </a:t>
            </a:r>
            <a:r>
              <a:rPr lang="en-US" altLang="zh-CN" sz="1500" dirty="0">
                <a:latin typeface="Arial Unicode MS" pitchFamily="34" charset="-122"/>
                <a:ea typeface="Arial Unicode MS" pitchFamily="34" charset="-122"/>
                <a:cs typeface="Arial Unicode MS" pitchFamily="34" charset="-122"/>
              </a:rPr>
              <a:t>checkout() </a:t>
            </a:r>
            <a:r>
              <a:rPr lang="zh-CN" altLang="en-US" sz="1500" dirty="0">
                <a:latin typeface="Arial Unicode MS" pitchFamily="34" charset="-122"/>
                <a:ea typeface="Arial Unicode MS" pitchFamily="34" charset="-122"/>
                <a:cs typeface="Arial Unicode MS" pitchFamily="34" charset="-122"/>
              </a:rPr>
              <a:t>调用时</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它默认会在现有的事务内运行</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这个默认的传播行为就是 </a:t>
            </a:r>
            <a:r>
              <a:rPr lang="en-US" altLang="zh-CN" sz="1500" dirty="0">
                <a:latin typeface="Arial Unicode MS" pitchFamily="34" charset="-122"/>
                <a:ea typeface="Arial Unicode MS" pitchFamily="34" charset="-122"/>
                <a:cs typeface="Arial Unicode MS" pitchFamily="34" charset="-122"/>
              </a:rPr>
              <a:t>REQUIRED. </a:t>
            </a:r>
            <a:r>
              <a:rPr lang="zh-CN" altLang="en-US" sz="1500" dirty="0">
                <a:latin typeface="Arial Unicode MS" pitchFamily="34" charset="-122"/>
                <a:ea typeface="Arial Unicode MS" pitchFamily="34" charset="-122"/>
                <a:cs typeface="Arial Unicode MS" pitchFamily="34" charset="-122"/>
              </a:rPr>
              <a:t>因此在 </a:t>
            </a:r>
            <a:r>
              <a:rPr lang="en-US" altLang="zh-CN" sz="1500" dirty="0">
                <a:latin typeface="Arial Unicode MS" pitchFamily="34" charset="-122"/>
                <a:ea typeface="Arial Unicode MS" pitchFamily="34" charset="-122"/>
                <a:cs typeface="Arial Unicode MS" pitchFamily="34" charset="-122"/>
              </a:rPr>
              <a:t>checkout() </a:t>
            </a:r>
            <a:r>
              <a:rPr lang="zh-CN" altLang="en-US" sz="1500" dirty="0">
                <a:latin typeface="Arial Unicode MS" pitchFamily="34" charset="-122"/>
                <a:ea typeface="Arial Unicode MS" pitchFamily="34" charset="-122"/>
                <a:cs typeface="Arial Unicode MS" pitchFamily="34" charset="-122"/>
              </a:rPr>
              <a:t>方法的开始和终止边界内只有一个事务</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这个事务只在 </a:t>
            </a:r>
            <a:r>
              <a:rPr lang="en-US" altLang="zh-CN" sz="1500" dirty="0">
                <a:latin typeface="Arial Unicode MS" pitchFamily="34" charset="-122"/>
                <a:ea typeface="Arial Unicode MS" pitchFamily="34" charset="-122"/>
                <a:cs typeface="Arial Unicode MS" pitchFamily="34" charset="-122"/>
              </a:rPr>
              <a:t>checkout() </a:t>
            </a:r>
            <a:r>
              <a:rPr lang="zh-CN" altLang="en-US" sz="1500" dirty="0">
                <a:latin typeface="Arial Unicode MS" pitchFamily="34" charset="-122"/>
                <a:ea typeface="Arial Unicode MS" pitchFamily="34" charset="-122"/>
                <a:cs typeface="Arial Unicode MS" pitchFamily="34" charset="-122"/>
              </a:rPr>
              <a:t>方法结束的时候被提交</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结果用户一本书都买不了</a:t>
            </a:r>
          </a:p>
          <a:p>
            <a:r>
              <a:rPr lang="zh-CN" altLang="en-US" sz="1500" dirty="0">
                <a:latin typeface="Arial Unicode MS" pitchFamily="34" charset="-122"/>
                <a:ea typeface="Arial Unicode MS" pitchFamily="34" charset="-122"/>
                <a:cs typeface="Arial Unicode MS" pitchFamily="34" charset="-122"/>
              </a:rPr>
              <a:t>事务传播属性可以在 </a:t>
            </a:r>
            <a:r>
              <a:rPr lang="en-US" altLang="zh-CN" sz="1500" dirty="0">
                <a:latin typeface="Arial Unicode MS" pitchFamily="34" charset="-122"/>
                <a:ea typeface="Arial Unicode MS" pitchFamily="34" charset="-122"/>
                <a:cs typeface="Arial Unicode MS" pitchFamily="34" charset="-122"/>
              </a:rPr>
              <a:t>@Transactional </a:t>
            </a:r>
            <a:r>
              <a:rPr lang="zh-CN" altLang="en-US" sz="1500" dirty="0">
                <a:latin typeface="Arial Unicode MS" pitchFamily="34" charset="-122"/>
                <a:ea typeface="Arial Unicode MS" pitchFamily="34" charset="-122"/>
                <a:cs typeface="Arial Unicode MS" pitchFamily="34" charset="-122"/>
              </a:rPr>
              <a:t>注解的 </a:t>
            </a:r>
            <a:r>
              <a:rPr lang="en-US" altLang="zh-CN" sz="1500" dirty="0">
                <a:latin typeface="Arial Unicode MS" pitchFamily="34" charset="-122"/>
                <a:ea typeface="Arial Unicode MS" pitchFamily="34" charset="-122"/>
                <a:cs typeface="Arial Unicode MS" pitchFamily="34" charset="-122"/>
              </a:rPr>
              <a:t>propagation </a:t>
            </a:r>
            <a:r>
              <a:rPr lang="zh-CN" altLang="en-US" sz="1500" dirty="0">
                <a:latin typeface="Arial Unicode MS" pitchFamily="34" charset="-122"/>
                <a:ea typeface="Arial Unicode MS" pitchFamily="34" charset="-122"/>
                <a:cs typeface="Arial Unicode MS" pitchFamily="34" charset="-122"/>
              </a:rPr>
              <a:t>属性中定义</a:t>
            </a:r>
          </a:p>
        </p:txBody>
      </p:sp>
      <p:sp>
        <p:nvSpPr>
          <p:cNvPr id="782341" name="Rectangle 5"/>
          <p:cNvSpPr>
            <a:spLocks noChangeArrowheads="1"/>
          </p:cNvSpPr>
          <p:nvPr/>
        </p:nvSpPr>
        <p:spPr bwMode="auto">
          <a:xfrm>
            <a:off x="1770461" y="3633778"/>
            <a:ext cx="5292328" cy="323850"/>
          </a:xfrm>
          <a:prstGeom prst="rect">
            <a:avLst/>
          </a:prstGeom>
          <a:solidFill>
            <a:schemeClr val="bg1"/>
          </a:solidFill>
          <a:ln w="9525" algn="ctr">
            <a:solidFill>
              <a:schemeClr val="tx1"/>
            </a:solidFill>
            <a:miter lim="800000"/>
            <a:headEnd/>
            <a:tailEnd/>
          </a:ln>
          <a:effectLst/>
        </p:spPr>
        <p:txBody>
          <a:bodyPr wrap="none" anchor="ctr"/>
          <a:lstStyle/>
          <a:p>
            <a:endParaRPr lang="zh-CN" altLang="en-US" sz="1350">
              <a:solidFill>
                <a:prstClr val="black"/>
              </a:solidFill>
              <a:latin typeface="Perpetua"/>
              <a:ea typeface="宋体" panose="02010600030101010101" pitchFamily="2" charset="-122"/>
            </a:endParaRPr>
          </a:p>
        </p:txBody>
      </p:sp>
      <p:sp>
        <p:nvSpPr>
          <p:cNvPr id="782342" name="Line 6"/>
          <p:cNvSpPr>
            <a:spLocks noChangeShapeType="1"/>
          </p:cNvSpPr>
          <p:nvPr/>
        </p:nvSpPr>
        <p:spPr bwMode="auto">
          <a:xfrm>
            <a:off x="1770460" y="3256350"/>
            <a:ext cx="0" cy="323850"/>
          </a:xfrm>
          <a:prstGeom prst="line">
            <a:avLst/>
          </a:prstGeom>
          <a:noFill/>
          <a:ln w="9525">
            <a:solidFill>
              <a:schemeClr val="tx1"/>
            </a:solidFill>
            <a:round/>
            <a:headEnd/>
            <a:tailEnd type="triangle" w="med" len="med"/>
          </a:ln>
          <a:effectLst/>
        </p:spPr>
        <p:txBody>
          <a:bodyPr/>
          <a:lstStyle/>
          <a:p>
            <a:endParaRPr lang="zh-CN" altLang="en-US" sz="1350">
              <a:solidFill>
                <a:prstClr val="black"/>
              </a:solidFill>
              <a:latin typeface="Perpetua"/>
              <a:ea typeface="宋体" panose="02010600030101010101" pitchFamily="2" charset="-122"/>
            </a:endParaRPr>
          </a:p>
        </p:txBody>
      </p:sp>
      <p:sp>
        <p:nvSpPr>
          <p:cNvPr id="782343" name="Text Box 7"/>
          <p:cNvSpPr txBox="1">
            <a:spLocks noChangeArrowheads="1"/>
          </p:cNvSpPr>
          <p:nvPr/>
        </p:nvSpPr>
        <p:spPr bwMode="auto">
          <a:xfrm>
            <a:off x="1302544" y="2939644"/>
            <a:ext cx="919163" cy="30008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marL="257175" indent="-257175">
              <a:spcBef>
                <a:spcPct val="50000"/>
              </a:spcBef>
            </a:pPr>
            <a:r>
              <a:rPr lang="en-US" altLang="zh-CN" sz="1350" b="1">
                <a:solidFill>
                  <a:prstClr val="black"/>
                </a:solidFill>
                <a:latin typeface="Perpetua"/>
                <a:ea typeface="宋体" panose="02010600030101010101" pitchFamily="2" charset="-122"/>
              </a:rPr>
              <a:t>Tx1 </a:t>
            </a:r>
            <a:r>
              <a:rPr lang="zh-CN" altLang="en-US" sz="1350" b="1">
                <a:solidFill>
                  <a:prstClr val="black"/>
                </a:solidFill>
                <a:latin typeface="Perpetua"/>
                <a:ea typeface="宋体" panose="02010600030101010101" pitchFamily="2" charset="-122"/>
              </a:rPr>
              <a:t>开始</a:t>
            </a:r>
          </a:p>
        </p:txBody>
      </p:sp>
      <p:sp>
        <p:nvSpPr>
          <p:cNvPr id="782344" name="Line 8"/>
          <p:cNvSpPr>
            <a:spLocks noChangeShapeType="1"/>
          </p:cNvSpPr>
          <p:nvPr/>
        </p:nvSpPr>
        <p:spPr bwMode="auto">
          <a:xfrm>
            <a:off x="7046119" y="3293259"/>
            <a:ext cx="0" cy="323850"/>
          </a:xfrm>
          <a:prstGeom prst="line">
            <a:avLst/>
          </a:prstGeom>
          <a:noFill/>
          <a:ln w="9525">
            <a:solidFill>
              <a:schemeClr val="tx1"/>
            </a:solidFill>
            <a:round/>
            <a:headEnd/>
            <a:tailEnd type="triangle" w="med" len="med"/>
          </a:ln>
          <a:effectLst/>
        </p:spPr>
        <p:txBody>
          <a:bodyPr/>
          <a:lstStyle/>
          <a:p>
            <a:endParaRPr lang="zh-CN" altLang="en-US" sz="1350">
              <a:solidFill>
                <a:prstClr val="black"/>
              </a:solidFill>
              <a:latin typeface="Perpetua"/>
              <a:ea typeface="宋体" panose="02010600030101010101" pitchFamily="2" charset="-122"/>
            </a:endParaRPr>
          </a:p>
        </p:txBody>
      </p:sp>
      <p:sp>
        <p:nvSpPr>
          <p:cNvPr id="782345" name="Text Box 9"/>
          <p:cNvSpPr txBox="1">
            <a:spLocks noChangeArrowheads="1"/>
          </p:cNvSpPr>
          <p:nvPr/>
        </p:nvSpPr>
        <p:spPr bwMode="auto">
          <a:xfrm>
            <a:off x="6568678" y="2932500"/>
            <a:ext cx="919163" cy="30008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marL="257175" indent="-257175">
              <a:spcBef>
                <a:spcPct val="50000"/>
              </a:spcBef>
            </a:pPr>
            <a:r>
              <a:rPr lang="en-US" altLang="zh-CN" sz="1350" b="1" dirty="0">
                <a:solidFill>
                  <a:prstClr val="black"/>
                </a:solidFill>
                <a:latin typeface="Perpetua"/>
                <a:ea typeface="宋体" panose="02010600030101010101" pitchFamily="2" charset="-122"/>
              </a:rPr>
              <a:t>Tx1 </a:t>
            </a:r>
            <a:r>
              <a:rPr lang="zh-CN" altLang="en-US" sz="1350" b="1" dirty="0">
                <a:solidFill>
                  <a:prstClr val="black"/>
                </a:solidFill>
                <a:latin typeface="Perpetua"/>
                <a:ea typeface="宋体" panose="02010600030101010101" pitchFamily="2" charset="-122"/>
              </a:rPr>
              <a:t>结束</a:t>
            </a:r>
          </a:p>
        </p:txBody>
      </p:sp>
      <p:sp>
        <p:nvSpPr>
          <p:cNvPr id="782346" name="Rectangle 10"/>
          <p:cNvSpPr>
            <a:spLocks noChangeArrowheads="1"/>
          </p:cNvSpPr>
          <p:nvPr/>
        </p:nvSpPr>
        <p:spPr bwMode="auto">
          <a:xfrm>
            <a:off x="2850358" y="3633778"/>
            <a:ext cx="1079897" cy="323850"/>
          </a:xfrm>
          <a:prstGeom prst="rect">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sz="1350">
              <a:solidFill>
                <a:prstClr val="white"/>
              </a:solidFill>
              <a:latin typeface="Perpetua"/>
              <a:ea typeface="宋体" panose="02010600030101010101" pitchFamily="2" charset="-122"/>
            </a:endParaRPr>
          </a:p>
        </p:txBody>
      </p:sp>
      <p:sp>
        <p:nvSpPr>
          <p:cNvPr id="782347" name="Rectangle 11"/>
          <p:cNvSpPr>
            <a:spLocks noChangeArrowheads="1"/>
          </p:cNvSpPr>
          <p:nvPr/>
        </p:nvSpPr>
        <p:spPr bwMode="auto">
          <a:xfrm>
            <a:off x="4956572" y="3633778"/>
            <a:ext cx="1079897" cy="323850"/>
          </a:xfrm>
          <a:prstGeom prst="rect">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sz="1350">
              <a:solidFill>
                <a:prstClr val="white"/>
              </a:solidFill>
              <a:latin typeface="Perpetua"/>
              <a:ea typeface="宋体" panose="02010600030101010101" pitchFamily="2" charset="-122"/>
            </a:endParaRPr>
          </a:p>
        </p:txBody>
      </p:sp>
      <p:sp>
        <p:nvSpPr>
          <p:cNvPr id="782348" name="AutoShape 12"/>
          <p:cNvSpPr>
            <a:spLocks/>
          </p:cNvSpPr>
          <p:nvPr/>
        </p:nvSpPr>
        <p:spPr bwMode="auto">
          <a:xfrm rot="-16200000">
            <a:off x="4331495" y="1843078"/>
            <a:ext cx="215503" cy="5308997"/>
          </a:xfrm>
          <a:prstGeom prst="rightBrace">
            <a:avLst>
              <a:gd name="adj1" fmla="val 205295"/>
              <a:gd name="adj2" fmla="val 50000"/>
            </a:avLst>
          </a:prstGeom>
          <a:noFill/>
          <a:ln w="9525">
            <a:solidFill>
              <a:schemeClr val="tx1"/>
            </a:solidFill>
            <a:round/>
            <a:headEnd/>
            <a:tailEnd type="triangle" w="med" len="med"/>
          </a:ln>
          <a:effectLst/>
        </p:spPr>
        <p:txBody>
          <a:bodyPr wrap="none" anchor="ctr"/>
          <a:lstStyle/>
          <a:p>
            <a:endParaRPr lang="zh-CN" altLang="en-US" sz="1350">
              <a:solidFill>
                <a:prstClr val="black"/>
              </a:solidFill>
              <a:latin typeface="Perpetua"/>
              <a:ea typeface="宋体" panose="02010600030101010101" pitchFamily="2" charset="-122"/>
            </a:endParaRPr>
          </a:p>
        </p:txBody>
      </p:sp>
      <p:sp>
        <p:nvSpPr>
          <p:cNvPr id="782349" name="Text Box 13"/>
          <p:cNvSpPr txBox="1">
            <a:spLocks noChangeArrowheads="1"/>
          </p:cNvSpPr>
          <p:nvPr/>
        </p:nvSpPr>
        <p:spPr bwMode="auto">
          <a:xfrm>
            <a:off x="3869531" y="4677956"/>
            <a:ext cx="1134666" cy="30008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marL="257175" indent="-257175">
              <a:spcBef>
                <a:spcPct val="50000"/>
              </a:spcBef>
            </a:pPr>
            <a:r>
              <a:rPr lang="en-US" altLang="zh-CN" sz="1350" b="1">
                <a:solidFill>
                  <a:prstClr val="black"/>
                </a:solidFill>
                <a:latin typeface="Perpetua"/>
                <a:ea typeface="宋体" panose="02010600030101010101" pitchFamily="2" charset="-122"/>
              </a:rPr>
              <a:t>checkout()</a:t>
            </a:r>
          </a:p>
        </p:txBody>
      </p:sp>
      <p:sp>
        <p:nvSpPr>
          <p:cNvPr id="782350" name="AutoShape 14"/>
          <p:cNvSpPr>
            <a:spLocks/>
          </p:cNvSpPr>
          <p:nvPr/>
        </p:nvSpPr>
        <p:spPr bwMode="auto">
          <a:xfrm rot="-16200000">
            <a:off x="3319463" y="3526623"/>
            <a:ext cx="161925" cy="1097756"/>
          </a:xfrm>
          <a:prstGeom prst="rightBrace">
            <a:avLst>
              <a:gd name="adj1" fmla="val 56495"/>
              <a:gd name="adj2" fmla="val 50000"/>
            </a:avLst>
          </a:prstGeom>
          <a:noFill/>
          <a:ln w="9525">
            <a:solidFill>
              <a:schemeClr val="tx1"/>
            </a:solidFill>
            <a:round/>
            <a:headEnd/>
            <a:tailEnd type="triangle" w="med" len="med"/>
          </a:ln>
          <a:effectLst/>
        </p:spPr>
        <p:txBody>
          <a:bodyPr wrap="none" anchor="ctr"/>
          <a:lstStyle/>
          <a:p>
            <a:endParaRPr lang="zh-CN" altLang="en-US" sz="1350">
              <a:solidFill>
                <a:prstClr val="black"/>
              </a:solidFill>
              <a:latin typeface="Perpetua"/>
              <a:ea typeface="宋体" panose="02010600030101010101" pitchFamily="2" charset="-122"/>
            </a:endParaRPr>
          </a:p>
        </p:txBody>
      </p:sp>
      <p:sp>
        <p:nvSpPr>
          <p:cNvPr id="782351" name="AutoShape 15"/>
          <p:cNvSpPr>
            <a:spLocks/>
          </p:cNvSpPr>
          <p:nvPr/>
        </p:nvSpPr>
        <p:spPr bwMode="auto">
          <a:xfrm rot="-16200000">
            <a:off x="5418535" y="3543292"/>
            <a:ext cx="161925" cy="1097756"/>
          </a:xfrm>
          <a:prstGeom prst="rightBrace">
            <a:avLst>
              <a:gd name="adj1" fmla="val 56495"/>
              <a:gd name="adj2" fmla="val 50000"/>
            </a:avLst>
          </a:prstGeom>
          <a:noFill/>
          <a:ln w="9525">
            <a:solidFill>
              <a:schemeClr val="tx1"/>
            </a:solidFill>
            <a:round/>
            <a:headEnd/>
            <a:tailEnd type="triangle" w="med" len="med"/>
          </a:ln>
          <a:effectLst/>
        </p:spPr>
        <p:txBody>
          <a:bodyPr wrap="none" anchor="ctr"/>
          <a:lstStyle/>
          <a:p>
            <a:endParaRPr lang="zh-CN" altLang="en-US" sz="1350">
              <a:solidFill>
                <a:prstClr val="black"/>
              </a:solidFill>
              <a:latin typeface="Perpetua"/>
              <a:ea typeface="宋体" panose="02010600030101010101" pitchFamily="2" charset="-122"/>
            </a:endParaRPr>
          </a:p>
        </p:txBody>
      </p:sp>
      <p:sp>
        <p:nvSpPr>
          <p:cNvPr id="782352" name="Text Box 16"/>
          <p:cNvSpPr txBox="1">
            <a:spLocks noChangeArrowheads="1"/>
          </p:cNvSpPr>
          <p:nvPr/>
        </p:nvSpPr>
        <p:spPr bwMode="auto">
          <a:xfrm>
            <a:off x="2844405" y="4173131"/>
            <a:ext cx="1134665" cy="30008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marL="257175" indent="-257175">
              <a:spcBef>
                <a:spcPct val="50000"/>
              </a:spcBef>
            </a:pPr>
            <a:r>
              <a:rPr lang="en-US" altLang="zh-CN" sz="1350" b="1" dirty="0">
                <a:solidFill>
                  <a:prstClr val="black"/>
                </a:solidFill>
                <a:latin typeface="Perpetua"/>
                <a:ea typeface="宋体" panose="02010600030101010101" pitchFamily="2" charset="-122"/>
              </a:rPr>
              <a:t>purchase()</a:t>
            </a:r>
          </a:p>
        </p:txBody>
      </p:sp>
      <p:sp>
        <p:nvSpPr>
          <p:cNvPr id="782353" name="Text Box 17"/>
          <p:cNvSpPr txBox="1">
            <a:spLocks noChangeArrowheads="1"/>
          </p:cNvSpPr>
          <p:nvPr/>
        </p:nvSpPr>
        <p:spPr bwMode="auto">
          <a:xfrm>
            <a:off x="4950619" y="4173131"/>
            <a:ext cx="1134666" cy="30008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marL="257175" indent="-257175">
              <a:spcBef>
                <a:spcPct val="50000"/>
              </a:spcBef>
            </a:pPr>
            <a:r>
              <a:rPr lang="en-US" altLang="zh-CN" sz="1350" b="1">
                <a:solidFill>
                  <a:prstClr val="black"/>
                </a:solidFill>
                <a:latin typeface="Perpetua"/>
                <a:ea typeface="宋体" panose="02010600030101010101" pitchFamily="2" charset="-122"/>
              </a:rPr>
              <a:t>purchase()</a:t>
            </a:r>
          </a:p>
        </p:txBody>
      </p:sp>
      <p:sp>
        <p:nvSpPr>
          <p:cNvPr id="2" name="灯片编号占位符 1"/>
          <p:cNvSpPr>
            <a:spLocks noGrp="1"/>
          </p:cNvSpPr>
          <p:nvPr>
            <p:ph type="sldNum" sz="quarter" idx="12"/>
          </p:nvPr>
        </p:nvSpPr>
        <p:spPr/>
        <p:txBody>
          <a:bodyPr/>
          <a:lstStyle/>
          <a:p>
            <a:fld id="{0C913308-F349-4B6D-A68A-DD1791B4A57B}" type="slidenum">
              <a:rPr lang="zh-CN" altLang="en-US">
                <a:latin typeface="Franklin Gothic Book"/>
                <a:ea typeface="幼圆" panose="02010509060101010101" pitchFamily="49" charset="-122"/>
              </a:rPr>
              <a:pPr/>
              <a:t>35</a:t>
            </a:fld>
            <a:endParaRPr lang="zh-CN" altLang="en-US">
              <a:latin typeface="Franklin Gothic Book"/>
              <a:ea typeface="幼圆" panose="02010509060101010101" pitchFamily="49" charset="-122"/>
            </a:endParaRPr>
          </a:p>
        </p:txBody>
      </p:sp>
    </p:spTree>
    <p:extLst>
      <p:ext uri="{BB962C8B-B14F-4D97-AF65-F5344CB8AC3E}">
        <p14:creationId xmlns:p14="http://schemas.microsoft.com/office/powerpoint/2010/main" val="11099375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3362" name="Rectangle 2"/>
          <p:cNvSpPr>
            <a:spLocks noGrp="1" noChangeArrowheads="1"/>
          </p:cNvSpPr>
          <p:nvPr>
            <p:ph type="title"/>
          </p:nvPr>
        </p:nvSpPr>
        <p:spPr>
          <a:xfrm>
            <a:off x="1478142" y="524652"/>
            <a:ext cx="6172200" cy="642942"/>
          </a:xfrm>
        </p:spPr>
        <p:txBody>
          <a:bodyPr/>
          <a:lstStyle/>
          <a:p>
            <a:r>
              <a:rPr lang="en-US" altLang="zh-CN" dirty="0">
                <a:latin typeface="Arial Unicode MS" pitchFamily="34" charset="-122"/>
                <a:ea typeface="Arial Unicode MS" pitchFamily="34" charset="-122"/>
                <a:cs typeface="Arial Unicode MS" pitchFamily="34" charset="-122"/>
              </a:rPr>
              <a:t>REQUIRES_NEW </a:t>
            </a:r>
            <a:r>
              <a:rPr lang="zh-CN" altLang="en-US" dirty="0">
                <a:latin typeface="Arial Unicode MS" pitchFamily="34" charset="-122"/>
                <a:ea typeface="Arial Unicode MS" pitchFamily="34" charset="-122"/>
                <a:cs typeface="Arial Unicode MS" pitchFamily="34" charset="-122"/>
              </a:rPr>
              <a:t>传播行为</a:t>
            </a:r>
          </a:p>
        </p:txBody>
      </p:sp>
      <p:sp>
        <p:nvSpPr>
          <p:cNvPr id="783363" name="Rectangle 3"/>
          <p:cNvSpPr>
            <a:spLocks noGrp="1" noChangeArrowheads="1"/>
          </p:cNvSpPr>
          <p:nvPr>
            <p:ph sz="quarter" idx="1"/>
          </p:nvPr>
        </p:nvSpPr>
        <p:spPr>
          <a:xfrm>
            <a:off x="1493658" y="1221601"/>
            <a:ext cx="6156684" cy="991790"/>
          </a:xfrm>
        </p:spPr>
        <p:txBody>
          <a:bodyPr/>
          <a:lstStyle/>
          <a:p>
            <a:r>
              <a:rPr lang="zh-CN" altLang="en-US" sz="1800" dirty="0">
                <a:latin typeface="Arial Unicode MS" pitchFamily="34" charset="-122"/>
                <a:ea typeface="Arial Unicode MS" pitchFamily="34" charset="-122"/>
                <a:cs typeface="Arial Unicode MS" pitchFamily="34" charset="-122"/>
              </a:rPr>
              <a:t>另一种常见的传播行为是 </a:t>
            </a:r>
            <a:r>
              <a:rPr lang="en-US" altLang="zh-CN" sz="1800" dirty="0">
                <a:latin typeface="Arial Unicode MS" pitchFamily="34" charset="-122"/>
                <a:ea typeface="Arial Unicode MS" pitchFamily="34" charset="-122"/>
                <a:cs typeface="Arial Unicode MS" pitchFamily="34" charset="-122"/>
              </a:rPr>
              <a:t>REQUIRES_NEW. </a:t>
            </a:r>
            <a:r>
              <a:rPr lang="zh-CN" altLang="en-US" sz="1800" dirty="0">
                <a:latin typeface="Arial Unicode MS" pitchFamily="34" charset="-122"/>
                <a:ea typeface="Arial Unicode MS" pitchFamily="34" charset="-122"/>
                <a:cs typeface="Arial Unicode MS" pitchFamily="34" charset="-122"/>
              </a:rPr>
              <a:t>它表示该方法必须启动一个新事务</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并在自己的事务内运行</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如果有事务在运行</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就应该先挂起它</a:t>
            </a:r>
            <a:r>
              <a:rPr lang="en-US" altLang="zh-CN" sz="1800" dirty="0">
                <a:latin typeface="Arial Unicode MS" pitchFamily="34" charset="-122"/>
                <a:ea typeface="Arial Unicode MS" pitchFamily="34" charset="-122"/>
                <a:cs typeface="Arial Unicode MS" pitchFamily="34" charset="-122"/>
              </a:rPr>
              <a:t>.</a:t>
            </a:r>
          </a:p>
        </p:txBody>
      </p:sp>
      <p:sp>
        <p:nvSpPr>
          <p:cNvPr id="783364" name="Rectangle 4"/>
          <p:cNvSpPr>
            <a:spLocks noChangeArrowheads="1"/>
          </p:cNvSpPr>
          <p:nvPr/>
        </p:nvSpPr>
        <p:spPr bwMode="auto">
          <a:xfrm>
            <a:off x="1770461" y="3625444"/>
            <a:ext cx="5292328" cy="323850"/>
          </a:xfrm>
          <a:prstGeom prst="rect">
            <a:avLst/>
          </a:prstGeom>
          <a:solidFill>
            <a:schemeClr val="bg1"/>
          </a:solidFill>
          <a:ln w="9525" algn="ctr">
            <a:solidFill>
              <a:schemeClr val="tx1"/>
            </a:solidFill>
            <a:miter lim="800000"/>
            <a:headEnd/>
            <a:tailEnd/>
          </a:ln>
          <a:effectLst/>
        </p:spPr>
        <p:txBody>
          <a:bodyPr wrap="none" anchor="ctr"/>
          <a:lstStyle/>
          <a:p>
            <a:endParaRPr lang="zh-CN" altLang="en-US" sz="1350">
              <a:solidFill>
                <a:prstClr val="black"/>
              </a:solidFill>
              <a:latin typeface="Perpetua"/>
              <a:ea typeface="宋体" panose="02010600030101010101" pitchFamily="2" charset="-122"/>
            </a:endParaRPr>
          </a:p>
        </p:txBody>
      </p:sp>
      <p:sp>
        <p:nvSpPr>
          <p:cNvPr id="783365" name="Line 5"/>
          <p:cNvSpPr>
            <a:spLocks noChangeShapeType="1"/>
          </p:cNvSpPr>
          <p:nvPr/>
        </p:nvSpPr>
        <p:spPr bwMode="auto">
          <a:xfrm>
            <a:off x="1770460" y="3248015"/>
            <a:ext cx="0" cy="323850"/>
          </a:xfrm>
          <a:prstGeom prst="line">
            <a:avLst/>
          </a:prstGeom>
          <a:noFill/>
          <a:ln w="9525">
            <a:solidFill>
              <a:schemeClr val="tx1"/>
            </a:solidFill>
            <a:round/>
            <a:headEnd/>
            <a:tailEnd type="triangle" w="med" len="med"/>
          </a:ln>
          <a:effectLst/>
        </p:spPr>
        <p:txBody>
          <a:bodyPr/>
          <a:lstStyle/>
          <a:p>
            <a:endParaRPr lang="zh-CN" altLang="en-US" sz="1350">
              <a:solidFill>
                <a:prstClr val="black"/>
              </a:solidFill>
              <a:latin typeface="Perpetua"/>
              <a:ea typeface="宋体" panose="02010600030101010101" pitchFamily="2" charset="-122"/>
            </a:endParaRPr>
          </a:p>
        </p:txBody>
      </p:sp>
      <p:sp>
        <p:nvSpPr>
          <p:cNvPr id="783366" name="Text Box 6"/>
          <p:cNvSpPr txBox="1">
            <a:spLocks noChangeArrowheads="1"/>
          </p:cNvSpPr>
          <p:nvPr/>
        </p:nvSpPr>
        <p:spPr bwMode="auto">
          <a:xfrm>
            <a:off x="1295400" y="2896781"/>
            <a:ext cx="919163" cy="30008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marL="257175" indent="-257175">
              <a:spcBef>
                <a:spcPct val="50000"/>
              </a:spcBef>
            </a:pPr>
            <a:r>
              <a:rPr lang="en-US" altLang="zh-CN" sz="1350" b="1">
                <a:solidFill>
                  <a:prstClr val="black"/>
                </a:solidFill>
                <a:latin typeface="Perpetua"/>
                <a:ea typeface="宋体" panose="02010600030101010101" pitchFamily="2" charset="-122"/>
              </a:rPr>
              <a:t>Tx1 </a:t>
            </a:r>
            <a:r>
              <a:rPr lang="zh-CN" altLang="en-US" sz="1350" b="1">
                <a:solidFill>
                  <a:prstClr val="black"/>
                </a:solidFill>
                <a:latin typeface="Perpetua"/>
                <a:ea typeface="宋体" panose="02010600030101010101" pitchFamily="2" charset="-122"/>
              </a:rPr>
              <a:t>开始</a:t>
            </a:r>
          </a:p>
        </p:txBody>
      </p:sp>
      <p:sp>
        <p:nvSpPr>
          <p:cNvPr id="783367" name="Line 7"/>
          <p:cNvSpPr>
            <a:spLocks noChangeShapeType="1"/>
          </p:cNvSpPr>
          <p:nvPr/>
        </p:nvSpPr>
        <p:spPr bwMode="auto">
          <a:xfrm>
            <a:off x="7046119" y="3284925"/>
            <a:ext cx="0" cy="323850"/>
          </a:xfrm>
          <a:prstGeom prst="line">
            <a:avLst/>
          </a:prstGeom>
          <a:noFill/>
          <a:ln w="9525">
            <a:solidFill>
              <a:schemeClr val="tx1"/>
            </a:solidFill>
            <a:round/>
            <a:headEnd/>
            <a:tailEnd type="triangle" w="med" len="med"/>
          </a:ln>
          <a:effectLst/>
        </p:spPr>
        <p:txBody>
          <a:bodyPr/>
          <a:lstStyle/>
          <a:p>
            <a:endParaRPr lang="zh-CN" altLang="en-US" sz="1350">
              <a:solidFill>
                <a:prstClr val="black"/>
              </a:solidFill>
              <a:latin typeface="Perpetua"/>
              <a:ea typeface="宋体" panose="02010600030101010101" pitchFamily="2" charset="-122"/>
            </a:endParaRPr>
          </a:p>
        </p:txBody>
      </p:sp>
      <p:sp>
        <p:nvSpPr>
          <p:cNvPr id="783368" name="Text Box 8"/>
          <p:cNvSpPr txBox="1">
            <a:spLocks noChangeArrowheads="1"/>
          </p:cNvSpPr>
          <p:nvPr/>
        </p:nvSpPr>
        <p:spPr bwMode="auto">
          <a:xfrm>
            <a:off x="6568678" y="2924165"/>
            <a:ext cx="919163" cy="30008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marL="257175" indent="-257175">
              <a:spcBef>
                <a:spcPct val="50000"/>
              </a:spcBef>
            </a:pPr>
            <a:r>
              <a:rPr lang="en-US" altLang="zh-CN" sz="1350" b="1">
                <a:solidFill>
                  <a:prstClr val="black"/>
                </a:solidFill>
                <a:latin typeface="Perpetua"/>
                <a:ea typeface="宋体" panose="02010600030101010101" pitchFamily="2" charset="-122"/>
              </a:rPr>
              <a:t>Tx1 </a:t>
            </a:r>
            <a:r>
              <a:rPr lang="zh-CN" altLang="en-US" sz="1350" b="1">
                <a:solidFill>
                  <a:prstClr val="black"/>
                </a:solidFill>
                <a:latin typeface="Perpetua"/>
                <a:ea typeface="宋体" panose="02010600030101010101" pitchFamily="2" charset="-122"/>
              </a:rPr>
              <a:t>结束</a:t>
            </a:r>
          </a:p>
        </p:txBody>
      </p:sp>
      <p:sp>
        <p:nvSpPr>
          <p:cNvPr id="783369" name="Rectangle 9"/>
          <p:cNvSpPr>
            <a:spLocks noChangeArrowheads="1"/>
          </p:cNvSpPr>
          <p:nvPr/>
        </p:nvSpPr>
        <p:spPr bwMode="auto">
          <a:xfrm>
            <a:off x="2850358" y="3625444"/>
            <a:ext cx="1079897" cy="323850"/>
          </a:xfrm>
          <a:prstGeom prst="rect">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sz="1350">
              <a:solidFill>
                <a:prstClr val="white"/>
              </a:solidFill>
              <a:latin typeface="Perpetua"/>
              <a:ea typeface="宋体" panose="02010600030101010101" pitchFamily="2" charset="-122"/>
            </a:endParaRPr>
          </a:p>
        </p:txBody>
      </p:sp>
      <p:sp>
        <p:nvSpPr>
          <p:cNvPr id="783370" name="Rectangle 10"/>
          <p:cNvSpPr>
            <a:spLocks noChangeArrowheads="1"/>
          </p:cNvSpPr>
          <p:nvPr/>
        </p:nvSpPr>
        <p:spPr bwMode="auto">
          <a:xfrm>
            <a:off x="4956572" y="3625444"/>
            <a:ext cx="1079897" cy="323850"/>
          </a:xfrm>
          <a:prstGeom prst="rect">
            <a:avLst/>
          </a:prstGeom>
          <a:ln>
            <a:headEnd/>
            <a:tailEnd/>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sz="1350">
              <a:solidFill>
                <a:prstClr val="white"/>
              </a:solidFill>
              <a:latin typeface="Perpetua"/>
              <a:ea typeface="宋体" panose="02010600030101010101" pitchFamily="2" charset="-122"/>
            </a:endParaRPr>
          </a:p>
        </p:txBody>
      </p:sp>
      <p:sp>
        <p:nvSpPr>
          <p:cNvPr id="783371" name="AutoShape 11"/>
          <p:cNvSpPr>
            <a:spLocks/>
          </p:cNvSpPr>
          <p:nvPr/>
        </p:nvSpPr>
        <p:spPr bwMode="auto">
          <a:xfrm rot="-16200000">
            <a:off x="4331494" y="1834744"/>
            <a:ext cx="215504" cy="5308997"/>
          </a:xfrm>
          <a:prstGeom prst="rightBrace">
            <a:avLst>
              <a:gd name="adj1" fmla="val 205294"/>
              <a:gd name="adj2" fmla="val 50000"/>
            </a:avLst>
          </a:prstGeom>
          <a:noFill/>
          <a:ln w="9525">
            <a:solidFill>
              <a:schemeClr val="tx1"/>
            </a:solidFill>
            <a:round/>
            <a:headEnd/>
            <a:tailEnd type="triangle" w="med" len="med"/>
          </a:ln>
          <a:effectLst/>
        </p:spPr>
        <p:txBody>
          <a:bodyPr wrap="none" anchor="ctr"/>
          <a:lstStyle/>
          <a:p>
            <a:endParaRPr lang="zh-CN" altLang="en-US" sz="1350">
              <a:solidFill>
                <a:prstClr val="black"/>
              </a:solidFill>
              <a:latin typeface="Perpetua"/>
              <a:ea typeface="宋体" panose="02010600030101010101" pitchFamily="2" charset="-122"/>
            </a:endParaRPr>
          </a:p>
        </p:txBody>
      </p:sp>
      <p:sp>
        <p:nvSpPr>
          <p:cNvPr id="783372" name="Text Box 12"/>
          <p:cNvSpPr txBox="1">
            <a:spLocks noChangeArrowheads="1"/>
          </p:cNvSpPr>
          <p:nvPr/>
        </p:nvSpPr>
        <p:spPr bwMode="auto">
          <a:xfrm>
            <a:off x="3869531" y="4669621"/>
            <a:ext cx="1134666" cy="30008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marL="257175" indent="-257175">
              <a:spcBef>
                <a:spcPct val="50000"/>
              </a:spcBef>
            </a:pPr>
            <a:r>
              <a:rPr lang="en-US" altLang="zh-CN" sz="1350" b="1" dirty="0">
                <a:solidFill>
                  <a:prstClr val="black"/>
                </a:solidFill>
                <a:latin typeface="Perpetua"/>
                <a:ea typeface="宋体" panose="02010600030101010101" pitchFamily="2" charset="-122"/>
              </a:rPr>
              <a:t>checkout()</a:t>
            </a:r>
          </a:p>
        </p:txBody>
      </p:sp>
      <p:sp>
        <p:nvSpPr>
          <p:cNvPr id="783373" name="AutoShape 13"/>
          <p:cNvSpPr>
            <a:spLocks/>
          </p:cNvSpPr>
          <p:nvPr/>
        </p:nvSpPr>
        <p:spPr bwMode="auto">
          <a:xfrm rot="-16200000">
            <a:off x="3319463" y="3518288"/>
            <a:ext cx="161925" cy="1097756"/>
          </a:xfrm>
          <a:prstGeom prst="rightBrace">
            <a:avLst>
              <a:gd name="adj1" fmla="val 56495"/>
              <a:gd name="adj2" fmla="val 50000"/>
            </a:avLst>
          </a:prstGeom>
          <a:noFill/>
          <a:ln w="9525">
            <a:solidFill>
              <a:schemeClr val="tx1"/>
            </a:solidFill>
            <a:round/>
            <a:headEnd/>
            <a:tailEnd type="triangle" w="med" len="med"/>
          </a:ln>
          <a:effectLst/>
        </p:spPr>
        <p:txBody>
          <a:bodyPr wrap="none" anchor="ctr"/>
          <a:lstStyle/>
          <a:p>
            <a:endParaRPr lang="zh-CN" altLang="en-US" sz="1350">
              <a:solidFill>
                <a:prstClr val="black"/>
              </a:solidFill>
              <a:latin typeface="Perpetua"/>
              <a:ea typeface="宋体" panose="02010600030101010101" pitchFamily="2" charset="-122"/>
            </a:endParaRPr>
          </a:p>
        </p:txBody>
      </p:sp>
      <p:sp>
        <p:nvSpPr>
          <p:cNvPr id="783374" name="AutoShape 14"/>
          <p:cNvSpPr>
            <a:spLocks/>
          </p:cNvSpPr>
          <p:nvPr/>
        </p:nvSpPr>
        <p:spPr bwMode="auto">
          <a:xfrm rot="-16200000">
            <a:off x="5418535" y="3534957"/>
            <a:ext cx="161925" cy="1097756"/>
          </a:xfrm>
          <a:prstGeom prst="rightBrace">
            <a:avLst>
              <a:gd name="adj1" fmla="val 56495"/>
              <a:gd name="adj2" fmla="val 50000"/>
            </a:avLst>
          </a:prstGeom>
          <a:noFill/>
          <a:ln w="9525">
            <a:solidFill>
              <a:schemeClr val="tx1"/>
            </a:solidFill>
            <a:round/>
            <a:headEnd/>
            <a:tailEnd type="triangle" w="med" len="med"/>
          </a:ln>
          <a:effectLst/>
        </p:spPr>
        <p:txBody>
          <a:bodyPr wrap="none" anchor="ctr"/>
          <a:lstStyle/>
          <a:p>
            <a:endParaRPr lang="zh-CN" altLang="en-US" sz="1350">
              <a:solidFill>
                <a:prstClr val="black"/>
              </a:solidFill>
              <a:latin typeface="Perpetua"/>
              <a:ea typeface="宋体" panose="02010600030101010101" pitchFamily="2" charset="-122"/>
            </a:endParaRPr>
          </a:p>
        </p:txBody>
      </p:sp>
      <p:sp>
        <p:nvSpPr>
          <p:cNvPr id="783375" name="Text Box 15"/>
          <p:cNvSpPr txBox="1">
            <a:spLocks noChangeArrowheads="1"/>
          </p:cNvSpPr>
          <p:nvPr/>
        </p:nvSpPr>
        <p:spPr bwMode="auto">
          <a:xfrm>
            <a:off x="2844405" y="4164796"/>
            <a:ext cx="1134665" cy="30008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marL="257175" indent="-257175">
              <a:spcBef>
                <a:spcPct val="50000"/>
              </a:spcBef>
            </a:pPr>
            <a:r>
              <a:rPr lang="en-US" altLang="zh-CN" sz="1350" b="1">
                <a:solidFill>
                  <a:prstClr val="black"/>
                </a:solidFill>
                <a:latin typeface="Perpetua"/>
                <a:ea typeface="宋体" panose="02010600030101010101" pitchFamily="2" charset="-122"/>
              </a:rPr>
              <a:t>purchase()</a:t>
            </a:r>
          </a:p>
        </p:txBody>
      </p:sp>
      <p:sp>
        <p:nvSpPr>
          <p:cNvPr id="783376" name="Text Box 16"/>
          <p:cNvSpPr txBox="1">
            <a:spLocks noChangeArrowheads="1"/>
          </p:cNvSpPr>
          <p:nvPr/>
        </p:nvSpPr>
        <p:spPr bwMode="auto">
          <a:xfrm>
            <a:off x="4950619" y="4164796"/>
            <a:ext cx="1134666" cy="30008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marL="257175" indent="-257175">
              <a:spcBef>
                <a:spcPct val="50000"/>
              </a:spcBef>
            </a:pPr>
            <a:r>
              <a:rPr lang="en-US" altLang="zh-CN" sz="1350" b="1">
                <a:solidFill>
                  <a:prstClr val="black"/>
                </a:solidFill>
                <a:latin typeface="Perpetua"/>
                <a:ea typeface="宋体" panose="02010600030101010101" pitchFamily="2" charset="-122"/>
              </a:rPr>
              <a:t>purchase()</a:t>
            </a:r>
          </a:p>
        </p:txBody>
      </p:sp>
      <p:sp>
        <p:nvSpPr>
          <p:cNvPr id="783377" name="Line 17"/>
          <p:cNvSpPr>
            <a:spLocks noChangeShapeType="1"/>
          </p:cNvSpPr>
          <p:nvPr/>
        </p:nvSpPr>
        <p:spPr bwMode="auto">
          <a:xfrm>
            <a:off x="2853929" y="3249206"/>
            <a:ext cx="0" cy="323850"/>
          </a:xfrm>
          <a:prstGeom prst="line">
            <a:avLst/>
          </a:prstGeom>
          <a:noFill/>
          <a:ln w="9525">
            <a:solidFill>
              <a:schemeClr val="tx1"/>
            </a:solidFill>
            <a:round/>
            <a:headEnd/>
            <a:tailEnd type="triangle" w="med" len="med"/>
          </a:ln>
          <a:effectLst/>
        </p:spPr>
        <p:txBody>
          <a:bodyPr/>
          <a:lstStyle/>
          <a:p>
            <a:endParaRPr lang="zh-CN" altLang="en-US" sz="1350">
              <a:solidFill>
                <a:prstClr val="black"/>
              </a:solidFill>
              <a:latin typeface="Perpetua"/>
              <a:ea typeface="宋体" panose="02010600030101010101" pitchFamily="2" charset="-122"/>
            </a:endParaRPr>
          </a:p>
        </p:txBody>
      </p:sp>
      <p:sp>
        <p:nvSpPr>
          <p:cNvPr id="783378" name="Text Box 18"/>
          <p:cNvSpPr txBox="1">
            <a:spLocks noChangeArrowheads="1"/>
          </p:cNvSpPr>
          <p:nvPr/>
        </p:nvSpPr>
        <p:spPr bwMode="auto">
          <a:xfrm>
            <a:off x="2357437" y="2601506"/>
            <a:ext cx="919163" cy="30008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marL="257175" indent="-257175">
              <a:spcBef>
                <a:spcPct val="50000"/>
              </a:spcBef>
            </a:pPr>
            <a:r>
              <a:rPr lang="en-US" altLang="zh-CN" sz="1350" b="1" dirty="0">
                <a:solidFill>
                  <a:prstClr val="black"/>
                </a:solidFill>
                <a:latin typeface="Perpetua"/>
                <a:ea typeface="宋体" panose="02010600030101010101" pitchFamily="2" charset="-122"/>
              </a:rPr>
              <a:t>Tx1 </a:t>
            </a:r>
            <a:r>
              <a:rPr lang="zh-CN" altLang="en-US" sz="1350" b="1" dirty="0">
                <a:solidFill>
                  <a:prstClr val="black"/>
                </a:solidFill>
                <a:latin typeface="Perpetua"/>
                <a:ea typeface="宋体" panose="02010600030101010101" pitchFamily="2" charset="-122"/>
              </a:rPr>
              <a:t>挂起</a:t>
            </a:r>
          </a:p>
        </p:txBody>
      </p:sp>
      <p:sp>
        <p:nvSpPr>
          <p:cNvPr id="783379" name="Text Box 19"/>
          <p:cNvSpPr txBox="1">
            <a:spLocks noChangeArrowheads="1"/>
          </p:cNvSpPr>
          <p:nvPr/>
        </p:nvSpPr>
        <p:spPr bwMode="auto">
          <a:xfrm>
            <a:off x="2357437" y="2925356"/>
            <a:ext cx="919163" cy="30008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marL="257175" indent="-257175">
              <a:spcBef>
                <a:spcPct val="50000"/>
              </a:spcBef>
            </a:pPr>
            <a:r>
              <a:rPr lang="en-US" altLang="zh-CN" sz="1350" b="1" dirty="0">
                <a:solidFill>
                  <a:prstClr val="black"/>
                </a:solidFill>
                <a:latin typeface="Perpetua"/>
                <a:ea typeface="宋体" panose="02010600030101010101" pitchFamily="2" charset="-122"/>
              </a:rPr>
              <a:t>Tx2 </a:t>
            </a:r>
            <a:r>
              <a:rPr lang="zh-CN" altLang="en-US" sz="1350" b="1" dirty="0">
                <a:solidFill>
                  <a:prstClr val="black"/>
                </a:solidFill>
                <a:latin typeface="Perpetua"/>
                <a:ea typeface="宋体" panose="02010600030101010101" pitchFamily="2" charset="-122"/>
              </a:rPr>
              <a:t>开始</a:t>
            </a:r>
          </a:p>
        </p:txBody>
      </p:sp>
      <p:sp>
        <p:nvSpPr>
          <p:cNvPr id="783380" name="Line 20"/>
          <p:cNvSpPr>
            <a:spLocks noChangeShapeType="1"/>
          </p:cNvSpPr>
          <p:nvPr/>
        </p:nvSpPr>
        <p:spPr bwMode="auto">
          <a:xfrm>
            <a:off x="3933825" y="3249206"/>
            <a:ext cx="0" cy="323850"/>
          </a:xfrm>
          <a:prstGeom prst="line">
            <a:avLst/>
          </a:prstGeom>
          <a:noFill/>
          <a:ln w="9525">
            <a:solidFill>
              <a:schemeClr val="tx1"/>
            </a:solidFill>
            <a:round/>
            <a:headEnd/>
            <a:tailEnd type="triangle" w="med" len="med"/>
          </a:ln>
          <a:effectLst/>
        </p:spPr>
        <p:txBody>
          <a:bodyPr/>
          <a:lstStyle/>
          <a:p>
            <a:endParaRPr lang="zh-CN" altLang="en-US" sz="1350">
              <a:solidFill>
                <a:prstClr val="black"/>
              </a:solidFill>
              <a:latin typeface="Perpetua"/>
              <a:ea typeface="宋体" panose="02010600030101010101" pitchFamily="2" charset="-122"/>
            </a:endParaRPr>
          </a:p>
        </p:txBody>
      </p:sp>
      <p:sp>
        <p:nvSpPr>
          <p:cNvPr id="783381" name="Text Box 21"/>
          <p:cNvSpPr txBox="1">
            <a:spLocks noChangeArrowheads="1"/>
          </p:cNvSpPr>
          <p:nvPr/>
        </p:nvSpPr>
        <p:spPr bwMode="auto">
          <a:xfrm>
            <a:off x="3437335" y="2601506"/>
            <a:ext cx="919163" cy="30008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marL="257175" indent="-257175">
              <a:spcBef>
                <a:spcPct val="50000"/>
              </a:spcBef>
            </a:pPr>
            <a:r>
              <a:rPr lang="en-US" altLang="zh-CN" sz="1350" b="1">
                <a:solidFill>
                  <a:prstClr val="black"/>
                </a:solidFill>
                <a:latin typeface="Perpetua"/>
                <a:ea typeface="宋体" panose="02010600030101010101" pitchFamily="2" charset="-122"/>
              </a:rPr>
              <a:t>Tx1 </a:t>
            </a:r>
            <a:r>
              <a:rPr lang="zh-CN" altLang="en-US" sz="1350" b="1">
                <a:solidFill>
                  <a:prstClr val="black"/>
                </a:solidFill>
                <a:latin typeface="Perpetua"/>
                <a:ea typeface="宋体" panose="02010600030101010101" pitchFamily="2" charset="-122"/>
              </a:rPr>
              <a:t>继续</a:t>
            </a:r>
          </a:p>
        </p:txBody>
      </p:sp>
      <p:sp>
        <p:nvSpPr>
          <p:cNvPr id="783382" name="Text Box 22"/>
          <p:cNvSpPr txBox="1">
            <a:spLocks noChangeArrowheads="1"/>
          </p:cNvSpPr>
          <p:nvPr/>
        </p:nvSpPr>
        <p:spPr bwMode="auto">
          <a:xfrm>
            <a:off x="3437335" y="2925356"/>
            <a:ext cx="919163" cy="30008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marL="257175" indent="-257175">
              <a:spcBef>
                <a:spcPct val="50000"/>
              </a:spcBef>
            </a:pPr>
            <a:r>
              <a:rPr lang="en-US" altLang="zh-CN" sz="1350" b="1" dirty="0">
                <a:solidFill>
                  <a:prstClr val="black"/>
                </a:solidFill>
                <a:latin typeface="Perpetua"/>
                <a:ea typeface="宋体" panose="02010600030101010101" pitchFamily="2" charset="-122"/>
              </a:rPr>
              <a:t>Tx2 </a:t>
            </a:r>
            <a:r>
              <a:rPr lang="zh-CN" altLang="en-US" sz="1350" b="1" dirty="0">
                <a:solidFill>
                  <a:prstClr val="black"/>
                </a:solidFill>
                <a:latin typeface="Perpetua"/>
                <a:ea typeface="宋体" panose="02010600030101010101" pitchFamily="2" charset="-122"/>
              </a:rPr>
              <a:t>结束</a:t>
            </a:r>
          </a:p>
        </p:txBody>
      </p:sp>
      <p:sp>
        <p:nvSpPr>
          <p:cNvPr id="783383" name="Line 23"/>
          <p:cNvSpPr>
            <a:spLocks noChangeShapeType="1"/>
          </p:cNvSpPr>
          <p:nvPr/>
        </p:nvSpPr>
        <p:spPr bwMode="auto">
          <a:xfrm>
            <a:off x="4960144" y="3249206"/>
            <a:ext cx="0" cy="323850"/>
          </a:xfrm>
          <a:prstGeom prst="line">
            <a:avLst/>
          </a:prstGeom>
          <a:noFill/>
          <a:ln w="9525">
            <a:solidFill>
              <a:schemeClr val="tx1"/>
            </a:solidFill>
            <a:round/>
            <a:headEnd/>
            <a:tailEnd type="triangle" w="med" len="med"/>
          </a:ln>
          <a:effectLst/>
        </p:spPr>
        <p:txBody>
          <a:bodyPr/>
          <a:lstStyle/>
          <a:p>
            <a:endParaRPr lang="zh-CN" altLang="en-US" sz="1350">
              <a:solidFill>
                <a:prstClr val="black"/>
              </a:solidFill>
              <a:latin typeface="Perpetua"/>
              <a:ea typeface="宋体" panose="02010600030101010101" pitchFamily="2" charset="-122"/>
            </a:endParaRPr>
          </a:p>
        </p:txBody>
      </p:sp>
      <p:sp>
        <p:nvSpPr>
          <p:cNvPr id="783384" name="Text Box 24"/>
          <p:cNvSpPr txBox="1">
            <a:spLocks noChangeArrowheads="1"/>
          </p:cNvSpPr>
          <p:nvPr/>
        </p:nvSpPr>
        <p:spPr bwMode="auto">
          <a:xfrm>
            <a:off x="4463653" y="2601506"/>
            <a:ext cx="919163" cy="30008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marL="257175" indent="-257175">
              <a:spcBef>
                <a:spcPct val="50000"/>
              </a:spcBef>
            </a:pPr>
            <a:r>
              <a:rPr lang="en-US" altLang="zh-CN" sz="1350" b="1">
                <a:solidFill>
                  <a:prstClr val="black"/>
                </a:solidFill>
                <a:latin typeface="Perpetua"/>
                <a:ea typeface="宋体" panose="02010600030101010101" pitchFamily="2" charset="-122"/>
              </a:rPr>
              <a:t>Tx1 </a:t>
            </a:r>
            <a:r>
              <a:rPr lang="zh-CN" altLang="en-US" sz="1350" b="1">
                <a:solidFill>
                  <a:prstClr val="black"/>
                </a:solidFill>
                <a:latin typeface="Perpetua"/>
                <a:ea typeface="宋体" panose="02010600030101010101" pitchFamily="2" charset="-122"/>
              </a:rPr>
              <a:t>挂起</a:t>
            </a:r>
          </a:p>
        </p:txBody>
      </p:sp>
      <p:sp>
        <p:nvSpPr>
          <p:cNvPr id="783385" name="Text Box 25"/>
          <p:cNvSpPr txBox="1">
            <a:spLocks noChangeArrowheads="1"/>
          </p:cNvSpPr>
          <p:nvPr/>
        </p:nvSpPr>
        <p:spPr bwMode="auto">
          <a:xfrm>
            <a:off x="4463653" y="2925356"/>
            <a:ext cx="919163" cy="30008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marL="257175" indent="-257175">
              <a:spcBef>
                <a:spcPct val="50000"/>
              </a:spcBef>
            </a:pPr>
            <a:r>
              <a:rPr lang="en-US" altLang="zh-CN" sz="1350" b="1">
                <a:solidFill>
                  <a:prstClr val="black"/>
                </a:solidFill>
                <a:latin typeface="Perpetua"/>
                <a:ea typeface="宋体" panose="02010600030101010101" pitchFamily="2" charset="-122"/>
              </a:rPr>
              <a:t>Tx3</a:t>
            </a:r>
            <a:r>
              <a:rPr lang="zh-CN" altLang="en-US" sz="1350" b="1">
                <a:solidFill>
                  <a:prstClr val="black"/>
                </a:solidFill>
                <a:latin typeface="Perpetua"/>
                <a:ea typeface="宋体" panose="02010600030101010101" pitchFamily="2" charset="-122"/>
              </a:rPr>
              <a:t>开始</a:t>
            </a:r>
          </a:p>
        </p:txBody>
      </p:sp>
      <p:sp>
        <p:nvSpPr>
          <p:cNvPr id="783386" name="Line 26"/>
          <p:cNvSpPr>
            <a:spLocks noChangeShapeType="1"/>
          </p:cNvSpPr>
          <p:nvPr/>
        </p:nvSpPr>
        <p:spPr bwMode="auto">
          <a:xfrm>
            <a:off x="6030516" y="3249206"/>
            <a:ext cx="0" cy="323850"/>
          </a:xfrm>
          <a:prstGeom prst="line">
            <a:avLst/>
          </a:prstGeom>
          <a:noFill/>
          <a:ln w="9525">
            <a:solidFill>
              <a:schemeClr val="tx1"/>
            </a:solidFill>
            <a:round/>
            <a:headEnd/>
            <a:tailEnd type="triangle" w="med" len="med"/>
          </a:ln>
          <a:effectLst/>
        </p:spPr>
        <p:txBody>
          <a:bodyPr/>
          <a:lstStyle/>
          <a:p>
            <a:endParaRPr lang="zh-CN" altLang="en-US" sz="1350">
              <a:solidFill>
                <a:prstClr val="black"/>
              </a:solidFill>
              <a:latin typeface="Perpetua"/>
              <a:ea typeface="宋体" panose="02010600030101010101" pitchFamily="2" charset="-122"/>
            </a:endParaRPr>
          </a:p>
        </p:txBody>
      </p:sp>
      <p:sp>
        <p:nvSpPr>
          <p:cNvPr id="783387" name="Text Box 27"/>
          <p:cNvSpPr txBox="1">
            <a:spLocks noChangeArrowheads="1"/>
          </p:cNvSpPr>
          <p:nvPr/>
        </p:nvSpPr>
        <p:spPr bwMode="auto">
          <a:xfrm>
            <a:off x="5534025" y="2601506"/>
            <a:ext cx="919163" cy="30008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marL="257175" indent="-257175">
              <a:spcBef>
                <a:spcPct val="50000"/>
              </a:spcBef>
            </a:pPr>
            <a:r>
              <a:rPr lang="en-US" altLang="zh-CN" sz="1350" b="1">
                <a:solidFill>
                  <a:prstClr val="black"/>
                </a:solidFill>
                <a:latin typeface="Perpetua"/>
                <a:ea typeface="宋体" panose="02010600030101010101" pitchFamily="2" charset="-122"/>
              </a:rPr>
              <a:t>Tx1 </a:t>
            </a:r>
            <a:r>
              <a:rPr lang="zh-CN" altLang="en-US" sz="1350" b="1">
                <a:solidFill>
                  <a:prstClr val="black"/>
                </a:solidFill>
                <a:latin typeface="Perpetua"/>
                <a:ea typeface="宋体" panose="02010600030101010101" pitchFamily="2" charset="-122"/>
              </a:rPr>
              <a:t>继续</a:t>
            </a:r>
          </a:p>
        </p:txBody>
      </p:sp>
      <p:sp>
        <p:nvSpPr>
          <p:cNvPr id="783388" name="Text Box 28"/>
          <p:cNvSpPr txBox="1">
            <a:spLocks noChangeArrowheads="1"/>
          </p:cNvSpPr>
          <p:nvPr/>
        </p:nvSpPr>
        <p:spPr bwMode="auto">
          <a:xfrm>
            <a:off x="5534025" y="2925356"/>
            <a:ext cx="919163" cy="30008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marL="257175" indent="-257175">
              <a:spcBef>
                <a:spcPct val="50000"/>
              </a:spcBef>
            </a:pPr>
            <a:r>
              <a:rPr lang="en-US" altLang="zh-CN" sz="1350" b="1">
                <a:solidFill>
                  <a:prstClr val="black"/>
                </a:solidFill>
                <a:latin typeface="Perpetua"/>
                <a:ea typeface="宋体" panose="02010600030101010101" pitchFamily="2" charset="-122"/>
              </a:rPr>
              <a:t>Tx3 </a:t>
            </a:r>
            <a:r>
              <a:rPr lang="zh-CN" altLang="en-US" sz="1350" b="1">
                <a:solidFill>
                  <a:prstClr val="black"/>
                </a:solidFill>
                <a:latin typeface="Perpetua"/>
                <a:ea typeface="宋体" panose="02010600030101010101" pitchFamily="2" charset="-122"/>
              </a:rPr>
              <a:t>结束</a:t>
            </a:r>
          </a:p>
        </p:txBody>
      </p:sp>
      <p:pic>
        <p:nvPicPr>
          <p:cNvPr id="783389" name="Picture 29"/>
          <p:cNvPicPr>
            <a:picLocks noChangeAspect="1" noChangeArrowheads="1"/>
          </p:cNvPicPr>
          <p:nvPr/>
        </p:nvPicPr>
        <p:blipFill>
          <a:blip r:embed="rId2"/>
          <a:srcRect/>
          <a:stretch>
            <a:fillRect/>
          </a:stretch>
        </p:blipFill>
        <p:spPr bwMode="auto">
          <a:xfrm>
            <a:off x="2087167" y="2115731"/>
            <a:ext cx="3726656" cy="333375"/>
          </a:xfrm>
          <a:prstGeom prst="rect">
            <a:avLst/>
          </a:prstGeom>
        </p:spPr>
        <p:style>
          <a:lnRef idx="1">
            <a:schemeClr val="accent5"/>
          </a:lnRef>
          <a:fillRef idx="2">
            <a:schemeClr val="accent5"/>
          </a:fillRef>
          <a:effectRef idx="1">
            <a:schemeClr val="accent5"/>
          </a:effectRef>
          <a:fontRef idx="minor">
            <a:schemeClr val="dk1"/>
          </a:fontRef>
        </p:style>
      </p:pic>
      <p:sp>
        <p:nvSpPr>
          <p:cNvPr id="783390" name="Line 30"/>
          <p:cNvSpPr>
            <a:spLocks noChangeShapeType="1"/>
          </p:cNvSpPr>
          <p:nvPr/>
        </p:nvSpPr>
        <p:spPr bwMode="auto">
          <a:xfrm>
            <a:off x="3149205" y="2296706"/>
            <a:ext cx="2645569" cy="0"/>
          </a:xfrm>
          <a:prstGeom prst="line">
            <a:avLst/>
          </a:prstGeom>
          <a:ln>
            <a:headEnd/>
            <a:tailEnd/>
          </a:ln>
        </p:spPr>
        <p:style>
          <a:lnRef idx="1">
            <a:schemeClr val="accent5"/>
          </a:lnRef>
          <a:fillRef idx="2">
            <a:schemeClr val="accent5"/>
          </a:fillRef>
          <a:effectRef idx="1">
            <a:schemeClr val="accent5"/>
          </a:effectRef>
          <a:fontRef idx="minor">
            <a:schemeClr val="dk1"/>
          </a:fontRef>
        </p:style>
        <p:txBody>
          <a:bodyPr/>
          <a:lstStyle/>
          <a:p>
            <a:endParaRPr lang="zh-CN" altLang="en-US" sz="1350">
              <a:solidFill>
                <a:prstClr val="black"/>
              </a:solidFill>
              <a:latin typeface="Perpetua"/>
              <a:ea typeface="宋体" panose="02010600030101010101" pitchFamily="2" charset="-122"/>
            </a:endParaRPr>
          </a:p>
        </p:txBody>
      </p:sp>
      <p:sp>
        <p:nvSpPr>
          <p:cNvPr id="2" name="灯片编号占位符 1"/>
          <p:cNvSpPr>
            <a:spLocks noGrp="1"/>
          </p:cNvSpPr>
          <p:nvPr>
            <p:ph type="sldNum" sz="quarter" idx="12"/>
          </p:nvPr>
        </p:nvSpPr>
        <p:spPr/>
        <p:txBody>
          <a:bodyPr/>
          <a:lstStyle/>
          <a:p>
            <a:fld id="{0C913308-F349-4B6D-A68A-DD1791B4A57B}" type="slidenum">
              <a:rPr lang="zh-CN" altLang="en-US">
                <a:latin typeface="Franklin Gothic Book"/>
                <a:ea typeface="幼圆" panose="02010509060101010101" pitchFamily="49" charset="-122"/>
              </a:rPr>
              <a:pPr/>
              <a:t>36</a:t>
            </a:fld>
            <a:endParaRPr lang="zh-CN" altLang="en-US">
              <a:latin typeface="Franklin Gothic Book"/>
              <a:ea typeface="幼圆" panose="02010509060101010101" pitchFamily="49" charset="-122"/>
            </a:endParaRPr>
          </a:p>
        </p:txBody>
      </p:sp>
    </p:spTree>
    <p:extLst>
      <p:ext uri="{BB962C8B-B14F-4D97-AF65-F5344CB8AC3E}">
        <p14:creationId xmlns:p14="http://schemas.microsoft.com/office/powerpoint/2010/main" val="34901949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7458" name="Rectangle 2"/>
          <p:cNvSpPr>
            <a:spLocks noGrp="1" noChangeArrowheads="1"/>
          </p:cNvSpPr>
          <p:nvPr>
            <p:ph type="title"/>
          </p:nvPr>
        </p:nvSpPr>
        <p:spPr>
          <a:xfrm>
            <a:off x="1547665" y="411734"/>
            <a:ext cx="6102102" cy="1079897"/>
          </a:xfrm>
        </p:spPr>
        <p:txBody>
          <a:bodyPr>
            <a:normAutofit/>
          </a:bodyPr>
          <a:lstStyle/>
          <a:p>
            <a:r>
              <a:rPr lang="zh-CN" altLang="en-US" sz="2700" dirty="0">
                <a:latin typeface="Arial Unicode MS" pitchFamily="34" charset="-122"/>
                <a:ea typeface="Arial Unicode MS" pitchFamily="34" charset="-122"/>
                <a:cs typeface="Arial Unicode MS" pitchFamily="34" charset="-122"/>
              </a:rPr>
              <a:t>在 </a:t>
            </a:r>
            <a:r>
              <a:rPr lang="en-US" altLang="zh-CN" sz="2700" dirty="0">
                <a:latin typeface="Arial Unicode MS" pitchFamily="34" charset="-122"/>
                <a:ea typeface="Arial Unicode MS" pitchFamily="34" charset="-122"/>
                <a:cs typeface="Arial Unicode MS" pitchFamily="34" charset="-122"/>
              </a:rPr>
              <a:t>Spring 2.x </a:t>
            </a:r>
            <a:r>
              <a:rPr lang="zh-CN" altLang="en-US" sz="2700" dirty="0">
                <a:latin typeface="Arial Unicode MS" pitchFamily="34" charset="-122"/>
                <a:ea typeface="Arial Unicode MS" pitchFamily="34" charset="-122"/>
                <a:cs typeface="Arial Unicode MS" pitchFamily="34" charset="-122"/>
              </a:rPr>
              <a:t>事务通知中配置传播属性</a:t>
            </a:r>
          </a:p>
        </p:txBody>
      </p:sp>
      <p:sp>
        <p:nvSpPr>
          <p:cNvPr id="787459" name="Rectangle 3"/>
          <p:cNvSpPr>
            <a:spLocks noGrp="1" noChangeArrowheads="1"/>
          </p:cNvSpPr>
          <p:nvPr>
            <p:ph sz="quarter" idx="1"/>
          </p:nvPr>
        </p:nvSpPr>
        <p:spPr>
          <a:xfrm>
            <a:off x="1385646" y="1402557"/>
            <a:ext cx="6426714" cy="3074194"/>
          </a:xfrm>
        </p:spPr>
        <p:txBody>
          <a:bodyPr>
            <a:normAutofit/>
          </a:bodyPr>
          <a:lstStyle/>
          <a:p>
            <a:r>
              <a:rPr lang="zh-CN" altLang="en-US" sz="2100" dirty="0">
                <a:latin typeface="Arial Unicode MS" pitchFamily="34" charset="-122"/>
                <a:ea typeface="Arial Unicode MS" pitchFamily="34" charset="-122"/>
                <a:cs typeface="Arial Unicode MS" pitchFamily="34" charset="-122"/>
              </a:rPr>
              <a:t>在 </a:t>
            </a:r>
            <a:r>
              <a:rPr lang="en-US" altLang="zh-CN" sz="2100" dirty="0">
                <a:latin typeface="Arial Unicode MS" pitchFamily="34" charset="-122"/>
                <a:ea typeface="Arial Unicode MS" pitchFamily="34" charset="-122"/>
                <a:cs typeface="Arial Unicode MS" pitchFamily="34" charset="-122"/>
              </a:rPr>
              <a:t>Spring 2.x </a:t>
            </a:r>
            <a:r>
              <a:rPr lang="zh-CN" altLang="en-US" sz="2100" dirty="0">
                <a:latin typeface="Arial Unicode MS" pitchFamily="34" charset="-122"/>
                <a:ea typeface="Arial Unicode MS" pitchFamily="34" charset="-122"/>
                <a:cs typeface="Arial Unicode MS" pitchFamily="34" charset="-122"/>
              </a:rPr>
              <a:t>事务通知中</a:t>
            </a:r>
            <a:r>
              <a:rPr lang="en-US" altLang="zh-CN" sz="2100" dirty="0">
                <a:latin typeface="Arial Unicode MS" pitchFamily="34" charset="-122"/>
                <a:ea typeface="Arial Unicode MS" pitchFamily="34" charset="-122"/>
                <a:cs typeface="Arial Unicode MS" pitchFamily="34" charset="-122"/>
              </a:rPr>
              <a:t>, </a:t>
            </a:r>
            <a:r>
              <a:rPr lang="zh-CN" altLang="en-US" sz="2100" dirty="0">
                <a:latin typeface="Arial Unicode MS" pitchFamily="34" charset="-122"/>
                <a:ea typeface="Arial Unicode MS" pitchFamily="34" charset="-122"/>
                <a:cs typeface="Arial Unicode MS" pitchFamily="34" charset="-122"/>
              </a:rPr>
              <a:t>可以像下面这样在 </a:t>
            </a:r>
            <a:r>
              <a:rPr lang="en-US" altLang="zh-CN" sz="2100" dirty="0">
                <a:latin typeface="Arial Unicode MS" pitchFamily="34" charset="-122"/>
                <a:ea typeface="Arial Unicode MS" pitchFamily="34" charset="-122"/>
                <a:cs typeface="Arial Unicode MS" pitchFamily="34" charset="-122"/>
              </a:rPr>
              <a:t>&lt;</a:t>
            </a:r>
            <a:r>
              <a:rPr lang="en-US" altLang="zh-CN" sz="2100" dirty="0" err="1">
                <a:latin typeface="Arial Unicode MS" pitchFamily="34" charset="-122"/>
                <a:ea typeface="Arial Unicode MS" pitchFamily="34" charset="-122"/>
                <a:cs typeface="Arial Unicode MS" pitchFamily="34" charset="-122"/>
              </a:rPr>
              <a:t>tx:method</a:t>
            </a:r>
            <a:r>
              <a:rPr lang="en-US" altLang="zh-CN" sz="2100" dirty="0">
                <a:latin typeface="Arial Unicode MS" pitchFamily="34" charset="-122"/>
                <a:ea typeface="Arial Unicode MS" pitchFamily="34" charset="-122"/>
                <a:cs typeface="Arial Unicode MS" pitchFamily="34" charset="-122"/>
              </a:rPr>
              <a:t>&gt; </a:t>
            </a:r>
            <a:r>
              <a:rPr lang="zh-CN" altLang="en-US" sz="2100" dirty="0">
                <a:latin typeface="Arial Unicode MS" pitchFamily="34" charset="-122"/>
                <a:ea typeface="Arial Unicode MS" pitchFamily="34" charset="-122"/>
                <a:cs typeface="Arial Unicode MS" pitchFamily="34" charset="-122"/>
              </a:rPr>
              <a:t>元素中设定传播事务属性</a:t>
            </a:r>
          </a:p>
        </p:txBody>
      </p:sp>
      <p:pic>
        <p:nvPicPr>
          <p:cNvPr id="787460" name="Picture 4"/>
          <p:cNvPicPr>
            <a:picLocks noChangeAspect="1" noChangeArrowheads="1"/>
          </p:cNvPicPr>
          <p:nvPr/>
        </p:nvPicPr>
        <p:blipFill>
          <a:blip r:embed="rId2"/>
          <a:srcRect/>
          <a:stretch>
            <a:fillRect/>
          </a:stretch>
        </p:blipFill>
        <p:spPr bwMode="auto">
          <a:xfrm>
            <a:off x="2110960" y="2827289"/>
            <a:ext cx="5183981" cy="1040606"/>
          </a:xfrm>
          <a:prstGeom prst="rect">
            <a:avLst/>
          </a:prstGeom>
          <a:noFill/>
        </p:spPr>
      </p:pic>
      <p:sp>
        <p:nvSpPr>
          <p:cNvPr id="787461" name="Line 5"/>
          <p:cNvSpPr>
            <a:spLocks noChangeShapeType="1"/>
          </p:cNvSpPr>
          <p:nvPr/>
        </p:nvSpPr>
        <p:spPr bwMode="auto">
          <a:xfrm>
            <a:off x="2813428" y="3513088"/>
            <a:ext cx="4374356" cy="0"/>
          </a:xfrm>
          <a:prstGeom prst="line">
            <a:avLst/>
          </a:prstGeom>
          <a:noFill/>
          <a:ln w="19050">
            <a:solidFill>
              <a:srgbClr val="FF0000"/>
            </a:solidFill>
            <a:prstDash val="dash"/>
            <a:round/>
            <a:headEnd/>
            <a:tailEnd/>
          </a:ln>
          <a:effectLst/>
        </p:spPr>
        <p:txBody>
          <a:bodyPr/>
          <a:lstStyle/>
          <a:p>
            <a:endParaRPr lang="zh-CN" altLang="en-US" sz="1350">
              <a:solidFill>
                <a:prstClr val="black"/>
              </a:solidFill>
              <a:latin typeface="Arial Unicode MS" pitchFamily="34" charset="-122"/>
              <a:ea typeface="Arial Unicode MS" pitchFamily="34" charset="-122"/>
              <a:cs typeface="Arial Unicode MS" pitchFamily="34" charset="-122"/>
            </a:endParaRPr>
          </a:p>
        </p:txBody>
      </p:sp>
      <p:sp>
        <p:nvSpPr>
          <p:cNvPr id="2" name="灯片编号占位符 1"/>
          <p:cNvSpPr>
            <a:spLocks noGrp="1"/>
          </p:cNvSpPr>
          <p:nvPr>
            <p:ph type="sldNum" sz="quarter" idx="12"/>
          </p:nvPr>
        </p:nvSpPr>
        <p:spPr/>
        <p:txBody>
          <a:bodyPr/>
          <a:lstStyle/>
          <a:p>
            <a:fld id="{0C913308-F349-4B6D-A68A-DD1791B4A57B}" type="slidenum">
              <a:rPr lang="zh-CN" altLang="en-US">
                <a:latin typeface="Franklin Gothic Book"/>
                <a:ea typeface="幼圆" panose="02010509060101010101" pitchFamily="49" charset="-122"/>
              </a:rPr>
              <a:pPr/>
              <a:t>37</a:t>
            </a:fld>
            <a:endParaRPr lang="zh-CN" altLang="en-US">
              <a:latin typeface="Franklin Gothic Book"/>
              <a:ea typeface="幼圆" panose="02010509060101010101" pitchFamily="49" charset="-122"/>
            </a:endParaRPr>
          </a:p>
        </p:txBody>
      </p:sp>
    </p:spTree>
    <p:extLst>
      <p:ext uri="{BB962C8B-B14F-4D97-AF65-F5344CB8AC3E}">
        <p14:creationId xmlns:p14="http://schemas.microsoft.com/office/powerpoint/2010/main" val="20212049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6434" name="Rectangle 2"/>
          <p:cNvSpPr>
            <a:spLocks noGrp="1" noChangeArrowheads="1"/>
          </p:cNvSpPr>
          <p:nvPr>
            <p:ph type="title"/>
          </p:nvPr>
        </p:nvSpPr>
        <p:spPr>
          <a:xfrm>
            <a:off x="1640160" y="519522"/>
            <a:ext cx="6172200" cy="642942"/>
          </a:xfrm>
        </p:spPr>
        <p:txBody>
          <a:bodyPr>
            <a:normAutofit/>
          </a:bodyPr>
          <a:lstStyle/>
          <a:p>
            <a:r>
              <a:rPr lang="zh-CN" altLang="en-US" dirty="0">
                <a:latin typeface="Arial Unicode MS" pitchFamily="34" charset="-122"/>
                <a:ea typeface="Arial Unicode MS" pitchFamily="34" charset="-122"/>
                <a:cs typeface="Arial Unicode MS" pitchFamily="34" charset="-122"/>
              </a:rPr>
              <a:t>并发事务所导致的问题</a:t>
            </a:r>
          </a:p>
        </p:txBody>
      </p:sp>
      <p:sp>
        <p:nvSpPr>
          <p:cNvPr id="786435" name="Rectangle 3"/>
          <p:cNvSpPr>
            <a:spLocks noGrp="1" noChangeArrowheads="1"/>
          </p:cNvSpPr>
          <p:nvPr>
            <p:ph sz="quarter" idx="1"/>
          </p:nvPr>
        </p:nvSpPr>
        <p:spPr>
          <a:xfrm>
            <a:off x="1385646" y="1415337"/>
            <a:ext cx="6318702" cy="3370659"/>
          </a:xfrm>
        </p:spPr>
        <p:txBody>
          <a:bodyPr/>
          <a:lstStyle/>
          <a:p>
            <a:r>
              <a:rPr lang="zh-CN" altLang="en-US" sz="1800" dirty="0">
                <a:latin typeface="Arial Unicode MS" pitchFamily="34" charset="-122"/>
                <a:ea typeface="Arial Unicode MS" pitchFamily="34" charset="-122"/>
                <a:cs typeface="Arial Unicode MS" pitchFamily="34" charset="-122"/>
              </a:rPr>
              <a:t>当同一个应用程序或者不同应用程序中的多个事务在同一个数据集上并发执行时</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可能会出现许多意外的问题</a:t>
            </a:r>
          </a:p>
          <a:p>
            <a:r>
              <a:rPr lang="zh-CN" altLang="en-US" sz="1800" dirty="0">
                <a:latin typeface="Arial Unicode MS" pitchFamily="34" charset="-122"/>
                <a:ea typeface="Arial Unicode MS" pitchFamily="34" charset="-122"/>
                <a:cs typeface="Arial Unicode MS" pitchFamily="34" charset="-122"/>
              </a:rPr>
              <a:t>并发事务所导致的问题可以分为下面三种类型</a:t>
            </a:r>
            <a:r>
              <a:rPr lang="en-US" altLang="zh-CN" sz="1800" dirty="0">
                <a:latin typeface="Arial Unicode MS" pitchFamily="34" charset="-122"/>
                <a:ea typeface="Arial Unicode MS" pitchFamily="34" charset="-122"/>
                <a:cs typeface="Arial Unicode MS" pitchFamily="34" charset="-122"/>
              </a:rPr>
              <a:t>:</a:t>
            </a:r>
          </a:p>
          <a:p>
            <a:pPr lvl="1"/>
            <a:r>
              <a:rPr lang="zh-CN" altLang="en-US" sz="1500" dirty="0">
                <a:latin typeface="Arial Unicode MS" pitchFamily="34" charset="-122"/>
                <a:ea typeface="Arial Unicode MS" pitchFamily="34" charset="-122"/>
                <a:cs typeface="Arial Unicode MS" pitchFamily="34" charset="-122"/>
              </a:rPr>
              <a:t>脏读</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对于两个事务 </a:t>
            </a:r>
            <a:r>
              <a:rPr lang="en-US" altLang="zh-CN" sz="1500" dirty="0">
                <a:latin typeface="Arial Unicode MS" pitchFamily="34" charset="-122"/>
                <a:ea typeface="Arial Unicode MS" pitchFamily="34" charset="-122"/>
                <a:cs typeface="Arial Unicode MS" pitchFamily="34" charset="-122"/>
              </a:rPr>
              <a:t>T1, T2, T1  </a:t>
            </a:r>
            <a:r>
              <a:rPr lang="zh-CN" altLang="en-US" sz="1500" dirty="0">
                <a:latin typeface="Arial Unicode MS" pitchFamily="34" charset="-122"/>
                <a:ea typeface="Arial Unicode MS" pitchFamily="34" charset="-122"/>
                <a:cs typeface="Arial Unicode MS" pitchFamily="34" charset="-122"/>
              </a:rPr>
              <a:t>读取了已经被 </a:t>
            </a:r>
            <a:r>
              <a:rPr lang="en-US" altLang="zh-CN" sz="1500" dirty="0">
                <a:latin typeface="Arial Unicode MS" pitchFamily="34" charset="-122"/>
                <a:ea typeface="Arial Unicode MS" pitchFamily="34" charset="-122"/>
                <a:cs typeface="Arial Unicode MS" pitchFamily="34" charset="-122"/>
              </a:rPr>
              <a:t>T2 </a:t>
            </a:r>
            <a:r>
              <a:rPr lang="zh-CN" altLang="en-US" sz="1500" dirty="0">
                <a:latin typeface="Arial Unicode MS" pitchFamily="34" charset="-122"/>
                <a:ea typeface="Arial Unicode MS" pitchFamily="34" charset="-122"/>
                <a:cs typeface="Arial Unicode MS" pitchFamily="34" charset="-122"/>
              </a:rPr>
              <a:t>更新但 还没有被提交的字段</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之后</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若 </a:t>
            </a:r>
            <a:r>
              <a:rPr lang="en-US" altLang="zh-CN" sz="1500" dirty="0">
                <a:latin typeface="Arial Unicode MS" pitchFamily="34" charset="-122"/>
                <a:ea typeface="Arial Unicode MS" pitchFamily="34" charset="-122"/>
                <a:cs typeface="Arial Unicode MS" pitchFamily="34" charset="-122"/>
              </a:rPr>
              <a:t>T2 </a:t>
            </a:r>
            <a:r>
              <a:rPr lang="zh-CN" altLang="en-US" sz="1500" dirty="0">
                <a:latin typeface="Arial Unicode MS" pitchFamily="34" charset="-122"/>
                <a:ea typeface="Arial Unicode MS" pitchFamily="34" charset="-122"/>
                <a:cs typeface="Arial Unicode MS" pitchFamily="34" charset="-122"/>
              </a:rPr>
              <a:t>回滚</a:t>
            </a:r>
            <a:r>
              <a:rPr lang="en-US" altLang="zh-CN" sz="1500" dirty="0">
                <a:latin typeface="Arial Unicode MS" pitchFamily="34" charset="-122"/>
                <a:ea typeface="Arial Unicode MS" pitchFamily="34" charset="-122"/>
                <a:cs typeface="Arial Unicode MS" pitchFamily="34" charset="-122"/>
              </a:rPr>
              <a:t>, T1</a:t>
            </a:r>
            <a:r>
              <a:rPr lang="zh-CN" altLang="en-US" sz="1500" dirty="0">
                <a:latin typeface="Arial Unicode MS" pitchFamily="34" charset="-122"/>
                <a:ea typeface="Arial Unicode MS" pitchFamily="34" charset="-122"/>
                <a:cs typeface="Arial Unicode MS" pitchFamily="34" charset="-122"/>
              </a:rPr>
              <a:t>读取的内容就是临时且无效的</a:t>
            </a:r>
            <a:r>
              <a:rPr lang="en-US" altLang="zh-CN" sz="1500" dirty="0">
                <a:latin typeface="Arial Unicode MS" pitchFamily="34" charset="-122"/>
                <a:ea typeface="Arial Unicode MS" pitchFamily="34" charset="-122"/>
                <a:cs typeface="Arial Unicode MS" pitchFamily="34" charset="-122"/>
              </a:rPr>
              <a:t>.</a:t>
            </a:r>
          </a:p>
          <a:p>
            <a:pPr lvl="1"/>
            <a:r>
              <a:rPr lang="zh-CN" altLang="en-US" sz="1500" dirty="0">
                <a:latin typeface="Arial Unicode MS" pitchFamily="34" charset="-122"/>
                <a:ea typeface="Arial Unicode MS" pitchFamily="34" charset="-122"/>
                <a:cs typeface="Arial Unicode MS" pitchFamily="34" charset="-122"/>
              </a:rPr>
              <a:t>不可重复读</a:t>
            </a:r>
            <a:r>
              <a:rPr lang="en-US" altLang="zh-CN" sz="1500" dirty="0">
                <a:latin typeface="Arial Unicode MS" pitchFamily="34" charset="-122"/>
                <a:ea typeface="Arial Unicode MS" pitchFamily="34" charset="-122"/>
                <a:cs typeface="Arial Unicode MS" pitchFamily="34" charset="-122"/>
              </a:rPr>
              <a:t>:</a:t>
            </a:r>
            <a:r>
              <a:rPr lang="zh-CN" altLang="en-US" sz="1500" dirty="0">
                <a:latin typeface="Arial Unicode MS" pitchFamily="34" charset="-122"/>
                <a:ea typeface="Arial Unicode MS" pitchFamily="34" charset="-122"/>
                <a:cs typeface="Arial Unicode MS" pitchFamily="34" charset="-122"/>
              </a:rPr>
              <a:t>对于两个事务 </a:t>
            </a:r>
            <a:r>
              <a:rPr lang="en-US" altLang="zh-CN" sz="1500" dirty="0">
                <a:latin typeface="Arial Unicode MS" pitchFamily="34" charset="-122"/>
                <a:ea typeface="Arial Unicode MS" pitchFamily="34" charset="-122"/>
                <a:cs typeface="Arial Unicode MS" pitchFamily="34" charset="-122"/>
              </a:rPr>
              <a:t>T1, T2, T1  </a:t>
            </a:r>
            <a:r>
              <a:rPr lang="zh-CN" altLang="en-US" sz="1500" dirty="0">
                <a:latin typeface="Arial Unicode MS" pitchFamily="34" charset="-122"/>
                <a:ea typeface="Arial Unicode MS" pitchFamily="34" charset="-122"/>
                <a:cs typeface="Arial Unicode MS" pitchFamily="34" charset="-122"/>
              </a:rPr>
              <a:t>读取了一个字段</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然后 </a:t>
            </a:r>
            <a:r>
              <a:rPr lang="en-US" altLang="zh-CN" sz="1500" dirty="0">
                <a:latin typeface="Arial Unicode MS" pitchFamily="34" charset="-122"/>
                <a:ea typeface="Arial Unicode MS" pitchFamily="34" charset="-122"/>
                <a:cs typeface="Arial Unicode MS" pitchFamily="34" charset="-122"/>
              </a:rPr>
              <a:t>T2 </a:t>
            </a:r>
            <a:r>
              <a:rPr lang="zh-CN" altLang="en-US" sz="1500" dirty="0">
                <a:latin typeface="Arial Unicode MS" pitchFamily="34" charset="-122"/>
                <a:ea typeface="Arial Unicode MS" pitchFamily="34" charset="-122"/>
                <a:cs typeface="Arial Unicode MS" pitchFamily="34" charset="-122"/>
              </a:rPr>
              <a:t>更新了该字段</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之后</a:t>
            </a:r>
            <a:r>
              <a:rPr lang="en-US" altLang="zh-CN" sz="1500" dirty="0">
                <a:latin typeface="Arial Unicode MS" pitchFamily="34" charset="-122"/>
                <a:ea typeface="Arial Unicode MS" pitchFamily="34" charset="-122"/>
                <a:cs typeface="Arial Unicode MS" pitchFamily="34" charset="-122"/>
              </a:rPr>
              <a:t>, T1</a:t>
            </a:r>
            <a:r>
              <a:rPr lang="zh-CN" altLang="en-US" sz="1500" dirty="0">
                <a:latin typeface="Arial Unicode MS" pitchFamily="34" charset="-122"/>
                <a:ea typeface="Arial Unicode MS" pitchFamily="34" charset="-122"/>
                <a:cs typeface="Arial Unicode MS" pitchFamily="34" charset="-122"/>
              </a:rPr>
              <a:t>再次读取同一个字段</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值就不同了</a:t>
            </a:r>
            <a:r>
              <a:rPr lang="en-US" altLang="zh-CN" sz="1500" dirty="0">
                <a:latin typeface="Arial Unicode MS" pitchFamily="34" charset="-122"/>
                <a:ea typeface="Arial Unicode MS" pitchFamily="34" charset="-122"/>
                <a:cs typeface="Arial Unicode MS" pitchFamily="34" charset="-122"/>
              </a:rPr>
              <a:t>.</a:t>
            </a:r>
          </a:p>
          <a:p>
            <a:pPr lvl="1"/>
            <a:r>
              <a:rPr lang="zh-CN" altLang="en-US" sz="1500" dirty="0">
                <a:latin typeface="Arial Unicode MS" pitchFamily="34" charset="-122"/>
                <a:ea typeface="Arial Unicode MS" pitchFamily="34" charset="-122"/>
                <a:cs typeface="Arial Unicode MS" pitchFamily="34" charset="-122"/>
              </a:rPr>
              <a:t>幻读</a:t>
            </a:r>
            <a:r>
              <a:rPr lang="en-US" altLang="zh-CN" sz="1500" dirty="0">
                <a:latin typeface="Arial Unicode MS" pitchFamily="34" charset="-122"/>
                <a:ea typeface="Arial Unicode MS" pitchFamily="34" charset="-122"/>
                <a:cs typeface="Arial Unicode MS" pitchFamily="34" charset="-122"/>
              </a:rPr>
              <a:t>:</a:t>
            </a:r>
            <a:r>
              <a:rPr lang="zh-CN" altLang="en-US" sz="1500" dirty="0">
                <a:latin typeface="Arial Unicode MS" pitchFamily="34" charset="-122"/>
                <a:ea typeface="Arial Unicode MS" pitchFamily="34" charset="-122"/>
                <a:cs typeface="Arial Unicode MS" pitchFamily="34" charset="-122"/>
              </a:rPr>
              <a:t>对于两个事务 </a:t>
            </a:r>
            <a:r>
              <a:rPr lang="en-US" altLang="zh-CN" sz="1500" dirty="0">
                <a:latin typeface="Arial Unicode MS" pitchFamily="34" charset="-122"/>
                <a:ea typeface="Arial Unicode MS" pitchFamily="34" charset="-122"/>
                <a:cs typeface="Arial Unicode MS" pitchFamily="34" charset="-122"/>
              </a:rPr>
              <a:t>T1, T2, T1  </a:t>
            </a:r>
            <a:r>
              <a:rPr lang="zh-CN" altLang="en-US" sz="1500" dirty="0">
                <a:latin typeface="Arial Unicode MS" pitchFamily="34" charset="-122"/>
                <a:ea typeface="Arial Unicode MS" pitchFamily="34" charset="-122"/>
                <a:cs typeface="Arial Unicode MS" pitchFamily="34" charset="-122"/>
              </a:rPr>
              <a:t>从一个表中读取了一个字段</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然后 </a:t>
            </a:r>
            <a:r>
              <a:rPr lang="en-US" altLang="zh-CN" sz="1500" dirty="0">
                <a:latin typeface="Arial Unicode MS" pitchFamily="34" charset="-122"/>
                <a:ea typeface="Arial Unicode MS" pitchFamily="34" charset="-122"/>
                <a:cs typeface="Arial Unicode MS" pitchFamily="34" charset="-122"/>
              </a:rPr>
              <a:t>T2 </a:t>
            </a:r>
            <a:r>
              <a:rPr lang="zh-CN" altLang="en-US" sz="1500" dirty="0">
                <a:latin typeface="Arial Unicode MS" pitchFamily="34" charset="-122"/>
                <a:ea typeface="Arial Unicode MS" pitchFamily="34" charset="-122"/>
                <a:cs typeface="Arial Unicode MS" pitchFamily="34" charset="-122"/>
              </a:rPr>
              <a:t>在该表中插入了一些新的行</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之后</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如果 </a:t>
            </a:r>
            <a:r>
              <a:rPr lang="en-US" altLang="zh-CN" sz="1500" dirty="0">
                <a:latin typeface="Arial Unicode MS" pitchFamily="34" charset="-122"/>
                <a:ea typeface="Arial Unicode MS" pitchFamily="34" charset="-122"/>
                <a:cs typeface="Arial Unicode MS" pitchFamily="34" charset="-122"/>
              </a:rPr>
              <a:t>T1 </a:t>
            </a:r>
            <a:r>
              <a:rPr lang="zh-CN" altLang="en-US" sz="1500" dirty="0">
                <a:latin typeface="Arial Unicode MS" pitchFamily="34" charset="-122"/>
                <a:ea typeface="Arial Unicode MS" pitchFamily="34" charset="-122"/>
                <a:cs typeface="Arial Unicode MS" pitchFamily="34" charset="-122"/>
              </a:rPr>
              <a:t>再次读取同一个表</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就会多出几行</a:t>
            </a:r>
            <a:r>
              <a:rPr lang="en-US" altLang="zh-CN" sz="1500" dirty="0">
                <a:latin typeface="Arial Unicode MS" pitchFamily="34" charset="-122"/>
                <a:ea typeface="Arial Unicode MS" pitchFamily="34" charset="-122"/>
                <a:cs typeface="Arial Unicode MS" pitchFamily="34" charset="-122"/>
              </a:rPr>
              <a:t>.</a:t>
            </a:r>
          </a:p>
        </p:txBody>
      </p:sp>
      <p:sp>
        <p:nvSpPr>
          <p:cNvPr id="2" name="灯片编号占位符 1"/>
          <p:cNvSpPr>
            <a:spLocks noGrp="1"/>
          </p:cNvSpPr>
          <p:nvPr>
            <p:ph type="sldNum" sz="quarter" idx="12"/>
          </p:nvPr>
        </p:nvSpPr>
        <p:spPr/>
        <p:txBody>
          <a:bodyPr/>
          <a:lstStyle/>
          <a:p>
            <a:fld id="{0C913308-F349-4B6D-A68A-DD1791B4A57B}" type="slidenum">
              <a:rPr lang="zh-CN" altLang="en-US">
                <a:latin typeface="Franklin Gothic Book"/>
                <a:ea typeface="幼圆" panose="02010509060101010101" pitchFamily="49" charset="-122"/>
              </a:rPr>
              <a:pPr/>
              <a:t>38</a:t>
            </a:fld>
            <a:endParaRPr lang="zh-CN" altLang="en-US">
              <a:latin typeface="Franklin Gothic Book"/>
              <a:ea typeface="幼圆" panose="02010509060101010101" pitchFamily="49" charset="-122"/>
            </a:endParaRPr>
          </a:p>
        </p:txBody>
      </p:sp>
    </p:spTree>
    <p:extLst>
      <p:ext uri="{BB962C8B-B14F-4D97-AF65-F5344CB8AC3E}">
        <p14:creationId xmlns:p14="http://schemas.microsoft.com/office/powerpoint/2010/main" val="1406040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5410" name="Rectangle 2"/>
          <p:cNvSpPr>
            <a:spLocks noGrp="1" noChangeArrowheads="1"/>
          </p:cNvSpPr>
          <p:nvPr>
            <p:ph type="title"/>
          </p:nvPr>
        </p:nvSpPr>
        <p:spPr>
          <a:xfrm>
            <a:off x="1655676" y="524652"/>
            <a:ext cx="6172200" cy="642942"/>
          </a:xfrm>
        </p:spPr>
        <p:txBody>
          <a:bodyPr/>
          <a:lstStyle/>
          <a:p>
            <a:r>
              <a:rPr lang="zh-CN" altLang="en-US" dirty="0">
                <a:latin typeface="Arial Unicode MS" pitchFamily="34" charset="-122"/>
                <a:ea typeface="Arial Unicode MS" pitchFamily="34" charset="-122"/>
                <a:cs typeface="Arial Unicode MS" pitchFamily="34" charset="-122"/>
              </a:rPr>
              <a:t>事务的隔离级别</a:t>
            </a:r>
          </a:p>
        </p:txBody>
      </p:sp>
      <p:sp>
        <p:nvSpPr>
          <p:cNvPr id="785411" name="Rectangle 3"/>
          <p:cNvSpPr>
            <a:spLocks noGrp="1" noChangeArrowheads="1"/>
          </p:cNvSpPr>
          <p:nvPr>
            <p:ph sz="quarter" idx="1"/>
          </p:nvPr>
        </p:nvSpPr>
        <p:spPr>
          <a:xfrm>
            <a:off x="1625183" y="1285867"/>
            <a:ext cx="6000792" cy="3074194"/>
          </a:xfrm>
        </p:spPr>
        <p:txBody>
          <a:bodyPr/>
          <a:lstStyle/>
          <a:p>
            <a:r>
              <a:rPr lang="zh-CN" altLang="en-US" sz="1800" dirty="0">
                <a:latin typeface="Arial Unicode MS" pitchFamily="34" charset="-122"/>
                <a:ea typeface="Arial Unicode MS" pitchFamily="34" charset="-122"/>
                <a:cs typeface="Arial Unicode MS" pitchFamily="34" charset="-122"/>
              </a:rPr>
              <a:t>从理论上来说</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事务应该彼此完全隔离</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以避免并发事务所导致的问题</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然而</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那样会对性能产生极大的影响</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因为事务必须按顺序运行</a:t>
            </a:r>
            <a:r>
              <a:rPr lang="en-US" altLang="zh-CN" sz="1800" dirty="0">
                <a:latin typeface="Arial Unicode MS" pitchFamily="34" charset="-122"/>
                <a:ea typeface="Arial Unicode MS" pitchFamily="34" charset="-122"/>
                <a:cs typeface="Arial Unicode MS" pitchFamily="34" charset="-122"/>
              </a:rPr>
              <a:t>. </a:t>
            </a:r>
          </a:p>
          <a:p>
            <a:r>
              <a:rPr lang="zh-CN" altLang="en-US" sz="1800" dirty="0">
                <a:latin typeface="Arial Unicode MS" pitchFamily="34" charset="-122"/>
                <a:ea typeface="Arial Unicode MS" pitchFamily="34" charset="-122"/>
                <a:cs typeface="Arial Unicode MS" pitchFamily="34" charset="-122"/>
              </a:rPr>
              <a:t>在实际开发中</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为了提升性能</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事务会以较低的隔离级别运行</a:t>
            </a:r>
            <a:r>
              <a:rPr lang="en-US" altLang="zh-CN" sz="1800" dirty="0">
                <a:latin typeface="Arial Unicode MS" pitchFamily="34" charset="-122"/>
                <a:ea typeface="Arial Unicode MS" pitchFamily="34" charset="-122"/>
                <a:cs typeface="Arial Unicode MS" pitchFamily="34" charset="-122"/>
              </a:rPr>
              <a:t>.</a:t>
            </a:r>
          </a:p>
          <a:p>
            <a:r>
              <a:rPr lang="zh-CN" altLang="en-US" sz="1800" dirty="0">
                <a:latin typeface="Arial Unicode MS" pitchFamily="34" charset="-122"/>
                <a:ea typeface="Arial Unicode MS" pitchFamily="34" charset="-122"/>
                <a:cs typeface="Arial Unicode MS" pitchFamily="34" charset="-122"/>
              </a:rPr>
              <a:t>事务的隔离级别可以通过隔离事务属性指定</a:t>
            </a:r>
          </a:p>
        </p:txBody>
      </p:sp>
      <p:sp>
        <p:nvSpPr>
          <p:cNvPr id="2" name="灯片编号占位符 1"/>
          <p:cNvSpPr>
            <a:spLocks noGrp="1"/>
          </p:cNvSpPr>
          <p:nvPr>
            <p:ph type="sldNum" sz="quarter" idx="12"/>
          </p:nvPr>
        </p:nvSpPr>
        <p:spPr/>
        <p:txBody>
          <a:bodyPr/>
          <a:lstStyle/>
          <a:p>
            <a:fld id="{0C913308-F349-4B6D-A68A-DD1791B4A57B}" type="slidenum">
              <a:rPr lang="zh-CN" altLang="en-US">
                <a:latin typeface="Franklin Gothic Book"/>
                <a:ea typeface="幼圆" panose="02010509060101010101" pitchFamily="49" charset="-122"/>
              </a:rPr>
              <a:pPr/>
              <a:t>39</a:t>
            </a:fld>
            <a:endParaRPr lang="zh-CN" altLang="en-US">
              <a:latin typeface="Franklin Gothic Book"/>
              <a:ea typeface="幼圆" panose="02010509060101010101" pitchFamily="49" charset="-122"/>
            </a:endParaRPr>
          </a:p>
        </p:txBody>
      </p:sp>
    </p:spTree>
    <p:extLst>
      <p:ext uri="{BB962C8B-B14F-4D97-AF65-F5344CB8AC3E}">
        <p14:creationId xmlns:p14="http://schemas.microsoft.com/office/powerpoint/2010/main" val="36345645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4386" name="Rectangle 2"/>
          <p:cNvSpPr>
            <a:spLocks noGrp="1" noChangeArrowheads="1"/>
          </p:cNvSpPr>
          <p:nvPr>
            <p:ph type="title"/>
          </p:nvPr>
        </p:nvSpPr>
        <p:spPr>
          <a:xfrm>
            <a:off x="1601670" y="519522"/>
            <a:ext cx="6172200" cy="642942"/>
          </a:xfrm>
        </p:spPr>
        <p:txBody>
          <a:bodyPr/>
          <a:lstStyle/>
          <a:p>
            <a:r>
              <a:rPr lang="en-US" altLang="zh-CN" dirty="0">
                <a:latin typeface="Arial Unicode MS" pitchFamily="34" charset="-122"/>
                <a:ea typeface="Arial Unicode MS" pitchFamily="34" charset="-122"/>
                <a:cs typeface="Arial Unicode MS" pitchFamily="34" charset="-122"/>
              </a:rPr>
              <a:t>Spring </a:t>
            </a:r>
            <a:r>
              <a:rPr lang="zh-CN" altLang="en-US" dirty="0">
                <a:latin typeface="Arial Unicode MS" pitchFamily="34" charset="-122"/>
                <a:ea typeface="Arial Unicode MS" pitchFamily="34" charset="-122"/>
                <a:cs typeface="Arial Unicode MS" pitchFamily="34" charset="-122"/>
              </a:rPr>
              <a:t>支持的事务隔离级别</a:t>
            </a:r>
          </a:p>
        </p:txBody>
      </p:sp>
      <p:sp>
        <p:nvSpPr>
          <p:cNvPr id="784389" name="Rectangle 5"/>
          <p:cNvSpPr>
            <a:spLocks noGrp="1" noChangeArrowheads="1"/>
          </p:cNvSpPr>
          <p:nvPr>
            <p:ph sz="quarter" idx="1"/>
          </p:nvPr>
        </p:nvSpPr>
        <p:spPr>
          <a:xfrm>
            <a:off x="1656160" y="3496917"/>
            <a:ext cx="5870972" cy="1383506"/>
          </a:xfrm>
          <a:solidFill>
            <a:schemeClr val="bg1"/>
          </a:solidFill>
          <a:ln/>
        </p:spPr>
        <p:txBody>
          <a:bodyPr/>
          <a:lstStyle/>
          <a:p>
            <a:r>
              <a:rPr lang="zh-CN" altLang="en-US" sz="1500" dirty="0">
                <a:latin typeface="Arial Unicode MS" pitchFamily="34" charset="-122"/>
                <a:ea typeface="Arial Unicode MS" pitchFamily="34" charset="-122"/>
                <a:cs typeface="Arial Unicode MS" pitchFamily="34" charset="-122"/>
              </a:rPr>
              <a:t>事务的隔离级别要得到底层数据库引擎的支持</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而不是应用程序或者框架的支持</a:t>
            </a:r>
            <a:r>
              <a:rPr lang="en-US" altLang="zh-CN" sz="1500" dirty="0">
                <a:latin typeface="Arial Unicode MS" pitchFamily="34" charset="-122"/>
                <a:ea typeface="Arial Unicode MS" pitchFamily="34" charset="-122"/>
                <a:cs typeface="Arial Unicode MS" pitchFamily="34" charset="-122"/>
              </a:rPr>
              <a:t>.</a:t>
            </a:r>
          </a:p>
          <a:p>
            <a:r>
              <a:rPr lang="en-US" altLang="zh-CN" sz="1500" dirty="0">
                <a:latin typeface="Arial Unicode MS" pitchFamily="34" charset="-122"/>
                <a:ea typeface="Arial Unicode MS" pitchFamily="34" charset="-122"/>
                <a:cs typeface="Arial Unicode MS" pitchFamily="34" charset="-122"/>
              </a:rPr>
              <a:t>Oracle </a:t>
            </a:r>
            <a:r>
              <a:rPr lang="zh-CN" altLang="en-US" sz="1500" dirty="0">
                <a:latin typeface="Arial Unicode MS" pitchFamily="34" charset="-122"/>
                <a:ea typeface="Arial Unicode MS" pitchFamily="34" charset="-122"/>
                <a:cs typeface="Arial Unicode MS" pitchFamily="34" charset="-122"/>
              </a:rPr>
              <a:t>支持的 </a:t>
            </a:r>
            <a:r>
              <a:rPr lang="en-US" altLang="zh-CN" sz="1500" dirty="0">
                <a:latin typeface="Arial Unicode MS" pitchFamily="34" charset="-122"/>
                <a:ea typeface="Arial Unicode MS" pitchFamily="34" charset="-122"/>
                <a:cs typeface="Arial Unicode MS" pitchFamily="34" charset="-122"/>
              </a:rPr>
              <a:t>2 </a:t>
            </a:r>
            <a:r>
              <a:rPr lang="zh-CN" altLang="en-US" sz="1500" dirty="0">
                <a:latin typeface="Arial Unicode MS" pitchFamily="34" charset="-122"/>
                <a:ea typeface="Arial Unicode MS" pitchFamily="34" charset="-122"/>
                <a:cs typeface="Arial Unicode MS" pitchFamily="34" charset="-122"/>
              </a:rPr>
              <a:t>种事务隔离级别：</a:t>
            </a:r>
            <a:r>
              <a:rPr lang="en-US" altLang="zh-CN" sz="1500" dirty="0">
                <a:latin typeface="Arial Unicode MS" pitchFamily="34" charset="-122"/>
                <a:ea typeface="Arial Unicode MS" pitchFamily="34" charset="-122"/>
                <a:cs typeface="Arial Unicode MS" pitchFamily="34" charset="-122"/>
              </a:rPr>
              <a:t>READ_COMMITED , SERIALIZABLE</a:t>
            </a:r>
          </a:p>
          <a:p>
            <a:r>
              <a:rPr lang="en-US" altLang="zh-CN" sz="1500" dirty="0" err="1">
                <a:latin typeface="Arial Unicode MS" pitchFamily="34" charset="-122"/>
                <a:ea typeface="Arial Unicode MS" pitchFamily="34" charset="-122"/>
                <a:cs typeface="Arial Unicode MS" pitchFamily="34" charset="-122"/>
              </a:rPr>
              <a:t>Mysql</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支持 </a:t>
            </a:r>
            <a:r>
              <a:rPr lang="en-US" altLang="zh-CN" sz="1500" dirty="0">
                <a:latin typeface="Arial Unicode MS" pitchFamily="34" charset="-122"/>
                <a:ea typeface="Arial Unicode MS" pitchFamily="34" charset="-122"/>
                <a:cs typeface="Arial Unicode MS" pitchFamily="34" charset="-122"/>
              </a:rPr>
              <a:t>4 </a:t>
            </a:r>
            <a:r>
              <a:rPr lang="zh-CN" altLang="en-US" sz="1500" dirty="0">
                <a:latin typeface="Arial Unicode MS" pitchFamily="34" charset="-122"/>
                <a:ea typeface="Arial Unicode MS" pitchFamily="34" charset="-122"/>
                <a:cs typeface="Arial Unicode MS" pitchFamily="34" charset="-122"/>
              </a:rPr>
              <a:t>种事务隔离级别</a:t>
            </a:r>
            <a:r>
              <a:rPr lang="en-US" altLang="zh-CN" sz="1500" dirty="0">
                <a:latin typeface="Arial Unicode MS" pitchFamily="34" charset="-122"/>
                <a:ea typeface="Arial Unicode MS" pitchFamily="34" charset="-122"/>
                <a:cs typeface="Arial Unicode MS" pitchFamily="34" charset="-122"/>
              </a:rPr>
              <a:t>.</a:t>
            </a:r>
          </a:p>
        </p:txBody>
      </p:sp>
      <p:pic>
        <p:nvPicPr>
          <p:cNvPr id="784388" name="Picture 4"/>
          <p:cNvPicPr>
            <a:picLocks noChangeAspect="1" noChangeArrowheads="1"/>
          </p:cNvPicPr>
          <p:nvPr/>
        </p:nvPicPr>
        <p:blipFill>
          <a:blip r:embed="rId2"/>
          <a:srcRect/>
          <a:stretch>
            <a:fillRect/>
          </a:stretch>
        </p:blipFill>
        <p:spPr bwMode="auto">
          <a:xfrm>
            <a:off x="1690688" y="1174007"/>
            <a:ext cx="5886450" cy="2294334"/>
          </a:xfrm>
          <a:prstGeom prst="rect">
            <a:avLst/>
          </a:prstGeom>
          <a:noFill/>
        </p:spPr>
      </p:pic>
      <p:sp>
        <p:nvSpPr>
          <p:cNvPr id="2" name="灯片编号占位符 1"/>
          <p:cNvSpPr>
            <a:spLocks noGrp="1"/>
          </p:cNvSpPr>
          <p:nvPr>
            <p:ph type="sldNum" sz="quarter" idx="12"/>
          </p:nvPr>
        </p:nvSpPr>
        <p:spPr/>
        <p:txBody>
          <a:bodyPr/>
          <a:lstStyle/>
          <a:p>
            <a:fld id="{0C913308-F349-4B6D-A68A-DD1791B4A57B}" type="slidenum">
              <a:rPr lang="zh-CN" altLang="en-US">
                <a:latin typeface="Franklin Gothic Book"/>
                <a:ea typeface="幼圆" panose="02010509060101010101" pitchFamily="49" charset="-122"/>
              </a:rPr>
              <a:pPr/>
              <a:t>40</a:t>
            </a:fld>
            <a:endParaRPr lang="zh-CN" altLang="en-US">
              <a:latin typeface="Franklin Gothic Book"/>
              <a:ea typeface="幼圆" panose="02010509060101010101" pitchFamily="49" charset="-122"/>
            </a:endParaRPr>
          </a:p>
        </p:txBody>
      </p:sp>
    </p:spTree>
    <p:extLst>
      <p:ext uri="{BB962C8B-B14F-4D97-AF65-F5344CB8AC3E}">
        <p14:creationId xmlns:p14="http://schemas.microsoft.com/office/powerpoint/2010/main" val="39358423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2578" name="Rectangle 2"/>
          <p:cNvSpPr>
            <a:spLocks noGrp="1" noChangeArrowheads="1"/>
          </p:cNvSpPr>
          <p:nvPr>
            <p:ph type="title"/>
          </p:nvPr>
        </p:nvSpPr>
        <p:spPr>
          <a:xfrm>
            <a:off x="1547664" y="519522"/>
            <a:ext cx="6172200" cy="642942"/>
          </a:xfrm>
        </p:spPr>
        <p:txBody>
          <a:bodyPr/>
          <a:lstStyle/>
          <a:p>
            <a:r>
              <a:rPr lang="zh-CN" altLang="en-US" dirty="0">
                <a:latin typeface="Arial Unicode MS" pitchFamily="34" charset="-122"/>
                <a:ea typeface="Arial Unicode MS" pitchFamily="34" charset="-122"/>
                <a:cs typeface="Arial Unicode MS" pitchFamily="34" charset="-122"/>
              </a:rPr>
              <a:t>设置隔离事务属性</a:t>
            </a:r>
          </a:p>
        </p:txBody>
      </p:sp>
      <p:sp>
        <p:nvSpPr>
          <p:cNvPr id="792579" name="Rectangle 3"/>
          <p:cNvSpPr>
            <a:spLocks noGrp="1" noChangeArrowheads="1"/>
          </p:cNvSpPr>
          <p:nvPr>
            <p:ph sz="quarter" idx="1"/>
          </p:nvPr>
        </p:nvSpPr>
        <p:spPr>
          <a:xfrm>
            <a:off x="1709738" y="1227159"/>
            <a:ext cx="5772150" cy="3074194"/>
          </a:xfrm>
        </p:spPr>
        <p:txBody>
          <a:bodyPr/>
          <a:lstStyle/>
          <a:p>
            <a:r>
              <a:rPr lang="zh-CN" altLang="en-US" sz="1800">
                <a:latin typeface="Arial Unicode MS" pitchFamily="34" charset="-122"/>
                <a:ea typeface="Arial Unicode MS" pitchFamily="34" charset="-122"/>
                <a:cs typeface="Arial Unicode MS" pitchFamily="34" charset="-122"/>
              </a:rPr>
              <a:t>用 </a:t>
            </a:r>
            <a:r>
              <a:rPr lang="en-US" altLang="zh-CN" sz="1800">
                <a:latin typeface="Arial Unicode MS" pitchFamily="34" charset="-122"/>
                <a:ea typeface="Arial Unicode MS" pitchFamily="34" charset="-122"/>
                <a:cs typeface="Arial Unicode MS" pitchFamily="34" charset="-122"/>
              </a:rPr>
              <a:t>@Transactional </a:t>
            </a:r>
            <a:r>
              <a:rPr lang="zh-CN" altLang="en-US" sz="1800">
                <a:latin typeface="Arial Unicode MS" pitchFamily="34" charset="-122"/>
                <a:ea typeface="Arial Unicode MS" pitchFamily="34" charset="-122"/>
                <a:cs typeface="Arial Unicode MS" pitchFamily="34" charset="-122"/>
              </a:rPr>
              <a:t>注解声明式地管理事务时可以在 </a:t>
            </a:r>
            <a:r>
              <a:rPr lang="en-US" altLang="zh-CN" sz="1800">
                <a:latin typeface="Arial Unicode MS" pitchFamily="34" charset="-122"/>
                <a:ea typeface="Arial Unicode MS" pitchFamily="34" charset="-122"/>
                <a:cs typeface="Arial Unicode MS" pitchFamily="34" charset="-122"/>
              </a:rPr>
              <a:t>@Transactional </a:t>
            </a:r>
            <a:r>
              <a:rPr lang="zh-CN" altLang="en-US" sz="1800">
                <a:latin typeface="Arial Unicode MS" pitchFamily="34" charset="-122"/>
                <a:ea typeface="Arial Unicode MS" pitchFamily="34" charset="-122"/>
                <a:cs typeface="Arial Unicode MS" pitchFamily="34" charset="-122"/>
              </a:rPr>
              <a:t>的 </a:t>
            </a:r>
            <a:r>
              <a:rPr lang="en-US" altLang="zh-CN" sz="1800">
                <a:latin typeface="Arial Unicode MS" pitchFamily="34" charset="-122"/>
                <a:ea typeface="Arial Unicode MS" pitchFamily="34" charset="-122"/>
                <a:cs typeface="Arial Unicode MS" pitchFamily="34" charset="-122"/>
              </a:rPr>
              <a:t>isolation </a:t>
            </a:r>
            <a:r>
              <a:rPr lang="zh-CN" altLang="en-US" sz="1800">
                <a:latin typeface="Arial Unicode MS" pitchFamily="34" charset="-122"/>
                <a:ea typeface="Arial Unicode MS" pitchFamily="34" charset="-122"/>
                <a:cs typeface="Arial Unicode MS" pitchFamily="34" charset="-122"/>
              </a:rPr>
              <a:t>属性中设置隔离级别</a:t>
            </a:r>
            <a:r>
              <a:rPr lang="en-US" altLang="zh-CN" sz="1800">
                <a:latin typeface="Arial Unicode MS" pitchFamily="34" charset="-122"/>
                <a:ea typeface="Arial Unicode MS" pitchFamily="34" charset="-122"/>
                <a:cs typeface="Arial Unicode MS" pitchFamily="34" charset="-122"/>
              </a:rPr>
              <a:t>.</a:t>
            </a:r>
          </a:p>
          <a:p>
            <a:endParaRPr lang="en-US" altLang="zh-CN" sz="1800">
              <a:latin typeface="Arial Unicode MS" pitchFamily="34" charset="-122"/>
              <a:ea typeface="Arial Unicode MS" pitchFamily="34" charset="-122"/>
              <a:cs typeface="Arial Unicode MS" pitchFamily="34" charset="-122"/>
            </a:endParaRPr>
          </a:p>
          <a:p>
            <a:endParaRPr lang="en-US" altLang="zh-CN" sz="1800">
              <a:latin typeface="Arial Unicode MS" pitchFamily="34" charset="-122"/>
              <a:ea typeface="Arial Unicode MS" pitchFamily="34" charset="-122"/>
              <a:cs typeface="Arial Unicode MS" pitchFamily="34" charset="-122"/>
            </a:endParaRPr>
          </a:p>
          <a:p>
            <a:r>
              <a:rPr lang="zh-CN" altLang="en-US" sz="1800">
                <a:latin typeface="Arial Unicode MS" pitchFamily="34" charset="-122"/>
                <a:ea typeface="Arial Unicode MS" pitchFamily="34" charset="-122"/>
                <a:cs typeface="Arial Unicode MS" pitchFamily="34" charset="-122"/>
              </a:rPr>
              <a:t>在 </a:t>
            </a:r>
            <a:r>
              <a:rPr lang="en-US" altLang="zh-CN" sz="1800">
                <a:latin typeface="Arial Unicode MS" pitchFamily="34" charset="-122"/>
                <a:ea typeface="Arial Unicode MS" pitchFamily="34" charset="-122"/>
                <a:cs typeface="Arial Unicode MS" pitchFamily="34" charset="-122"/>
              </a:rPr>
              <a:t>Spring 2.x </a:t>
            </a:r>
            <a:r>
              <a:rPr lang="zh-CN" altLang="en-US" sz="1800">
                <a:latin typeface="Arial Unicode MS" pitchFamily="34" charset="-122"/>
                <a:ea typeface="Arial Unicode MS" pitchFamily="34" charset="-122"/>
                <a:cs typeface="Arial Unicode MS" pitchFamily="34" charset="-122"/>
              </a:rPr>
              <a:t>事务通知中</a:t>
            </a:r>
            <a:r>
              <a:rPr lang="en-US" altLang="zh-CN" sz="1800">
                <a:latin typeface="Arial Unicode MS" pitchFamily="34" charset="-122"/>
                <a:ea typeface="Arial Unicode MS" pitchFamily="34" charset="-122"/>
                <a:cs typeface="Arial Unicode MS" pitchFamily="34" charset="-122"/>
              </a:rPr>
              <a:t>, </a:t>
            </a:r>
            <a:r>
              <a:rPr lang="zh-CN" altLang="en-US" sz="1800">
                <a:latin typeface="Arial Unicode MS" pitchFamily="34" charset="-122"/>
                <a:ea typeface="Arial Unicode MS" pitchFamily="34" charset="-122"/>
                <a:cs typeface="Arial Unicode MS" pitchFamily="34" charset="-122"/>
              </a:rPr>
              <a:t>可以在 </a:t>
            </a:r>
            <a:r>
              <a:rPr lang="en-US" altLang="zh-CN" sz="1800">
                <a:latin typeface="Arial Unicode MS" pitchFamily="34" charset="-122"/>
                <a:ea typeface="Arial Unicode MS" pitchFamily="34" charset="-122"/>
                <a:cs typeface="Arial Unicode MS" pitchFamily="34" charset="-122"/>
              </a:rPr>
              <a:t>&lt;tx:method&gt; </a:t>
            </a:r>
            <a:r>
              <a:rPr lang="zh-CN" altLang="en-US" sz="1800">
                <a:latin typeface="Arial Unicode MS" pitchFamily="34" charset="-122"/>
                <a:ea typeface="Arial Unicode MS" pitchFamily="34" charset="-122"/>
                <a:cs typeface="Arial Unicode MS" pitchFamily="34" charset="-122"/>
              </a:rPr>
              <a:t>元素中指定隔离级别</a:t>
            </a:r>
          </a:p>
        </p:txBody>
      </p:sp>
      <p:pic>
        <p:nvPicPr>
          <p:cNvPr id="792580" name="Picture 4"/>
          <p:cNvPicPr>
            <a:picLocks noChangeAspect="1" noChangeArrowheads="1"/>
          </p:cNvPicPr>
          <p:nvPr/>
        </p:nvPicPr>
        <p:blipFill>
          <a:blip r:embed="rId2"/>
          <a:srcRect/>
          <a:stretch>
            <a:fillRect/>
          </a:stretch>
        </p:blipFill>
        <p:spPr bwMode="auto">
          <a:xfrm>
            <a:off x="2266925" y="2196653"/>
            <a:ext cx="4105275" cy="519113"/>
          </a:xfrm>
          <a:prstGeom prst="rect">
            <a:avLst/>
          </a:prstGeom>
          <a:noFill/>
        </p:spPr>
      </p:pic>
      <p:pic>
        <p:nvPicPr>
          <p:cNvPr id="792581" name="Picture 5"/>
          <p:cNvPicPr>
            <a:picLocks noChangeAspect="1" noChangeArrowheads="1"/>
          </p:cNvPicPr>
          <p:nvPr/>
        </p:nvPicPr>
        <p:blipFill>
          <a:blip r:embed="rId3"/>
          <a:srcRect/>
          <a:stretch>
            <a:fillRect/>
          </a:stretch>
        </p:blipFill>
        <p:spPr bwMode="auto">
          <a:xfrm>
            <a:off x="2195736" y="3433134"/>
            <a:ext cx="3402806" cy="1313260"/>
          </a:xfrm>
          <a:prstGeom prst="rect">
            <a:avLst/>
          </a:prstGeom>
          <a:noFill/>
        </p:spPr>
      </p:pic>
      <p:sp>
        <p:nvSpPr>
          <p:cNvPr id="792582" name="Line 6"/>
          <p:cNvSpPr>
            <a:spLocks noChangeShapeType="1"/>
          </p:cNvSpPr>
          <p:nvPr/>
        </p:nvSpPr>
        <p:spPr bwMode="auto">
          <a:xfrm>
            <a:off x="2915816" y="2499742"/>
            <a:ext cx="2700338" cy="0"/>
          </a:xfrm>
          <a:prstGeom prst="line">
            <a:avLst/>
          </a:prstGeom>
          <a:noFill/>
          <a:ln w="19050">
            <a:solidFill>
              <a:srgbClr val="FF0000"/>
            </a:solidFill>
            <a:prstDash val="dash"/>
            <a:round/>
            <a:headEnd/>
            <a:tailEnd/>
          </a:ln>
          <a:effectLst/>
        </p:spPr>
        <p:txBody>
          <a:bodyPr/>
          <a:lstStyle/>
          <a:p>
            <a:endParaRPr lang="zh-CN" altLang="en-US" sz="1350">
              <a:solidFill>
                <a:prstClr val="black"/>
              </a:solidFill>
              <a:latin typeface="Arial Unicode MS" pitchFamily="34" charset="-122"/>
              <a:ea typeface="Arial Unicode MS" pitchFamily="34" charset="-122"/>
              <a:cs typeface="Arial Unicode MS" pitchFamily="34" charset="-122"/>
            </a:endParaRPr>
          </a:p>
        </p:txBody>
      </p:sp>
      <p:sp>
        <p:nvSpPr>
          <p:cNvPr id="792583" name="Line 7"/>
          <p:cNvSpPr>
            <a:spLocks noChangeShapeType="1"/>
          </p:cNvSpPr>
          <p:nvPr/>
        </p:nvSpPr>
        <p:spPr bwMode="auto">
          <a:xfrm>
            <a:off x="3055739" y="4371950"/>
            <a:ext cx="2060972" cy="0"/>
          </a:xfrm>
          <a:prstGeom prst="line">
            <a:avLst/>
          </a:prstGeom>
          <a:noFill/>
          <a:ln w="19050">
            <a:solidFill>
              <a:srgbClr val="FF0000"/>
            </a:solidFill>
            <a:prstDash val="dash"/>
            <a:round/>
            <a:headEnd/>
            <a:tailEnd/>
          </a:ln>
          <a:effectLst/>
        </p:spPr>
        <p:txBody>
          <a:bodyPr/>
          <a:lstStyle/>
          <a:p>
            <a:endParaRPr lang="zh-CN" altLang="en-US" sz="1350">
              <a:solidFill>
                <a:prstClr val="black"/>
              </a:solidFill>
              <a:latin typeface="Arial Unicode MS" pitchFamily="34" charset="-122"/>
              <a:ea typeface="Arial Unicode MS" pitchFamily="34" charset="-122"/>
              <a:cs typeface="Arial Unicode MS" pitchFamily="34" charset="-122"/>
            </a:endParaRPr>
          </a:p>
        </p:txBody>
      </p:sp>
      <p:sp>
        <p:nvSpPr>
          <p:cNvPr id="2" name="灯片编号占位符 1"/>
          <p:cNvSpPr>
            <a:spLocks noGrp="1"/>
          </p:cNvSpPr>
          <p:nvPr>
            <p:ph type="sldNum" sz="quarter" idx="12"/>
          </p:nvPr>
        </p:nvSpPr>
        <p:spPr/>
        <p:txBody>
          <a:bodyPr/>
          <a:lstStyle/>
          <a:p>
            <a:fld id="{0C913308-F349-4B6D-A68A-DD1791B4A57B}" type="slidenum">
              <a:rPr lang="zh-CN" altLang="en-US">
                <a:latin typeface="Franklin Gothic Book"/>
                <a:ea typeface="幼圆" panose="02010509060101010101" pitchFamily="49" charset="-122"/>
              </a:rPr>
              <a:pPr/>
              <a:t>41</a:t>
            </a:fld>
            <a:endParaRPr lang="zh-CN" altLang="en-US">
              <a:latin typeface="Franklin Gothic Book"/>
              <a:ea typeface="幼圆" panose="02010509060101010101" pitchFamily="49" charset="-122"/>
            </a:endParaRPr>
          </a:p>
        </p:txBody>
      </p:sp>
    </p:spTree>
    <p:extLst>
      <p:ext uri="{BB962C8B-B14F-4D97-AF65-F5344CB8AC3E}">
        <p14:creationId xmlns:p14="http://schemas.microsoft.com/office/powerpoint/2010/main" val="23285000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1554" name="Rectangle 2"/>
          <p:cNvSpPr>
            <a:spLocks noGrp="1" noChangeArrowheads="1"/>
          </p:cNvSpPr>
          <p:nvPr>
            <p:ph type="title"/>
          </p:nvPr>
        </p:nvSpPr>
        <p:spPr>
          <a:xfrm>
            <a:off x="1655676" y="524652"/>
            <a:ext cx="6172200" cy="642942"/>
          </a:xfrm>
        </p:spPr>
        <p:txBody>
          <a:bodyPr/>
          <a:lstStyle/>
          <a:p>
            <a:r>
              <a:rPr lang="zh-CN" altLang="en-US" dirty="0">
                <a:latin typeface="Arial Unicode MS" pitchFamily="34" charset="-122"/>
                <a:ea typeface="Arial Unicode MS" pitchFamily="34" charset="-122"/>
                <a:cs typeface="Arial Unicode MS" pitchFamily="34" charset="-122"/>
              </a:rPr>
              <a:t>设置回滚事务属性</a:t>
            </a:r>
          </a:p>
        </p:txBody>
      </p:sp>
      <p:sp>
        <p:nvSpPr>
          <p:cNvPr id="791555" name="Rectangle 3"/>
          <p:cNvSpPr>
            <a:spLocks noGrp="1" noChangeArrowheads="1"/>
          </p:cNvSpPr>
          <p:nvPr>
            <p:ph sz="quarter" idx="1"/>
          </p:nvPr>
        </p:nvSpPr>
        <p:spPr>
          <a:xfrm>
            <a:off x="1709738" y="1232289"/>
            <a:ext cx="5772150" cy="3074194"/>
          </a:xfrm>
        </p:spPr>
        <p:txBody>
          <a:bodyPr/>
          <a:lstStyle/>
          <a:p>
            <a:r>
              <a:rPr lang="zh-CN" altLang="en-US" sz="1800" dirty="0">
                <a:solidFill>
                  <a:srgbClr val="0000FF"/>
                </a:solidFill>
                <a:latin typeface="Arial Unicode MS" pitchFamily="34" charset="-122"/>
                <a:ea typeface="Arial Unicode MS" pitchFamily="34" charset="-122"/>
                <a:cs typeface="Arial Unicode MS" pitchFamily="34" charset="-122"/>
              </a:rPr>
              <a:t>默认情况下只有未检查异常</a:t>
            </a:r>
            <a:r>
              <a:rPr lang="en-US" altLang="zh-CN" sz="1800" dirty="0">
                <a:latin typeface="Arial Unicode MS" pitchFamily="34" charset="-122"/>
                <a:ea typeface="Arial Unicode MS" pitchFamily="34" charset="-122"/>
                <a:cs typeface="Arial Unicode MS" pitchFamily="34" charset="-122"/>
              </a:rPr>
              <a:t>(</a:t>
            </a:r>
            <a:r>
              <a:rPr lang="en-US" altLang="zh-CN" sz="1800" dirty="0" err="1">
                <a:latin typeface="Arial Unicode MS" pitchFamily="34" charset="-122"/>
                <a:ea typeface="Arial Unicode MS" pitchFamily="34" charset="-122"/>
                <a:cs typeface="Arial Unicode MS" pitchFamily="34" charset="-122"/>
              </a:rPr>
              <a:t>RuntimeException</a:t>
            </a:r>
            <a:r>
              <a:rPr lang="zh-CN" altLang="en-US" sz="1800" dirty="0">
                <a:latin typeface="Arial Unicode MS" pitchFamily="34" charset="-122"/>
                <a:ea typeface="Arial Unicode MS" pitchFamily="34" charset="-122"/>
                <a:cs typeface="Arial Unicode MS" pitchFamily="34" charset="-122"/>
              </a:rPr>
              <a:t>和</a:t>
            </a:r>
            <a:r>
              <a:rPr lang="en-US" altLang="zh-CN" sz="1800" dirty="0">
                <a:latin typeface="Arial Unicode MS" pitchFamily="34" charset="-122"/>
                <a:ea typeface="Arial Unicode MS" pitchFamily="34" charset="-122"/>
                <a:cs typeface="Arial Unicode MS" pitchFamily="34" charset="-122"/>
              </a:rPr>
              <a:t>Error</a:t>
            </a:r>
            <a:r>
              <a:rPr lang="zh-CN" altLang="en-US" sz="1800" dirty="0">
                <a:latin typeface="Arial Unicode MS" pitchFamily="34" charset="-122"/>
                <a:ea typeface="Arial Unicode MS" pitchFamily="34" charset="-122"/>
                <a:cs typeface="Arial Unicode MS" pitchFamily="34" charset="-122"/>
              </a:rPr>
              <a:t>类型的异常</a:t>
            </a:r>
            <a:r>
              <a:rPr lang="en-US" altLang="zh-CN" sz="1800" dirty="0">
                <a:latin typeface="Arial Unicode MS" pitchFamily="34" charset="-122"/>
                <a:ea typeface="Arial Unicode MS" pitchFamily="34" charset="-122"/>
                <a:cs typeface="Arial Unicode MS" pitchFamily="34" charset="-122"/>
              </a:rPr>
              <a:t>)</a:t>
            </a:r>
            <a:r>
              <a:rPr lang="zh-CN" altLang="en-US" sz="1800" dirty="0">
                <a:solidFill>
                  <a:srgbClr val="0000FF"/>
                </a:solidFill>
                <a:latin typeface="Arial Unicode MS" pitchFamily="34" charset="-122"/>
                <a:ea typeface="Arial Unicode MS" pitchFamily="34" charset="-122"/>
                <a:cs typeface="Arial Unicode MS" pitchFamily="34" charset="-122"/>
              </a:rPr>
              <a:t>会导致事务回滚</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而受检查异常不会</a:t>
            </a:r>
            <a:r>
              <a:rPr lang="en-US" altLang="zh-CN" sz="1800" dirty="0">
                <a:latin typeface="Arial Unicode MS" pitchFamily="34" charset="-122"/>
                <a:ea typeface="Arial Unicode MS" pitchFamily="34" charset="-122"/>
                <a:cs typeface="Arial Unicode MS" pitchFamily="34" charset="-122"/>
              </a:rPr>
              <a:t>.</a:t>
            </a:r>
          </a:p>
          <a:p>
            <a:r>
              <a:rPr lang="zh-CN" altLang="en-US" sz="1800" dirty="0">
                <a:latin typeface="Arial Unicode MS" pitchFamily="34" charset="-122"/>
                <a:ea typeface="Arial Unicode MS" pitchFamily="34" charset="-122"/>
                <a:cs typeface="Arial Unicode MS" pitchFamily="34" charset="-122"/>
              </a:rPr>
              <a:t>事务的回滚规则可以通过 </a:t>
            </a:r>
            <a:r>
              <a:rPr lang="en-US" altLang="zh-CN" sz="1800" dirty="0">
                <a:latin typeface="Arial Unicode MS" pitchFamily="34" charset="-122"/>
                <a:ea typeface="Arial Unicode MS" pitchFamily="34" charset="-122"/>
                <a:cs typeface="Arial Unicode MS" pitchFamily="34" charset="-122"/>
              </a:rPr>
              <a:t>@Transactional </a:t>
            </a:r>
            <a:r>
              <a:rPr lang="zh-CN" altLang="en-US" sz="1800" dirty="0">
                <a:latin typeface="Arial Unicode MS" pitchFamily="34" charset="-122"/>
                <a:ea typeface="Arial Unicode MS" pitchFamily="34" charset="-122"/>
                <a:cs typeface="Arial Unicode MS" pitchFamily="34" charset="-122"/>
              </a:rPr>
              <a:t>注解的 </a:t>
            </a:r>
            <a:r>
              <a:rPr lang="en-US" altLang="zh-CN" sz="1800" dirty="0" err="1">
                <a:latin typeface="Arial Unicode MS" pitchFamily="34" charset="-122"/>
                <a:ea typeface="Arial Unicode MS" pitchFamily="34" charset="-122"/>
                <a:cs typeface="Arial Unicode MS" pitchFamily="34" charset="-122"/>
              </a:rPr>
              <a:t>rollbackFor</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和 </a:t>
            </a:r>
            <a:r>
              <a:rPr lang="en-US" altLang="zh-CN" sz="1800" dirty="0" err="1">
                <a:latin typeface="Arial Unicode MS" pitchFamily="34" charset="-122"/>
                <a:ea typeface="Arial Unicode MS" pitchFamily="34" charset="-122"/>
                <a:cs typeface="Arial Unicode MS" pitchFamily="34" charset="-122"/>
              </a:rPr>
              <a:t>noRollbackFor</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属性来定义</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这两个属性被声明为 </a:t>
            </a:r>
            <a:r>
              <a:rPr lang="en-US" altLang="zh-CN" sz="1800" dirty="0">
                <a:latin typeface="Arial Unicode MS" pitchFamily="34" charset="-122"/>
                <a:ea typeface="Arial Unicode MS" pitchFamily="34" charset="-122"/>
                <a:cs typeface="Arial Unicode MS" pitchFamily="34" charset="-122"/>
              </a:rPr>
              <a:t>Class[] </a:t>
            </a:r>
            <a:r>
              <a:rPr lang="zh-CN" altLang="en-US" sz="1800" dirty="0">
                <a:latin typeface="Arial Unicode MS" pitchFamily="34" charset="-122"/>
                <a:ea typeface="Arial Unicode MS" pitchFamily="34" charset="-122"/>
                <a:cs typeface="Arial Unicode MS" pitchFamily="34" charset="-122"/>
              </a:rPr>
              <a:t>类型的</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因此可以为这两个属性指定多个异常类</a:t>
            </a:r>
            <a:r>
              <a:rPr lang="en-US" altLang="zh-CN" sz="1800" dirty="0">
                <a:latin typeface="Arial Unicode MS" pitchFamily="34" charset="-122"/>
                <a:ea typeface="Arial Unicode MS" pitchFamily="34" charset="-122"/>
                <a:cs typeface="Arial Unicode MS" pitchFamily="34" charset="-122"/>
              </a:rPr>
              <a:t>.</a:t>
            </a:r>
          </a:p>
          <a:p>
            <a:pPr lvl="1"/>
            <a:r>
              <a:rPr lang="en-US" altLang="zh-CN" sz="1500" dirty="0" err="1">
                <a:latin typeface="Arial Unicode MS" pitchFamily="34" charset="-122"/>
                <a:ea typeface="Arial Unicode MS" pitchFamily="34" charset="-122"/>
                <a:cs typeface="Arial Unicode MS" pitchFamily="34" charset="-122"/>
              </a:rPr>
              <a:t>rollbackFor</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遇到时必须进行回滚</a:t>
            </a:r>
          </a:p>
          <a:p>
            <a:pPr lvl="1"/>
            <a:r>
              <a:rPr lang="en-US" altLang="zh-CN" sz="1500" dirty="0" err="1">
                <a:latin typeface="Arial Unicode MS" pitchFamily="34" charset="-122"/>
                <a:ea typeface="Arial Unicode MS" pitchFamily="34" charset="-122"/>
                <a:cs typeface="Arial Unicode MS" pitchFamily="34" charset="-122"/>
              </a:rPr>
              <a:t>noRollbackFor</a:t>
            </a:r>
            <a:r>
              <a:rPr lang="en-US" altLang="zh-CN" sz="1500" dirty="0">
                <a:latin typeface="Arial Unicode MS" pitchFamily="34" charset="-122"/>
                <a:ea typeface="Arial Unicode MS" pitchFamily="34" charset="-122"/>
                <a:cs typeface="Arial Unicode MS" pitchFamily="34" charset="-122"/>
              </a:rPr>
              <a:t>: </a:t>
            </a:r>
            <a:r>
              <a:rPr lang="zh-CN" altLang="en-US" sz="1500" dirty="0">
                <a:latin typeface="Arial Unicode MS" pitchFamily="34" charset="-122"/>
                <a:ea typeface="Arial Unicode MS" pitchFamily="34" charset="-122"/>
                <a:cs typeface="Arial Unicode MS" pitchFamily="34" charset="-122"/>
              </a:rPr>
              <a:t>一组异常类，遇到时必须不回滚</a:t>
            </a:r>
          </a:p>
        </p:txBody>
      </p:sp>
      <p:pic>
        <p:nvPicPr>
          <p:cNvPr id="791556" name="Picture 4"/>
          <p:cNvPicPr>
            <a:picLocks noChangeAspect="1" noChangeArrowheads="1"/>
          </p:cNvPicPr>
          <p:nvPr/>
        </p:nvPicPr>
        <p:blipFill>
          <a:blip r:embed="rId3"/>
          <a:srcRect/>
          <a:stretch>
            <a:fillRect/>
          </a:stretch>
        </p:blipFill>
        <p:spPr bwMode="auto">
          <a:xfrm>
            <a:off x="2141936" y="3583773"/>
            <a:ext cx="4968478" cy="870347"/>
          </a:xfrm>
          <a:prstGeom prst="rect">
            <a:avLst/>
          </a:prstGeom>
          <a:noFill/>
        </p:spPr>
      </p:pic>
      <p:sp>
        <p:nvSpPr>
          <p:cNvPr id="791557" name="Rectangle 5"/>
          <p:cNvSpPr>
            <a:spLocks noChangeArrowheads="1"/>
          </p:cNvSpPr>
          <p:nvPr/>
        </p:nvSpPr>
        <p:spPr bwMode="auto">
          <a:xfrm>
            <a:off x="2789636" y="3907623"/>
            <a:ext cx="4320778" cy="378619"/>
          </a:xfrm>
          <a:prstGeom prst="rect">
            <a:avLst/>
          </a:prstGeom>
          <a:noFill/>
          <a:ln w="19050" algn="ctr">
            <a:solidFill>
              <a:srgbClr val="FF0000"/>
            </a:solidFill>
            <a:prstDash val="dash"/>
            <a:miter lim="800000"/>
            <a:headEnd/>
            <a:tailEnd/>
          </a:ln>
          <a:effectLst/>
        </p:spPr>
        <p:txBody>
          <a:bodyPr wrap="none" anchor="ctr"/>
          <a:lstStyle/>
          <a:p>
            <a:endParaRPr lang="zh-CN" altLang="en-US" sz="1350">
              <a:solidFill>
                <a:prstClr val="black"/>
              </a:solidFill>
              <a:latin typeface="Arial Unicode MS" pitchFamily="34" charset="-122"/>
              <a:ea typeface="Arial Unicode MS" pitchFamily="34" charset="-122"/>
              <a:cs typeface="Arial Unicode MS" pitchFamily="34" charset="-122"/>
            </a:endParaRPr>
          </a:p>
        </p:txBody>
      </p:sp>
      <p:sp>
        <p:nvSpPr>
          <p:cNvPr id="2" name="灯片编号占位符 1"/>
          <p:cNvSpPr>
            <a:spLocks noGrp="1"/>
          </p:cNvSpPr>
          <p:nvPr>
            <p:ph type="sldNum" sz="quarter" idx="12"/>
          </p:nvPr>
        </p:nvSpPr>
        <p:spPr/>
        <p:txBody>
          <a:bodyPr/>
          <a:lstStyle/>
          <a:p>
            <a:fld id="{0C913308-F349-4B6D-A68A-DD1791B4A57B}" type="slidenum">
              <a:rPr lang="zh-CN" altLang="en-US">
                <a:latin typeface="Franklin Gothic Book"/>
                <a:ea typeface="幼圆" panose="02010509060101010101" pitchFamily="49" charset="-122"/>
              </a:rPr>
              <a:pPr/>
              <a:t>42</a:t>
            </a:fld>
            <a:endParaRPr lang="zh-CN" altLang="en-US">
              <a:latin typeface="Franklin Gothic Book"/>
              <a:ea typeface="幼圆" panose="02010509060101010101" pitchFamily="49" charset="-122"/>
            </a:endParaRPr>
          </a:p>
        </p:txBody>
      </p:sp>
      <p:pic>
        <p:nvPicPr>
          <p:cNvPr id="4" name="图片 3">
            <a:extLst>
              <a:ext uri="{FF2B5EF4-FFF2-40B4-BE49-F238E27FC236}">
                <a16:creationId xmlns:a16="http://schemas.microsoft.com/office/drawing/2014/main" id="{C447C2D6-D282-4E02-92CA-C6C3E5A4B3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0492" y="4468461"/>
            <a:ext cx="5521429" cy="721429"/>
          </a:xfrm>
          <a:prstGeom prst="rect">
            <a:avLst/>
          </a:prstGeom>
        </p:spPr>
      </p:pic>
    </p:spTree>
    <p:extLst>
      <p:ext uri="{BB962C8B-B14F-4D97-AF65-F5344CB8AC3E}">
        <p14:creationId xmlns:p14="http://schemas.microsoft.com/office/powerpoint/2010/main" val="25820419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0530" name="Rectangle 2"/>
          <p:cNvSpPr>
            <a:spLocks noGrp="1" noChangeArrowheads="1"/>
          </p:cNvSpPr>
          <p:nvPr>
            <p:ph type="title"/>
          </p:nvPr>
        </p:nvSpPr>
        <p:spPr>
          <a:xfrm>
            <a:off x="1439652" y="524652"/>
            <a:ext cx="6172200" cy="642942"/>
          </a:xfrm>
        </p:spPr>
        <p:txBody>
          <a:bodyPr/>
          <a:lstStyle/>
          <a:p>
            <a:r>
              <a:rPr lang="zh-CN" altLang="en-US" dirty="0">
                <a:latin typeface="Arial Unicode MS" pitchFamily="34" charset="-122"/>
                <a:ea typeface="Arial Unicode MS" pitchFamily="34" charset="-122"/>
                <a:cs typeface="Arial Unicode MS" pitchFamily="34" charset="-122"/>
              </a:rPr>
              <a:t>设置回滚事务属性</a:t>
            </a:r>
          </a:p>
        </p:txBody>
      </p:sp>
      <p:sp>
        <p:nvSpPr>
          <p:cNvPr id="790531" name="Rectangle 3"/>
          <p:cNvSpPr>
            <a:spLocks noGrp="1" noChangeArrowheads="1"/>
          </p:cNvSpPr>
          <p:nvPr>
            <p:ph sz="quarter" idx="1"/>
          </p:nvPr>
        </p:nvSpPr>
        <p:spPr>
          <a:xfrm>
            <a:off x="1439652" y="1232289"/>
            <a:ext cx="6318702" cy="673894"/>
          </a:xfrm>
        </p:spPr>
        <p:txBody>
          <a:bodyPr>
            <a:normAutofit/>
          </a:bodyPr>
          <a:lstStyle/>
          <a:p>
            <a:r>
              <a:rPr lang="zh-CN" altLang="en-US" sz="1800" dirty="0">
                <a:latin typeface="Arial Unicode MS" pitchFamily="34" charset="-122"/>
                <a:ea typeface="Arial Unicode MS" pitchFamily="34" charset="-122"/>
                <a:cs typeface="Arial Unicode MS" pitchFamily="34" charset="-122"/>
              </a:rPr>
              <a:t>在 </a:t>
            </a:r>
            <a:r>
              <a:rPr lang="en-US" altLang="zh-CN" sz="1800" dirty="0">
                <a:latin typeface="Arial Unicode MS" pitchFamily="34" charset="-122"/>
                <a:ea typeface="Arial Unicode MS" pitchFamily="34" charset="-122"/>
                <a:cs typeface="Arial Unicode MS" pitchFamily="34" charset="-122"/>
              </a:rPr>
              <a:t>Spring 2.x </a:t>
            </a:r>
            <a:r>
              <a:rPr lang="zh-CN" altLang="en-US" sz="1800" dirty="0">
                <a:latin typeface="Arial Unicode MS" pitchFamily="34" charset="-122"/>
                <a:ea typeface="Arial Unicode MS" pitchFamily="34" charset="-122"/>
                <a:cs typeface="Arial Unicode MS" pitchFamily="34" charset="-122"/>
              </a:rPr>
              <a:t>事务通知中</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可以在 </a:t>
            </a:r>
            <a:r>
              <a:rPr lang="en-US" altLang="zh-CN" sz="1800" dirty="0">
                <a:latin typeface="Arial Unicode MS" pitchFamily="34" charset="-122"/>
                <a:ea typeface="Arial Unicode MS" pitchFamily="34" charset="-122"/>
                <a:cs typeface="Arial Unicode MS" pitchFamily="34" charset="-122"/>
              </a:rPr>
              <a:t>&lt;</a:t>
            </a:r>
            <a:r>
              <a:rPr lang="en-US" altLang="zh-CN" sz="1800" dirty="0" err="1">
                <a:latin typeface="Arial Unicode MS" pitchFamily="34" charset="-122"/>
                <a:ea typeface="Arial Unicode MS" pitchFamily="34" charset="-122"/>
                <a:cs typeface="Arial Unicode MS" pitchFamily="34" charset="-122"/>
              </a:rPr>
              <a:t>tx:method</a:t>
            </a:r>
            <a:r>
              <a:rPr lang="en-US" altLang="zh-CN" sz="1800" dirty="0">
                <a:latin typeface="Arial Unicode MS" pitchFamily="34" charset="-122"/>
                <a:ea typeface="Arial Unicode MS" pitchFamily="34" charset="-122"/>
                <a:cs typeface="Arial Unicode MS" pitchFamily="34" charset="-122"/>
              </a:rPr>
              <a:t>&gt; </a:t>
            </a:r>
            <a:r>
              <a:rPr lang="zh-CN" altLang="en-US" sz="1800" dirty="0">
                <a:latin typeface="Arial Unicode MS" pitchFamily="34" charset="-122"/>
                <a:ea typeface="Arial Unicode MS" pitchFamily="34" charset="-122"/>
                <a:cs typeface="Arial Unicode MS" pitchFamily="34" charset="-122"/>
              </a:rPr>
              <a:t>元素中指定回滚规则</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如果有不止一种异常</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用逗号分隔</a:t>
            </a:r>
            <a:r>
              <a:rPr lang="en-US" altLang="zh-CN" sz="1800" dirty="0">
                <a:latin typeface="Arial Unicode MS" pitchFamily="34" charset="-122"/>
                <a:ea typeface="Arial Unicode MS" pitchFamily="34" charset="-122"/>
                <a:cs typeface="Arial Unicode MS" pitchFamily="34" charset="-122"/>
              </a:rPr>
              <a:t>.</a:t>
            </a:r>
          </a:p>
        </p:txBody>
      </p:sp>
      <p:pic>
        <p:nvPicPr>
          <p:cNvPr id="790532" name="Picture 4"/>
          <p:cNvPicPr>
            <a:picLocks noChangeAspect="1" noChangeArrowheads="1"/>
          </p:cNvPicPr>
          <p:nvPr/>
        </p:nvPicPr>
        <p:blipFill>
          <a:blip r:embed="rId2"/>
          <a:srcRect/>
          <a:stretch>
            <a:fillRect/>
          </a:stretch>
        </p:blipFill>
        <p:spPr bwMode="auto">
          <a:xfrm>
            <a:off x="1763688" y="1951230"/>
            <a:ext cx="5238750" cy="1646635"/>
          </a:xfrm>
          <a:prstGeom prst="rect">
            <a:avLst/>
          </a:prstGeom>
          <a:noFill/>
        </p:spPr>
      </p:pic>
      <p:sp>
        <p:nvSpPr>
          <p:cNvPr id="790533" name="Rectangle 5"/>
          <p:cNvSpPr>
            <a:spLocks noChangeArrowheads="1"/>
          </p:cNvSpPr>
          <p:nvPr/>
        </p:nvSpPr>
        <p:spPr bwMode="auto">
          <a:xfrm>
            <a:off x="2666183" y="2922779"/>
            <a:ext cx="4320778" cy="333375"/>
          </a:xfrm>
          <a:prstGeom prst="rect">
            <a:avLst/>
          </a:prstGeom>
          <a:noFill/>
          <a:ln w="19050" algn="ctr">
            <a:solidFill>
              <a:srgbClr val="FF0000"/>
            </a:solidFill>
            <a:prstDash val="dash"/>
            <a:miter lim="800000"/>
            <a:headEnd/>
            <a:tailEnd/>
          </a:ln>
          <a:effectLst/>
        </p:spPr>
        <p:txBody>
          <a:bodyPr wrap="none" anchor="ctr"/>
          <a:lstStyle/>
          <a:p>
            <a:endParaRPr lang="zh-CN" altLang="en-US" sz="1350">
              <a:solidFill>
                <a:prstClr val="black"/>
              </a:solidFill>
              <a:latin typeface="Arial Unicode MS" pitchFamily="34" charset="-122"/>
              <a:ea typeface="Arial Unicode MS" pitchFamily="34" charset="-122"/>
              <a:cs typeface="Arial Unicode MS" pitchFamily="34" charset="-122"/>
            </a:endParaRPr>
          </a:p>
        </p:txBody>
      </p:sp>
      <p:sp>
        <p:nvSpPr>
          <p:cNvPr id="2" name="灯片编号占位符 1"/>
          <p:cNvSpPr>
            <a:spLocks noGrp="1"/>
          </p:cNvSpPr>
          <p:nvPr>
            <p:ph type="sldNum" sz="quarter" idx="12"/>
          </p:nvPr>
        </p:nvSpPr>
        <p:spPr/>
        <p:txBody>
          <a:bodyPr/>
          <a:lstStyle/>
          <a:p>
            <a:fld id="{0C913308-F349-4B6D-A68A-DD1791B4A57B}" type="slidenum">
              <a:rPr lang="zh-CN" altLang="en-US">
                <a:latin typeface="Franklin Gothic Book"/>
                <a:ea typeface="幼圆" panose="02010509060101010101" pitchFamily="49" charset="-122"/>
              </a:rPr>
              <a:pPr/>
              <a:t>43</a:t>
            </a:fld>
            <a:endParaRPr lang="zh-CN" altLang="en-US">
              <a:latin typeface="Franklin Gothic Book"/>
              <a:ea typeface="幼圆" panose="02010509060101010101" pitchFamily="49" charset="-122"/>
            </a:endParaRPr>
          </a:p>
        </p:txBody>
      </p:sp>
    </p:spTree>
    <p:extLst>
      <p:ext uri="{BB962C8B-B14F-4D97-AF65-F5344CB8AC3E}">
        <p14:creationId xmlns:p14="http://schemas.microsoft.com/office/powerpoint/2010/main" val="16217593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9506" name="Rectangle 2"/>
          <p:cNvSpPr>
            <a:spLocks noGrp="1" noChangeArrowheads="1"/>
          </p:cNvSpPr>
          <p:nvPr>
            <p:ph type="title"/>
          </p:nvPr>
        </p:nvSpPr>
        <p:spPr>
          <a:xfrm>
            <a:off x="1655676" y="578658"/>
            <a:ext cx="6172200" cy="642942"/>
          </a:xfrm>
        </p:spPr>
        <p:txBody>
          <a:bodyPr/>
          <a:lstStyle/>
          <a:p>
            <a:r>
              <a:rPr lang="zh-CN" altLang="en-US" dirty="0">
                <a:latin typeface="Arial Unicode MS" pitchFamily="34" charset="-122"/>
                <a:ea typeface="Arial Unicode MS" pitchFamily="34" charset="-122"/>
                <a:cs typeface="Arial Unicode MS" pitchFamily="34" charset="-122"/>
              </a:rPr>
              <a:t>超时和只读属性</a:t>
            </a:r>
          </a:p>
        </p:txBody>
      </p:sp>
      <p:sp>
        <p:nvSpPr>
          <p:cNvPr id="789507" name="Rectangle 3"/>
          <p:cNvSpPr>
            <a:spLocks noGrp="1" noChangeArrowheads="1"/>
          </p:cNvSpPr>
          <p:nvPr>
            <p:ph sz="quarter" idx="1"/>
          </p:nvPr>
        </p:nvSpPr>
        <p:spPr>
          <a:xfrm>
            <a:off x="1547664" y="1329613"/>
            <a:ext cx="6048672" cy="3074194"/>
          </a:xfrm>
        </p:spPr>
        <p:txBody>
          <a:bodyPr/>
          <a:lstStyle/>
          <a:p>
            <a:r>
              <a:rPr lang="zh-CN" altLang="en-US" sz="1800" dirty="0">
                <a:latin typeface="Arial Unicode MS" pitchFamily="34" charset="-122"/>
                <a:ea typeface="Arial Unicode MS" pitchFamily="34" charset="-122"/>
                <a:cs typeface="Arial Unicode MS" pitchFamily="34" charset="-122"/>
              </a:rPr>
              <a:t>由于事务可以在行和表上获得锁</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因此长事务会占用资源</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并对整体性能产生影响</a:t>
            </a:r>
            <a:r>
              <a:rPr lang="en-US" altLang="zh-CN" sz="1800" dirty="0">
                <a:latin typeface="Arial Unicode MS" pitchFamily="34" charset="-122"/>
                <a:ea typeface="Arial Unicode MS" pitchFamily="34" charset="-122"/>
                <a:cs typeface="Arial Unicode MS" pitchFamily="34" charset="-122"/>
              </a:rPr>
              <a:t>. </a:t>
            </a:r>
          </a:p>
          <a:p>
            <a:r>
              <a:rPr lang="zh-CN" altLang="en-US" sz="1800" dirty="0">
                <a:latin typeface="Arial Unicode MS" pitchFamily="34" charset="-122"/>
                <a:ea typeface="Arial Unicode MS" pitchFamily="34" charset="-122"/>
                <a:cs typeface="Arial Unicode MS" pitchFamily="34" charset="-122"/>
              </a:rPr>
              <a:t>如果一个事务只读取数据但不做修改</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数据库引擎可以对这个事务进行优化</a:t>
            </a:r>
            <a:r>
              <a:rPr lang="en-US" altLang="zh-CN" sz="1800" dirty="0">
                <a:latin typeface="Arial Unicode MS" pitchFamily="34" charset="-122"/>
                <a:ea typeface="Arial Unicode MS" pitchFamily="34" charset="-122"/>
                <a:cs typeface="Arial Unicode MS" pitchFamily="34" charset="-122"/>
              </a:rPr>
              <a:t>.</a:t>
            </a:r>
          </a:p>
          <a:p>
            <a:r>
              <a:rPr lang="zh-CN" altLang="en-US" sz="1800" dirty="0">
                <a:solidFill>
                  <a:srgbClr val="0000FF"/>
                </a:solidFill>
                <a:latin typeface="Arial Unicode MS" pitchFamily="34" charset="-122"/>
                <a:ea typeface="Arial Unicode MS" pitchFamily="34" charset="-122"/>
                <a:cs typeface="Arial Unicode MS" pitchFamily="34" charset="-122"/>
              </a:rPr>
              <a:t>超时事务属性</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事务在强制回滚之前可以保持多久</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这样可以防止长期运行的事务占用资源</a:t>
            </a:r>
            <a:r>
              <a:rPr lang="en-US" altLang="zh-CN" sz="1800" dirty="0">
                <a:latin typeface="Arial Unicode MS" pitchFamily="34" charset="-122"/>
                <a:ea typeface="Arial Unicode MS" pitchFamily="34" charset="-122"/>
                <a:cs typeface="Arial Unicode MS" pitchFamily="34" charset="-122"/>
              </a:rPr>
              <a:t>.</a:t>
            </a:r>
          </a:p>
          <a:p>
            <a:r>
              <a:rPr lang="zh-CN" altLang="en-US" sz="1800" dirty="0">
                <a:solidFill>
                  <a:srgbClr val="FF0000"/>
                </a:solidFill>
                <a:latin typeface="Arial Unicode MS" pitchFamily="34" charset="-122"/>
                <a:ea typeface="Arial Unicode MS" pitchFamily="34" charset="-122"/>
                <a:cs typeface="Arial Unicode MS" pitchFamily="34" charset="-122"/>
              </a:rPr>
              <a:t>只读事务属性</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表示这个事务只读取数据但不更新数据</a:t>
            </a:r>
            <a:r>
              <a:rPr lang="en-US" altLang="zh-CN" sz="1800" dirty="0">
                <a:latin typeface="Arial Unicode MS" pitchFamily="34" charset="-122"/>
                <a:ea typeface="Arial Unicode MS" pitchFamily="34" charset="-122"/>
                <a:cs typeface="Arial Unicode MS" pitchFamily="34" charset="-122"/>
              </a:rPr>
              <a:t>, </a:t>
            </a:r>
            <a:r>
              <a:rPr lang="zh-CN" altLang="en-US" sz="1800" dirty="0">
                <a:latin typeface="Arial Unicode MS" pitchFamily="34" charset="-122"/>
                <a:ea typeface="Arial Unicode MS" pitchFamily="34" charset="-122"/>
                <a:cs typeface="Arial Unicode MS" pitchFamily="34" charset="-122"/>
              </a:rPr>
              <a:t>这样可以帮助数据库引擎优化事务</a:t>
            </a:r>
            <a:r>
              <a:rPr lang="en-US" altLang="zh-CN" sz="1800" dirty="0">
                <a:latin typeface="Arial Unicode MS" pitchFamily="34" charset="-122"/>
                <a:ea typeface="Arial Unicode MS" pitchFamily="34" charset="-122"/>
                <a:cs typeface="Arial Unicode MS" pitchFamily="34" charset="-122"/>
              </a:rPr>
              <a:t>.</a:t>
            </a:r>
          </a:p>
        </p:txBody>
      </p:sp>
      <p:sp>
        <p:nvSpPr>
          <p:cNvPr id="2" name="灯片编号占位符 1"/>
          <p:cNvSpPr>
            <a:spLocks noGrp="1"/>
          </p:cNvSpPr>
          <p:nvPr>
            <p:ph type="sldNum" sz="quarter" idx="12"/>
          </p:nvPr>
        </p:nvSpPr>
        <p:spPr/>
        <p:txBody>
          <a:bodyPr/>
          <a:lstStyle/>
          <a:p>
            <a:fld id="{0C913308-F349-4B6D-A68A-DD1791B4A57B}" type="slidenum">
              <a:rPr lang="zh-CN" altLang="en-US">
                <a:latin typeface="Franklin Gothic Book"/>
                <a:ea typeface="幼圆" panose="02010509060101010101" pitchFamily="49" charset="-122"/>
              </a:rPr>
              <a:pPr/>
              <a:t>44</a:t>
            </a:fld>
            <a:endParaRPr lang="zh-CN" altLang="en-US">
              <a:latin typeface="Franklin Gothic Book"/>
              <a:ea typeface="幼圆" panose="02010509060101010101" pitchFamily="49" charset="-122"/>
            </a:endParaRPr>
          </a:p>
        </p:txBody>
      </p:sp>
    </p:spTree>
    <p:extLst>
      <p:ext uri="{BB962C8B-B14F-4D97-AF65-F5344CB8AC3E}">
        <p14:creationId xmlns:p14="http://schemas.microsoft.com/office/powerpoint/2010/main" val="10941595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482" name="Rectangle 2"/>
          <p:cNvSpPr>
            <a:spLocks noGrp="1" noChangeArrowheads="1"/>
          </p:cNvSpPr>
          <p:nvPr>
            <p:ph type="title"/>
          </p:nvPr>
        </p:nvSpPr>
        <p:spPr>
          <a:xfrm>
            <a:off x="1532148" y="524652"/>
            <a:ext cx="6172200" cy="642942"/>
          </a:xfrm>
        </p:spPr>
        <p:txBody>
          <a:bodyPr/>
          <a:lstStyle/>
          <a:p>
            <a:r>
              <a:rPr lang="zh-CN" altLang="en-US" dirty="0">
                <a:latin typeface="Arial Unicode MS" pitchFamily="34" charset="-122"/>
                <a:ea typeface="Arial Unicode MS" pitchFamily="34" charset="-122"/>
                <a:cs typeface="Arial Unicode MS" pitchFamily="34" charset="-122"/>
              </a:rPr>
              <a:t>设置超时和只读事务属性</a:t>
            </a:r>
          </a:p>
        </p:txBody>
      </p:sp>
      <p:sp>
        <p:nvSpPr>
          <p:cNvPr id="788483" name="Rectangle 3"/>
          <p:cNvSpPr>
            <a:spLocks noGrp="1" noChangeArrowheads="1"/>
          </p:cNvSpPr>
          <p:nvPr>
            <p:ph sz="quarter" idx="1"/>
          </p:nvPr>
        </p:nvSpPr>
        <p:spPr>
          <a:xfrm>
            <a:off x="1709738" y="1275365"/>
            <a:ext cx="5772150" cy="3074194"/>
          </a:xfrm>
        </p:spPr>
        <p:txBody>
          <a:bodyPr/>
          <a:lstStyle/>
          <a:p>
            <a:r>
              <a:rPr lang="zh-CN" altLang="en-US" sz="1500">
                <a:latin typeface="Arial Unicode MS" pitchFamily="34" charset="-122"/>
                <a:ea typeface="Arial Unicode MS" pitchFamily="34" charset="-122"/>
                <a:cs typeface="Arial Unicode MS" pitchFamily="34" charset="-122"/>
              </a:rPr>
              <a:t>超时和只读属性可以在 </a:t>
            </a:r>
            <a:r>
              <a:rPr lang="en-US" altLang="zh-CN" sz="1500">
                <a:latin typeface="Arial Unicode MS" pitchFamily="34" charset="-122"/>
                <a:ea typeface="Arial Unicode MS" pitchFamily="34" charset="-122"/>
                <a:cs typeface="Arial Unicode MS" pitchFamily="34" charset="-122"/>
              </a:rPr>
              <a:t>@Transactional </a:t>
            </a:r>
            <a:r>
              <a:rPr lang="zh-CN" altLang="en-US" sz="1500">
                <a:latin typeface="Arial Unicode MS" pitchFamily="34" charset="-122"/>
                <a:ea typeface="Arial Unicode MS" pitchFamily="34" charset="-122"/>
                <a:cs typeface="Arial Unicode MS" pitchFamily="34" charset="-122"/>
              </a:rPr>
              <a:t>注解中定义</a:t>
            </a:r>
            <a:r>
              <a:rPr lang="en-US" altLang="zh-CN" sz="1500">
                <a:latin typeface="Arial Unicode MS" pitchFamily="34" charset="-122"/>
                <a:ea typeface="Arial Unicode MS" pitchFamily="34" charset="-122"/>
                <a:cs typeface="Arial Unicode MS" pitchFamily="34" charset="-122"/>
              </a:rPr>
              <a:t>.</a:t>
            </a:r>
            <a:r>
              <a:rPr lang="zh-CN" altLang="en-US" sz="1500">
                <a:latin typeface="Arial Unicode MS" pitchFamily="34" charset="-122"/>
                <a:ea typeface="Arial Unicode MS" pitchFamily="34" charset="-122"/>
                <a:cs typeface="Arial Unicode MS" pitchFamily="34" charset="-122"/>
              </a:rPr>
              <a:t>超时属性以秒为单位来计算</a:t>
            </a:r>
            <a:r>
              <a:rPr lang="en-US" altLang="zh-CN" sz="1500">
                <a:latin typeface="Arial Unicode MS" pitchFamily="34" charset="-122"/>
                <a:ea typeface="Arial Unicode MS" pitchFamily="34" charset="-122"/>
                <a:cs typeface="Arial Unicode MS" pitchFamily="34" charset="-122"/>
              </a:rPr>
              <a:t>.</a:t>
            </a:r>
          </a:p>
          <a:p>
            <a:endParaRPr lang="en-US" altLang="zh-CN" sz="1500">
              <a:latin typeface="Arial Unicode MS" pitchFamily="34" charset="-122"/>
              <a:ea typeface="Arial Unicode MS" pitchFamily="34" charset="-122"/>
              <a:cs typeface="Arial Unicode MS" pitchFamily="34" charset="-122"/>
            </a:endParaRPr>
          </a:p>
          <a:p>
            <a:endParaRPr lang="en-US" altLang="zh-CN" sz="1500">
              <a:latin typeface="Arial Unicode MS" pitchFamily="34" charset="-122"/>
              <a:ea typeface="Arial Unicode MS" pitchFamily="34" charset="-122"/>
              <a:cs typeface="Arial Unicode MS" pitchFamily="34" charset="-122"/>
            </a:endParaRPr>
          </a:p>
          <a:p>
            <a:endParaRPr lang="en-US" altLang="zh-CN" sz="1500">
              <a:latin typeface="Arial Unicode MS" pitchFamily="34" charset="-122"/>
              <a:ea typeface="Arial Unicode MS" pitchFamily="34" charset="-122"/>
              <a:cs typeface="Arial Unicode MS" pitchFamily="34" charset="-122"/>
            </a:endParaRPr>
          </a:p>
          <a:p>
            <a:endParaRPr lang="en-US" altLang="zh-CN" sz="1500">
              <a:latin typeface="Arial Unicode MS" pitchFamily="34" charset="-122"/>
              <a:ea typeface="Arial Unicode MS" pitchFamily="34" charset="-122"/>
              <a:cs typeface="Arial Unicode MS" pitchFamily="34" charset="-122"/>
            </a:endParaRPr>
          </a:p>
          <a:p>
            <a:r>
              <a:rPr lang="zh-CN" altLang="en-US" sz="1500">
                <a:latin typeface="Arial Unicode MS" pitchFamily="34" charset="-122"/>
                <a:ea typeface="Arial Unicode MS" pitchFamily="34" charset="-122"/>
                <a:cs typeface="Arial Unicode MS" pitchFamily="34" charset="-122"/>
              </a:rPr>
              <a:t>在 </a:t>
            </a:r>
            <a:r>
              <a:rPr lang="en-US" altLang="zh-CN" sz="1500">
                <a:latin typeface="Arial Unicode MS" pitchFamily="34" charset="-122"/>
                <a:ea typeface="Arial Unicode MS" pitchFamily="34" charset="-122"/>
                <a:cs typeface="Arial Unicode MS" pitchFamily="34" charset="-122"/>
              </a:rPr>
              <a:t>Spring 2.x </a:t>
            </a:r>
            <a:r>
              <a:rPr lang="zh-CN" altLang="en-US" sz="1500">
                <a:latin typeface="Arial Unicode MS" pitchFamily="34" charset="-122"/>
                <a:ea typeface="Arial Unicode MS" pitchFamily="34" charset="-122"/>
                <a:cs typeface="Arial Unicode MS" pitchFamily="34" charset="-122"/>
              </a:rPr>
              <a:t>事务通知中</a:t>
            </a:r>
            <a:r>
              <a:rPr lang="en-US" altLang="zh-CN" sz="1500">
                <a:latin typeface="Arial Unicode MS" pitchFamily="34" charset="-122"/>
                <a:ea typeface="Arial Unicode MS" pitchFamily="34" charset="-122"/>
                <a:cs typeface="Arial Unicode MS" pitchFamily="34" charset="-122"/>
              </a:rPr>
              <a:t>, </a:t>
            </a:r>
            <a:r>
              <a:rPr lang="zh-CN" altLang="en-US" sz="1500">
                <a:latin typeface="Arial Unicode MS" pitchFamily="34" charset="-122"/>
                <a:ea typeface="Arial Unicode MS" pitchFamily="34" charset="-122"/>
                <a:cs typeface="Arial Unicode MS" pitchFamily="34" charset="-122"/>
              </a:rPr>
              <a:t>超时和只读属性可以在 </a:t>
            </a:r>
            <a:r>
              <a:rPr lang="en-US" altLang="zh-CN" sz="1500">
                <a:latin typeface="Arial Unicode MS" pitchFamily="34" charset="-122"/>
                <a:ea typeface="Arial Unicode MS" pitchFamily="34" charset="-122"/>
                <a:cs typeface="Arial Unicode MS" pitchFamily="34" charset="-122"/>
              </a:rPr>
              <a:t>&lt;tx:method&gt; </a:t>
            </a:r>
            <a:r>
              <a:rPr lang="zh-CN" altLang="en-US" sz="1500">
                <a:latin typeface="Arial Unicode MS" pitchFamily="34" charset="-122"/>
                <a:ea typeface="Arial Unicode MS" pitchFamily="34" charset="-122"/>
                <a:cs typeface="Arial Unicode MS" pitchFamily="34" charset="-122"/>
              </a:rPr>
              <a:t>元素中进行指定</a:t>
            </a:r>
            <a:r>
              <a:rPr lang="en-US" altLang="zh-CN" sz="1500">
                <a:latin typeface="Arial Unicode MS" pitchFamily="34" charset="-122"/>
                <a:ea typeface="Arial Unicode MS" pitchFamily="34" charset="-122"/>
                <a:cs typeface="Arial Unicode MS" pitchFamily="34" charset="-122"/>
              </a:rPr>
              <a:t>.</a:t>
            </a:r>
          </a:p>
        </p:txBody>
      </p:sp>
      <p:pic>
        <p:nvPicPr>
          <p:cNvPr id="788484" name="Picture 4"/>
          <p:cNvPicPr>
            <a:picLocks noChangeAspect="1" noChangeArrowheads="1"/>
          </p:cNvPicPr>
          <p:nvPr/>
        </p:nvPicPr>
        <p:blipFill>
          <a:blip r:embed="rId2"/>
          <a:srcRect/>
          <a:stretch>
            <a:fillRect/>
          </a:stretch>
        </p:blipFill>
        <p:spPr bwMode="auto">
          <a:xfrm>
            <a:off x="2033587" y="1830196"/>
            <a:ext cx="4158854" cy="1037035"/>
          </a:xfrm>
          <a:prstGeom prst="rect">
            <a:avLst/>
          </a:prstGeom>
          <a:noFill/>
        </p:spPr>
      </p:pic>
      <p:sp>
        <p:nvSpPr>
          <p:cNvPr id="788485" name="Rectangle 5"/>
          <p:cNvSpPr>
            <a:spLocks noChangeArrowheads="1"/>
          </p:cNvSpPr>
          <p:nvPr/>
        </p:nvSpPr>
        <p:spPr bwMode="auto">
          <a:xfrm>
            <a:off x="2561036" y="2408840"/>
            <a:ext cx="1039415" cy="270272"/>
          </a:xfrm>
          <a:prstGeom prst="rect">
            <a:avLst/>
          </a:prstGeom>
          <a:noFill/>
          <a:ln w="19050" algn="ctr">
            <a:solidFill>
              <a:srgbClr val="FF0000"/>
            </a:solidFill>
            <a:prstDash val="dash"/>
            <a:miter lim="800000"/>
            <a:headEnd/>
            <a:tailEnd/>
          </a:ln>
          <a:effectLst/>
        </p:spPr>
        <p:txBody>
          <a:bodyPr wrap="none" anchor="ctr"/>
          <a:lstStyle/>
          <a:p>
            <a:endParaRPr lang="zh-CN" altLang="en-US" sz="1350">
              <a:solidFill>
                <a:prstClr val="black"/>
              </a:solidFill>
              <a:latin typeface="Perpetua"/>
              <a:ea typeface="宋体" panose="02010600030101010101" pitchFamily="2" charset="-122"/>
            </a:endParaRPr>
          </a:p>
        </p:txBody>
      </p:sp>
      <p:pic>
        <p:nvPicPr>
          <p:cNvPr id="788486" name="Picture 6"/>
          <p:cNvPicPr>
            <a:picLocks noChangeAspect="1" noChangeArrowheads="1"/>
          </p:cNvPicPr>
          <p:nvPr/>
        </p:nvPicPr>
        <p:blipFill>
          <a:blip r:embed="rId3"/>
          <a:srcRect/>
          <a:stretch>
            <a:fillRect/>
          </a:stretch>
        </p:blipFill>
        <p:spPr bwMode="auto">
          <a:xfrm>
            <a:off x="2087166" y="3353006"/>
            <a:ext cx="4429125" cy="1649015"/>
          </a:xfrm>
          <a:prstGeom prst="rect">
            <a:avLst/>
          </a:prstGeom>
          <a:noFill/>
        </p:spPr>
      </p:pic>
      <p:sp>
        <p:nvSpPr>
          <p:cNvPr id="788487" name="Rectangle 7"/>
          <p:cNvSpPr>
            <a:spLocks noChangeArrowheads="1"/>
          </p:cNvSpPr>
          <p:nvPr/>
        </p:nvSpPr>
        <p:spPr bwMode="auto">
          <a:xfrm>
            <a:off x="2815830" y="4442428"/>
            <a:ext cx="1215628" cy="270272"/>
          </a:xfrm>
          <a:prstGeom prst="rect">
            <a:avLst/>
          </a:prstGeom>
          <a:noFill/>
          <a:ln w="19050" algn="ctr">
            <a:solidFill>
              <a:srgbClr val="FF0000"/>
            </a:solidFill>
            <a:prstDash val="dash"/>
            <a:miter lim="800000"/>
            <a:headEnd/>
            <a:tailEnd/>
          </a:ln>
          <a:effectLst/>
        </p:spPr>
        <p:txBody>
          <a:bodyPr wrap="none" anchor="ctr"/>
          <a:lstStyle/>
          <a:p>
            <a:endParaRPr lang="zh-CN" altLang="en-US" sz="1350">
              <a:solidFill>
                <a:prstClr val="black"/>
              </a:solidFill>
              <a:latin typeface="Perpetua"/>
              <a:ea typeface="宋体" panose="02010600030101010101" pitchFamily="2" charset="-122"/>
            </a:endParaRPr>
          </a:p>
        </p:txBody>
      </p:sp>
      <p:sp>
        <p:nvSpPr>
          <p:cNvPr id="2" name="灯片编号占位符 1"/>
          <p:cNvSpPr>
            <a:spLocks noGrp="1"/>
          </p:cNvSpPr>
          <p:nvPr>
            <p:ph type="sldNum" sz="quarter" idx="12"/>
          </p:nvPr>
        </p:nvSpPr>
        <p:spPr/>
        <p:txBody>
          <a:bodyPr/>
          <a:lstStyle/>
          <a:p>
            <a:fld id="{0C913308-F349-4B6D-A68A-DD1791B4A57B}" type="slidenum">
              <a:rPr lang="zh-CN" altLang="en-US">
                <a:latin typeface="Franklin Gothic Book"/>
                <a:ea typeface="幼圆" panose="02010509060101010101" pitchFamily="49" charset="-122"/>
              </a:rPr>
              <a:pPr/>
              <a:t>45</a:t>
            </a:fld>
            <a:endParaRPr lang="zh-CN" altLang="en-US">
              <a:latin typeface="Franklin Gothic Book"/>
              <a:ea typeface="幼圆" panose="02010509060101010101" pitchFamily="49" charset="-122"/>
            </a:endParaRPr>
          </a:p>
        </p:txBody>
      </p:sp>
    </p:spTree>
    <p:extLst>
      <p:ext uri="{BB962C8B-B14F-4D97-AF65-F5344CB8AC3E}">
        <p14:creationId xmlns:p14="http://schemas.microsoft.com/office/powerpoint/2010/main" val="38951208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p:txBody>
          <a:bodyPr/>
          <a:lstStyle/>
          <a:p>
            <a:r>
              <a:rPr lang="zh-CN" altLang="en-US" dirty="0"/>
              <a:t>使用注解实现事务处理的事务属性配置 </a:t>
            </a:r>
          </a:p>
        </p:txBody>
      </p:sp>
      <p:graphicFrame>
        <p:nvGraphicFramePr>
          <p:cNvPr id="8" name="Group 29"/>
          <p:cNvGraphicFramePr>
            <a:graphicFrameLocks noGrp="1"/>
          </p:cNvGraphicFramePr>
          <p:nvPr>
            <p:extLst>
              <p:ext uri="{D42A27DB-BD31-4B8C-83A1-F6EECF244321}">
                <p14:modId xmlns:p14="http://schemas.microsoft.com/office/powerpoint/2010/main" val="1078525504"/>
              </p:ext>
            </p:extLst>
          </p:nvPr>
        </p:nvGraphicFramePr>
        <p:xfrm>
          <a:off x="571472" y="970980"/>
          <a:ext cx="8001024" cy="2994474"/>
        </p:xfrm>
        <a:graphic>
          <a:graphicData uri="http://schemas.openxmlformats.org/drawingml/2006/table">
            <a:tbl>
              <a:tblPr firstRow="1" bandRow="1">
                <a:solidFill>
                  <a:schemeClr val="bg2">
                    <a:lumMod val="90000"/>
                  </a:schemeClr>
                </a:solidFill>
                <a:effectLst>
                  <a:outerShdw blurRad="50800" dist="50800" dir="5400000" algn="ctr" rotWithShape="0">
                    <a:schemeClr val="bg2"/>
                  </a:outerShdw>
                </a:effectLst>
                <a:tableStyleId>{5C22544A-7EE6-4342-B048-85BDC9FD1C3A}</a:tableStyleId>
              </a:tblPr>
              <a:tblGrid>
                <a:gridCol w="1357290">
                  <a:extLst>
                    <a:ext uri="{9D8B030D-6E8A-4147-A177-3AD203B41FA5}">
                      <a16:colId xmlns:a16="http://schemas.microsoft.com/office/drawing/2014/main" val="20000"/>
                    </a:ext>
                  </a:extLst>
                </a:gridCol>
                <a:gridCol w="1928826">
                  <a:extLst>
                    <a:ext uri="{9D8B030D-6E8A-4147-A177-3AD203B41FA5}">
                      <a16:colId xmlns:a16="http://schemas.microsoft.com/office/drawing/2014/main" val="20001"/>
                    </a:ext>
                  </a:extLst>
                </a:gridCol>
                <a:gridCol w="4714908">
                  <a:extLst>
                    <a:ext uri="{9D8B030D-6E8A-4147-A177-3AD203B41FA5}">
                      <a16:colId xmlns:a16="http://schemas.microsoft.com/office/drawing/2014/main" val="20002"/>
                    </a:ext>
                  </a:extLst>
                </a:gridCol>
              </a:tblGrid>
              <a:tr h="321471">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1500" b="1" u="none" strike="noStrike" cap="none" normalizeH="0" baseline="0" dirty="0">
                          <a:ln>
                            <a:noFill/>
                          </a:ln>
                          <a:effectLst/>
                          <a:latin typeface="Arial" panose="020B0604020202020204" pitchFamily="34" charset="0"/>
                          <a:ea typeface="微软雅黑" panose="020B0503020204020204" pitchFamily="34" charset="-122"/>
                          <a:cs typeface="Arial" panose="020B0604020202020204" pitchFamily="34" charset="0"/>
                        </a:rPr>
                        <a:t>属性</a:t>
                      </a:r>
                      <a:endParaRPr kumimoji="0" lang="zh-CN" altLang="en-US" sz="1500" b="1" i="0" u="none" strike="noStrike" cap="none" normalizeH="0" baseline="0" dirty="0">
                        <a:ln>
                          <a:noFill/>
                        </a:ln>
                        <a:solidFill>
                          <a:schemeClr val="bg1"/>
                        </a:solidFill>
                        <a:effectLst/>
                        <a:latin typeface="Arial" panose="020B0604020202020204" pitchFamily="34" charset="0"/>
                        <a:ea typeface="微软雅黑" panose="020B0503020204020204" pitchFamily="34" charset="-122"/>
                        <a:cs typeface="Arial" panose="020B0604020202020204" pitchFamily="34" charset="0"/>
                      </a:endParaRPr>
                    </a:p>
                  </a:txBody>
                  <a:tcPr marT="34290" marB="34290"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rgbClr val="0099D8"/>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1500" b="1" i="0" u="none" strike="noStrike" cap="none" normalizeH="0" baseline="0" dirty="0">
                          <a:ln>
                            <a:noFill/>
                          </a:ln>
                          <a:solidFill>
                            <a:schemeClr val="bg1"/>
                          </a:solidFill>
                          <a:effectLst/>
                          <a:latin typeface="Arial" panose="020B0604020202020204" pitchFamily="34" charset="0"/>
                          <a:ea typeface="微软雅黑" panose="020B0503020204020204" pitchFamily="34" charset="-122"/>
                          <a:cs typeface="Arial" panose="020B0604020202020204" pitchFamily="34" charset="0"/>
                        </a:rPr>
                        <a:t>类型</a:t>
                      </a:r>
                    </a:p>
                  </a:txBody>
                  <a:tcPr marT="34290" marB="34290"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rgbClr val="0099D8"/>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1500" b="1" u="none" strike="noStrike" cap="none" normalizeH="0" baseline="0" dirty="0">
                          <a:ln>
                            <a:noFill/>
                          </a:ln>
                          <a:effectLst/>
                          <a:latin typeface="Arial" panose="020B0604020202020204" pitchFamily="34" charset="0"/>
                          <a:ea typeface="微软雅黑" panose="020B0503020204020204" pitchFamily="34" charset="-122"/>
                          <a:cs typeface="Arial" panose="020B0604020202020204" pitchFamily="34" charset="0"/>
                        </a:rPr>
                        <a:t>说明</a:t>
                      </a:r>
                      <a:endParaRPr kumimoji="0" lang="zh-CN" altLang="en-US" sz="1500" b="1" i="0" u="none" strike="noStrike" cap="none" normalizeH="0" baseline="0" dirty="0">
                        <a:ln>
                          <a:noFill/>
                        </a:ln>
                        <a:solidFill>
                          <a:schemeClr val="bg1"/>
                        </a:solidFill>
                        <a:effectLst/>
                        <a:latin typeface="Arial" panose="020B0604020202020204" pitchFamily="34" charset="0"/>
                        <a:ea typeface="微软雅黑" panose="020B0503020204020204" pitchFamily="34" charset="-122"/>
                        <a:cs typeface="Arial" panose="020B0604020202020204" pitchFamily="34" charset="0"/>
                      </a:endParaRPr>
                    </a:p>
                  </a:txBody>
                  <a:tcPr marT="34290" marB="34290"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rgbClr val="0099D8"/>
                    </a:solidFill>
                  </a:tcPr>
                </a:tc>
                <a:extLst>
                  <a:ext uri="{0D108BD9-81ED-4DB2-BD59-A6C34878D82A}">
                    <a16:rowId xmlns:a16="http://schemas.microsoft.com/office/drawing/2014/main" val="10000"/>
                  </a:ext>
                </a:extLst>
              </a:tr>
              <a:tr h="690372">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propagation</a:t>
                      </a: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枚举型：</a:t>
                      </a:r>
                      <a:r>
                        <a:rPr kumimoji="0" lang="en-US" altLang="zh-CN"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Propagation</a:t>
                      </a:r>
                      <a:endParaRPr kumimoji="0" lang="zh-CN" altLang="en-US"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可选的传播性设置。使用举例：</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@Transactional(</a:t>
                      </a:r>
                    </a:p>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propagation=</a:t>
                      </a:r>
                      <a:r>
                        <a:rPr kumimoji="0" lang="en-US" altLang="zh-CN" sz="16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Propagation.REQUIRES_NEW</a:t>
                      </a:r>
                      <a:r>
                        <a:rPr kumimoji="0" lang="en-US" altLang="zh-CN"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t>
                      </a:r>
                      <a:endParaRPr kumimoji="0" lang="zh-CN" altLang="en-US"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1"/>
                  </a:ext>
                </a:extLst>
              </a:tr>
              <a:tr h="690372">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isolation</a:t>
                      </a: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枚举型：</a:t>
                      </a:r>
                      <a:r>
                        <a:rPr kumimoji="0" lang="en-US" altLang="zh-CN"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Isolation</a:t>
                      </a:r>
                      <a:endParaRPr kumimoji="0" lang="zh-CN" altLang="en-US"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可选的隔离性级别。使用举例：</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@Transactional(</a:t>
                      </a:r>
                    </a:p>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isolation=</a:t>
                      </a:r>
                      <a:r>
                        <a:rPr kumimoji="0" lang="en-US" altLang="zh-CN" sz="16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Isolation.READ_COMMITTED</a:t>
                      </a:r>
                      <a:r>
                        <a:rPr kumimoji="0" lang="en-US" altLang="zh-CN"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t>
                      </a: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34340">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600" b="1" i="0" u="none" strike="noStrike"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readOnly</a:t>
                      </a:r>
                      <a:endParaRPr kumimoji="0" lang="en-US" altLang="zh-CN" sz="1600" b="1"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布尔型</a:t>
                      </a: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是否为只读型事务。使用举例：</a:t>
                      </a:r>
                      <a:r>
                        <a:rPr kumimoji="0" lang="en-US" altLang="zh-CN"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@Transactional(</a:t>
                      </a:r>
                      <a:r>
                        <a:rPr kumimoji="0" lang="en-US" altLang="zh-CN" sz="16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readOnly</a:t>
                      </a:r>
                      <a:r>
                        <a:rPr kumimoji="0" lang="en-US" altLang="zh-CN"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=true)</a:t>
                      </a:r>
                      <a:endParaRPr kumimoji="0" lang="zh-CN" altLang="en-US"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3"/>
                  </a:ext>
                </a:extLst>
              </a:tr>
              <a:tr h="321471">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timeout</a:t>
                      </a: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6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int</a:t>
                      </a:r>
                      <a:r>
                        <a:rPr kumimoji="0" lang="zh-CN" altLang="en-US"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型（以秒为单位）</a:t>
                      </a: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事务超时。使用举例：</a:t>
                      </a:r>
                      <a:r>
                        <a:rPr kumimoji="0" lang="en-US" altLang="zh-CN"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Transactional(timeout=10)</a:t>
                      </a:r>
                      <a:endParaRPr kumimoji="0" lang="zh-CN" altLang="en-US" sz="16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 name="灯片编号占位符 1"/>
          <p:cNvSpPr>
            <a:spLocks noGrp="1"/>
          </p:cNvSpPr>
          <p:nvPr>
            <p:ph type="sldNum" sz="quarter" idx="12"/>
          </p:nvPr>
        </p:nvSpPr>
        <p:spPr/>
        <p:txBody>
          <a:bodyPr/>
          <a:lstStyle/>
          <a:p>
            <a:fld id="{0C913308-F349-4B6D-A68A-DD1791B4A57B}" type="slidenum">
              <a:rPr lang="zh-CN" altLang="en-US" smtClean="0"/>
              <a:pPr/>
              <a:t>46</a:t>
            </a:fld>
            <a:r>
              <a:rPr lang="zh-CN" altLang="en-US"/>
              <a:t>/</a:t>
            </a:r>
            <a:r>
              <a:rPr lang="en-US" altLang="zh-CN"/>
              <a:t>33</a:t>
            </a:r>
            <a:endParaRPr lang="en-US" altLang="zh-CN" dirty="0"/>
          </a:p>
        </p:txBody>
      </p:sp>
    </p:spTree>
    <p:extLst>
      <p:ext uri="{BB962C8B-B14F-4D97-AF65-F5344CB8AC3E}">
        <p14:creationId xmlns:p14="http://schemas.microsoft.com/office/powerpoint/2010/main" val="27612656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p:txBody>
          <a:bodyPr/>
          <a:lstStyle/>
          <a:p>
            <a:r>
              <a:rPr lang="zh-CN" altLang="en-US" dirty="0"/>
              <a:t>使用注解实现事务处理的事务属性配置 </a:t>
            </a:r>
          </a:p>
        </p:txBody>
      </p:sp>
      <p:sp>
        <p:nvSpPr>
          <p:cNvPr id="8" name="内容占位符 7"/>
          <p:cNvSpPr>
            <a:spLocks noGrp="1"/>
          </p:cNvSpPr>
          <p:nvPr>
            <p:ph idx="1"/>
          </p:nvPr>
        </p:nvSpPr>
        <p:spPr/>
        <p:txBody>
          <a:bodyPr/>
          <a:lstStyle/>
          <a:p>
            <a:endParaRPr lang="zh-CN" altLang="en-US"/>
          </a:p>
        </p:txBody>
      </p:sp>
      <p:graphicFrame>
        <p:nvGraphicFramePr>
          <p:cNvPr id="6" name="Group 29"/>
          <p:cNvGraphicFramePr>
            <a:graphicFrameLocks noGrp="1"/>
          </p:cNvGraphicFramePr>
          <p:nvPr>
            <p:extLst>
              <p:ext uri="{D42A27DB-BD31-4B8C-83A1-F6EECF244321}">
                <p14:modId xmlns:p14="http://schemas.microsoft.com/office/powerpoint/2010/main" val="55446223"/>
              </p:ext>
            </p:extLst>
          </p:nvPr>
        </p:nvGraphicFramePr>
        <p:xfrm>
          <a:off x="500066" y="843558"/>
          <a:ext cx="8215340" cy="3893727"/>
        </p:xfrm>
        <a:graphic>
          <a:graphicData uri="http://schemas.openxmlformats.org/drawingml/2006/table">
            <a:tbl>
              <a:tblPr firstRow="1" bandRow="1">
                <a:solidFill>
                  <a:schemeClr val="bg2">
                    <a:lumMod val="90000"/>
                  </a:schemeClr>
                </a:solidFill>
                <a:effectLst>
                  <a:outerShdw blurRad="50800" dist="50800" dir="5400000" algn="ctr" rotWithShape="0">
                    <a:schemeClr val="bg2"/>
                  </a:outerShdw>
                </a:effectLst>
                <a:tableStyleId>{5C22544A-7EE6-4342-B048-85BDC9FD1C3A}</a:tableStyleId>
              </a:tblPr>
              <a:tblGrid>
                <a:gridCol w="2415750">
                  <a:extLst>
                    <a:ext uri="{9D8B030D-6E8A-4147-A177-3AD203B41FA5}">
                      <a16:colId xmlns:a16="http://schemas.microsoft.com/office/drawing/2014/main" val="20000"/>
                    </a:ext>
                  </a:extLst>
                </a:gridCol>
                <a:gridCol w="1799060">
                  <a:extLst>
                    <a:ext uri="{9D8B030D-6E8A-4147-A177-3AD203B41FA5}">
                      <a16:colId xmlns:a16="http://schemas.microsoft.com/office/drawing/2014/main" val="20001"/>
                    </a:ext>
                  </a:extLst>
                </a:gridCol>
                <a:gridCol w="4000530">
                  <a:extLst>
                    <a:ext uri="{9D8B030D-6E8A-4147-A177-3AD203B41FA5}">
                      <a16:colId xmlns:a16="http://schemas.microsoft.com/office/drawing/2014/main" val="20002"/>
                    </a:ext>
                  </a:extLst>
                </a:gridCol>
              </a:tblGrid>
              <a:tr h="321471">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1500" b="1" u="none" strike="noStrike" cap="none" normalizeH="0" baseline="0" dirty="0">
                          <a:ln>
                            <a:noFill/>
                          </a:ln>
                          <a:effectLst/>
                          <a:latin typeface="Arial" panose="020B0604020202020204" pitchFamily="34" charset="0"/>
                          <a:ea typeface="微软雅黑" panose="020B0503020204020204" pitchFamily="34" charset="-122"/>
                          <a:cs typeface="Arial" panose="020B0604020202020204" pitchFamily="34" charset="0"/>
                        </a:rPr>
                        <a:t>属性</a:t>
                      </a:r>
                      <a:endParaRPr kumimoji="0" lang="zh-CN" altLang="en-US" sz="1500" b="1" i="0" u="none" strike="noStrike" cap="none" normalizeH="0" baseline="0" dirty="0">
                        <a:ln>
                          <a:noFill/>
                        </a:ln>
                        <a:solidFill>
                          <a:schemeClr val="bg1"/>
                        </a:solidFill>
                        <a:effectLst/>
                        <a:latin typeface="Arial" panose="020B0604020202020204" pitchFamily="34" charset="0"/>
                        <a:ea typeface="微软雅黑" panose="020B0503020204020204" pitchFamily="34" charset="-122"/>
                        <a:cs typeface="Arial" panose="020B0604020202020204" pitchFamily="34" charset="0"/>
                      </a:endParaRPr>
                    </a:p>
                  </a:txBody>
                  <a:tcPr marT="34290" marB="34290"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rgbClr val="0099D8"/>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1500" b="1" i="0" u="none" strike="noStrike" cap="none" normalizeH="0" baseline="0" dirty="0">
                          <a:ln>
                            <a:noFill/>
                          </a:ln>
                          <a:solidFill>
                            <a:schemeClr val="bg1"/>
                          </a:solidFill>
                          <a:effectLst/>
                          <a:latin typeface="Arial" panose="020B0604020202020204" pitchFamily="34" charset="0"/>
                          <a:ea typeface="微软雅黑" panose="020B0503020204020204" pitchFamily="34" charset="-122"/>
                          <a:cs typeface="Arial" panose="020B0604020202020204" pitchFamily="34" charset="0"/>
                        </a:rPr>
                        <a:t>类型</a:t>
                      </a:r>
                    </a:p>
                  </a:txBody>
                  <a:tcPr marT="34290" marB="34290"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rgbClr val="0099D8"/>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1500" b="1" u="none" strike="noStrike" cap="none" normalizeH="0" baseline="0" dirty="0">
                          <a:ln>
                            <a:noFill/>
                          </a:ln>
                          <a:effectLst/>
                          <a:latin typeface="Arial" panose="020B0604020202020204" pitchFamily="34" charset="0"/>
                          <a:ea typeface="微软雅黑" panose="020B0503020204020204" pitchFamily="34" charset="-122"/>
                          <a:cs typeface="Arial" panose="020B0604020202020204" pitchFamily="34" charset="0"/>
                        </a:rPr>
                        <a:t>说明</a:t>
                      </a:r>
                      <a:endParaRPr kumimoji="0" lang="zh-CN" altLang="en-US" sz="1500" b="1" i="0" u="none" strike="noStrike" cap="none" normalizeH="0" baseline="0" dirty="0">
                        <a:ln>
                          <a:noFill/>
                        </a:ln>
                        <a:solidFill>
                          <a:schemeClr val="bg1"/>
                        </a:solidFill>
                        <a:effectLst/>
                        <a:latin typeface="Arial" panose="020B0604020202020204" pitchFamily="34" charset="0"/>
                        <a:ea typeface="微软雅黑" panose="020B0503020204020204" pitchFamily="34" charset="-122"/>
                        <a:cs typeface="Arial" panose="020B0604020202020204" pitchFamily="34" charset="0"/>
                      </a:endParaRPr>
                    </a:p>
                  </a:txBody>
                  <a:tcPr marT="34290" marB="34290"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lnTlToBr w="12700" cmpd="sng">
                      <a:noFill/>
                      <a:prstDash val="solid"/>
                    </a:lnTlToBr>
                    <a:lnBlToTr w="12700" cmpd="sng">
                      <a:noFill/>
                      <a:prstDash val="solid"/>
                    </a:lnBlToTr>
                    <a:solidFill>
                      <a:srgbClr val="0099D8"/>
                    </a:solidFill>
                  </a:tcPr>
                </a:tc>
                <a:extLst>
                  <a:ext uri="{0D108BD9-81ED-4DB2-BD59-A6C34878D82A}">
                    <a16:rowId xmlns:a16="http://schemas.microsoft.com/office/drawing/2014/main" val="10000"/>
                  </a:ext>
                </a:extLst>
              </a:tr>
              <a:tr h="836676">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rollbackFor</a:t>
                      </a:r>
                      <a:endParaRPr kumimoji="0" lang="en-US" altLang="zh-CN" sz="1400" b="1"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一组 </a:t>
                      </a:r>
                      <a:r>
                        <a:rPr kumimoji="0" lang="en-US" altLang="zh-CN"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Class </a:t>
                      </a:r>
                      <a:r>
                        <a:rPr kumimoji="0" lang="zh-CN" altLang="en-US"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类的实例，必须是</a:t>
                      </a:r>
                      <a:r>
                        <a:rPr kumimoji="0" lang="en-US" altLang="zh-CN" sz="14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Throwable</a:t>
                      </a:r>
                      <a:r>
                        <a:rPr kumimoji="0" lang="zh-CN" altLang="en-US"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的子类</a:t>
                      </a: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一组异常类，遇到时 </a:t>
                      </a:r>
                      <a:r>
                        <a:rPr kumimoji="0" lang="zh-CN" altLang="en-US" sz="1400" b="1" i="0" u="none" strike="noStrike" kern="1200" cap="none" normalizeH="0" baseline="0" dirty="0">
                          <a:ln>
                            <a:noFill/>
                          </a:ln>
                          <a:solidFill>
                            <a:srgbClr val="FF0000"/>
                          </a:solidFill>
                          <a:effectLst/>
                          <a:latin typeface="Arial" panose="020B0604020202020204" pitchFamily="34" charset="0"/>
                          <a:ea typeface="微软雅黑" panose="020B0503020204020204" pitchFamily="34" charset="-122"/>
                          <a:cs typeface="Arial" panose="020B0604020202020204" pitchFamily="34" charset="0"/>
                        </a:rPr>
                        <a:t>必须</a:t>
                      </a:r>
                      <a:r>
                        <a:rPr kumimoji="0" lang="zh-CN" altLang="en-US"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 回滚。使用举例：</a:t>
                      </a:r>
                      <a:r>
                        <a:rPr kumimoji="0" lang="en-US" altLang="zh-CN"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@Transactional(</a:t>
                      </a:r>
                    </a:p>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rollbackFor</a:t>
                      </a:r>
                      <a:r>
                        <a:rPr kumimoji="0" lang="en-US" altLang="zh-CN"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t>
                      </a:r>
                      <a:r>
                        <a:rPr kumimoji="0" lang="en-US" altLang="zh-CN" sz="14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SQLException.class</a:t>
                      </a:r>
                      <a:r>
                        <a:rPr kumimoji="0" lang="en-US" altLang="zh-CN"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t>
                      </a:r>
                      <a:r>
                        <a:rPr kumimoji="0" lang="zh-CN" altLang="en-US"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，多个异常用逗号隔开</a:t>
                      </a: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1"/>
                  </a:ext>
                </a:extLst>
              </a:tr>
              <a:tr h="873252">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rollbackForClassName</a:t>
                      </a:r>
                      <a:endParaRPr kumimoji="0" lang="en-US" altLang="zh-CN" sz="1400" b="1"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一组 </a:t>
                      </a:r>
                      <a:r>
                        <a:rPr kumimoji="0" lang="en-US" altLang="zh-CN"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Class </a:t>
                      </a:r>
                      <a:r>
                        <a:rPr kumimoji="0" lang="zh-CN" altLang="en-US"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类的名字，必须是</a:t>
                      </a:r>
                      <a:r>
                        <a:rPr kumimoji="0" lang="en-US" altLang="zh-CN" sz="14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Throwable</a:t>
                      </a:r>
                      <a:r>
                        <a:rPr kumimoji="0" lang="zh-CN" altLang="en-US"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的子类</a:t>
                      </a: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一组异常类名，遇到时 </a:t>
                      </a:r>
                      <a:r>
                        <a:rPr kumimoji="0" lang="zh-CN" altLang="en-US" sz="1400" b="1" i="0" u="none" strike="noStrike" kern="1200" cap="none" normalizeH="0" baseline="0" dirty="0">
                          <a:ln>
                            <a:noFill/>
                          </a:ln>
                          <a:solidFill>
                            <a:srgbClr val="FF0000"/>
                          </a:solidFill>
                          <a:effectLst/>
                          <a:latin typeface="Arial" panose="020B0604020202020204" pitchFamily="34" charset="0"/>
                          <a:ea typeface="微软雅黑" panose="020B0503020204020204" pitchFamily="34" charset="-122"/>
                          <a:cs typeface="Arial" panose="020B0604020202020204" pitchFamily="34" charset="0"/>
                        </a:rPr>
                        <a:t>必须</a:t>
                      </a:r>
                      <a:r>
                        <a:rPr kumimoji="0" lang="zh-CN" altLang="en-US"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 回滚。使用举例：</a:t>
                      </a:r>
                      <a:r>
                        <a:rPr kumimoji="0" lang="en-US" altLang="zh-CN"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@Transactional(</a:t>
                      </a:r>
                    </a:p>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rollbackForClassName</a:t>
                      </a:r>
                      <a:r>
                        <a:rPr kumimoji="0" lang="en-US" altLang="zh-CN"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t>
                      </a:r>
                    </a:p>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lang="fr-FR" altLang="zh-CN" sz="1400" b="1" dirty="0">
                          <a:latin typeface="Arial" panose="020B0604020202020204" pitchFamily="34" charset="0"/>
                          <a:ea typeface="微软雅黑" panose="020B0503020204020204" pitchFamily="34" charset="-122"/>
                          <a:cs typeface="Arial" panose="020B0604020202020204" pitchFamily="34" charset="0"/>
                        </a:rPr>
                        <a:t>"</a:t>
                      </a:r>
                      <a:r>
                        <a:rPr kumimoji="0" lang="en-US" altLang="zh-CN" sz="14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SQLException</a:t>
                      </a:r>
                      <a:r>
                        <a:rPr lang="fr-FR" altLang="zh-CN" sz="1400" b="1" dirty="0">
                          <a:latin typeface="Arial" panose="020B0604020202020204" pitchFamily="34" charset="0"/>
                          <a:ea typeface="微软雅黑" panose="020B0503020204020204" pitchFamily="34" charset="-122"/>
                          <a:cs typeface="Arial" panose="020B0604020202020204" pitchFamily="34" charset="0"/>
                        </a:rPr>
                        <a:t>"</a:t>
                      </a:r>
                      <a:r>
                        <a:rPr kumimoji="0" lang="en-US" altLang="zh-CN"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a:t>
                      </a:r>
                      <a:r>
                        <a:rPr kumimoji="0" lang="zh-CN" altLang="en-US"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，多个异常用逗号隔开</a:t>
                      </a: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800100">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noRollbackFor</a:t>
                      </a:r>
                      <a:endParaRPr kumimoji="0" lang="en-US" altLang="zh-CN" sz="1400" b="1"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defRPr/>
                      </a:pPr>
                      <a:r>
                        <a:rPr kumimoji="0" lang="zh-CN" altLang="en-US"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一组 </a:t>
                      </a:r>
                      <a:r>
                        <a:rPr kumimoji="0" lang="en-US" altLang="zh-CN"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Class </a:t>
                      </a:r>
                      <a:r>
                        <a:rPr kumimoji="0" lang="zh-CN" altLang="en-US"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类的实例，必须是</a:t>
                      </a:r>
                      <a:r>
                        <a:rPr kumimoji="0" lang="en-US" altLang="zh-CN" sz="14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Throwable</a:t>
                      </a:r>
                      <a:r>
                        <a:rPr kumimoji="0" lang="zh-CN" altLang="en-US"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的子类</a:t>
                      </a: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一组异常类，遇到时 </a:t>
                      </a:r>
                      <a:r>
                        <a:rPr kumimoji="0" lang="zh-CN" altLang="en-US" sz="1400" b="1" i="0" u="none" strike="noStrike" kern="1200" cap="none" normalizeH="0" baseline="0" dirty="0">
                          <a:ln>
                            <a:noFill/>
                          </a:ln>
                          <a:solidFill>
                            <a:srgbClr val="FF0000"/>
                          </a:solidFill>
                          <a:effectLst/>
                          <a:latin typeface="Arial" panose="020B0604020202020204" pitchFamily="34" charset="0"/>
                          <a:ea typeface="微软雅黑" panose="020B0503020204020204" pitchFamily="34" charset="-122"/>
                          <a:cs typeface="Arial" panose="020B0604020202020204" pitchFamily="34" charset="0"/>
                        </a:rPr>
                        <a:t>必须不</a:t>
                      </a:r>
                      <a:r>
                        <a:rPr kumimoji="0" lang="zh-CN" altLang="en-US"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 回滚</a:t>
                      </a: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3"/>
                  </a:ext>
                </a:extLst>
              </a:tr>
              <a:tr h="800100">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noRollbackForClassName</a:t>
                      </a:r>
                      <a:endParaRPr kumimoji="0" lang="en-US" altLang="zh-CN" sz="1400" b="1" i="0" u="none" strike="noStrike"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endParaRP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defRPr/>
                      </a:pPr>
                      <a:r>
                        <a:rPr kumimoji="0" lang="zh-CN" altLang="en-US"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一组 </a:t>
                      </a:r>
                      <a:r>
                        <a:rPr kumimoji="0" lang="en-US" altLang="zh-CN"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Class </a:t>
                      </a:r>
                      <a:r>
                        <a:rPr kumimoji="0" lang="zh-CN" altLang="en-US"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类的名字，必须是</a:t>
                      </a:r>
                      <a:r>
                        <a:rPr kumimoji="0" lang="en-US" altLang="zh-CN" sz="1400" b="1" i="0" u="none" strike="noStrike" kern="1200" cap="none" normalizeH="0" baseline="0" dirty="0" err="1">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Throwable</a:t>
                      </a:r>
                      <a:r>
                        <a:rPr kumimoji="0" lang="zh-CN" altLang="en-US"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的子类</a:t>
                      </a: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一组异常类名，遇到时 </a:t>
                      </a:r>
                      <a:r>
                        <a:rPr kumimoji="0" lang="zh-CN" altLang="en-US" sz="1400" b="1" i="0" u="none" strike="noStrike" kern="1200" cap="none" normalizeH="0" baseline="0" dirty="0">
                          <a:ln>
                            <a:noFill/>
                          </a:ln>
                          <a:solidFill>
                            <a:srgbClr val="FF0000"/>
                          </a:solidFill>
                          <a:effectLst/>
                          <a:latin typeface="Arial" panose="020B0604020202020204" pitchFamily="34" charset="0"/>
                          <a:ea typeface="微软雅黑" panose="020B0503020204020204" pitchFamily="34" charset="-122"/>
                          <a:cs typeface="Arial" panose="020B0604020202020204" pitchFamily="34" charset="0"/>
                        </a:rPr>
                        <a:t>必须不</a:t>
                      </a:r>
                      <a:r>
                        <a:rPr kumimoji="0" lang="zh-CN" altLang="en-US" sz="1400" b="1" i="0" u="none" strike="noStrike" kern="1200" cap="none" normalizeH="0" baseline="0" dirty="0">
                          <a:ln>
                            <a:noFill/>
                          </a:ln>
                          <a:solidFill>
                            <a:schemeClr val="tx1"/>
                          </a:solidFill>
                          <a:effectLst/>
                          <a:latin typeface="Arial" panose="020B0604020202020204" pitchFamily="34" charset="0"/>
                          <a:ea typeface="微软雅黑" panose="020B0503020204020204" pitchFamily="34" charset="-122"/>
                          <a:cs typeface="Arial" panose="020B0604020202020204" pitchFamily="34" charset="0"/>
                        </a:rPr>
                        <a:t> 回滚</a:t>
                      </a:r>
                    </a:p>
                  </a:txBody>
                  <a:tcPr marT="34290" marB="34290" anchor="ctr" horzOverflow="overflow">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 name="灯片编号占位符 1"/>
          <p:cNvSpPr>
            <a:spLocks noGrp="1"/>
          </p:cNvSpPr>
          <p:nvPr>
            <p:ph type="sldNum" sz="quarter" idx="12"/>
          </p:nvPr>
        </p:nvSpPr>
        <p:spPr/>
        <p:txBody>
          <a:bodyPr/>
          <a:lstStyle/>
          <a:p>
            <a:fld id="{0C913308-F349-4B6D-A68A-DD1791B4A57B}" type="slidenum">
              <a:rPr lang="zh-CN" altLang="en-US" smtClean="0"/>
              <a:pPr/>
              <a:t>47</a:t>
            </a:fld>
            <a:r>
              <a:rPr lang="zh-CN" altLang="en-US"/>
              <a:t>/</a:t>
            </a:r>
            <a:r>
              <a:rPr lang="en-US" altLang="zh-CN"/>
              <a:t>33</a:t>
            </a:r>
            <a:endParaRPr lang="en-US" altLang="zh-CN" dirty="0"/>
          </a:p>
        </p:txBody>
      </p:sp>
    </p:spTree>
    <p:extLst>
      <p:ext uri="{BB962C8B-B14F-4D97-AF65-F5344CB8AC3E}">
        <p14:creationId xmlns:p14="http://schemas.microsoft.com/office/powerpoint/2010/main" val="4003207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a:t>
            </a:r>
          </a:p>
        </p:txBody>
      </p:sp>
      <p:sp>
        <p:nvSpPr>
          <p:cNvPr id="3" name="内容占位符 2"/>
          <p:cNvSpPr>
            <a:spLocks noGrp="1"/>
          </p:cNvSpPr>
          <p:nvPr>
            <p:ph idx="1"/>
          </p:nvPr>
        </p:nvSpPr>
        <p:spPr>
          <a:xfrm>
            <a:off x="677545" y="771550"/>
            <a:ext cx="8214935" cy="3394075"/>
          </a:xfrm>
        </p:spPr>
        <p:txBody>
          <a:bodyPr/>
          <a:lstStyle/>
          <a:p>
            <a:r>
              <a:rPr lang="zh-CN" altLang="en-US" sz="2200" dirty="0">
                <a:cs typeface="Arial" charset="0"/>
              </a:rPr>
              <a:t>整合</a:t>
            </a:r>
            <a:r>
              <a:rPr lang="en-US" altLang="zh-CN" sz="2200" dirty="0" err="1">
                <a:cs typeface="Arial" charset="0"/>
              </a:rPr>
              <a:t>Spring+MyBatis</a:t>
            </a:r>
            <a:r>
              <a:rPr lang="zh-CN" altLang="en-US" sz="2200" dirty="0">
                <a:cs typeface="Arial" charset="0"/>
              </a:rPr>
              <a:t>开发环境</a:t>
            </a:r>
            <a:endParaRPr lang="en-US" altLang="zh-CN" sz="2200" dirty="0">
              <a:cs typeface="Arial" charset="0"/>
            </a:endParaRPr>
          </a:p>
          <a:p>
            <a:pPr lvl="1"/>
            <a:r>
              <a:rPr lang="zh-CN" altLang="en-US" sz="2000" dirty="0">
                <a:cs typeface="Arial" charset="0"/>
              </a:rPr>
              <a:t>配置</a:t>
            </a:r>
            <a:r>
              <a:rPr lang="en-US" altLang="zh-CN" sz="2000" dirty="0" err="1">
                <a:cs typeface="Arial" charset="0"/>
              </a:rPr>
              <a:t>DataSource</a:t>
            </a:r>
            <a:r>
              <a:rPr lang="en-US" altLang="zh-CN" sz="2000" dirty="0">
                <a:cs typeface="Arial" charset="0"/>
              </a:rPr>
              <a:t>(</a:t>
            </a:r>
            <a:r>
              <a:rPr lang="zh-CN" altLang="en-US" sz="2000" dirty="0">
                <a:cs typeface="Arial" charset="0"/>
              </a:rPr>
              <a:t>配置</a:t>
            </a:r>
            <a:r>
              <a:rPr lang="en-US" altLang="zh-CN" sz="2000" dirty="0">
                <a:solidFill>
                  <a:srgbClr val="FF0000"/>
                </a:solidFill>
                <a:cs typeface="Arial" charset="0"/>
              </a:rPr>
              <a:t>DBCP</a:t>
            </a:r>
            <a:r>
              <a:rPr lang="zh-CN" altLang="en-US" sz="2000" dirty="0">
                <a:cs typeface="Arial" charset="0"/>
              </a:rPr>
              <a:t>数据源</a:t>
            </a:r>
            <a:r>
              <a:rPr lang="en-US" altLang="zh-CN" sz="2000" dirty="0">
                <a:cs typeface="Arial" charset="0"/>
              </a:rPr>
              <a:t>)</a:t>
            </a:r>
          </a:p>
          <a:p>
            <a:pPr lvl="1"/>
            <a:r>
              <a:rPr lang="zh-CN" altLang="en-US" sz="2000" dirty="0">
                <a:cs typeface="Arial" charset="0"/>
              </a:rPr>
              <a:t>以</a:t>
            </a:r>
            <a:r>
              <a:rPr lang="en-US" altLang="zh-CN" sz="2000" dirty="0" err="1">
                <a:cs typeface="Arial" charset="0"/>
              </a:rPr>
              <a:t>DataSource</a:t>
            </a:r>
            <a:r>
              <a:rPr lang="zh-CN" altLang="en-US" sz="2000" dirty="0">
                <a:cs typeface="Arial" charset="0"/>
              </a:rPr>
              <a:t>为基础配置</a:t>
            </a:r>
            <a:r>
              <a:rPr lang="en-US" altLang="zh-CN" sz="2000" dirty="0" err="1">
                <a:solidFill>
                  <a:srgbClr val="FF0000"/>
                </a:solidFill>
                <a:cs typeface="Arial" charset="0"/>
              </a:rPr>
              <a:t>SqlSessionFactoryBean</a:t>
            </a:r>
            <a:endParaRPr lang="en-US" altLang="zh-CN" sz="2000" dirty="0">
              <a:cs typeface="Arial" charset="0"/>
            </a:endParaRPr>
          </a:p>
          <a:p>
            <a:pPr lvl="1"/>
            <a:r>
              <a:rPr lang="zh-CN" altLang="en-US" sz="2000" dirty="0">
                <a:cs typeface="Arial" charset="0"/>
              </a:rPr>
              <a:t>使用</a:t>
            </a:r>
            <a:r>
              <a:rPr lang="en-US" altLang="zh-CN" sz="2000" dirty="0" err="1">
                <a:cs typeface="Arial" charset="0"/>
              </a:rPr>
              <a:t>SqlSessionFactorybean</a:t>
            </a:r>
            <a:r>
              <a:rPr lang="zh-CN" altLang="en-US" sz="2000" dirty="0">
                <a:cs typeface="Arial" charset="0"/>
              </a:rPr>
              <a:t>加载</a:t>
            </a:r>
            <a:r>
              <a:rPr lang="en-US" altLang="zh-CN" sz="2000" dirty="0" err="1">
                <a:cs typeface="Arial" charset="0"/>
              </a:rPr>
              <a:t>MyBatis</a:t>
            </a:r>
            <a:r>
              <a:rPr lang="zh-CN" altLang="en-US" sz="2000" dirty="0">
                <a:cs typeface="Arial" charset="0"/>
              </a:rPr>
              <a:t>的配置文件和映射文件</a:t>
            </a:r>
            <a:endParaRPr lang="en-US" altLang="zh-CN" sz="2000" dirty="0"/>
          </a:p>
          <a:p>
            <a:r>
              <a:rPr lang="zh-CN" altLang="en-US" sz="2200" dirty="0">
                <a:cs typeface="Arial" charset="0"/>
              </a:rPr>
              <a:t>使用</a:t>
            </a:r>
            <a:r>
              <a:rPr lang="en-US" altLang="zh-CN" sz="2200" dirty="0" err="1">
                <a:solidFill>
                  <a:srgbClr val="FF0000"/>
                </a:solidFill>
                <a:cs typeface="Arial" charset="0"/>
              </a:rPr>
              <a:t>SqlSessionTemplate</a:t>
            </a:r>
            <a:r>
              <a:rPr lang="zh-CN" altLang="en-US" sz="2200" dirty="0">
                <a:cs typeface="Arial" charset="0"/>
              </a:rPr>
              <a:t>实现对数据库的操作</a:t>
            </a:r>
            <a:endParaRPr lang="en-US" altLang="zh-CN" sz="2200" dirty="0">
              <a:cs typeface="Arial" charset="0"/>
            </a:endParaRPr>
          </a:p>
          <a:p>
            <a:pPr lvl="1"/>
            <a:r>
              <a:rPr lang="zh-CN" altLang="zh-CN" sz="2000" dirty="0">
                <a:cs typeface="Arial" charset="0"/>
              </a:rPr>
              <a:t>使用</a:t>
            </a:r>
            <a:r>
              <a:rPr lang="en-US" altLang="zh-CN" sz="2000" dirty="0" err="1">
                <a:cs typeface="Arial" charset="0"/>
              </a:rPr>
              <a:t>getMapper</a:t>
            </a:r>
            <a:r>
              <a:rPr lang="en-US" altLang="zh-CN" sz="2000" dirty="0">
                <a:cs typeface="Arial" charset="0"/>
              </a:rPr>
              <a:t>(Class&lt;T&gt;Type)</a:t>
            </a:r>
            <a:r>
              <a:rPr lang="zh-CN" altLang="zh-CN" sz="2000" dirty="0">
                <a:cs typeface="Arial" charset="0"/>
              </a:rPr>
              <a:t>直接访问接口实例</a:t>
            </a:r>
            <a:endParaRPr lang="fr-FR" altLang="zh-CN" sz="2000" dirty="0">
              <a:cs typeface="Arial" charset="0"/>
            </a:endParaRPr>
          </a:p>
          <a:p>
            <a:pPr lvl="1"/>
            <a:r>
              <a:rPr lang="zh-CN" altLang="en-US" sz="2000" dirty="0">
                <a:cs typeface="Arial" charset="0"/>
              </a:rPr>
              <a:t>常用方法</a:t>
            </a:r>
            <a:endParaRPr lang="en-US" altLang="zh-CN" sz="2000" dirty="0">
              <a:cs typeface="Arial" charset="0"/>
            </a:endParaRPr>
          </a:p>
          <a:p>
            <a:pPr lvl="2"/>
            <a:r>
              <a:rPr lang="en-US" altLang="zh-CN" sz="1800" dirty="0" err="1">
                <a:cs typeface="Arial" charset="0"/>
              </a:rPr>
              <a:t>selectList</a:t>
            </a:r>
            <a:r>
              <a:rPr lang="en-US" altLang="zh-CN" sz="1800" dirty="0"/>
              <a:t>()</a:t>
            </a:r>
          </a:p>
          <a:p>
            <a:pPr lvl="2"/>
            <a:r>
              <a:rPr lang="en-US" altLang="zh-CN" sz="1800" dirty="0"/>
              <a:t>insert()</a:t>
            </a:r>
          </a:p>
          <a:p>
            <a:pPr lvl="2"/>
            <a:r>
              <a:rPr lang="en-US" altLang="zh-CN" sz="1800" dirty="0"/>
              <a:t>update()</a:t>
            </a:r>
            <a:endParaRPr lang="en-US" altLang="zh-CN" sz="1800" dirty="0">
              <a:cs typeface="Arial" charset="0"/>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48</a:t>
            </a:fld>
            <a:r>
              <a:rPr lang="zh-CN" altLang="en-US"/>
              <a:t>/</a:t>
            </a:r>
            <a:r>
              <a:rPr lang="en-US" altLang="zh-CN"/>
              <a:t>33</a:t>
            </a:r>
            <a:endParaRPr lang="en-US" altLang="zh-CN" dirty="0"/>
          </a:p>
        </p:txBody>
      </p:sp>
    </p:spTree>
    <p:extLst>
      <p:ext uri="{BB962C8B-B14F-4D97-AF65-F5344CB8AC3E}">
        <p14:creationId xmlns:p14="http://schemas.microsoft.com/office/powerpoint/2010/main" val="15887966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总结</a:t>
            </a:r>
            <a:endParaRPr lang="zh-CN" altLang="en-US" dirty="0"/>
          </a:p>
        </p:txBody>
      </p:sp>
      <p:sp>
        <p:nvSpPr>
          <p:cNvPr id="3" name="内容占位符 2"/>
          <p:cNvSpPr>
            <a:spLocks noGrp="1"/>
          </p:cNvSpPr>
          <p:nvPr>
            <p:ph idx="1"/>
          </p:nvPr>
        </p:nvSpPr>
        <p:spPr>
          <a:xfrm>
            <a:off x="677545" y="915566"/>
            <a:ext cx="8214935" cy="3394075"/>
          </a:xfrm>
        </p:spPr>
        <p:txBody>
          <a:bodyPr/>
          <a:lstStyle/>
          <a:p>
            <a:r>
              <a:rPr lang="zh-CN" altLang="en-US" sz="2200" dirty="0">
                <a:cs typeface="Arial" charset="0"/>
              </a:rPr>
              <a:t>使用数据映射器（</a:t>
            </a:r>
            <a:r>
              <a:rPr lang="en-US" altLang="zh-CN" sz="2200" dirty="0" err="1">
                <a:solidFill>
                  <a:srgbClr val="FF0000"/>
                </a:solidFill>
                <a:cs typeface="Arial" charset="0"/>
              </a:rPr>
              <a:t>MapperFactoryBean</a:t>
            </a:r>
            <a:r>
              <a:rPr lang="zh-CN" altLang="en-US" sz="2200" dirty="0">
                <a:cs typeface="Arial" charset="0"/>
              </a:rPr>
              <a:t>）实现对数据库的操作</a:t>
            </a:r>
            <a:endParaRPr lang="en-US" altLang="zh-CN" sz="2200" dirty="0">
              <a:cs typeface="Arial" charset="0"/>
            </a:endParaRPr>
          </a:p>
          <a:p>
            <a:pPr lvl="1"/>
            <a:r>
              <a:rPr lang="zh-CN" altLang="en-US" sz="2000" dirty="0">
                <a:solidFill>
                  <a:srgbClr val="FF0000"/>
                </a:solidFill>
                <a:cs typeface="Arial" charset="0"/>
              </a:rPr>
              <a:t>注：</a:t>
            </a:r>
            <a:r>
              <a:rPr lang="zh-CN" altLang="zh-CN" sz="2000" dirty="0">
                <a:solidFill>
                  <a:srgbClr val="FF0000"/>
                </a:solidFill>
                <a:cs typeface="Arial" charset="0"/>
              </a:rPr>
              <a:t>保证映射命名空间名和接口的名称相同，以及映射元素的</a:t>
            </a:r>
            <a:r>
              <a:rPr lang="fr-FR" altLang="zh-CN" sz="2000" dirty="0">
                <a:solidFill>
                  <a:srgbClr val="FF0000"/>
                </a:solidFill>
                <a:cs typeface="Arial" charset="0"/>
              </a:rPr>
              <a:t>id</a:t>
            </a:r>
            <a:r>
              <a:rPr lang="zh-CN" altLang="zh-CN" sz="2000" dirty="0">
                <a:solidFill>
                  <a:srgbClr val="FF0000"/>
                </a:solidFill>
                <a:cs typeface="Arial" charset="0"/>
              </a:rPr>
              <a:t>和接口方法相同</a:t>
            </a:r>
            <a:endParaRPr lang="en-US" altLang="zh-CN" sz="2000" dirty="0"/>
          </a:p>
          <a:p>
            <a:pPr lvl="1"/>
            <a:r>
              <a:rPr lang="zh-CN" altLang="en-US" sz="2000" dirty="0">
                <a:cs typeface="Arial" charset="0"/>
              </a:rPr>
              <a:t>注入两个属性</a:t>
            </a:r>
            <a:endParaRPr lang="en-US" altLang="zh-CN" sz="2000" dirty="0">
              <a:cs typeface="Arial" charset="0"/>
            </a:endParaRPr>
          </a:p>
          <a:p>
            <a:pPr lvl="2"/>
            <a:r>
              <a:rPr lang="en-US" altLang="zh-CN" sz="1800" dirty="0" err="1"/>
              <a:t>mapperInterface</a:t>
            </a:r>
            <a:endParaRPr lang="en-US" altLang="zh-CN" sz="1800" dirty="0">
              <a:cs typeface="Arial" charset="0"/>
            </a:endParaRPr>
          </a:p>
          <a:p>
            <a:pPr lvl="2"/>
            <a:r>
              <a:rPr lang="en-US" altLang="zh-CN" sz="1800" dirty="0"/>
              <a:t>s</a:t>
            </a:r>
            <a:r>
              <a:rPr lang="fr-FR" altLang="zh-CN" sz="1800" dirty="0"/>
              <a:t>qlSessionFactory</a:t>
            </a:r>
          </a:p>
          <a:p>
            <a:pPr lvl="1"/>
            <a:r>
              <a:rPr lang="zh-CN" altLang="zh-CN" sz="2000" dirty="0">
                <a:cs typeface="Arial" charset="0"/>
              </a:rPr>
              <a:t>使用</a:t>
            </a:r>
            <a:r>
              <a:rPr lang="fr-FR" altLang="zh-CN" sz="2000" dirty="0">
                <a:solidFill>
                  <a:srgbClr val="FF0000"/>
                </a:solidFill>
                <a:cs typeface="Arial" charset="0"/>
              </a:rPr>
              <a:t>MapperScannerConfigurer</a:t>
            </a:r>
            <a:r>
              <a:rPr lang="zh-CN" altLang="zh-CN" sz="2000" dirty="0">
                <a:cs typeface="Arial" charset="0"/>
              </a:rPr>
              <a:t>注入映射器</a:t>
            </a:r>
            <a:endParaRPr lang="en-US" altLang="zh-CN" sz="2000" dirty="0">
              <a:cs typeface="Arial" charset="0"/>
            </a:endParaRPr>
          </a:p>
          <a:p>
            <a:r>
              <a:rPr lang="en-US" altLang="zh-CN" sz="2200" dirty="0">
                <a:cs typeface="Arial" charset="0"/>
              </a:rPr>
              <a:t>Spring</a:t>
            </a:r>
            <a:r>
              <a:rPr lang="zh-CN" altLang="zh-CN" sz="2200" dirty="0">
                <a:cs typeface="Arial" charset="0"/>
              </a:rPr>
              <a:t>的事务管理</a:t>
            </a:r>
            <a:endParaRPr lang="en-US" altLang="zh-CN" sz="2200" dirty="0">
              <a:cs typeface="Arial" charset="0"/>
            </a:endParaRPr>
          </a:p>
          <a:p>
            <a:pPr lvl="1"/>
            <a:r>
              <a:rPr lang="en-US" altLang="zh-CN" sz="2000" dirty="0">
                <a:cs typeface="Arial" charset="0"/>
              </a:rPr>
              <a:t>XML</a:t>
            </a:r>
            <a:r>
              <a:rPr lang="zh-CN" altLang="zh-CN" sz="2000" dirty="0">
                <a:cs typeface="Arial" charset="0"/>
              </a:rPr>
              <a:t>配置事务管理</a:t>
            </a:r>
            <a:endParaRPr lang="fr-FR" altLang="zh-CN" sz="2000" dirty="0">
              <a:cs typeface="Arial" charset="0"/>
            </a:endParaRPr>
          </a:p>
          <a:p>
            <a:pPr lvl="1"/>
            <a:r>
              <a:rPr lang="zh-CN" altLang="en-US" sz="2000" dirty="0">
                <a:cs typeface="Arial" charset="0"/>
              </a:rPr>
              <a:t>使用</a:t>
            </a:r>
            <a:r>
              <a:rPr lang="zh-CN" altLang="zh-CN" sz="2000" dirty="0">
                <a:cs typeface="Arial" charset="0"/>
              </a:rPr>
              <a:t>注解配置事务管理</a:t>
            </a:r>
            <a:endParaRPr lang="en-US" altLang="zh-CN" sz="2000" dirty="0">
              <a:cs typeface="Arial" charset="0"/>
            </a:endParaRPr>
          </a:p>
          <a:p>
            <a:pPr lvl="1"/>
            <a:endParaRPr lang="en-US" altLang="zh-CN" sz="1200" dirty="0">
              <a:cs typeface="Arial" charset="0"/>
            </a:endParaRPr>
          </a:p>
          <a:p>
            <a:pPr lvl="1"/>
            <a:endParaRPr lang="zh-CN" altLang="en-US" sz="1200"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49</a:t>
            </a:fld>
            <a:r>
              <a:rPr lang="zh-CN" altLang="en-US"/>
              <a:t>/</a:t>
            </a:r>
            <a:r>
              <a:rPr lang="en-US" altLang="zh-CN"/>
              <a:t>33</a:t>
            </a:r>
            <a:endParaRPr lang="en-US" altLang="zh-CN" dirty="0"/>
          </a:p>
        </p:txBody>
      </p:sp>
    </p:spTree>
    <p:extLst>
      <p:ext uri="{BB962C8B-B14F-4D97-AF65-F5344CB8AC3E}">
        <p14:creationId xmlns:p14="http://schemas.microsoft.com/office/powerpoint/2010/main" val="36655984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矩形 2"/>
          <p:cNvSpPr/>
          <p:nvPr/>
        </p:nvSpPr>
        <p:spPr>
          <a:xfrm>
            <a:off x="0" y="1361440"/>
            <a:ext cx="9144000" cy="2232025"/>
          </a:xfrm>
          <a:prstGeom prst="rect">
            <a:avLst/>
          </a:prstGeom>
          <a:solidFill>
            <a:srgbClr val="0099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2_03"/>
          <p:cNvPicPr>
            <a:picLocks noChangeAspect="1"/>
          </p:cNvPicPr>
          <p:nvPr/>
        </p:nvPicPr>
        <p:blipFill>
          <a:blip r:embed="rId3"/>
          <a:stretch>
            <a:fillRect/>
          </a:stretch>
        </p:blipFill>
        <p:spPr>
          <a:xfrm>
            <a:off x="2028190" y="1599565"/>
            <a:ext cx="5252720" cy="1293495"/>
          </a:xfrm>
          <a:prstGeom prst="rect">
            <a:avLst/>
          </a:prstGeom>
        </p:spPr>
      </p:pic>
      <p:sp>
        <p:nvSpPr>
          <p:cNvPr id="8" name="文本框 7"/>
          <p:cNvSpPr txBox="1"/>
          <p:nvPr/>
        </p:nvSpPr>
        <p:spPr>
          <a:xfrm>
            <a:off x="1875790" y="1892935"/>
            <a:ext cx="5241925" cy="706755"/>
          </a:xfrm>
          <a:prstGeom prst="rect">
            <a:avLst/>
          </a:prstGeom>
          <a:noFill/>
        </p:spPr>
        <p:txBody>
          <a:bodyPr wrap="square" rtlCol="0">
            <a:spAutoFit/>
          </a:bodyPr>
          <a:lstStyle/>
          <a:p>
            <a:pPr lvl="1" algn="ctr" defTabSz="914400"/>
            <a:r>
              <a:rPr lang="zh-CN" altLang="zh-CN" sz="4000" b="1" kern="1400" spc="300">
                <a:solidFill>
                  <a:schemeClr val="bg1"/>
                </a:solidFill>
                <a:uFillTx/>
                <a:latin typeface="微软雅黑" panose="020B0503020204020204" pitchFamily="34" charset="-122"/>
                <a:ea typeface="微软雅黑" panose="020B0503020204020204" pitchFamily="34" charset="-122"/>
                <a:cs typeface="+mj-cs"/>
                <a:sym typeface="Calibri" panose="020F0502020204030204" pitchFamily="34" charset="0"/>
              </a:rPr>
              <a:t>问题及作业</a:t>
            </a:r>
          </a:p>
        </p:txBody>
      </p:sp>
      <p:sp>
        <p:nvSpPr>
          <p:cNvPr id="9" name="文本框 8"/>
          <p:cNvSpPr txBox="1"/>
          <p:nvPr/>
        </p:nvSpPr>
        <p:spPr>
          <a:xfrm>
            <a:off x="2662555" y="2835910"/>
            <a:ext cx="3811905" cy="521970"/>
          </a:xfrm>
          <a:prstGeom prst="rect">
            <a:avLst/>
          </a:prstGeom>
          <a:noFill/>
        </p:spPr>
        <p:txBody>
          <a:bodyPr wrap="square" rtlCol="0">
            <a:spAutoFit/>
          </a:bodyPr>
          <a:lstStyle/>
          <a:p>
            <a:pPr lvl="0" algn="ctr" eaLnBrk="0" fontAlgn="base" hangingPunct="0"/>
            <a:r>
              <a:rPr lang="zh-CN" altLang="en-US" sz="2800" spc="300" dirty="0">
                <a:solidFill>
                  <a:schemeClr val="bg1"/>
                </a:solidFill>
                <a:uFillTx/>
                <a:latin typeface="微软雅黑" panose="020B0503020204020204" pitchFamily="34" charset="-122"/>
                <a:ea typeface="微软雅黑" panose="020B0503020204020204" pitchFamily="34" charset="-122"/>
                <a:cs typeface="+mn-ea"/>
                <a:sym typeface="微软雅黑" panose="020B0503020204020204" pitchFamily="34" charset="-122"/>
              </a:rPr>
              <a:t>集中问题</a:t>
            </a:r>
            <a:r>
              <a:rPr lang="en-US" altLang="zh-CN" sz="2800" spc="300" dirty="0">
                <a:solidFill>
                  <a:schemeClr val="bg1"/>
                </a:solidFill>
                <a:uFillTx/>
                <a:latin typeface="微软雅黑" panose="020B0503020204020204" pitchFamily="34" charset="-122"/>
                <a:ea typeface="微软雅黑" panose="020B0503020204020204" pitchFamily="34" charset="-122"/>
                <a:cs typeface="+mn-ea"/>
                <a:sym typeface="微软雅黑" panose="020B0503020204020204" pitchFamily="34" charset="-122"/>
              </a:rPr>
              <a:t>&amp;</a:t>
            </a:r>
            <a:r>
              <a:rPr lang="zh-CN" altLang="en-US" sz="2800" spc="300" dirty="0">
                <a:solidFill>
                  <a:schemeClr val="bg1"/>
                </a:solidFill>
                <a:uFillTx/>
                <a:latin typeface="微软雅黑" panose="020B0503020204020204" pitchFamily="34" charset="-122"/>
                <a:ea typeface="微软雅黑" panose="020B0503020204020204" pitchFamily="34" charset="-122"/>
                <a:cs typeface="+mn-ea"/>
                <a:sym typeface="微软雅黑" panose="020B0503020204020204" pitchFamily="34" charset="-122"/>
              </a:rPr>
              <a:t>课后作业</a:t>
            </a:r>
          </a:p>
        </p:txBody>
      </p:sp>
      <p:sp>
        <p:nvSpPr>
          <p:cNvPr id="4" name="灯片编号占位符 3"/>
          <p:cNvSpPr>
            <a:spLocks noGrp="1"/>
          </p:cNvSpPr>
          <p:nvPr>
            <p:ph type="sldNum" sz="quarter" idx="11"/>
          </p:nvPr>
        </p:nvSpPr>
        <p:spPr/>
        <p:txBody>
          <a:bodyPr/>
          <a:lstStyle/>
          <a:p>
            <a:fld id="{0C913308-F349-4B6D-A68A-DD1791B4A57B}" type="slidenum">
              <a:rPr lang="zh-CN" altLang="en-US" smtClean="0"/>
              <a:pPr/>
              <a:t>50</a:t>
            </a:fld>
            <a:r>
              <a:rPr lang="en-US" altLang="zh-CN"/>
              <a:t>/33</a:t>
            </a:r>
            <a:endParaRPr lang="en-US" dirty="0"/>
          </a:p>
        </p:txBody>
      </p:sp>
    </p:spTree>
  </p:cSld>
  <p:clrMapOvr>
    <a:masterClrMapping/>
  </p:clrMapOvr>
</p:sld>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5661</TotalTime>
  <Words>3746</Words>
  <Application>Microsoft Office PowerPoint</Application>
  <PresentationFormat>全屏显示(16:9)</PresentationFormat>
  <Paragraphs>423</Paragraphs>
  <Slides>50</Slides>
  <Notes>15</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50</vt:i4>
      </vt:variant>
    </vt:vector>
  </HeadingPairs>
  <TitlesOfParts>
    <vt:vector size="62" baseType="lpstr">
      <vt:lpstr>Arial Unicode MS</vt:lpstr>
      <vt:lpstr>Chinese Quote</vt:lpstr>
      <vt:lpstr>黑体</vt:lpstr>
      <vt:lpstr>宋体</vt:lpstr>
      <vt:lpstr>微软雅黑</vt:lpstr>
      <vt:lpstr>Arial</vt:lpstr>
      <vt:lpstr>Calibri</vt:lpstr>
      <vt:lpstr>Franklin Gothic Book</vt:lpstr>
      <vt:lpstr>Perpetua</vt:lpstr>
      <vt:lpstr>Webdings</vt:lpstr>
      <vt:lpstr>Wingdings</vt:lpstr>
      <vt:lpstr>自定义设计方案</vt:lpstr>
      <vt:lpstr>myBatis与Spring的整合 </vt:lpstr>
      <vt:lpstr>回顾：若依中的AOP</vt:lpstr>
      <vt:lpstr>本章任务</vt:lpstr>
      <vt:lpstr>本章目标</vt:lpstr>
      <vt:lpstr>1 实现Spring和MyBatis整合</vt:lpstr>
      <vt:lpstr>实现Spring和MyBatis整合</vt:lpstr>
      <vt:lpstr>实现Spring和MyBatis整合</vt:lpstr>
      <vt:lpstr>Spring与MyBatis整合之Pom.xml</vt:lpstr>
      <vt:lpstr>实现Spring和MyBatis整合</vt:lpstr>
      <vt:lpstr>配置数据源</vt:lpstr>
      <vt:lpstr>配置SqlSessionFactoryBean</vt:lpstr>
      <vt:lpstr>Mybatis获得sqlSession工厂 VS Spring 配置sqlSession工厂</vt:lpstr>
      <vt:lpstr>配置SqlSessionTemplate 配置dao层和service层的bean</vt:lpstr>
      <vt:lpstr>2 SqlSessionTemplate</vt:lpstr>
      <vt:lpstr>3 采用数据映射器（MapperFactoryBean）的方式完成对数据库操作 </vt:lpstr>
      <vt:lpstr>实现Spring和MyBatis整合</vt:lpstr>
      <vt:lpstr>实现Spring和MyBatis整合</vt:lpstr>
      <vt:lpstr>小结</vt:lpstr>
      <vt:lpstr>2 事务简介</vt:lpstr>
      <vt:lpstr>2-1事务管理的问题</vt:lpstr>
      <vt:lpstr>2-2 Spring 中的事务管理</vt:lpstr>
      <vt:lpstr>2-3 配置声明式事务 </vt:lpstr>
      <vt:lpstr> 用事务通知声明式地管理事务</vt:lpstr>
      <vt:lpstr>用事务通知声明式地管理事务示例代码1</vt:lpstr>
      <vt:lpstr>声明式事务管理示例代码2 ：配置bean</vt:lpstr>
      <vt:lpstr>声明式事务管理示例代码2</vt:lpstr>
      <vt:lpstr>配置事务切入点,将切入点和事务通知关联起来:</vt:lpstr>
      <vt:lpstr>事务属性 </vt:lpstr>
      <vt:lpstr> 使用注解实现事务处理  </vt:lpstr>
      <vt:lpstr>使用注解实现事务处理 </vt:lpstr>
      <vt:lpstr>用 @Transactional 注解声明式地管理事务配置文件示例代码</vt:lpstr>
      <vt:lpstr>PowerPoint 演示文稿</vt:lpstr>
      <vt:lpstr>2-4 Spring 支持的事务传播行为</vt:lpstr>
      <vt:lpstr>需求</vt:lpstr>
      <vt:lpstr>REQUIRED 传播行为</vt:lpstr>
      <vt:lpstr>REQUIRES_NEW 传播行为</vt:lpstr>
      <vt:lpstr>在 Spring 2.x 事务通知中配置传播属性</vt:lpstr>
      <vt:lpstr>并发事务所导致的问题</vt:lpstr>
      <vt:lpstr>事务的隔离级别</vt:lpstr>
      <vt:lpstr>Spring 支持的事务隔离级别</vt:lpstr>
      <vt:lpstr>设置隔离事务属性</vt:lpstr>
      <vt:lpstr>设置回滚事务属性</vt:lpstr>
      <vt:lpstr>设置回滚事务属性</vt:lpstr>
      <vt:lpstr>超时和只读属性</vt:lpstr>
      <vt:lpstr>设置超时和只读事务属性</vt:lpstr>
      <vt:lpstr>使用注解实现事务处理的事务属性配置 </vt:lpstr>
      <vt:lpstr>使用注解实现事务处理的事务属性配置 </vt:lpstr>
      <vt:lpstr>总结</vt:lpstr>
      <vt:lpstr>总结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meng.zhang(张萌)</dc:creator>
  <cp:lastModifiedBy>CHONG LI</cp:lastModifiedBy>
  <cp:revision>639</cp:revision>
  <dcterms:created xsi:type="dcterms:W3CDTF">2013-09-17T02:35:00Z</dcterms:created>
  <dcterms:modified xsi:type="dcterms:W3CDTF">2024-04-09T23:39:57Z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2052-10.1.0.6874</vt:lpwstr>
  </property>
</Properties>
</file>
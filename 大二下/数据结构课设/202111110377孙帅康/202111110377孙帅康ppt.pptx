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24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5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3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9" r:id="rId4"/>
    <p:sldId id="264" r:id="rId5"/>
    <p:sldId id="260" r:id="rId6"/>
    <p:sldId id="261" r:id="rId7"/>
    <p:sldId id="265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302" r:id="rId17"/>
    <p:sldId id="303" r:id="rId18"/>
    <p:sldId id="297" r:id="rId19"/>
    <p:sldId id="304" r:id="rId20"/>
    <p:sldId id="305" r:id="rId21"/>
    <p:sldId id="306" r:id="rId22"/>
    <p:sldId id="298" r:id="rId23"/>
    <p:sldId id="307" r:id="rId24"/>
    <p:sldId id="308" r:id="rId25"/>
    <p:sldId id="299" r:id="rId26"/>
    <p:sldId id="311" r:id="rId27"/>
    <p:sldId id="312" r:id="rId28"/>
    <p:sldId id="313" r:id="rId29"/>
    <p:sldId id="300" r:id="rId30"/>
    <p:sldId id="314" r:id="rId31"/>
    <p:sldId id="315" r:id="rId32"/>
    <p:sldId id="301" r:id="rId33"/>
    <p:sldId id="316" r:id="rId34"/>
    <p:sldId id="317" r:id="rId35"/>
    <p:sldId id="318" r:id="rId36"/>
    <p:sldId id="296" r:id="rId37"/>
    <p:sldId id="276" r:id="rId38"/>
    <p:sldId id="277" r:id="rId39"/>
    <p:sldId id="278" r:id="rId40"/>
    <p:sldId id="279" r:id="rId41"/>
    <p:sldId id="280" r:id="rId42"/>
    <p:sldId id="281" r:id="rId43"/>
    <p:sldId id="282" r:id="rId44"/>
    <p:sldId id="283" r:id="rId45"/>
    <p:sldId id="284" r:id="rId46"/>
    <p:sldId id="286" r:id="rId47"/>
    <p:sldId id="287" r:id="rId48"/>
    <p:sldId id="290" r:id="rId49"/>
    <p:sldId id="292" r:id="rId50"/>
    <p:sldId id="289" r:id="rId51"/>
    <p:sldId id="291" r:id="rId52"/>
    <p:sldId id="288" r:id="rId53"/>
  </p:sldIdLst>
  <p:sldSz cx="12192000" cy="6858000"/>
  <p:notesSz cx="6858000" cy="9144000"/>
  <p:custDataLst>
    <p:tags r:id="rId6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qiu" initials="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0" Type="http://schemas.openxmlformats.org/officeDocument/2006/relationships/tags" Target="tags/tag243.xml"/><Relationship Id="rId6" Type="http://schemas.openxmlformats.org/officeDocument/2006/relationships/slide" Target="slides/slide3.xml"/><Relationship Id="rId59" Type="http://schemas.openxmlformats.org/officeDocument/2006/relationships/customXml" Target="../customXml/item1.xml"/><Relationship Id="rId58" Type="http://schemas.openxmlformats.org/officeDocument/2006/relationships/customXmlProps" Target="../customXml/itemProps242.xml"/><Relationship Id="rId57" Type="http://schemas.openxmlformats.org/officeDocument/2006/relationships/commentAuthors" Target="commentAuthors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image" Target="../media/image3.png"/><Relationship Id="rId6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image" Target="../media/image4.png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image" Target="../media/image4.png"/><Relationship Id="rId4" Type="http://schemas.openxmlformats.org/officeDocument/2006/relationships/tags" Target="../tags/tag18.xml"/><Relationship Id="rId3" Type="http://schemas.openxmlformats.org/officeDocument/2006/relationships/image" Target="../media/image1.png"/><Relationship Id="rId2" Type="http://schemas.openxmlformats.org/officeDocument/2006/relationships/tags" Target="../tags/tag17.xml"/><Relationship Id="rId19" Type="http://schemas.openxmlformats.org/officeDocument/2006/relationships/tags" Target="../tags/tag32.xml"/><Relationship Id="rId18" Type="http://schemas.openxmlformats.org/officeDocument/2006/relationships/tags" Target="../tags/tag31.xml"/><Relationship Id="rId17" Type="http://schemas.openxmlformats.org/officeDocument/2006/relationships/tags" Target="../tags/tag30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image" Target="../media/image4.png"/><Relationship Id="rId2" Type="http://schemas.openxmlformats.org/officeDocument/2006/relationships/tags" Target="../tags/tag33.xml"/><Relationship Id="rId10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image" Target="../media/image4.png"/><Relationship Id="rId2" Type="http://schemas.openxmlformats.org/officeDocument/2006/relationships/tags" Target="../tags/tag4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image" Target="../media/image6.png"/><Relationship Id="rId6" Type="http://schemas.openxmlformats.org/officeDocument/2006/relationships/tags" Target="../tags/tag53.xml"/><Relationship Id="rId5" Type="http://schemas.openxmlformats.org/officeDocument/2006/relationships/image" Target="../media/image5.png"/><Relationship Id="rId4" Type="http://schemas.openxmlformats.org/officeDocument/2006/relationships/tags" Target="../tags/tag52.xml"/><Relationship Id="rId3" Type="http://schemas.openxmlformats.org/officeDocument/2006/relationships/image" Target="../media/image1.png"/><Relationship Id="rId2" Type="http://schemas.openxmlformats.org/officeDocument/2006/relationships/tags" Target="../tags/tag51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image" Target="../media/image4.png"/><Relationship Id="rId2" Type="http://schemas.openxmlformats.org/officeDocument/2006/relationships/tags" Target="../tags/tag61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image" Target="../media/image4.png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image" Target="../media/image4.png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image" Target="../media/image7.png"/><Relationship Id="rId6" Type="http://schemas.openxmlformats.org/officeDocument/2006/relationships/tags" Target="../tags/tag84.xml"/><Relationship Id="rId5" Type="http://schemas.openxmlformats.org/officeDocument/2006/relationships/image" Target="../media/image2.png"/><Relationship Id="rId4" Type="http://schemas.openxmlformats.org/officeDocument/2006/relationships/tags" Target="../tags/tag83.xml"/><Relationship Id="rId3" Type="http://schemas.openxmlformats.org/officeDocument/2006/relationships/image" Target="../media/image1.png"/><Relationship Id="rId2" Type="http://schemas.openxmlformats.org/officeDocument/2006/relationships/tags" Target="../tags/tag82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tags" Target="../tags/tag88.xml"/><Relationship Id="rId10" Type="http://schemas.openxmlformats.org/officeDocument/2006/relationships/tags" Target="../tags/tag8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image" Target="../media/image4.png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image" Target="../media/image4.png"/><Relationship Id="rId2" Type="http://schemas.openxmlformats.org/officeDocument/2006/relationships/tags" Target="../tags/tag97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image" Target="../media/image4.png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0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19.xml"/><Relationship Id="rId8" Type="http://schemas.openxmlformats.org/officeDocument/2006/relationships/tags" Target="../tags/tag118.xml"/><Relationship Id="rId7" Type="http://schemas.openxmlformats.org/officeDocument/2006/relationships/tags" Target="../tags/tag117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image" Target="../media/image4.png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0" Type="http://schemas.openxmlformats.org/officeDocument/2006/relationships/tags" Target="../tags/tag120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image" Target="../media/image4.png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0" Type="http://schemas.openxmlformats.org/officeDocument/2006/relationships/tags" Target="../tags/tag128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image" Target="../media/image4.png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2" Type="http://schemas.openxmlformats.org/officeDocument/2006/relationships/tags" Target="../tags/tag138.xml"/><Relationship Id="rId11" Type="http://schemas.openxmlformats.org/officeDocument/2006/relationships/tags" Target="../tags/tag137.xml"/><Relationship Id="rId10" Type="http://schemas.openxmlformats.org/officeDocument/2006/relationships/tags" Target="../tags/tag136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tags" Target="../tags/tag144.xml"/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image" Target="../media/image4.png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0" Type="http://schemas.openxmlformats.org/officeDocument/2006/relationships/tags" Target="../tags/tag14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简约纯白背景_画板 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2" y="-6032"/>
            <a:ext cx="12191436" cy="6857683"/>
          </a:xfrm>
          <a:prstGeom prst="rect">
            <a:avLst/>
          </a:prstGeom>
        </p:spPr>
      </p:pic>
      <p:pic>
        <p:nvPicPr>
          <p:cNvPr id="10" name="图片 9" descr="简约线条_画板 1 副本"/>
          <p:cNvPicPr/>
          <p:nvPr>
            <p:custDataLst>
              <p:tags r:id="rId4"/>
            </p:custDataLst>
          </p:nvPr>
        </p:nvPicPr>
        <p:blipFill>
          <a:blip r:embed="rId5"/>
          <a:srcRect l="2725" t="80435" r="-2887" b="1102"/>
          <a:stretch>
            <a:fillRect/>
          </a:stretch>
        </p:blipFill>
        <p:spPr>
          <a:xfrm>
            <a:off x="485" y="5619600"/>
            <a:ext cx="12191653" cy="1238400"/>
          </a:xfrm>
          <a:prstGeom prst="rect">
            <a:avLst/>
          </a:prstGeom>
        </p:spPr>
      </p:pic>
      <p:pic>
        <p:nvPicPr>
          <p:cNvPr id="5" name="图片 4" descr="简约_画板 1 副本"/>
          <p:cNvPicPr/>
          <p:nvPr>
            <p:custDataLst>
              <p:tags r:id="rId6"/>
            </p:custDataLst>
          </p:nvPr>
        </p:nvPicPr>
        <p:blipFill>
          <a:blip r:embed="rId7"/>
          <a:srcRect l="57840" t="9971" r="-865" b="17646"/>
          <a:stretch>
            <a:fillRect/>
          </a:stretch>
        </p:blipFill>
        <p:spPr>
          <a:xfrm>
            <a:off x="6303751" y="724130"/>
            <a:ext cx="5688212" cy="5409105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/>
          <p:nvPr>
            <p:ph type="body" idx="1" hasCustomPrompt="1"/>
            <p:custDataLst>
              <p:tags r:id="rId11"/>
            </p:custDataLst>
          </p:nvPr>
        </p:nvSpPr>
        <p:spPr>
          <a:xfrm>
            <a:off x="997584" y="4798195"/>
            <a:ext cx="5199177" cy="1244534"/>
          </a:xfrm>
        </p:spPr>
        <p:txBody>
          <a:bodyPr vert="horz" wrap="square" lIns="101600" tIns="0" rIns="82550" bIns="0" rtlCol="0" anchor="t" anchorCtr="0">
            <a:normAutofit/>
          </a:bodyPr>
          <a:lstStyle>
            <a:lvl1pPr marL="0" marR="0" indent="-228600" algn="l" defTabSz="914400" rtl="0" eaLnBrk="1" fontAlgn="auto" latinLnBrk="0" hangingPunct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1800" b="0" i="0" u="none" strike="noStrike" kern="0" cap="none" spc="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雅酷黑 45W" panose="00020600040101010101" charset="-122"/>
                <a:cs typeface="+mj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  <a:endParaRPr>
              <a:sym typeface="+mn-ea"/>
            </a:endParaRPr>
          </a:p>
        </p:txBody>
      </p:sp>
      <p:sp>
        <p:nvSpPr>
          <p:cNvPr id="3" name="文本占位符 2"/>
          <p:cNvSpPr/>
          <p:nvPr>
            <p:ph type="body" idx="2" hasCustomPrompt="1"/>
            <p:custDataLst>
              <p:tags r:id="rId12"/>
            </p:custDataLst>
          </p:nvPr>
        </p:nvSpPr>
        <p:spPr>
          <a:xfrm>
            <a:off x="997584" y="815269"/>
            <a:ext cx="3071927" cy="1414351"/>
          </a:xfrm>
          <a:ln>
            <a:noFill/>
          </a:ln>
        </p:spPr>
        <p:txBody>
          <a:bodyPr vert="horz" wrap="square" lIns="101600" tIns="0" rIns="82550" bIns="0" rtlCol="0" anchor="t" anchorCtr="0">
            <a:normAutofit/>
          </a:bodyPr>
          <a:lstStyle>
            <a:lvl1pPr marL="0" marR="0" indent="-228600" algn="l" defTabSz="914400" rtl="0" eaLnBrk="1" fontAlgn="auto" latinLnBrk="0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4800" b="1" i="0" u="none" strike="noStrike" kern="0" cap="none" spc="0" normalizeH="0" baseline="0" noProof="1" dirty="0">
                <a:ln w="2381" cmpd="sng"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  <a:endParaRPr>
              <a:sym typeface="+mn-ea"/>
            </a:endParaRPr>
          </a:p>
        </p:txBody>
      </p:sp>
      <p:sp>
        <p:nvSpPr>
          <p:cNvPr id="6" name="标题 3"/>
          <p:cNvSpPr/>
          <p:nvPr>
            <p:ph type="ctrTitle" idx="3" hasCustomPrompt="1"/>
            <p:custDataLst>
              <p:tags r:id="rId13"/>
            </p:custDataLst>
          </p:nvPr>
        </p:nvSpPr>
        <p:spPr>
          <a:xfrm>
            <a:off x="997584" y="2288040"/>
            <a:ext cx="5199177" cy="2406650"/>
          </a:xfrm>
        </p:spPr>
        <p:txBody>
          <a:bodyPr vert="horz" wrap="square" lIns="0" tIns="38100" rIns="76200" bIns="38100" rtlCol="0" anchor="ctr" anchorCtr="0">
            <a:normAutofit/>
          </a:bodyPr>
          <a:lstStyle>
            <a:lvl1pPr marL="0" marR="0" algn="l" defTabSz="914400" rtl="0" eaLnBrk="1" fontAlgn="auto" latinLnBrk="0" hangingPunc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8000" b="1" i="0" u="none" strike="noStrike" kern="0" cap="none" spc="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刚艺体-95简" panose="00020600040101010101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简约蓝色_画板 1 副本 3"/>
          <p:cNvPicPr/>
          <p:nvPr>
            <p:custDataLst>
              <p:tags r:id="rId2"/>
            </p:custDataLst>
          </p:nvPr>
        </p:nvPicPr>
        <p:blipFill>
          <a:blip r:embed="rId3"/>
          <a:srcRect l="83366" t="-18113" r="-1559" b="80602"/>
          <a:stretch>
            <a:fillRect/>
          </a:stretch>
        </p:blipFill>
        <p:spPr>
          <a:xfrm flipH="1">
            <a:off x="0" y="4800352"/>
            <a:ext cx="1737212" cy="2057648"/>
          </a:xfrm>
          <a:prstGeom prst="rect">
            <a:avLst/>
          </a:prstGeom>
        </p:spPr>
      </p:pic>
      <p:pic>
        <p:nvPicPr>
          <p:cNvPr id="7" name="图片 6" descr="简约蓝色_画板 1 副本 3"/>
          <p:cNvPicPr/>
          <p:nvPr>
            <p:custDataLst>
              <p:tags r:id="rId4"/>
            </p:custDataLst>
          </p:nvPr>
        </p:nvPicPr>
        <p:blipFill>
          <a:blip r:embed="rId3"/>
          <a:srcRect l="83643" t="-6836" r="-1559" b="69290"/>
          <a:stretch>
            <a:fillRect/>
          </a:stretch>
        </p:blipFill>
        <p:spPr>
          <a:xfrm>
            <a:off x="10454323" y="0"/>
            <a:ext cx="1737043" cy="205784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简约纯白背景_画板 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683"/>
          </a:xfrm>
          <a:prstGeom prst="rect">
            <a:avLst/>
          </a:prstGeom>
        </p:spPr>
      </p:pic>
      <p:pic>
        <p:nvPicPr>
          <p:cNvPr id="3" name="图片 2" descr="简约蓝色_画板 1 副本 3"/>
          <p:cNvPicPr/>
          <p:nvPr>
            <p:custDataLst>
              <p:tags r:id="rId4"/>
            </p:custDataLst>
          </p:nvPr>
        </p:nvPicPr>
        <p:blipFill>
          <a:blip r:embed="rId5"/>
          <a:srcRect l="4848" t="13236" r="58152" b="22969"/>
          <a:stretch>
            <a:fillRect/>
          </a:stretch>
        </p:blipFill>
        <p:spPr>
          <a:xfrm>
            <a:off x="1682750" y="1521985"/>
            <a:ext cx="3906622" cy="3801966"/>
          </a:xfrm>
          <a:prstGeom prst="rect">
            <a:avLst/>
          </a:prstGeom>
        </p:spPr>
      </p:pic>
      <p:pic>
        <p:nvPicPr>
          <p:cNvPr id="2" name="图片 1" descr="简约蓝色_画板 1 副本 3"/>
          <p:cNvPicPr/>
          <p:nvPr>
            <p:custDataLst>
              <p:tags r:id="rId6"/>
            </p:custDataLst>
          </p:nvPr>
        </p:nvPicPr>
        <p:blipFill>
          <a:blip r:embed="rId5"/>
          <a:srcRect l="65642" b="74194"/>
          <a:stretch>
            <a:fillRect/>
          </a:stretch>
        </p:blipFill>
        <p:spPr>
          <a:xfrm>
            <a:off x="8011438" y="0"/>
            <a:ext cx="4180562" cy="1799352"/>
          </a:xfrm>
          <a:prstGeom prst="rect">
            <a:avLst/>
          </a:prstGeom>
        </p:spPr>
      </p:pic>
      <p:pic>
        <p:nvPicPr>
          <p:cNvPr id="9" name="图片 8" descr="简约蓝色_画板 1 副本 3"/>
          <p:cNvPicPr/>
          <p:nvPr>
            <p:custDataLst>
              <p:tags r:id="rId7"/>
            </p:custDataLst>
          </p:nvPr>
        </p:nvPicPr>
        <p:blipFill>
          <a:blip r:embed="rId5"/>
          <a:srcRect l="1410" t="87768" r="72026" b="196"/>
          <a:stretch>
            <a:fillRect/>
          </a:stretch>
        </p:blipFill>
        <p:spPr>
          <a:xfrm>
            <a:off x="-12700" y="5860415"/>
            <a:ext cx="3944224" cy="100393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6189344" y="4377446"/>
            <a:ext cx="1676400" cy="370840"/>
            <a:chOff x="2086" y="6488"/>
            <a:chExt cx="2640" cy="584"/>
          </a:xfrm>
        </p:grpSpPr>
        <p:sp>
          <p:nvSpPr>
            <p:cNvPr id="43" name="箭头: V 形 42"/>
            <p:cNvSpPr/>
            <p:nvPr>
              <p:custDataLst>
                <p:tags r:id="rId12"/>
              </p:custDataLst>
            </p:nvPr>
          </p:nvSpPr>
          <p:spPr>
            <a:xfrm>
              <a:off x="4182" y="6488"/>
              <a:ext cx="544" cy="585"/>
            </a:xfrm>
            <a:prstGeom prst="chevron">
              <a:avLst>
                <a:gd name="adj" fmla="val 52069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p>
              <a:pPr algn="ctr"/>
              <a:endParaRPr lang="zh-CN" altLang="en-US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endParaRPr>
            </a:p>
          </p:txBody>
        </p:sp>
        <p:sp>
          <p:nvSpPr>
            <p:cNvPr id="44" name="箭头: V 形 43"/>
            <p:cNvSpPr/>
            <p:nvPr>
              <p:custDataLst>
                <p:tags r:id="rId13"/>
              </p:custDataLst>
            </p:nvPr>
          </p:nvSpPr>
          <p:spPr>
            <a:xfrm>
              <a:off x="3763" y="6488"/>
              <a:ext cx="544" cy="585"/>
            </a:xfrm>
            <a:prstGeom prst="chevron">
              <a:avLst>
                <a:gd name="adj" fmla="val 52069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p>
              <a:pPr algn="ctr"/>
              <a:endParaRPr lang="zh-CN" altLang="en-US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endParaRPr>
            </a:p>
          </p:txBody>
        </p:sp>
        <p:sp>
          <p:nvSpPr>
            <p:cNvPr id="45" name="箭头: V 形 44"/>
            <p:cNvSpPr/>
            <p:nvPr>
              <p:custDataLst>
                <p:tags r:id="rId14"/>
              </p:custDataLst>
            </p:nvPr>
          </p:nvSpPr>
          <p:spPr>
            <a:xfrm>
              <a:off x="3344" y="6488"/>
              <a:ext cx="544" cy="585"/>
            </a:xfrm>
            <a:prstGeom prst="chevron">
              <a:avLst>
                <a:gd name="adj" fmla="val 52069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p>
              <a:pPr algn="ctr"/>
              <a:endParaRPr lang="zh-CN" altLang="en-US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endParaRPr>
            </a:p>
          </p:txBody>
        </p:sp>
        <p:sp>
          <p:nvSpPr>
            <p:cNvPr id="46" name="箭头: V 形 45"/>
            <p:cNvSpPr/>
            <p:nvPr>
              <p:custDataLst>
                <p:tags r:id="rId15"/>
              </p:custDataLst>
            </p:nvPr>
          </p:nvSpPr>
          <p:spPr>
            <a:xfrm>
              <a:off x="2924" y="6488"/>
              <a:ext cx="544" cy="585"/>
            </a:xfrm>
            <a:prstGeom prst="chevron">
              <a:avLst>
                <a:gd name="adj" fmla="val 52069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p>
              <a:pPr algn="ctr"/>
              <a:endParaRPr lang="zh-CN" altLang="en-US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endParaRPr>
            </a:p>
          </p:txBody>
        </p:sp>
        <p:sp>
          <p:nvSpPr>
            <p:cNvPr id="47" name="箭头: V 形 46"/>
            <p:cNvSpPr/>
            <p:nvPr>
              <p:custDataLst>
                <p:tags r:id="rId16"/>
              </p:custDataLst>
            </p:nvPr>
          </p:nvSpPr>
          <p:spPr>
            <a:xfrm>
              <a:off x="2505" y="6488"/>
              <a:ext cx="544" cy="585"/>
            </a:xfrm>
            <a:prstGeom prst="chevron">
              <a:avLst>
                <a:gd name="adj" fmla="val 52069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p>
              <a:pPr algn="ctr"/>
              <a:endParaRPr lang="zh-CN" altLang="en-US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endParaRPr>
            </a:p>
          </p:txBody>
        </p:sp>
        <p:sp>
          <p:nvSpPr>
            <p:cNvPr id="48" name="箭头: V 形 47"/>
            <p:cNvSpPr/>
            <p:nvPr>
              <p:custDataLst>
                <p:tags r:id="rId17"/>
              </p:custDataLst>
            </p:nvPr>
          </p:nvSpPr>
          <p:spPr>
            <a:xfrm>
              <a:off x="2086" y="6488"/>
              <a:ext cx="544" cy="585"/>
            </a:xfrm>
            <a:prstGeom prst="chevron">
              <a:avLst>
                <a:gd name="adj" fmla="val 52069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p>
              <a:pPr algn="ctr"/>
              <a:endParaRPr lang="zh-CN" altLang="en-US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endParaRPr>
            </a:p>
          </p:txBody>
        </p:sp>
      </p:grpSp>
      <p:sp>
        <p:nvSpPr>
          <p:cNvPr id="10" name="标题 2"/>
          <p:cNvSpPr/>
          <p:nvPr>
            <p:ph type="ctrTitle" idx="2" hasCustomPrompt="1"/>
            <p:custDataLst>
              <p:tags r:id="rId18"/>
            </p:custDataLst>
          </p:nvPr>
        </p:nvSpPr>
        <p:spPr>
          <a:xfrm>
            <a:off x="6170294" y="3154436"/>
            <a:ext cx="5199177" cy="972185"/>
          </a:xfrm>
          <a:noFill/>
        </p:spPr>
        <p:txBody>
          <a:bodyPr vert="horz" wrap="square" lIns="0" tIns="0" rIns="90000" bIns="0" rtlCol="0" anchor="b" anchorCtr="0">
            <a:normAutofit/>
          </a:bodyPr>
          <a:lstStyle>
            <a:lvl1pPr marL="0" marR="0" algn="l" defTabSz="914400" rtl="0" eaLnBrk="1" fontAlgn="auto" latinLnBrk="0" hangingPunc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5900" b="1" i="0" u="none" strike="noStrike" kern="0" cap="none" spc="0" normalizeH="0" baseline="0" noProof="1" dirty="0">
                <a:ln w="12700"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刚艺体-95简" panose="00020600040101010101" charset="-122"/>
                <a:cs typeface="Dubai Medium" panose="020B0603030403030204" pitchFamily="34" charset="-78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11" name="文本占位符 3"/>
          <p:cNvSpPr/>
          <p:nvPr>
            <p:ph type="body" idx="3" hasCustomPrompt="1"/>
            <p:custDataLst>
              <p:tags r:id="rId19"/>
            </p:custDataLst>
          </p:nvPr>
        </p:nvSpPr>
        <p:spPr>
          <a:xfrm>
            <a:off x="6170294" y="4999111"/>
            <a:ext cx="4995977" cy="1102750"/>
          </a:xfrm>
          <a:noFill/>
        </p:spPr>
        <p:txBody>
          <a:bodyPr vert="horz" wrap="square" lIns="18000" tIns="0" rIns="82550" bIns="0" rtlCol="0" anchor="t" anchorCtr="0">
            <a:normAutofit/>
          </a:bodyPr>
          <a:lstStyle>
            <a:lvl1pPr marL="0" marR="0" indent="-228600" algn="l" defTabSz="914400" rtl="0" eaLnBrk="1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1600" b="0" i="0" u="none" strike="noStrike" kern="0" cap="none" spc="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雅酷黑 45W" panose="00020600040101010101" charset="-122"/>
                <a:cs typeface="+mj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简约蓝色_画板 1 副本 3"/>
          <p:cNvPicPr/>
          <p:nvPr>
            <p:custDataLst>
              <p:tags r:id="rId2"/>
            </p:custDataLst>
          </p:nvPr>
        </p:nvPicPr>
        <p:blipFill>
          <a:blip r:embed="rId3"/>
          <a:srcRect l="83366" t="-18113" r="-1559" b="80602"/>
          <a:stretch>
            <a:fillRect/>
          </a:stretch>
        </p:blipFill>
        <p:spPr>
          <a:xfrm flipH="1">
            <a:off x="0" y="4800352"/>
            <a:ext cx="1737212" cy="2057648"/>
          </a:xfrm>
          <a:prstGeom prst="rect">
            <a:avLst/>
          </a:prstGeom>
        </p:spPr>
      </p:pic>
      <p:pic>
        <p:nvPicPr>
          <p:cNvPr id="8" name="图片 7" descr="简约蓝色_画板 1 副本 3"/>
          <p:cNvPicPr/>
          <p:nvPr>
            <p:custDataLst>
              <p:tags r:id="rId4"/>
            </p:custDataLst>
          </p:nvPr>
        </p:nvPicPr>
        <p:blipFill>
          <a:blip r:embed="rId3"/>
          <a:srcRect l="83643" t="-6836" r="-1559" b="69290"/>
          <a:stretch>
            <a:fillRect/>
          </a:stretch>
        </p:blipFill>
        <p:spPr>
          <a:xfrm>
            <a:off x="10454323" y="0"/>
            <a:ext cx="1737043" cy="205784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简约蓝色_画板 1 副本 3"/>
          <p:cNvPicPr/>
          <p:nvPr>
            <p:custDataLst>
              <p:tags r:id="rId2"/>
            </p:custDataLst>
          </p:nvPr>
        </p:nvPicPr>
        <p:blipFill>
          <a:blip r:embed="rId3"/>
          <a:srcRect l="83366" t="-18113" r="-1559" b="80602"/>
          <a:stretch>
            <a:fillRect/>
          </a:stretch>
        </p:blipFill>
        <p:spPr>
          <a:xfrm flipH="1">
            <a:off x="0" y="4800352"/>
            <a:ext cx="1737212" cy="2057648"/>
          </a:xfrm>
          <a:prstGeom prst="rect">
            <a:avLst/>
          </a:prstGeom>
        </p:spPr>
      </p:pic>
      <p:pic>
        <p:nvPicPr>
          <p:cNvPr id="10" name="图片 9" descr="简约蓝色_画板 1 副本 3"/>
          <p:cNvPicPr/>
          <p:nvPr>
            <p:custDataLst>
              <p:tags r:id="rId4"/>
            </p:custDataLst>
          </p:nvPr>
        </p:nvPicPr>
        <p:blipFill>
          <a:blip r:embed="rId3"/>
          <a:srcRect l="83643" t="-6836" r="-1559" b="69290"/>
          <a:stretch>
            <a:fillRect/>
          </a:stretch>
        </p:blipFill>
        <p:spPr>
          <a:xfrm>
            <a:off x="10454323" y="0"/>
            <a:ext cx="1737043" cy="205784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简约纯白背景_画板 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-317"/>
            <a:ext cx="12192000" cy="6857683"/>
          </a:xfrm>
          <a:prstGeom prst="rect">
            <a:avLst/>
          </a:prstGeom>
        </p:spPr>
      </p:pic>
      <p:pic>
        <p:nvPicPr>
          <p:cNvPr id="14" name="图片 13" descr="简约西安条_画板 1 副本 2"/>
          <p:cNvPicPr/>
          <p:nvPr>
            <p:custDataLst>
              <p:tags r:id="rId4"/>
            </p:custDataLst>
          </p:nvPr>
        </p:nvPicPr>
        <p:blipFill>
          <a:blip r:embed="rId5"/>
          <a:srcRect l="-2267" t="79450" r="78610" b="-1774"/>
          <a:stretch>
            <a:fillRect/>
          </a:stretch>
        </p:blipFill>
        <p:spPr>
          <a:xfrm>
            <a:off x="0" y="5237579"/>
            <a:ext cx="3066402" cy="1620408"/>
          </a:xfrm>
          <a:prstGeom prst="rect">
            <a:avLst/>
          </a:prstGeom>
        </p:spPr>
      </p:pic>
      <p:pic>
        <p:nvPicPr>
          <p:cNvPr id="6" name="图片 5" descr="简约线条_画板 1 副本 2"/>
          <p:cNvPicPr/>
          <p:nvPr>
            <p:custDataLst>
              <p:tags r:id="rId6"/>
            </p:custDataLst>
          </p:nvPr>
        </p:nvPicPr>
        <p:blipFill>
          <a:blip r:embed="rId7"/>
          <a:srcRect l="55377" t="6484" r="1053" b="12589"/>
          <a:stretch>
            <a:fillRect/>
          </a:stretch>
        </p:blipFill>
        <p:spPr>
          <a:xfrm>
            <a:off x="6295835" y="331"/>
            <a:ext cx="5896165" cy="615883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简约蓝色_画板 1 副本 3"/>
          <p:cNvPicPr/>
          <p:nvPr>
            <p:custDataLst>
              <p:tags r:id="rId2"/>
            </p:custDataLst>
          </p:nvPr>
        </p:nvPicPr>
        <p:blipFill>
          <a:blip r:embed="rId3"/>
          <a:srcRect l="83366" t="-18113" r="-1559" b="80602"/>
          <a:stretch>
            <a:fillRect/>
          </a:stretch>
        </p:blipFill>
        <p:spPr>
          <a:xfrm flipH="1">
            <a:off x="0" y="4800352"/>
            <a:ext cx="1737212" cy="2057648"/>
          </a:xfrm>
          <a:prstGeom prst="rect">
            <a:avLst/>
          </a:prstGeom>
        </p:spPr>
      </p:pic>
      <p:pic>
        <p:nvPicPr>
          <p:cNvPr id="8" name="图片 7" descr="简约蓝色_画板 1 副本 3"/>
          <p:cNvPicPr/>
          <p:nvPr>
            <p:custDataLst>
              <p:tags r:id="rId4"/>
            </p:custDataLst>
          </p:nvPr>
        </p:nvPicPr>
        <p:blipFill>
          <a:blip r:embed="rId3"/>
          <a:srcRect l="83643" t="-6836" r="-1559" b="69290"/>
          <a:stretch>
            <a:fillRect/>
          </a:stretch>
        </p:blipFill>
        <p:spPr>
          <a:xfrm>
            <a:off x="10454323" y="0"/>
            <a:ext cx="1737043" cy="205784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7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简约蓝色_画板 1 副本 3"/>
          <p:cNvPicPr/>
          <p:nvPr>
            <p:custDataLst>
              <p:tags r:id="rId2"/>
            </p:custDataLst>
          </p:nvPr>
        </p:nvPicPr>
        <p:blipFill>
          <a:blip r:embed="rId3"/>
          <a:srcRect l="83366" t="-18113" r="-1559" b="80602"/>
          <a:stretch>
            <a:fillRect/>
          </a:stretch>
        </p:blipFill>
        <p:spPr>
          <a:xfrm flipH="1">
            <a:off x="0" y="4800352"/>
            <a:ext cx="1737212" cy="2057648"/>
          </a:xfrm>
          <a:prstGeom prst="rect">
            <a:avLst/>
          </a:prstGeom>
        </p:spPr>
      </p:pic>
      <p:pic>
        <p:nvPicPr>
          <p:cNvPr id="7" name="图片 6" descr="简约蓝色_画板 1 副本 3"/>
          <p:cNvPicPr/>
          <p:nvPr>
            <p:custDataLst>
              <p:tags r:id="rId4"/>
            </p:custDataLst>
          </p:nvPr>
        </p:nvPicPr>
        <p:blipFill>
          <a:blip r:embed="rId3"/>
          <a:srcRect l="83643" t="-6836" r="-1559" b="69290"/>
          <a:stretch>
            <a:fillRect/>
          </a:stretch>
        </p:blipFill>
        <p:spPr>
          <a:xfrm>
            <a:off x="10454323" y="0"/>
            <a:ext cx="1737043" cy="205784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5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6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简约蓝色_画板 1 副本 3"/>
          <p:cNvPicPr/>
          <p:nvPr>
            <p:custDataLst>
              <p:tags r:id="rId2"/>
            </p:custDataLst>
          </p:nvPr>
        </p:nvPicPr>
        <p:blipFill>
          <a:blip r:embed="rId3"/>
          <a:srcRect l="83366" t="-18113" r="-1559" b="80602"/>
          <a:stretch>
            <a:fillRect/>
          </a:stretch>
        </p:blipFill>
        <p:spPr>
          <a:xfrm flipH="1">
            <a:off x="0" y="4800352"/>
            <a:ext cx="1737212" cy="2057648"/>
          </a:xfrm>
          <a:prstGeom prst="rect">
            <a:avLst/>
          </a:prstGeom>
        </p:spPr>
      </p:pic>
      <p:pic>
        <p:nvPicPr>
          <p:cNvPr id="6" name="图片 5" descr="简约蓝色_画板 1 副本 3"/>
          <p:cNvPicPr/>
          <p:nvPr>
            <p:custDataLst>
              <p:tags r:id="rId4"/>
            </p:custDataLst>
          </p:nvPr>
        </p:nvPicPr>
        <p:blipFill>
          <a:blip r:embed="rId3"/>
          <a:srcRect l="83643" t="-6836" r="-1559" b="69290"/>
          <a:stretch>
            <a:fillRect/>
          </a:stretch>
        </p:blipFill>
        <p:spPr>
          <a:xfrm>
            <a:off x="10454323" y="0"/>
            <a:ext cx="1737043" cy="205784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简约纯白背景_画板 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2" y="-6032"/>
            <a:ext cx="12191436" cy="6857683"/>
          </a:xfrm>
          <a:prstGeom prst="rect">
            <a:avLst/>
          </a:prstGeom>
        </p:spPr>
      </p:pic>
      <p:pic>
        <p:nvPicPr>
          <p:cNvPr id="17" name="图片 16" descr="简约线条_画板 1 副本"/>
          <p:cNvPicPr/>
          <p:nvPr>
            <p:custDataLst>
              <p:tags r:id="rId4"/>
            </p:custDataLst>
          </p:nvPr>
        </p:nvPicPr>
        <p:blipFill>
          <a:blip r:embed="rId5"/>
          <a:srcRect l="3444" t="80145" r="-5756" b="1102"/>
          <a:stretch>
            <a:fillRect/>
          </a:stretch>
        </p:blipFill>
        <p:spPr>
          <a:xfrm flipH="1">
            <a:off x="485" y="5619600"/>
            <a:ext cx="12191653" cy="1238400"/>
          </a:xfrm>
          <a:prstGeom prst="rect">
            <a:avLst/>
          </a:prstGeom>
        </p:spPr>
      </p:pic>
      <p:pic>
        <p:nvPicPr>
          <p:cNvPr id="14" name="图片 13" descr="简约结束也_画板 1 副本 4_画板 1 副本 4"/>
          <p:cNvPicPr/>
          <p:nvPr>
            <p:custDataLst>
              <p:tags r:id="rId6"/>
            </p:custDataLst>
          </p:nvPr>
        </p:nvPicPr>
        <p:blipFill>
          <a:blip r:embed="rId7"/>
          <a:srcRect l="57740" t="16672" r="981" b="13654"/>
          <a:stretch>
            <a:fillRect/>
          </a:stretch>
        </p:blipFill>
        <p:spPr>
          <a:xfrm>
            <a:off x="6303751" y="724130"/>
            <a:ext cx="5688212" cy="54091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3"/>
          <p:cNvSpPr/>
          <p:nvPr>
            <p:ph type="title" idx="1" hasCustomPrompt="1"/>
            <p:custDataLst>
              <p:tags r:id="rId11"/>
            </p:custDataLst>
          </p:nvPr>
        </p:nvSpPr>
        <p:spPr>
          <a:xfrm>
            <a:off x="542290" y="2060150"/>
            <a:ext cx="7788897" cy="1323439"/>
          </a:xfrm>
          <a:noFill/>
        </p:spPr>
        <p:txBody>
          <a:bodyPr vert="horz" wrap="square" lIns="101600" tIns="38100" rIns="76200" bIns="3810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7200" b="1" i="0" u="none" strike="noStrike" kern="1200" cap="none" spc="40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刚艺体-95简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7" name="文本占位符 4"/>
          <p:cNvSpPr/>
          <p:nvPr>
            <p:ph type="body" idx="2" hasCustomPrompt="1"/>
            <p:custDataLst>
              <p:tags r:id="rId12"/>
            </p:custDataLst>
          </p:nvPr>
        </p:nvSpPr>
        <p:spPr>
          <a:xfrm>
            <a:off x="1351914" y="3746670"/>
            <a:ext cx="6169648" cy="479632"/>
          </a:xfrm>
          <a:noFill/>
        </p:spPr>
        <p:txBody>
          <a:bodyPr vert="horz" wrap="square" lIns="101600" tIns="0" rIns="82550" bIns="0" rtlCol="0">
            <a:normAutofit/>
          </a:bodyPr>
          <a:lstStyle>
            <a:lvl1pPr marL="0" marR="0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2300" b="0" i="0" u="none" strike="noStrike" kern="1200" cap="none" spc="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  <a:endParaRPr>
              <a:sym typeface="+mn-ea"/>
            </a:endParaRPr>
          </a:p>
        </p:txBody>
      </p:sp>
      <p:sp>
        <p:nvSpPr>
          <p:cNvPr id="8" name="文本占位符 5"/>
          <p:cNvSpPr/>
          <p:nvPr>
            <p:ph type="body" idx="3" hasCustomPrompt="1"/>
            <p:custDataLst>
              <p:tags r:id="rId13"/>
            </p:custDataLst>
          </p:nvPr>
        </p:nvSpPr>
        <p:spPr>
          <a:xfrm>
            <a:off x="3042929" y="4382168"/>
            <a:ext cx="2787618" cy="415681"/>
          </a:xfrm>
          <a:noFill/>
        </p:spPr>
        <p:txBody>
          <a:bodyPr vert="horz" wrap="square" lIns="101600" tIns="0" rIns="82550" bIns="0" rtlCol="0" anchor="ctr" anchorCtr="0">
            <a:normAutofit/>
          </a:bodyPr>
          <a:lstStyle>
            <a:lvl1pPr marL="0" marR="0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1700" b="0" i="0" u="none" strike="noStrike" kern="1200" cap="none" spc="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简约蓝色_画板 1 副本 3"/>
          <p:cNvPicPr/>
          <p:nvPr>
            <p:custDataLst>
              <p:tags r:id="rId2"/>
            </p:custDataLst>
          </p:nvPr>
        </p:nvPicPr>
        <p:blipFill>
          <a:blip r:embed="rId3"/>
          <a:srcRect l="83366" t="-18113" r="-1559" b="80602"/>
          <a:stretch>
            <a:fillRect/>
          </a:stretch>
        </p:blipFill>
        <p:spPr>
          <a:xfrm flipH="1">
            <a:off x="0" y="4800352"/>
            <a:ext cx="1737212" cy="2057648"/>
          </a:xfrm>
          <a:prstGeom prst="rect">
            <a:avLst/>
          </a:prstGeom>
        </p:spPr>
      </p:pic>
      <p:pic>
        <p:nvPicPr>
          <p:cNvPr id="6" name="图片 5" descr="简约蓝色_画板 1 副本 3"/>
          <p:cNvPicPr/>
          <p:nvPr>
            <p:custDataLst>
              <p:tags r:id="rId4"/>
            </p:custDataLst>
          </p:nvPr>
        </p:nvPicPr>
        <p:blipFill>
          <a:blip r:embed="rId3"/>
          <a:srcRect l="83643" t="-6836" r="-1559" b="69290"/>
          <a:stretch>
            <a:fillRect/>
          </a:stretch>
        </p:blipFill>
        <p:spPr>
          <a:xfrm>
            <a:off x="10454323" y="0"/>
            <a:ext cx="1737043" cy="205784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简约蓝色_画板 1 副本 3"/>
          <p:cNvPicPr/>
          <p:nvPr>
            <p:custDataLst>
              <p:tags r:id="rId2"/>
            </p:custDataLst>
          </p:nvPr>
        </p:nvPicPr>
        <p:blipFill>
          <a:blip r:embed="rId3"/>
          <a:srcRect l="83366" t="-18113" r="-1559" b="80602"/>
          <a:stretch>
            <a:fillRect/>
          </a:stretch>
        </p:blipFill>
        <p:spPr>
          <a:xfrm flipH="1">
            <a:off x="0" y="4800352"/>
            <a:ext cx="1737212" cy="2057648"/>
          </a:xfrm>
          <a:prstGeom prst="rect">
            <a:avLst/>
          </a:prstGeom>
        </p:spPr>
      </p:pic>
      <p:pic>
        <p:nvPicPr>
          <p:cNvPr id="8" name="图片 7" descr="简约蓝色_画板 1 副本 3"/>
          <p:cNvPicPr/>
          <p:nvPr>
            <p:custDataLst>
              <p:tags r:id="rId4"/>
            </p:custDataLst>
          </p:nvPr>
        </p:nvPicPr>
        <p:blipFill>
          <a:blip r:embed="rId3"/>
          <a:srcRect l="83643" t="-6836" r="-1559" b="69290"/>
          <a:stretch>
            <a:fillRect/>
          </a:stretch>
        </p:blipFill>
        <p:spPr>
          <a:xfrm>
            <a:off x="10454958" y="0"/>
            <a:ext cx="1737043" cy="2057849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-8255"/>
            <a:ext cx="4823460" cy="68662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dirty="0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简约蓝色_画板 1 副本 3"/>
          <p:cNvPicPr/>
          <p:nvPr>
            <p:custDataLst>
              <p:tags r:id="rId3"/>
            </p:custDataLst>
          </p:nvPr>
        </p:nvPicPr>
        <p:blipFill>
          <a:blip r:embed="rId4"/>
          <a:srcRect l="83643" t="-6836" r="-1559" b="69290"/>
          <a:stretch>
            <a:fillRect/>
          </a:stretch>
        </p:blipFill>
        <p:spPr>
          <a:xfrm>
            <a:off x="10764520" y="0"/>
            <a:ext cx="1428102" cy="169185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简约蓝色_画板 1 副本 3"/>
          <p:cNvPicPr/>
          <p:nvPr>
            <p:custDataLst>
              <p:tags r:id="rId3"/>
            </p:custDataLst>
          </p:nvPr>
        </p:nvPicPr>
        <p:blipFill>
          <a:blip r:embed="rId4"/>
          <a:srcRect l="83366" t="-18113" r="-1559" b="80602"/>
          <a:stretch>
            <a:fillRect/>
          </a:stretch>
        </p:blipFill>
        <p:spPr>
          <a:xfrm flipH="1">
            <a:off x="0" y="4800352"/>
            <a:ext cx="1737212" cy="205764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836"/>
            <a:ext cx="12192000" cy="18287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简约蓝色_画板 1 副本 3"/>
          <p:cNvPicPr/>
          <p:nvPr>
            <p:custDataLst>
              <p:tags r:id="rId3"/>
            </p:custDataLst>
          </p:nvPr>
        </p:nvPicPr>
        <p:blipFill>
          <a:blip r:embed="rId4"/>
          <a:srcRect l="83643" t="-6836" r="-1559" b="69290"/>
          <a:stretch>
            <a:fillRect/>
          </a:stretch>
        </p:blipFill>
        <p:spPr>
          <a:xfrm>
            <a:off x="10764520" y="0"/>
            <a:ext cx="1428102" cy="169185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简约蓝色_画板 1 副本 3"/>
          <p:cNvPicPr/>
          <p:nvPr>
            <p:custDataLst>
              <p:tags r:id="rId3"/>
            </p:custDataLst>
          </p:nvPr>
        </p:nvPicPr>
        <p:blipFill>
          <a:blip r:embed="rId4"/>
          <a:srcRect l="83366" t="-18113" r="-1559" b="80602"/>
          <a:stretch>
            <a:fillRect/>
          </a:stretch>
        </p:blipFill>
        <p:spPr>
          <a:xfrm flipH="1">
            <a:off x="0" y="4800352"/>
            <a:ext cx="1737212" cy="205764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8" name="图片 7" descr="简约蓝色_画板 1 副本 3"/>
          <p:cNvPicPr/>
          <p:nvPr>
            <p:custDataLst>
              <p:tags r:id="rId3"/>
            </p:custDataLst>
          </p:nvPr>
        </p:nvPicPr>
        <p:blipFill>
          <a:blip r:embed="rId4"/>
          <a:srcRect l="83643" t="-6836" r="-1559" b="69290"/>
          <a:stretch>
            <a:fillRect/>
          </a:stretch>
        </p:blipFill>
        <p:spPr>
          <a:xfrm>
            <a:off x="11383056" y="0"/>
            <a:ext cx="809579" cy="959097"/>
          </a:xfrm>
          <a:prstGeom prst="rect">
            <a:avLst/>
          </a:prstGeom>
        </p:spPr>
      </p:pic>
      <p:pic>
        <p:nvPicPr>
          <p:cNvPr id="6" name="图片 5" descr="简约蓝色_画板 1 副本 3"/>
          <p:cNvPicPr/>
          <p:nvPr>
            <p:custDataLst>
              <p:tags r:id="rId5"/>
            </p:custDataLst>
          </p:nvPr>
        </p:nvPicPr>
        <p:blipFill>
          <a:blip r:embed="rId4"/>
          <a:srcRect l="83366" t="-18113" r="-1559" b="80602"/>
          <a:stretch>
            <a:fillRect/>
          </a:stretch>
        </p:blipFill>
        <p:spPr>
          <a:xfrm flipH="1">
            <a:off x="0" y="5899538"/>
            <a:ext cx="809737" cy="95909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4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52.xml"/><Relationship Id="rId23" Type="http://schemas.openxmlformats.org/officeDocument/2006/relationships/tags" Target="../tags/tag151.xml"/><Relationship Id="rId22" Type="http://schemas.openxmlformats.org/officeDocument/2006/relationships/tags" Target="../tags/tag150.xml"/><Relationship Id="rId21" Type="http://schemas.openxmlformats.org/officeDocument/2006/relationships/tags" Target="../tags/tag149.xml"/><Relationship Id="rId20" Type="http://schemas.openxmlformats.org/officeDocument/2006/relationships/tags" Target="../tags/tag148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47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45W" panose="00020600040101010101" charset="-122"/>
                <a:cs typeface="汉仪雅酷黑 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汉仪雅酷黑 45W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雅酷黑 45W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雅酷黑 45W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雅酷黑 45W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雅酷黑 45W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雅酷黑 45W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image" Target="../media/image4.png"/><Relationship Id="rId1" Type="http://schemas.openxmlformats.org/officeDocument/2006/relationships/tags" Target="../tags/tag156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62.xml"/><Relationship Id="rId5" Type="http://schemas.openxmlformats.org/officeDocument/2006/relationships/image" Target="../media/image8.png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image" Target="../media/image4.png"/><Relationship Id="rId1" Type="http://schemas.openxmlformats.org/officeDocument/2006/relationships/tags" Target="../tags/tag15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1" Type="http://schemas.openxmlformats.org/officeDocument/2006/relationships/tags" Target="../tags/tag16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3.png"/><Relationship Id="rId1" Type="http://schemas.openxmlformats.org/officeDocument/2006/relationships/tags" Target="../tags/tag16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4.png"/><Relationship Id="rId1" Type="http://schemas.openxmlformats.org/officeDocument/2006/relationships/tags" Target="../tags/tag165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image" Target="../media/image4.png"/><Relationship Id="rId1" Type="http://schemas.openxmlformats.org/officeDocument/2006/relationships/tags" Target="../tags/tag16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5.png"/><Relationship Id="rId1" Type="http://schemas.openxmlformats.org/officeDocument/2006/relationships/tags" Target="../tags/tag16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6.png"/><Relationship Id="rId1" Type="http://schemas.openxmlformats.org/officeDocument/2006/relationships/tags" Target="../tags/tag170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image" Target="../media/image4.png"/><Relationship Id="rId1" Type="http://schemas.openxmlformats.org/officeDocument/2006/relationships/tags" Target="../tags/tag17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8.png"/><Relationship Id="rId1" Type="http://schemas.openxmlformats.org/officeDocument/2006/relationships/tags" Target="../tags/tag175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image" Target="../media/image4.png"/><Relationship Id="rId1" Type="http://schemas.openxmlformats.org/officeDocument/2006/relationships/tags" Target="../tags/tag17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9.png"/><Relationship Id="rId1" Type="http://schemas.openxmlformats.org/officeDocument/2006/relationships/tags" Target="../tags/tag17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0.png"/><Relationship Id="rId1" Type="http://schemas.openxmlformats.org/officeDocument/2006/relationships/tags" Target="../tags/tag180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image" Target="../media/image4.png"/><Relationship Id="rId1" Type="http://schemas.openxmlformats.org/officeDocument/2006/relationships/tags" Target="../tags/tag18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1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1" Type="http://schemas.openxmlformats.org/officeDocument/2006/relationships/tags" Target="../tags/tag184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87.xml"/><Relationship Id="rId3" Type="http://schemas.openxmlformats.org/officeDocument/2006/relationships/tags" Target="../tags/tag186.xml"/><Relationship Id="rId2" Type="http://schemas.openxmlformats.org/officeDocument/2006/relationships/image" Target="../media/image4.png"/><Relationship Id="rId1" Type="http://schemas.openxmlformats.org/officeDocument/2006/relationships/tags" Target="../tags/tag18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3.png"/><Relationship Id="rId1" Type="http://schemas.openxmlformats.org/officeDocument/2006/relationships/tags" Target="../tags/tag18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4.png"/><Relationship Id="rId1" Type="http://schemas.openxmlformats.org/officeDocument/2006/relationships/tags" Target="../tags/tag189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image" Target="../media/image4.png"/><Relationship Id="rId1" Type="http://schemas.openxmlformats.org/officeDocument/2006/relationships/tags" Target="../tags/tag19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5.webp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6.png"/><Relationship Id="rId1" Type="http://schemas.openxmlformats.org/officeDocument/2006/relationships/tags" Target="../tags/tag193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image" Target="../media/image4.png"/><Relationship Id="rId1" Type="http://schemas.openxmlformats.org/officeDocument/2006/relationships/tags" Target="../tags/tag19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205.xml"/><Relationship Id="rId8" Type="http://schemas.openxmlformats.org/officeDocument/2006/relationships/tags" Target="../tags/tag204.xml"/><Relationship Id="rId7" Type="http://schemas.openxmlformats.org/officeDocument/2006/relationships/tags" Target="../tags/tag203.xml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tags" Target="../tags/tag200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3" Type="http://schemas.openxmlformats.org/officeDocument/2006/relationships/slideLayout" Target="../slideLayouts/slideLayout13.xml"/><Relationship Id="rId12" Type="http://schemas.openxmlformats.org/officeDocument/2006/relationships/tags" Target="../tags/tag208.xml"/><Relationship Id="rId11" Type="http://schemas.openxmlformats.org/officeDocument/2006/relationships/tags" Target="../tags/tag207.xml"/><Relationship Id="rId10" Type="http://schemas.openxmlformats.org/officeDocument/2006/relationships/tags" Target="../tags/tag206.xml"/><Relationship Id="rId1" Type="http://schemas.openxmlformats.org/officeDocument/2006/relationships/tags" Target="../tags/tag197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3" Type="http://schemas.openxmlformats.org/officeDocument/2006/relationships/slideLayout" Target="../slideLayouts/slideLayout13.xml"/><Relationship Id="rId22" Type="http://schemas.openxmlformats.org/officeDocument/2006/relationships/tags" Target="../tags/tag230.xml"/><Relationship Id="rId21" Type="http://schemas.openxmlformats.org/officeDocument/2006/relationships/tags" Target="../tags/tag229.xml"/><Relationship Id="rId20" Type="http://schemas.openxmlformats.org/officeDocument/2006/relationships/tags" Target="../tags/tag228.xml"/><Relationship Id="rId2" Type="http://schemas.openxmlformats.org/officeDocument/2006/relationships/tags" Target="../tags/tag210.xml"/><Relationship Id="rId19" Type="http://schemas.openxmlformats.org/officeDocument/2006/relationships/tags" Target="../tags/tag227.xml"/><Relationship Id="rId18" Type="http://schemas.openxmlformats.org/officeDocument/2006/relationships/tags" Target="../tags/tag226.xml"/><Relationship Id="rId17" Type="http://schemas.openxmlformats.org/officeDocument/2006/relationships/tags" Target="../tags/tag225.xml"/><Relationship Id="rId16" Type="http://schemas.openxmlformats.org/officeDocument/2006/relationships/tags" Target="../tags/tag224.xml"/><Relationship Id="rId15" Type="http://schemas.openxmlformats.org/officeDocument/2006/relationships/tags" Target="../tags/tag223.xml"/><Relationship Id="rId14" Type="http://schemas.openxmlformats.org/officeDocument/2006/relationships/tags" Target="../tags/tag222.xml"/><Relationship Id="rId13" Type="http://schemas.openxmlformats.org/officeDocument/2006/relationships/tags" Target="../tags/tag221.xml"/><Relationship Id="rId12" Type="http://schemas.openxmlformats.org/officeDocument/2006/relationships/tags" Target="../tags/tag220.xml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tags" Target="../tags/tag209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9.png"/><Relationship Id="rId2" Type="http://schemas.openxmlformats.org/officeDocument/2006/relationships/tags" Target="../tags/tag232.xml"/><Relationship Id="rId1" Type="http://schemas.openxmlformats.org/officeDocument/2006/relationships/tags" Target="../tags/tag231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235.xml"/><Relationship Id="rId3" Type="http://schemas.openxmlformats.org/officeDocument/2006/relationships/tags" Target="../tags/tag234.xml"/><Relationship Id="rId2" Type="http://schemas.openxmlformats.org/officeDocument/2006/relationships/image" Target="../media/image4.png"/><Relationship Id="rId1" Type="http://schemas.openxmlformats.org/officeDocument/2006/relationships/tags" Target="../tags/tag23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38.xml"/><Relationship Id="rId2" Type="http://schemas.openxmlformats.org/officeDocument/2006/relationships/image" Target="../media/image31.png"/><Relationship Id="rId1" Type="http://schemas.openxmlformats.org/officeDocument/2006/relationships/tags" Target="../tags/tag23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33.png"/><Relationship Id="rId3" Type="http://schemas.openxmlformats.org/officeDocument/2006/relationships/tags" Target="../tags/tag241.xml"/><Relationship Id="rId2" Type="http://schemas.openxmlformats.org/officeDocument/2006/relationships/image" Target="../media/image32.png"/><Relationship Id="rId1" Type="http://schemas.openxmlformats.org/officeDocument/2006/relationships/tags" Target="../tags/tag24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占位符 4"/>
          <p:cNvSpPr/>
          <p:nvPr>
            <p:ph type="body" idx="1"/>
            <p:custDataLst>
              <p:tags r:id="rId1"/>
            </p:custDataLst>
          </p:nvPr>
        </p:nvSpPr>
        <p:spPr>
          <a:xfrm>
            <a:off x="1118869" y="4366962"/>
            <a:ext cx="5199177" cy="1233807"/>
          </a:xfrm>
        </p:spPr>
        <p:txBody>
          <a:bodyPr/>
          <a:p>
            <a:r>
              <a:rPr lang="zh-CN" altLang="en-US">
                <a:solidFill>
                  <a:schemeClr val="dk1">
                    <a:lumMod val="85000"/>
                    <a:lumOff val="15000"/>
                  </a:schemeClr>
                </a:solidFill>
              </a:rPr>
              <a:t>软件</a:t>
            </a:r>
            <a:r>
              <a:rPr lang="en-US" altLang="zh-CN">
                <a:solidFill>
                  <a:schemeClr val="dk1">
                    <a:lumMod val="85000"/>
                    <a:lumOff val="15000"/>
                  </a:schemeClr>
                </a:solidFill>
              </a:rPr>
              <a:t>212</a:t>
            </a:r>
            <a:r>
              <a:rPr>
                <a:solidFill>
                  <a:schemeClr val="dk1">
                    <a:lumMod val="85000"/>
                    <a:lumOff val="15000"/>
                  </a:schemeClr>
                </a:solidFill>
              </a:rPr>
              <a:t>孙帅康</a:t>
            </a:r>
            <a:endParaRPr>
              <a:solidFill>
                <a:schemeClr val="dk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标题 6"/>
          <p:cNvSpPr/>
          <p:nvPr>
            <p:ph type="ctrTitle" idx="3"/>
            <p:custDataLst>
              <p:tags r:id="rId2"/>
            </p:custDataLst>
          </p:nvPr>
        </p:nvSpPr>
        <p:spPr>
          <a:xfrm>
            <a:off x="407035" y="186055"/>
            <a:ext cx="7525385" cy="199961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chemeClr val="tx1"/>
                </a:solidFill>
              </a:rPr>
              <a:t>数据结构课程设计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任务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34720" y="9055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双向循环列表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34720" y="34861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排序算法的实现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34720" y="1327150"/>
            <a:ext cx="5208905" cy="2084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0000"/>
              </a:lnSpc>
              <a:defRPr/>
            </a:pP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  <a:sym typeface="+mn-ea"/>
              </a:rPr>
              <a:t>1.建立一个空表。</a:t>
            </a:r>
            <a:endParaRPr lang="zh-CN" altLang="en-US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l">
              <a:lnSpc>
                <a:spcPct val="120000"/>
              </a:lnSpc>
              <a:defRPr/>
            </a:pP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  <a:sym typeface="+mn-ea"/>
              </a:rPr>
              <a:t>2.在第i个位置插入新的元素x。</a:t>
            </a:r>
            <a:endParaRPr lang="zh-CN" altLang="en-US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l">
              <a:lnSpc>
                <a:spcPct val="120000"/>
              </a:lnSpc>
              <a:defRPr/>
            </a:pP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  <a:sym typeface="+mn-ea"/>
              </a:rPr>
              <a:t>3.删除第i个位置上的元素。</a:t>
            </a:r>
            <a:endParaRPr lang="zh-CN" altLang="en-US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l">
              <a:lnSpc>
                <a:spcPct val="120000"/>
              </a:lnSpc>
              <a:defRPr/>
            </a:pP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  <a:sym typeface="+mn-ea"/>
              </a:rPr>
              <a:t>4.取第i个位置上的元素。</a:t>
            </a:r>
            <a:endParaRPr lang="zh-CN" altLang="en-US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l">
              <a:lnSpc>
                <a:spcPct val="120000"/>
              </a:lnSpc>
              <a:defRPr/>
            </a:pP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  <a:sym typeface="+mn-ea"/>
              </a:rPr>
              <a:t>5.返回元素x第一次出现在双向循环链表中的位置号。</a:t>
            </a:r>
            <a:endParaRPr lang="zh-CN" altLang="en-US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l">
              <a:lnSpc>
                <a:spcPct val="120000"/>
              </a:lnSpc>
              <a:defRPr/>
            </a:pP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  <a:sym typeface="+mn-ea"/>
              </a:rPr>
              <a:t>6.求双向循环链表的长度，即元素个数。</a:t>
            </a:r>
            <a:endParaRPr lang="zh-CN" altLang="en-US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l">
              <a:lnSpc>
                <a:spcPct val="120000"/>
              </a:lnSpc>
              <a:defRPr/>
            </a:pP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  <a:sym typeface="+mn-ea"/>
              </a:rPr>
              <a:t>7.输出双向循环链表中所有的元素值。</a:t>
            </a:r>
            <a:endParaRPr lang="zh-CN" altLang="en-US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l">
              <a:lnSpc>
                <a:spcPct val="120000"/>
              </a:lnSpc>
              <a:defRPr/>
            </a:pP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  <a:sym typeface="+mn-ea"/>
              </a:rPr>
              <a:t>8.实现双向循环链表的就地逆置。</a:t>
            </a:r>
            <a:endParaRPr lang="zh-CN" altLang="en-US" sz="1400" dirty="0">
              <a:latin typeface="幼圆" panose="02010509060101010101" pitchFamily="49" charset="-122"/>
              <a:ea typeface="幼圆" panose="02010509060101010101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4720" y="3929380"/>
            <a:ext cx="4600575" cy="1743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编程实现直接插入排序、希尔排序、改进的冒泡排序、快速排序、直接选择排序、堆排序、归并排序和链式基数排序。要求先输入10个整数，输出各种排序算法每一趟排序的结果；然后，随机产生3万个数，对其进行排序，观察其结果，并测试各排序算法的执行时间，比较执行效率。</a:t>
            </a:r>
            <a:endParaRPr lang="zh-CN" altLang="en-US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0" name="图片 29" descr="简约蓝色_画板 1 副本 3"/>
          <p:cNvPicPr/>
          <p:nvPr>
            <p:custDataLst>
              <p:tags r:id="rId1"/>
            </p:custDataLst>
          </p:nvPr>
        </p:nvPicPr>
        <p:blipFill>
          <a:blip r:embed="rId2"/>
          <a:srcRect l="83366" t="-18113" r="-1559" b="80602"/>
          <a:stretch>
            <a:fillRect/>
          </a:stretch>
        </p:blipFill>
        <p:spPr>
          <a:xfrm flipH="1">
            <a:off x="0" y="4800352"/>
            <a:ext cx="1737212" cy="2057648"/>
          </a:xfrm>
          <a:prstGeom prst="rect">
            <a:avLst/>
          </a:prstGeom>
        </p:spPr>
      </p:pic>
      <p:pic>
        <p:nvPicPr>
          <p:cNvPr id="29" name="图片 28" descr="简约蓝色_画板 1 副本 3"/>
          <p:cNvPicPr/>
          <p:nvPr>
            <p:custDataLst>
              <p:tags r:id="rId3"/>
            </p:custDataLst>
          </p:nvPr>
        </p:nvPicPr>
        <p:blipFill>
          <a:blip r:embed="rId2"/>
          <a:srcRect l="83643" t="-6836" r="-1559" b="69290"/>
          <a:stretch>
            <a:fillRect/>
          </a:stretch>
        </p:blipFill>
        <p:spPr>
          <a:xfrm>
            <a:off x="10454323" y="0"/>
            <a:ext cx="1737043" cy="205784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064000" y="316801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/>
              <a:t>双向循环链表</a:t>
            </a:r>
            <a:endParaRPr lang="zh-CN" altLang="en-US" sz="2800"/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0" name="图片 29" descr="简约蓝色_画板 1 副本 3"/>
          <p:cNvPicPr/>
          <p:nvPr>
            <p:custDataLst>
              <p:tags r:id="rId1"/>
            </p:custDataLst>
          </p:nvPr>
        </p:nvPicPr>
        <p:blipFill>
          <a:blip r:embed="rId2"/>
          <a:srcRect l="83366" t="-18113" r="-1559" b="80602"/>
          <a:stretch>
            <a:fillRect/>
          </a:stretch>
        </p:blipFill>
        <p:spPr>
          <a:xfrm flipH="1">
            <a:off x="0" y="4800352"/>
            <a:ext cx="1737212" cy="2057648"/>
          </a:xfrm>
          <a:prstGeom prst="rect">
            <a:avLst/>
          </a:prstGeom>
        </p:spPr>
      </p:pic>
      <p:pic>
        <p:nvPicPr>
          <p:cNvPr id="29" name="图片 28" descr="简约蓝色_画板 1 副本 3"/>
          <p:cNvPicPr/>
          <p:nvPr>
            <p:custDataLst>
              <p:tags r:id="rId3"/>
            </p:custDataLst>
          </p:nvPr>
        </p:nvPicPr>
        <p:blipFill>
          <a:blip r:embed="rId2"/>
          <a:srcRect l="83643" t="-6836" r="-1559" b="69290"/>
          <a:stretch>
            <a:fillRect/>
          </a:stretch>
        </p:blipFill>
        <p:spPr>
          <a:xfrm>
            <a:off x="10454323" y="0"/>
            <a:ext cx="1737043" cy="205784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240790" y="1014730"/>
            <a:ext cx="956310" cy="291465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sz="2800"/>
              <a:t>基本操作</a:t>
            </a:r>
            <a:endParaRPr lang="zh-CN" altLang="en-US" sz="2800"/>
          </a:p>
        </p:txBody>
      </p:sp>
      <p:pic>
        <p:nvPicPr>
          <p:cNvPr id="3" name="图片 2" descr="未命名文件(4)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804160" y="835025"/>
            <a:ext cx="7480300" cy="532003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1.</a:t>
            </a:r>
            <a:r>
              <a:t>建立一个空表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5655945" y="727710"/>
            <a:ext cx="7716520" cy="572643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/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private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Node&lt;T&gt; </a:t>
            </a:r>
            <a:r>
              <a:rPr lang="en-US" sz="1600" b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private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600" b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size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</a:t>
            </a:r>
            <a:r>
              <a:rPr lang="en-US" sz="1600" b="1">
                <a:latin typeface="Courier New" panose="02070309020205020404" charset="0"/>
                <a:ea typeface="宋体" panose="02010600030101010101" pitchFamily="2" charset="-122"/>
              </a:rPr>
              <a:t> 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</a:t>
            </a:r>
            <a:r>
              <a:rPr lang="en-US" sz="1600" b="1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</a:t>
            </a:r>
            <a:r>
              <a:rPr lang="zh-CN" sz="1600" b="1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结点类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private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class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Node&lt;T&gt; {        T </a:t>
            </a:r>
            <a:r>
              <a:rPr lang="en-US" sz="1600" b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Node&lt;T&gt; </a:t>
            </a:r>
            <a:r>
              <a:rPr lang="en-US" sz="1600" b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Node&lt;T&gt; </a:t>
            </a:r>
            <a:r>
              <a:rPr lang="en-US" sz="1600" b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pre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</a:t>
            </a:r>
            <a:r>
              <a:rPr lang="en-US" sz="1600" b="1">
                <a:latin typeface="Courier New" panose="02070309020205020404" charset="0"/>
                <a:ea typeface="宋体" panose="02010600030101010101" pitchFamily="2" charset="-122"/>
              </a:rPr>
              <a:t> 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Node(T </a:t>
            </a:r>
            <a:r>
              <a:rPr lang="en-US" sz="1600" b="1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Node&lt;T&gt; </a:t>
            </a:r>
            <a:r>
              <a:rPr lang="en-US" sz="1600" b="1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prev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Node&lt;T&gt; </a:t>
            </a:r>
            <a:r>
              <a:rPr lang="en-US" sz="1600" b="1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   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this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600" b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600" b="1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this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600" b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600" b="1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</a:t>
            </a:r>
            <a:r>
              <a:rPr lang="en-US" sz="1600" b="1" u="sng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this</a:t>
            </a:r>
            <a:r>
              <a:rPr lang="en-US" sz="1600" b="1" u="sng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600" b="1" u="sng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pre</a:t>
            </a:r>
            <a:r>
              <a:rPr lang="en-US" sz="1600" b="1" u="sng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600" b="1" u="sng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pre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}    }</a:t>
            </a:r>
            <a:r>
              <a:rPr lang="en-US" sz="1600" b="1">
                <a:latin typeface="Courier New" panose="02070309020205020404" charset="0"/>
                <a:ea typeface="宋体" panose="02010600030101010101" pitchFamily="2" charset="-122"/>
              </a:rPr>
              <a:t> 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</a:t>
            </a:r>
            <a:r>
              <a:rPr lang="en-US" sz="1600" b="1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1.</a:t>
            </a:r>
            <a:r>
              <a:rPr lang="zh-CN" sz="1600" b="1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建立一个空表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DoubleCircularLinkedList() {        </a:t>
            </a:r>
            <a:r>
              <a:rPr lang="en-US" sz="1600" b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new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Node&lt;T&gt;(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null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null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null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</a:t>
            </a:r>
            <a:r>
              <a:rPr lang="en-US" sz="1600" b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600" b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600" b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600" b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pre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600" b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sz="1600" b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}</a:t>
            </a:r>
            <a:endParaRPr lang="en-US" altLang="en-US" sz="1600" b="1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pic>
        <p:nvPicPr>
          <p:cNvPr id="10" name="ECB019B1-382A-4266-B25C-5B523AA43C14-1" descr="C:/Users/dell/AppData/Local/Temp/wpp.wKvDNC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0170" y="504825"/>
            <a:ext cx="4601845" cy="233108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91210" y="3337560"/>
            <a:ext cx="486473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  <a:sym typeface="+mn-ea"/>
              </a:rPr>
              <a:t>public DoubleCircularLinkedList()</a:t>
            </a:r>
            <a:endParaRPr lang="zh-CN" altLang="en-US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r>
              <a:rPr lang="en-US" altLang="zh-CN">
                <a:latin typeface="幼圆" panose="02010509060101010101" pitchFamily="49" charset="-122"/>
                <a:ea typeface="幼圆" panose="02010509060101010101" pitchFamily="49" charset="-122"/>
                <a:cs typeface="幼圆" panose="02010509060101010101" pitchFamily="49" charset="-122"/>
                <a:sym typeface="+mn-ea"/>
              </a:rPr>
              <a:t>    </a:t>
            </a:r>
            <a:r>
              <a:rPr lang="zh-CN" altLang="en-US">
                <a:latin typeface="幼圆" panose="02010509060101010101" pitchFamily="49" charset="-122"/>
                <a:ea typeface="幼圆" panose="02010509060101010101" pitchFamily="49" charset="-122"/>
                <a:cs typeface="幼圆" panose="02010509060101010101" pitchFamily="49" charset="-122"/>
                <a:sym typeface="+mn-ea"/>
              </a:rPr>
              <a:t>构造方法：创建链表。</a:t>
            </a:r>
            <a:endParaRPr lang="zh-CN" altLang="en-US">
              <a:latin typeface="幼圆" panose="02010509060101010101" pitchFamily="49" charset="-122"/>
              <a:ea typeface="幼圆" panose="02010509060101010101" pitchFamily="49" charset="-122"/>
              <a:cs typeface="幼圆" panose="020105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  <a:sym typeface="+mn-ea"/>
              </a:rPr>
              <a:t>class Node&lt;T&gt;</a:t>
            </a:r>
            <a:endParaRPr lang="zh-CN" altLang="en-US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  <a:sym typeface="+mn-ea"/>
              </a:rPr>
              <a:t>    </a:t>
            </a:r>
            <a:r>
              <a:rPr lang="zh-CN" altLang="en-US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  <a:sym typeface="+mn-ea"/>
              </a:rPr>
              <a:t>结点类</a:t>
            </a:r>
            <a:endParaRPr lang="zh-CN" altLang="en-US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>
                <a:latin typeface="幼圆" panose="02010509060101010101" pitchFamily="49" charset="-122"/>
                <a:ea typeface="幼圆" panose="02010509060101010101" pitchFamily="49" charset="-122"/>
                <a:cs typeface="幼圆" panose="02010509060101010101" pitchFamily="49" charset="-122"/>
                <a:sym typeface="+mn-ea"/>
              </a:rPr>
              <a:t>    </a:t>
            </a:r>
            <a:r>
              <a:rPr lang="zh-CN" altLang="en-US">
                <a:latin typeface="Times New Roman" panose="02020603050405020304" charset="0"/>
                <a:ea typeface="幼圆" panose="02010509060101010101" pitchFamily="49" charset="-122"/>
                <a:cs typeface="Times New Roman" panose="02020603050405020304" charset="0"/>
                <a:sym typeface="+mn-ea"/>
              </a:rPr>
              <a:t>pre、next、data</a:t>
            </a:r>
            <a:r>
              <a:rPr lang="zh-CN" altLang="en-US">
                <a:latin typeface="幼圆" panose="02010509060101010101" pitchFamily="49" charset="-122"/>
                <a:ea typeface="幼圆" panose="02010509060101010101" pitchFamily="49" charset="-122"/>
                <a:cs typeface="幼圆" panose="02010509060101010101" pitchFamily="49" charset="-122"/>
                <a:sym typeface="+mn-ea"/>
              </a:rPr>
              <a:t>分别存放该结点的前驱节点、后继结点、数值。</a:t>
            </a:r>
            <a:endParaRPr lang="zh-CN" altLang="en-US">
              <a:latin typeface="幼圆" panose="02010509060101010101" pitchFamily="49" charset="-122"/>
              <a:ea typeface="幼圆" panose="02010509060101010101" pitchFamily="49" charset="-122"/>
              <a:cs typeface="幼圆" panose="02010509060101010101" pitchFamily="49" charset="-122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2.在第i个位置插入新的元素x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4911090" y="3724275"/>
            <a:ext cx="8670290" cy="39363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/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void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add(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T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x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rangeCheckForAdd(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Node&lt;T&gt;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n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0;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n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n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++) </a:t>
            </a:r>
            <a:r>
              <a:rPr lang="en-US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找到</a:t>
            </a:r>
            <a:r>
              <a:rPr lang="en-US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index</a:t>
            </a:r>
            <a:r>
              <a:rPr lang="zh-CN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的前驱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   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Node&lt;T&gt;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s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new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Node&lt;T&gt;(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x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s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pre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s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s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++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size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return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}</a:t>
            </a:r>
            <a:endParaRPr lang="en-US" altLang="en-US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pic>
        <p:nvPicPr>
          <p:cNvPr id="25" name="ECB019B1-382A-4266-B25C-5B523AA43C14-2" descr="C:/Users/dell/AppData/Local/Temp/wpp.KJNvKC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1288" y="290830"/>
            <a:ext cx="8954135" cy="376110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416560" y="5053965"/>
            <a:ext cx="4494530" cy="8877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ym typeface="+mn-ea"/>
              </a:rPr>
              <a:t> </a:t>
            </a:r>
            <a:r>
              <a:rPr lang="zh-CN" altLang="en-US" i="1">
                <a:solidFill>
                  <a:schemeClr val="bg1">
                    <a:lumMod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+mn-ea"/>
              </a:rPr>
              <a:t>对于头结点来说，它的前驱是最后一个结点；对于最后一个结点来说，它的后继是头结点。</a:t>
            </a:r>
            <a:endParaRPr lang="zh-CN" altLang="en-US" i="1">
              <a:solidFill>
                <a:schemeClr val="bg1">
                  <a:lumMod val="50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37935" y="3003550"/>
            <a:ext cx="491490" cy="4254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403975" y="3060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3.</a:t>
            </a:r>
            <a:r>
              <a:rPr lang="zh-CN" altLang="en-US"/>
              <a:t>删除第i个位置上的元素（将第</a:t>
            </a:r>
            <a:r>
              <a:rPr lang="en-US" altLang="zh-CN"/>
              <a:t>i</a:t>
            </a:r>
            <a:r>
              <a:t>处的值保存下来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3910330" y="2715895"/>
            <a:ext cx="7827645" cy="4246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T remove(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rangeCheck(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Node&lt;T&gt;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n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0;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n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n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++) </a:t>
            </a:r>
            <a:r>
              <a:rPr lang="en-US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找到</a:t>
            </a:r>
            <a:r>
              <a:rPr lang="en-US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index</a:t>
            </a:r>
            <a:r>
              <a:rPr lang="zh-CN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的前驱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   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Node&lt;T&gt;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q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</a:t>
            </a:r>
            <a:r>
              <a:rPr lang="en-US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q</a:t>
            </a:r>
            <a:r>
              <a:rPr lang="zh-CN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待删除结点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q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q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pre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T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value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q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</a:t>
            </a:r>
            <a:r>
              <a:rPr lang="en-US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q</a:t>
            </a:r>
            <a:r>
              <a:rPr lang="zh-CN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指向待删除结点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q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null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</a:t>
            </a:r>
            <a:r>
              <a:rPr lang="en-US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帮助</a:t>
            </a:r>
            <a:r>
              <a:rPr lang="en-US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GC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q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null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q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pre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null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--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size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return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value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}</a:t>
            </a:r>
            <a:endParaRPr lang="en-US" altLang="en-US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pic>
        <p:nvPicPr>
          <p:cNvPr id="5" name="ECB019B1-382A-4266-B25C-5B523AA43C14-3" descr="C:/Users/dell/AppData/Local/Temp/wpp.YphunD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643" y="91440"/>
            <a:ext cx="11035665" cy="3111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4.取第i个位置上的元素</a:t>
            </a:r>
            <a:br/>
            <a:r>
              <a:t>5.返回元素x第一次出现在双向循环链表中的位置号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50520" y="3337560"/>
            <a:ext cx="6378575" cy="2030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T get(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rangeCheck(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Node&lt;T&gt;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n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0;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n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n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++)           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return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}</a:t>
            </a:r>
            <a:endParaRPr lang="en-US" altLang="en-US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pic>
        <p:nvPicPr>
          <p:cNvPr id="5" name="图片 4" descr="未命名文件(6)"/>
          <p:cNvPicPr>
            <a:picLocks noChangeAspect="1"/>
          </p:cNvPicPr>
          <p:nvPr/>
        </p:nvPicPr>
        <p:blipFill>
          <a:blip r:embed="rId1"/>
          <a:srcRect t="23535"/>
          <a:stretch>
            <a:fillRect/>
          </a:stretch>
        </p:blipFill>
        <p:spPr>
          <a:xfrm>
            <a:off x="1805940" y="1256030"/>
            <a:ext cx="8010525" cy="15659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096000" y="3274060"/>
            <a:ext cx="5080000" cy="28613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indexOf(T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x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0;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(Node&lt;T&gt;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!= 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if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x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.equals(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))        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return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++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}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return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-1;    }</a:t>
            </a:r>
            <a:endParaRPr lang="en-US" altLang="en-US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6.求双向循环链表的长度，即元素个数</a:t>
            </a:r>
            <a:br/>
            <a:r>
              <a:t>7.输出双向循环链表中所有的元素值</a:t>
            </a:r>
          </a:p>
        </p:txBody>
      </p:sp>
      <p:pic>
        <p:nvPicPr>
          <p:cNvPr id="5" name="图片 4" descr="未命名文件(6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23535"/>
          <a:stretch>
            <a:fillRect/>
          </a:stretch>
        </p:blipFill>
        <p:spPr>
          <a:xfrm>
            <a:off x="1805940" y="1256030"/>
            <a:ext cx="8010525" cy="1565910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888365" y="3769360"/>
            <a:ext cx="5080000" cy="922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size() {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return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size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}</a:t>
            </a:r>
            <a:endParaRPr lang="en-US" altLang="en-US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03900" y="3769360"/>
            <a:ext cx="7503795" cy="2306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T display() {        Node&lt;T&gt;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0;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 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size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++) {            System.</a:t>
            </a:r>
            <a:r>
              <a:rPr lang="en-US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out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.print(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</a:t>
            </a:r>
            <a:r>
              <a:rPr lang="en-US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 "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   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}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return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}</a:t>
            </a:r>
            <a:endParaRPr lang="en-US" altLang="en-US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8.实现双向循环链表的就地逆置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308225" y="2679700"/>
            <a:ext cx="9947275" cy="4246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void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reverse() {        Node&lt;T&gt;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Node&lt;T&gt;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q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while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!= 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   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q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pre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q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q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}        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pre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pre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}</a:t>
            </a:r>
            <a:endParaRPr lang="en-US" altLang="en-US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pic>
        <p:nvPicPr>
          <p:cNvPr id="6" name="图片 5" descr="未命名文件(6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-3083"/>
          <a:stretch>
            <a:fillRect/>
          </a:stretch>
        </p:blipFill>
        <p:spPr>
          <a:xfrm>
            <a:off x="1400810" y="1018540"/>
            <a:ext cx="8295005" cy="15278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381635"/>
          </a:xfrm>
        </p:spPr>
        <p:txBody>
          <a:bodyPr/>
          <a:p>
            <a:r>
              <a:rPr sz="3200"/>
              <a:t>整体测试</a:t>
            </a:r>
            <a:endParaRPr sz="3200"/>
          </a:p>
        </p:txBody>
      </p:sp>
      <p:sp>
        <p:nvSpPr>
          <p:cNvPr id="6" name="文本框 5"/>
          <p:cNvSpPr txBox="1"/>
          <p:nvPr/>
        </p:nvSpPr>
        <p:spPr>
          <a:xfrm>
            <a:off x="0" y="944880"/>
            <a:ext cx="7966710" cy="66865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0"/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void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main(String[] args) {        DoubleCircularLinkedList&lt;Integer&gt; sl =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new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DoubleCircularLinkedList&lt;&gt;();        sl.add(0, 10);        sl.add(1, 20);        sl.add(2, 30);        sl.add(3, 40);        sl.add(4, 50);        System.out.println(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双向循环链表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sl.display();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//System.out.println(</a:t>
            </a:r>
            <a:r>
              <a:rPr lang="en-US" sz="1400" b="0" u="sng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sl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);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System.out.println();        System.out.println(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"=========remove&amp;&amp;add========"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System.out.println(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删除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3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号位置的元素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sl.remove(3);        sl.display();        System.out.println();        System.out.println(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在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0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号位置填加元素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60"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sl.add(0, 60);        System.out.println(sl);        System.out.println(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在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2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号位置填加元素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40"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sl.add(2, 40);        System.out.println(sl);        System.out.println(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在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6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号位置填加元素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80"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sl.add(6, 80);        System.out.println(sl);</a:t>
            </a:r>
            <a:endParaRPr lang="en-US" altLang="en-US" sz="14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04915" y="86360"/>
            <a:ext cx="5887085" cy="387985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/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System.out.println(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"===========indexOf=========="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System.out.println(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返回元素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10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第一次出现在双向链表中的位置号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System.out.println(sl.indexOf(10));        System.out.println(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返回元素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30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第一次出现在双向链表中的位置号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System.out.println(sl.indexOf(30));        System.out.println(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返回元素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50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第一次出现在双向链表中的位置号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System.out.println(sl.indexOf(50));        System.out.println(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"============size==========="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System.out.println(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链表中元素的个数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System.out.println(sl.size());        System.out.println(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"============get==========="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System.out.println(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取第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0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个位置上的元素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System.out.println(sl.get(0));        System.out.println(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取第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3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个位置上的元素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System.out.println(sl.get(3));        System.out.println(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取第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6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个位置上的元素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System.out.println(sl.get(6));System.out.println(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"===========reverse========="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System.out.println(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就地逆置链表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sl.reverse();        System.out.println(sl);System.out.println(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"===========clear========="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System.out.println(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zh-CN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清除链表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sl.clear();        System.out.println(sl);}</a:t>
            </a:r>
            <a:endParaRPr lang="en-US" altLang="en-US" sz="14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/>
              <a:t>测试结果</a:t>
            </a:r>
            <a:endParaRPr lang="zh-CN" altLang="en-US" sz="320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69925" y="1118235"/>
            <a:ext cx="10888980" cy="48710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0" name="图片 29" descr="简约蓝色_画板 1 副本 3"/>
          <p:cNvPicPr/>
          <p:nvPr>
            <p:custDataLst>
              <p:tags r:id="rId1"/>
            </p:custDataLst>
          </p:nvPr>
        </p:nvPicPr>
        <p:blipFill>
          <a:blip r:embed="rId2"/>
          <a:srcRect l="83366" t="-18113" r="-1559" b="80602"/>
          <a:stretch>
            <a:fillRect/>
          </a:stretch>
        </p:blipFill>
        <p:spPr>
          <a:xfrm flipH="1">
            <a:off x="0" y="4800352"/>
            <a:ext cx="1737212" cy="2057648"/>
          </a:xfrm>
          <a:prstGeom prst="rect">
            <a:avLst/>
          </a:prstGeom>
        </p:spPr>
      </p:pic>
      <p:pic>
        <p:nvPicPr>
          <p:cNvPr id="29" name="图片 28" descr="简约蓝色_画板 1 副本 3"/>
          <p:cNvPicPr/>
          <p:nvPr>
            <p:custDataLst>
              <p:tags r:id="rId3"/>
            </p:custDataLst>
          </p:nvPr>
        </p:nvPicPr>
        <p:blipFill>
          <a:blip r:embed="rId2"/>
          <a:srcRect l="83643" t="-6836" r="-1559" b="69290"/>
          <a:stretch>
            <a:fillRect/>
          </a:stretch>
        </p:blipFill>
        <p:spPr>
          <a:xfrm>
            <a:off x="10454323" y="0"/>
            <a:ext cx="1737043" cy="205784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90265" y="3168015"/>
            <a:ext cx="54121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/>
              <a:t>排序算法的实现</a:t>
            </a:r>
            <a:r>
              <a:rPr lang="en-US" altLang="zh-CN" sz="2800"/>
              <a:t>-</a:t>
            </a:r>
            <a:r>
              <a:rPr lang="zh-CN" altLang="en-US" sz="2800"/>
              <a:t>直接</a:t>
            </a:r>
            <a:r>
              <a:rPr lang="zh-CN" altLang="en-US" sz="2800"/>
              <a:t>插入排序</a:t>
            </a:r>
            <a:endParaRPr lang="zh-CN" altLang="en-US" sz="2800"/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代码</a:t>
            </a:r>
            <a:r>
              <a:rPr lang="zh-CN" altLang="en-US"/>
              <a:t>实现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598805" y="3632200"/>
            <a:ext cx="11227435" cy="3046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16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a[0],..., a[length-1]</a:t>
            </a:r>
            <a:r>
              <a:rPr lang="zh-CN" sz="16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存放数据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</a:t>
            </a:r>
            <a:r>
              <a:rPr lang="en-US" sz="1600" b="0">
                <a:solidFill>
                  <a:srgbClr val="646464"/>
                </a:solidFill>
                <a:latin typeface="Courier New" panose="02070309020205020404" charset="0"/>
                <a:ea typeface="宋体" panose="02010600030101010101" pitchFamily="2" charset="-122"/>
              </a:rPr>
              <a:t>@SuppressWarnings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6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"unchecked"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   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&lt;T&gt; </a:t>
            </a:r>
            <a:r>
              <a:rPr lang="en-US" sz="1600" b="0">
                <a:solidFill>
                  <a:srgbClr val="000000"/>
                </a:solidFill>
                <a:highlight>
                  <a:srgbClr val="C0C0C0"/>
                </a:highlight>
                <a:latin typeface="Courier New" panose="02070309020205020404" charset="0"/>
                <a:ea typeface="宋体" panose="02010600030101010101" pitchFamily="2" charset="-122"/>
              </a:rPr>
              <a:t>T[]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insertSort(T[]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</a:t>
            </a:r>
            <a:r>
              <a:rPr lang="en-US" sz="16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6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使用</a:t>
            </a:r>
            <a:r>
              <a:rPr lang="en-US" sz="16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T</a:t>
            </a:r>
            <a:r>
              <a:rPr lang="zh-CN" sz="16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的自然序，即它实现的</a:t>
            </a:r>
            <a:r>
              <a:rPr lang="en-US" sz="16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compareTo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1;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6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 ++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    T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ai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];           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- 1;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&gt;= 0 &amp;&amp; ((Comparable&lt;T&gt;)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ai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).compareTo(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]) &lt; 0;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--)               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+ 1] =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];           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+ 1] =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ai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}        </a:t>
            </a:r>
            <a:r>
              <a:rPr lang="en-US" sz="1600" b="1">
                <a:solidFill>
                  <a:srgbClr val="7F0055"/>
                </a:solidFill>
                <a:highlight>
                  <a:srgbClr val="C0C0C0"/>
                </a:highlight>
                <a:latin typeface="Courier New" panose="02070309020205020404" charset="0"/>
                <a:ea typeface="宋体" panose="02010600030101010101" pitchFamily="2" charset="-122"/>
              </a:rPr>
              <a:t>return</a:t>
            </a:r>
            <a:r>
              <a:rPr lang="en-US" sz="1600" b="0">
                <a:solidFill>
                  <a:srgbClr val="000000"/>
                </a:solidFill>
                <a:highlight>
                  <a:srgbClr val="C0C0C0"/>
                </a:highlight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600" b="0">
                <a:solidFill>
                  <a:srgbClr val="6A3E3E"/>
                </a:solidFill>
                <a:highlight>
                  <a:srgbClr val="C0C0C0"/>
                </a:highlight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600" b="0">
                <a:solidFill>
                  <a:srgbClr val="000000"/>
                </a:solidFill>
                <a:highlight>
                  <a:srgbClr val="C0C0C0"/>
                </a:highlight>
                <a:latin typeface="Courier New" panose="02070309020205020404" charset="0"/>
                <a:ea typeface="宋体" panose="02010600030101010101" pitchFamily="2" charset="-122"/>
              </a:rPr>
              <a:t>;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}</a:t>
            </a:r>
            <a:endParaRPr lang="en-US" altLang="en-US" sz="16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pic>
        <p:nvPicPr>
          <p:cNvPr id="4" name="ECB019B1-382A-4266-B25C-5B523AA43C14-7" descr="C:/Users/dell/AppData/Local/Temp/wpp.OoLnaywpp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678430" y="826770"/>
            <a:ext cx="5881370" cy="16141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483090" y="174371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小的数放前面，</a:t>
            </a:r>
            <a:r>
              <a:rPr lang="en-US" altLang="zh-CN" sz="1400"/>
              <a:t>j</a:t>
            </a:r>
            <a:r>
              <a:rPr lang="zh-CN" altLang="en-US" sz="1400"/>
              <a:t>遍历从</a:t>
            </a:r>
            <a:r>
              <a:rPr lang="en-US" altLang="zh-CN" sz="1400"/>
              <a:t>i-1</a:t>
            </a:r>
            <a:r>
              <a:rPr lang="zh-CN" altLang="en-US" sz="1400"/>
              <a:t>到</a:t>
            </a:r>
            <a:r>
              <a:rPr lang="en-US" altLang="zh-CN" sz="1400"/>
              <a:t>0</a:t>
            </a:r>
            <a:endParaRPr lang="en-US" altLang="zh-CN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/>
              <a:t>测试</a:t>
            </a:r>
            <a:endParaRPr lang="zh-CN" altLang="en-US" sz="3200"/>
          </a:p>
        </p:txBody>
      </p:sp>
      <p:sp>
        <p:nvSpPr>
          <p:cNvPr id="100" name="文本框 99"/>
          <p:cNvSpPr txBox="1"/>
          <p:nvPr/>
        </p:nvSpPr>
        <p:spPr>
          <a:xfrm>
            <a:off x="929005" y="1071880"/>
            <a:ext cx="10525760" cy="2030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void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main(String[]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args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Integer[]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{ 9, 1, 8, 2, 3, 10, 4, 5, 6, 7, 9 };</a:t>
            </a:r>
            <a:r>
              <a:rPr lang="en-US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//		insertSort(data, (l, r)-&gt; Integer.compare(l, r));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: </a:t>
            </a:r>
            <a:r>
              <a:rPr lang="en-US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insertSort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))            System.</a:t>
            </a:r>
            <a:r>
              <a:rPr lang="en-US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out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.print(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</a:t>
            </a:r>
            <a:r>
              <a:rPr lang="en-US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 "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System.</a:t>
            </a:r>
            <a:r>
              <a:rPr lang="en-US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out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.println();    }</a:t>
            </a:r>
            <a:endParaRPr lang="en-US" altLang="en-US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6250" y="342900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测试结果</a:t>
            </a:r>
            <a:endParaRPr lang="zh-CN" altLang="en-US" sz="240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35" y="4143375"/>
            <a:ext cx="12191365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0" name="图片 29" descr="简约蓝色_画板 1 副本 3"/>
          <p:cNvPicPr/>
          <p:nvPr>
            <p:custDataLst>
              <p:tags r:id="rId1"/>
            </p:custDataLst>
          </p:nvPr>
        </p:nvPicPr>
        <p:blipFill>
          <a:blip r:embed="rId2"/>
          <a:srcRect l="83366" t="-18113" r="-1559" b="80602"/>
          <a:stretch>
            <a:fillRect/>
          </a:stretch>
        </p:blipFill>
        <p:spPr>
          <a:xfrm flipH="1">
            <a:off x="0" y="4800352"/>
            <a:ext cx="1737212" cy="2057648"/>
          </a:xfrm>
          <a:prstGeom prst="rect">
            <a:avLst/>
          </a:prstGeom>
        </p:spPr>
      </p:pic>
      <p:pic>
        <p:nvPicPr>
          <p:cNvPr id="29" name="图片 28" descr="简约蓝色_画板 1 副本 3"/>
          <p:cNvPicPr/>
          <p:nvPr>
            <p:custDataLst>
              <p:tags r:id="rId3"/>
            </p:custDataLst>
          </p:nvPr>
        </p:nvPicPr>
        <p:blipFill>
          <a:blip r:embed="rId2"/>
          <a:srcRect l="83643" t="-6836" r="-1559" b="69290"/>
          <a:stretch>
            <a:fillRect/>
          </a:stretch>
        </p:blipFill>
        <p:spPr>
          <a:xfrm>
            <a:off x="10454323" y="0"/>
            <a:ext cx="1737043" cy="205784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90265" y="3168015"/>
            <a:ext cx="54121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/>
              <a:t>排序算法的实现</a:t>
            </a:r>
            <a:r>
              <a:rPr lang="en-US" altLang="zh-CN" sz="2800"/>
              <a:t>-</a:t>
            </a:r>
            <a:r>
              <a:rPr lang="zh-CN" altLang="en-US" sz="2800"/>
              <a:t>希尔排序</a:t>
            </a:r>
            <a:endParaRPr lang="zh-CN" altLang="en-US" sz="2800"/>
          </a:p>
        </p:txBody>
      </p:sp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88365" y="8851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取增量</a:t>
            </a:r>
            <a:r>
              <a:rPr lang="en-US" altLang="zh-CN"/>
              <a:t>d</a:t>
            </a:r>
            <a:endParaRPr lang="en-US" altLang="zh-CN"/>
          </a:p>
        </p:txBody>
      </p:sp>
      <p:pic>
        <p:nvPicPr>
          <p:cNvPr id="5" name="ECB019B1-382A-4266-B25C-5B523AA43C14-8" descr="C:/Users/dell/AppData/Local/Temp/wpp.TJaHRr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600" y="534353"/>
            <a:ext cx="8883650" cy="57130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85950" y="64662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在每个增量里用</a:t>
            </a:r>
            <a:r>
              <a:rPr lang="zh-CN" altLang="en-US"/>
              <a:t>直接插入排序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代码</a:t>
            </a:r>
            <a:r>
              <a:rPr lang="zh-CN" altLang="en-US"/>
              <a:t>实现</a:t>
            </a:r>
            <a:endParaRPr lang="zh-CN" altLang="en-US"/>
          </a:p>
        </p:txBody>
      </p:sp>
      <p:sp>
        <p:nvSpPr>
          <p:cNvPr id="100" name="文本框 99"/>
          <p:cNvSpPr txBox="1"/>
          <p:nvPr>
            <p:custDataLst>
              <p:tags r:id="rId1"/>
            </p:custDataLst>
          </p:nvPr>
        </p:nvSpPr>
        <p:spPr>
          <a:xfrm>
            <a:off x="669925" y="1483360"/>
            <a:ext cx="10704830" cy="37534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&lt;T&gt; T[] shellSort(T[]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4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while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((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&gt;&gt;&gt;= 1) &gt;= 1) 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d = d/2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    </a:t>
            </a:r>
            <a:r>
              <a:rPr lang="en-US" sz="1400" b="0" i="1">
                <a:solidFill>
                  <a:srgbClr val="000000"/>
                </a:solidFill>
                <a:highlight>
                  <a:srgbClr val="C0C0C0"/>
                </a:highlight>
                <a:latin typeface="Courier New" panose="02070309020205020404" charset="0"/>
                <a:ea typeface="宋体" panose="02010600030101010101" pitchFamily="2" charset="-122"/>
              </a:rPr>
              <a:t>shellSort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return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}</a:t>
            </a:r>
            <a:r>
              <a:rPr lang="en-US" sz="1400" b="0">
                <a:latin typeface="Courier New" panose="02070309020205020404" charset="0"/>
                <a:ea typeface="宋体" panose="02010600030101010101" pitchFamily="2" charset="-122"/>
              </a:rPr>
              <a:t> 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</a:t>
            </a:r>
            <a:r>
              <a:rPr lang="en-US" sz="1400" b="0">
                <a:solidFill>
                  <a:srgbClr val="646464"/>
                </a:solidFill>
                <a:latin typeface="Courier New" panose="02070309020205020404" charset="0"/>
                <a:ea typeface="宋体" panose="02010600030101010101" pitchFamily="2" charset="-122"/>
              </a:rPr>
              <a:t>@SuppressWarnings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"unchecked"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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private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&lt;T&gt;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void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000000"/>
                </a:solidFill>
                <a:highlight>
                  <a:srgbClr val="C0C0C0"/>
                </a:highlight>
                <a:latin typeface="Courier New" panose="02070309020205020404" charset="0"/>
                <a:ea typeface="宋体" panose="02010600030101010101" pitchFamily="2" charset="-122"/>
              </a:rPr>
              <a:t>shellSort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(T[]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4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 ++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    T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e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];    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-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(;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&gt;= 0 &amp;&amp; ((Comparable&lt;T&gt;)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e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).compareTo(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]) &lt; 0;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-=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               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 =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];           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 =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e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}    }</a:t>
            </a:r>
            <a:endParaRPr lang="en-US" altLang="en-US" sz="14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/>
              <a:t>测试</a:t>
            </a:r>
            <a:endParaRPr lang="zh-CN" altLang="en-US" sz="3200"/>
          </a:p>
        </p:txBody>
      </p:sp>
      <p:sp>
        <p:nvSpPr>
          <p:cNvPr id="100" name="文本框 99"/>
          <p:cNvSpPr txBox="1"/>
          <p:nvPr/>
        </p:nvSpPr>
        <p:spPr>
          <a:xfrm>
            <a:off x="1304925" y="1085215"/>
            <a:ext cx="993775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void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main(String[]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args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Integer[]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{ 10, 1, 2, 8, 3, 4, 9, 5, 6, 7, 8 };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: </a:t>
            </a:r>
            <a:r>
              <a:rPr lang="en-US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shellSort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))            System.</a:t>
            </a:r>
            <a:r>
              <a:rPr lang="en-US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out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.print(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</a:t>
            </a:r>
            <a:r>
              <a:rPr lang="en-US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 "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System.</a:t>
            </a:r>
            <a:r>
              <a:rPr lang="en-US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out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.println();    }</a:t>
            </a:r>
            <a:endParaRPr lang="en-US" altLang="en-US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9925" y="31394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测试结果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60960" y="3698240"/>
            <a:ext cx="1219200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0" name="图片 29" descr="简约蓝色_画板 1 副本 3"/>
          <p:cNvPicPr/>
          <p:nvPr>
            <p:custDataLst>
              <p:tags r:id="rId1"/>
            </p:custDataLst>
          </p:nvPr>
        </p:nvPicPr>
        <p:blipFill>
          <a:blip r:embed="rId2"/>
          <a:srcRect l="83366" t="-18113" r="-1559" b="80602"/>
          <a:stretch>
            <a:fillRect/>
          </a:stretch>
        </p:blipFill>
        <p:spPr>
          <a:xfrm flipH="1">
            <a:off x="0" y="4800352"/>
            <a:ext cx="1737212" cy="2057648"/>
          </a:xfrm>
          <a:prstGeom prst="rect">
            <a:avLst/>
          </a:prstGeom>
        </p:spPr>
      </p:pic>
      <p:pic>
        <p:nvPicPr>
          <p:cNvPr id="29" name="图片 28" descr="简约蓝色_画板 1 副本 3"/>
          <p:cNvPicPr/>
          <p:nvPr>
            <p:custDataLst>
              <p:tags r:id="rId3"/>
            </p:custDataLst>
          </p:nvPr>
        </p:nvPicPr>
        <p:blipFill>
          <a:blip r:embed="rId2"/>
          <a:srcRect l="83643" t="-6836" r="-1559" b="69290"/>
          <a:stretch>
            <a:fillRect/>
          </a:stretch>
        </p:blipFill>
        <p:spPr>
          <a:xfrm>
            <a:off x="10454323" y="0"/>
            <a:ext cx="1737043" cy="205784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90265" y="3168015"/>
            <a:ext cx="54121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/>
              <a:t>排序算法的实现</a:t>
            </a:r>
            <a:r>
              <a:rPr lang="en-US" altLang="zh-CN" sz="2800"/>
              <a:t>-</a:t>
            </a:r>
            <a:r>
              <a:rPr lang="zh-CN" altLang="en-US" sz="2800"/>
              <a:t>冒泡排序</a:t>
            </a:r>
            <a:endParaRPr lang="zh-CN" altLang="en-US" sz="2800"/>
          </a:p>
        </p:txBody>
      </p:sp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代码</a:t>
            </a:r>
            <a:r>
              <a:rPr lang="zh-CN" altLang="en-US"/>
              <a:t>实现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868680" y="1133475"/>
            <a:ext cx="11154410" cy="5262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16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6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小的往上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</a:t>
            </a:r>
            <a:r>
              <a:rPr lang="en-US" sz="1600" b="0">
                <a:solidFill>
                  <a:srgbClr val="646464"/>
                </a:solidFill>
                <a:latin typeface="Courier New" panose="02070309020205020404" charset="0"/>
                <a:ea typeface="宋体" panose="02010600030101010101" pitchFamily="2" charset="-122"/>
              </a:rPr>
              <a:t>@SuppressWarnings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6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"unchecked"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   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&lt;T&gt; T[] </a:t>
            </a:r>
            <a:r>
              <a:rPr lang="en-US" sz="1600" b="0">
                <a:solidFill>
                  <a:srgbClr val="000000"/>
                </a:solidFill>
                <a:highlight>
                  <a:srgbClr val="C0C0C0"/>
                </a:highlight>
                <a:latin typeface="Courier New" panose="02070309020205020404" charset="0"/>
                <a:ea typeface="宋体" panose="02010600030101010101" pitchFamily="2" charset="-122"/>
              </a:rPr>
              <a:t>bubbleSort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(T[]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left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0;       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while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left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!=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6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- 1) {           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t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0;           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6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- 1;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&gt;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left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 --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       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if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(((Comparable&lt;T&gt;)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]).compareTo(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- 1]) &lt; 0) {                    T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aj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];                   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 =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- 1];                   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- 1] =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aj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       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t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    }            }           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if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t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== 0)</a:t>
            </a:r>
            <a:r>
              <a:rPr lang="en-US" sz="16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6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没有变化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       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break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left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t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</a:t>
            </a:r>
            <a:r>
              <a:rPr lang="en-US" sz="16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6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新的变化，与</a:t>
            </a:r>
            <a:r>
              <a:rPr lang="en-US" sz="16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bubbleSort1</a:t>
            </a:r>
            <a:r>
              <a:rPr lang="zh-CN" sz="16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和</a:t>
            </a:r>
            <a:r>
              <a:rPr lang="en-US" sz="16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bubbleSort2</a:t>
            </a:r>
            <a:r>
              <a:rPr lang="zh-CN" sz="16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相比，能减少不必要的比较，速度快，这是</a:t>
            </a:r>
            <a:r>
              <a:rPr lang="en-US" sz="16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bubbleSort</a:t>
            </a:r>
            <a:r>
              <a:rPr lang="zh-CN" sz="16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的正常实现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}        </a:t>
            </a:r>
            <a:r>
              <a:rPr lang="en-US" sz="16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return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6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6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}</a:t>
            </a:r>
            <a:endParaRPr lang="en-US" altLang="en-US" sz="16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pic>
        <p:nvPicPr>
          <p:cNvPr id="4" name="ECB019B1-382A-4266-B25C-5B523AA43C14-9" descr="wpp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751580" y="-490220"/>
            <a:ext cx="72644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/>
              <a:t>测试</a:t>
            </a:r>
            <a:endParaRPr lang="zh-CN" altLang="en-US" sz="3200"/>
          </a:p>
        </p:txBody>
      </p:sp>
      <p:sp>
        <p:nvSpPr>
          <p:cNvPr id="100" name="文本框 99"/>
          <p:cNvSpPr txBox="1"/>
          <p:nvPr/>
        </p:nvSpPr>
        <p:spPr>
          <a:xfrm>
            <a:off x="999490" y="1001395"/>
            <a:ext cx="9726295" cy="2030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void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main(String[]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args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</a:t>
            </a:r>
            <a:r>
              <a:rPr lang="en-US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en-US" b="1">
                <a:solidFill>
                  <a:srgbClr val="7F9FBF"/>
                </a:solidFill>
                <a:latin typeface="Courier New" panose="02070309020205020404" charset="0"/>
                <a:ea typeface="宋体" panose="02010600030101010101" pitchFamily="2" charset="-122"/>
              </a:rPr>
              <a:t>TODO</a:t>
            </a:r>
            <a:r>
              <a:rPr lang="en-US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 Auto-generated method stub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Integer[]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{ 9, 2, 13, 4, 5, 8, 7, 6, 1 };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: </a:t>
            </a:r>
            <a:r>
              <a:rPr lang="en-US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bubbleSort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))            System.</a:t>
            </a:r>
            <a:r>
              <a:rPr lang="en-US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out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.print(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</a:t>
            </a:r>
            <a:r>
              <a:rPr lang="en-US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 "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System.</a:t>
            </a:r>
            <a:r>
              <a:rPr lang="en-US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out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.println();    }</a:t>
            </a:r>
            <a:endParaRPr lang="en-US" altLang="en-US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3859530"/>
            <a:ext cx="12192000" cy="11887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70255" y="33978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测试结果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0" name="图片 29" descr="简约蓝色_画板 1 副本 3"/>
          <p:cNvPicPr/>
          <p:nvPr>
            <p:custDataLst>
              <p:tags r:id="rId1"/>
            </p:custDataLst>
          </p:nvPr>
        </p:nvPicPr>
        <p:blipFill>
          <a:blip r:embed="rId2"/>
          <a:srcRect l="83366" t="-18113" r="-1559" b="80602"/>
          <a:stretch>
            <a:fillRect/>
          </a:stretch>
        </p:blipFill>
        <p:spPr>
          <a:xfrm flipH="1">
            <a:off x="0" y="4800352"/>
            <a:ext cx="1737212" cy="2057648"/>
          </a:xfrm>
          <a:prstGeom prst="rect">
            <a:avLst/>
          </a:prstGeom>
        </p:spPr>
      </p:pic>
      <p:pic>
        <p:nvPicPr>
          <p:cNvPr id="29" name="图片 28" descr="简约蓝色_画板 1 副本 3"/>
          <p:cNvPicPr/>
          <p:nvPr>
            <p:custDataLst>
              <p:tags r:id="rId3"/>
            </p:custDataLst>
          </p:nvPr>
        </p:nvPicPr>
        <p:blipFill>
          <a:blip r:embed="rId2"/>
          <a:srcRect l="83643" t="-6836" r="-1559" b="69290"/>
          <a:stretch>
            <a:fillRect/>
          </a:stretch>
        </p:blipFill>
        <p:spPr>
          <a:xfrm>
            <a:off x="10454323" y="0"/>
            <a:ext cx="1737043" cy="205784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90265" y="3168015"/>
            <a:ext cx="54121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/>
              <a:t>排序算法的实现</a:t>
            </a:r>
            <a:r>
              <a:rPr lang="en-US" altLang="zh-CN" sz="2800"/>
              <a:t>-</a:t>
            </a:r>
            <a:r>
              <a:rPr lang="zh-CN" altLang="en-US" sz="2800"/>
              <a:t>快速排序</a:t>
            </a:r>
            <a:endParaRPr lang="zh-CN" altLang="en-US" sz="2800"/>
          </a:p>
        </p:txBody>
      </p:sp>
    </p:spTree>
    <p:custDataLst>
      <p:tags r:id="rId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分治法实现快速</a:t>
            </a:r>
            <a:r>
              <a:rPr lang="zh-CN" altLang="en-US"/>
              <a:t>排序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1420495" y="885190"/>
            <a:ext cx="9005570" cy="5972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代码</a:t>
            </a:r>
            <a:r>
              <a:rPr lang="zh-CN" altLang="en-US"/>
              <a:t>实现</a:t>
            </a:r>
            <a:endParaRPr lang="zh-CN" altLang="en-US"/>
          </a:p>
        </p:txBody>
      </p:sp>
      <p:sp>
        <p:nvSpPr>
          <p:cNvPr id="101" name="文本框 100"/>
          <p:cNvSpPr txBox="1"/>
          <p:nvPr/>
        </p:nvSpPr>
        <p:spPr>
          <a:xfrm>
            <a:off x="594360" y="885190"/>
            <a:ext cx="11428095" cy="58159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&lt;T&gt; T[] quickSort(T[]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</a:t>
            </a:r>
            <a:r>
              <a:rPr lang="en-US" sz="1200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quickSort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0,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- 1);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return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}</a:t>
            </a:r>
            <a:r>
              <a:rPr lang="en-US" sz="1200" b="0">
                <a:latin typeface="Courier New" panose="02070309020205020404" charset="0"/>
                <a:ea typeface="宋体" panose="02010600030101010101" pitchFamily="2" charset="-122"/>
              </a:rPr>
              <a:t> 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范围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[s, e]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private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&lt;T&gt;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void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quickSort(T[]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s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if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s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mid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200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partition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s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    </a:t>
            </a:r>
            <a:r>
              <a:rPr lang="en-US" sz="1200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quickSort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s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mid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- 1);            </a:t>
            </a:r>
            <a:r>
              <a:rPr lang="en-US" sz="1200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quickSort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mid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+ 1,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}    }    </a:t>
            </a:r>
            <a:r>
              <a:rPr lang="en-US" sz="1200" b="0">
                <a:solidFill>
                  <a:srgbClr val="646464"/>
                </a:solidFill>
                <a:latin typeface="Courier New" panose="02070309020205020404" charset="0"/>
                <a:ea typeface="宋体" panose="02010600030101010101" pitchFamily="2" charset="-122"/>
              </a:rPr>
              <a:t>@SuppressWarnings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"unchecked"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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private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&lt;T&gt; </a:t>
            </a:r>
            <a:r>
              <a:rPr lang="en-US" sz="1200" b="1">
                <a:solidFill>
                  <a:srgbClr val="7F0055"/>
                </a:solidFill>
                <a:highlight>
                  <a:srgbClr val="C0C0C0"/>
                </a:highlight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partition(T[]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low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high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T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pivot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low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];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取第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1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个作为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pivot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；也可以增加左，中，右三者取中，然后，将中值存放到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a[low]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while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true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(;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high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&gt;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low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&amp;&amp; ((Comparable&lt;T&gt;)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high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]).compareTo(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pivot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&gt; 0; --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high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                ;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if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low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high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    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break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low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++] 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high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];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(;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low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high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&amp;&amp; ((Comparable&lt;T&gt;)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low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]).compareTo(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pivot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&lt; 0; ++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low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                ;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if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low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high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    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break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high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--] 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low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];        }       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low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 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pivot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</a:t>
            </a:r>
            <a:r>
              <a:rPr lang="en-US" sz="1200" b="1">
                <a:solidFill>
                  <a:srgbClr val="7F0055"/>
                </a:solidFill>
                <a:highlight>
                  <a:srgbClr val="C0C0C0"/>
                </a:highlight>
                <a:latin typeface="Courier New" panose="02070309020205020404" charset="0"/>
                <a:ea typeface="宋体" panose="02010600030101010101" pitchFamily="2" charset="-122"/>
              </a:rPr>
              <a:t>return</a:t>
            </a:r>
            <a:r>
              <a:rPr lang="en-US" sz="1200" b="0">
                <a:solidFill>
                  <a:srgbClr val="000000"/>
                </a:solidFill>
                <a:highlight>
                  <a:srgbClr val="C0C0C0"/>
                </a:highlight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highlight>
                  <a:srgbClr val="C0C0C0"/>
                </a:highlight>
                <a:latin typeface="Courier New" panose="02070309020205020404" charset="0"/>
                <a:ea typeface="宋体" panose="02010600030101010101" pitchFamily="2" charset="-122"/>
              </a:rPr>
              <a:t>low</a:t>
            </a:r>
            <a:r>
              <a:rPr lang="en-US" sz="1200" b="0">
                <a:solidFill>
                  <a:srgbClr val="000000"/>
                </a:solidFill>
                <a:highlight>
                  <a:srgbClr val="C0C0C0"/>
                </a:highlight>
                <a:latin typeface="Courier New" panose="02070309020205020404" charset="0"/>
                <a:ea typeface="宋体" panose="02010600030101010101" pitchFamily="2" charset="-122"/>
              </a:rPr>
              <a:t>;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}</a:t>
            </a:r>
            <a:endParaRPr lang="en-US" altLang="en-US" sz="12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</a:t>
            </a:r>
            <a:endParaRPr lang="zh-CN" altLang="en-US"/>
          </a:p>
        </p:txBody>
      </p:sp>
      <p:sp>
        <p:nvSpPr>
          <p:cNvPr id="101" name="文本框 100"/>
          <p:cNvSpPr txBox="1"/>
          <p:nvPr/>
        </p:nvSpPr>
        <p:spPr>
          <a:xfrm>
            <a:off x="780415" y="970280"/>
            <a:ext cx="9964420" cy="2030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void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main(String[]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args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</a:t>
            </a:r>
            <a:r>
              <a:rPr lang="en-US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en-US" b="1">
                <a:solidFill>
                  <a:srgbClr val="7F9FBF"/>
                </a:solidFill>
                <a:latin typeface="Courier New" panose="02070309020205020404" charset="0"/>
                <a:ea typeface="宋体" panose="02010600030101010101" pitchFamily="2" charset="-122"/>
              </a:rPr>
              <a:t>TODO</a:t>
            </a:r>
            <a:r>
              <a:rPr lang="en-US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 Auto-generated method stub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Integer[]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{ 9, 2, 13, 4, 5, 8, 7, 6, 1 };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: </a:t>
            </a:r>
            <a:r>
              <a:rPr lang="en-US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quickSort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))            System.</a:t>
            </a:r>
            <a:r>
              <a:rPr lang="en-US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out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.print(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</a:t>
            </a:r>
            <a:r>
              <a:rPr lang="en-US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 "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System.</a:t>
            </a:r>
            <a:r>
              <a:rPr lang="en-US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out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.println();    }</a:t>
            </a:r>
            <a:endParaRPr lang="en-US" altLang="en-US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0415" y="33216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测试结果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3800475"/>
            <a:ext cx="1219200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0" name="图片 29" descr="简约蓝色_画板 1 副本 3"/>
          <p:cNvPicPr/>
          <p:nvPr>
            <p:custDataLst>
              <p:tags r:id="rId1"/>
            </p:custDataLst>
          </p:nvPr>
        </p:nvPicPr>
        <p:blipFill>
          <a:blip r:embed="rId2"/>
          <a:srcRect l="83366" t="-18113" r="-1559" b="80602"/>
          <a:stretch>
            <a:fillRect/>
          </a:stretch>
        </p:blipFill>
        <p:spPr>
          <a:xfrm flipH="1">
            <a:off x="0" y="4800352"/>
            <a:ext cx="1737212" cy="2057648"/>
          </a:xfrm>
          <a:prstGeom prst="rect">
            <a:avLst/>
          </a:prstGeom>
        </p:spPr>
      </p:pic>
      <p:pic>
        <p:nvPicPr>
          <p:cNvPr id="29" name="图片 28" descr="简约蓝色_画板 1 副本 3"/>
          <p:cNvPicPr/>
          <p:nvPr>
            <p:custDataLst>
              <p:tags r:id="rId3"/>
            </p:custDataLst>
          </p:nvPr>
        </p:nvPicPr>
        <p:blipFill>
          <a:blip r:embed="rId2"/>
          <a:srcRect l="83643" t="-6836" r="-1559" b="69290"/>
          <a:stretch>
            <a:fillRect/>
          </a:stretch>
        </p:blipFill>
        <p:spPr>
          <a:xfrm>
            <a:off x="10454323" y="0"/>
            <a:ext cx="1737043" cy="205784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90265" y="3168015"/>
            <a:ext cx="54121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/>
              <a:t>排序算法的实现</a:t>
            </a:r>
            <a:r>
              <a:rPr lang="en-US" altLang="zh-CN" sz="2800"/>
              <a:t>-</a:t>
            </a:r>
            <a:r>
              <a:rPr lang="zh-CN" altLang="en-US" sz="2800"/>
              <a:t>直接选择排序</a:t>
            </a:r>
            <a:endParaRPr lang="zh-CN" altLang="en-US" sz="2800"/>
          </a:p>
        </p:txBody>
      </p:sp>
    </p:spTree>
    <p:custDataLst>
      <p:tags r:id="rId4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" name="文本框 100"/>
          <p:cNvSpPr txBox="1"/>
          <p:nvPr/>
        </p:nvSpPr>
        <p:spPr>
          <a:xfrm>
            <a:off x="666115" y="2611755"/>
            <a:ext cx="10678160" cy="4246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solidFill>
                  <a:srgbClr val="646464"/>
                </a:solidFill>
                <a:latin typeface="Courier New" panose="02070309020205020404" charset="0"/>
                <a:ea typeface="宋体" panose="02010600030101010101" pitchFamily="2" charset="-122"/>
              </a:rPr>
              <a:t>@SuppressWarnings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"unchecked"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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&lt;T&gt; T[] selectMinSort(T[]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0;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- 1; ++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</a:t>
            </a:r>
            <a:r>
              <a:rPr lang="en-US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找到最小的，交换到位置</a:t>
            </a:r>
            <a:r>
              <a:rPr lang="en-US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k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</a:t>
            </a:r>
            <a:r>
              <a:rPr lang="en-US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最小数据的下标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+ 1;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- 1; ++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</a:t>
            </a:r>
            <a:r>
              <a:rPr lang="en-US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在</a:t>
            </a:r>
            <a:r>
              <a:rPr lang="en-US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[i,n]</a:t>
            </a:r>
            <a:r>
              <a:rPr lang="zh-CN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区间找最小的数据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if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(((Comparable&lt;T&gt;)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k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]).compareTo(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]) &gt; 0)                   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k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j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}            T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];           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k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];           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k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 =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}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return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}</a:t>
            </a:r>
            <a:endParaRPr lang="en-US" altLang="en-US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07285" y="1125855"/>
            <a:ext cx="6685280" cy="7994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661920" y="793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2600960" y="4248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k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3372485" y="19253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j</a:t>
            </a:r>
            <a:endParaRPr lang="en-US" altLang="zh-CN"/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3077210" y="608965"/>
            <a:ext cx="720090" cy="18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3750945" y="2113280"/>
            <a:ext cx="63690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31215" y="32448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测试结果</a:t>
            </a:r>
            <a:endParaRPr lang="zh-CN" altLang="en-US"/>
          </a:p>
        </p:txBody>
      </p:sp>
      <p:sp>
        <p:nvSpPr>
          <p:cNvPr id="101" name="文本框 100"/>
          <p:cNvSpPr txBox="1"/>
          <p:nvPr/>
        </p:nvSpPr>
        <p:spPr>
          <a:xfrm>
            <a:off x="1080770" y="1007745"/>
            <a:ext cx="1044067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void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main(String[]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args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Integer[]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{ 10, 1, 2, 8, 3, 4, 9, 5, 6, 7, 8, 9 };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: </a:t>
            </a:r>
            <a:r>
              <a:rPr lang="en-US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selectMinSort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))            System.</a:t>
            </a:r>
            <a:r>
              <a:rPr lang="en-US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out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.print(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</a:t>
            </a:r>
            <a:r>
              <a:rPr lang="en-US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 "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System.</a:t>
            </a:r>
            <a:r>
              <a:rPr lang="en-US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out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.println();    }</a:t>
            </a:r>
            <a:endParaRPr lang="en-US" altLang="en-US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4097020"/>
            <a:ext cx="1219200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0" name="图片 29" descr="简约蓝色_画板 1 副本 3"/>
          <p:cNvPicPr/>
          <p:nvPr>
            <p:custDataLst>
              <p:tags r:id="rId1"/>
            </p:custDataLst>
          </p:nvPr>
        </p:nvPicPr>
        <p:blipFill>
          <a:blip r:embed="rId2"/>
          <a:srcRect l="83366" t="-18113" r="-1559" b="80602"/>
          <a:stretch>
            <a:fillRect/>
          </a:stretch>
        </p:blipFill>
        <p:spPr>
          <a:xfrm flipH="1">
            <a:off x="0" y="4800352"/>
            <a:ext cx="1737212" cy="2057648"/>
          </a:xfrm>
          <a:prstGeom prst="rect">
            <a:avLst/>
          </a:prstGeom>
        </p:spPr>
      </p:pic>
      <p:pic>
        <p:nvPicPr>
          <p:cNvPr id="29" name="图片 28" descr="简约蓝色_画板 1 副本 3"/>
          <p:cNvPicPr/>
          <p:nvPr>
            <p:custDataLst>
              <p:tags r:id="rId3"/>
            </p:custDataLst>
          </p:nvPr>
        </p:nvPicPr>
        <p:blipFill>
          <a:blip r:embed="rId2"/>
          <a:srcRect l="83643" t="-6836" r="-1559" b="69290"/>
          <a:stretch>
            <a:fillRect/>
          </a:stretch>
        </p:blipFill>
        <p:spPr>
          <a:xfrm>
            <a:off x="10454323" y="0"/>
            <a:ext cx="1737043" cy="205784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90265" y="3168015"/>
            <a:ext cx="54121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/>
              <a:t>排序算法的实现</a:t>
            </a:r>
            <a:r>
              <a:rPr lang="en-US" altLang="zh-CN" sz="2800"/>
              <a:t>-</a:t>
            </a:r>
            <a:r>
              <a:rPr lang="zh-CN" altLang="en-US" sz="2800"/>
              <a:t>堆排序</a:t>
            </a:r>
            <a:endParaRPr lang="zh-CN" altLang="en-US" sz="2800"/>
          </a:p>
        </p:txBody>
      </p:sp>
    </p:spTree>
    <p:custDataLst>
      <p:tags r:id="rId4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636905" y="904240"/>
            <a:ext cx="5238750" cy="3600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6206490" y="21590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sift </a:t>
            </a:r>
            <a:r>
              <a:rPr lang="en-US" altLang="zh-CN"/>
              <a:t>down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811655" y="3511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大顶堆</a:t>
            </a:r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代码</a:t>
            </a:r>
            <a:r>
              <a:rPr lang="zh-CN" altLang="en-US"/>
              <a:t>实现</a:t>
            </a:r>
            <a:endParaRPr lang="zh-CN" altLang="en-US"/>
          </a:p>
        </p:txBody>
      </p:sp>
      <p:sp>
        <p:nvSpPr>
          <p:cNvPr id="102" name="文本框 101"/>
          <p:cNvSpPr txBox="1"/>
          <p:nvPr/>
        </p:nvSpPr>
        <p:spPr>
          <a:xfrm>
            <a:off x="-635" y="885190"/>
            <a:ext cx="6936105" cy="42926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private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T[] 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size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大顶堆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</a:t>
            </a:r>
            <a:r>
              <a:rPr lang="en-US" sz="1200" b="0">
                <a:solidFill>
                  <a:srgbClr val="646464"/>
                </a:solidFill>
                <a:latin typeface="Courier New" panose="02070309020205020404" charset="0"/>
                <a:ea typeface="宋体" panose="02010600030101010101" pitchFamily="2" charset="-122"/>
              </a:rPr>
              <a:t>@SuppressWarnings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"unchecked"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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private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void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000000"/>
                </a:solidFill>
                <a:highlight>
                  <a:srgbClr val="C0C0C0"/>
                </a:highlight>
                <a:latin typeface="Courier New" panose="02070309020205020404" charset="0"/>
                <a:ea typeface="宋体" panose="02010600030101010101" pitchFamily="2" charset="-122"/>
              </a:rPr>
              <a:t>siftDown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k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T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x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将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x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放到数组的位置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k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，向下进行调整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Comparable&lt;T&gt;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key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(Comparable&lt;T&gt;)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x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half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size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&gt;&gt;&gt; 1; 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最后一个有孩子的结点的编号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while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k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half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child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k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&lt;&lt; 1) + 1; 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左孩子的编号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    T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child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];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right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child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+ 1;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右孩子的编号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if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right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 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size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&amp;&amp; ((Comparable&lt;T&gt;)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).compareTo(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right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]) &lt; 0)               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child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right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];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c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是左右孩子最大的值，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child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是这个孩子的编号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if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key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.compareTo(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&gt; 0)    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break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x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比左右孩子都大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    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k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 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k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child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}        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k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 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x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}</a:t>
            </a:r>
            <a:endParaRPr lang="en-US" sz="9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endParaRPr lang="en-US" altLang="en-US" sz="9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59625" y="1442085"/>
            <a:ext cx="609600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/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private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void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heapify() {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for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(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int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= (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size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&gt;&gt;&gt; 1) - 1;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&gt;= 0;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--)            </a:t>
            </a:r>
            <a:r>
              <a:rPr lang="en-US" sz="1200">
                <a:solidFill>
                  <a:srgbClr val="000000"/>
                </a:solidFill>
                <a:highlight>
                  <a:srgbClr val="C0C0C0"/>
                </a:highlight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siftDown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(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, 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data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[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]);    }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public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T[] heapSort(T[]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a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) {        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data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=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a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;        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size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= 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data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length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;        heapify();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for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(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int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= 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data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length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- 1;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&gt; 0;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--) {            T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tmp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= 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data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[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];            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data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[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] = 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data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[0];            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size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--;            </a:t>
            </a:r>
            <a:r>
              <a:rPr lang="en-US" sz="1200">
                <a:solidFill>
                  <a:srgbClr val="000000"/>
                </a:solidFill>
                <a:highlight>
                  <a:srgbClr val="C0C0C0"/>
                </a:highlight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siftDown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(0,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tmp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);        }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return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data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;    }</a:t>
            </a:r>
            <a:endParaRPr lang="en-US" altLang="en-US" sz="120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</a:t>
            </a:r>
            <a:endParaRPr lang="zh-CN" altLang="en-US"/>
          </a:p>
        </p:txBody>
      </p:sp>
      <p:sp>
        <p:nvSpPr>
          <p:cNvPr id="102" name="文本框 101"/>
          <p:cNvSpPr txBox="1"/>
          <p:nvPr/>
        </p:nvSpPr>
        <p:spPr>
          <a:xfrm>
            <a:off x="669290" y="885190"/>
            <a:ext cx="11522075" cy="2030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void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main(String[]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args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HeapSort&lt;Integer&gt;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ip1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new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HeapSort&lt;&gt;();        Integer[]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{ 49, 38, 65, 97, 76, 13, 27, 50 };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: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ip1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.heapSort(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))            System.</a:t>
            </a:r>
            <a:r>
              <a:rPr lang="en-US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out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.print(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</a:t>
            </a:r>
            <a:r>
              <a:rPr lang="en-US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 "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System.</a:t>
            </a:r>
            <a:r>
              <a:rPr lang="en-US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out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.println();    }</a:t>
            </a:r>
            <a:endParaRPr lang="en-US" altLang="en-US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5805" y="31648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测试结果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35" y="3635375"/>
            <a:ext cx="12191365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0" name="图片 29" descr="简约蓝色_画板 1 副本 3"/>
          <p:cNvPicPr/>
          <p:nvPr>
            <p:custDataLst>
              <p:tags r:id="rId1"/>
            </p:custDataLst>
          </p:nvPr>
        </p:nvPicPr>
        <p:blipFill>
          <a:blip r:embed="rId2"/>
          <a:srcRect l="83366" t="-18113" r="-1559" b="80602"/>
          <a:stretch>
            <a:fillRect/>
          </a:stretch>
        </p:blipFill>
        <p:spPr>
          <a:xfrm flipH="1">
            <a:off x="0" y="4800352"/>
            <a:ext cx="1737212" cy="2057648"/>
          </a:xfrm>
          <a:prstGeom prst="rect">
            <a:avLst/>
          </a:prstGeom>
        </p:spPr>
      </p:pic>
      <p:pic>
        <p:nvPicPr>
          <p:cNvPr id="29" name="图片 28" descr="简约蓝色_画板 1 副本 3"/>
          <p:cNvPicPr/>
          <p:nvPr>
            <p:custDataLst>
              <p:tags r:id="rId3"/>
            </p:custDataLst>
          </p:nvPr>
        </p:nvPicPr>
        <p:blipFill>
          <a:blip r:embed="rId2"/>
          <a:srcRect l="83643" t="-6836" r="-1559" b="69290"/>
          <a:stretch>
            <a:fillRect/>
          </a:stretch>
        </p:blipFill>
        <p:spPr>
          <a:xfrm>
            <a:off x="10454323" y="0"/>
            <a:ext cx="1737043" cy="205784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90265" y="3168015"/>
            <a:ext cx="54121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/>
              <a:t>排序算法的实现</a:t>
            </a:r>
            <a:r>
              <a:rPr lang="en-US" altLang="zh-CN" sz="2800"/>
              <a:t>-</a:t>
            </a:r>
            <a:r>
              <a:rPr lang="zh-CN" altLang="en-US" sz="2800"/>
              <a:t>归并</a:t>
            </a:r>
            <a:r>
              <a:rPr lang="zh-CN" altLang="en-US" sz="2800"/>
              <a:t>排序</a:t>
            </a:r>
            <a:endParaRPr lang="zh-CN" altLang="en-US" sz="2800"/>
          </a:p>
        </p:txBody>
      </p:sp>
    </p:spTree>
    <p:custDataLst>
      <p:tags r:id="rId4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423035" y="1759585"/>
            <a:ext cx="459740" cy="2286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/>
              <a:t>基本操作（</a:t>
            </a:r>
            <a:r>
              <a:rPr lang="en-US" altLang="zh-CN"/>
              <a:t>2-</a:t>
            </a:r>
            <a:r>
              <a:rPr lang="zh-CN" altLang="en-US"/>
              <a:t>路归</a:t>
            </a:r>
            <a:r>
              <a:rPr lang="zh-CN" altLang="en-US"/>
              <a:t>并）</a:t>
            </a:r>
            <a:endParaRPr lang="zh-CN" altLang="en-US"/>
          </a:p>
        </p:txBody>
      </p:sp>
      <p:pic>
        <p:nvPicPr>
          <p:cNvPr id="5" name="ECB019B1-382A-4266-B25C-5B523AA43C14-4" descr="C:/Users/dell/AppData/Local/Temp/wpp.dweXge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1045" y="2247900"/>
            <a:ext cx="6502400" cy="14909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1.</a:t>
            </a:r>
            <a:r>
              <a:t>二路</a:t>
            </a:r>
            <a:r>
              <a:t>归并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419350" y="54800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1600">
                <a:sym typeface="+mn-ea"/>
              </a:rPr>
              <a:t>将</a:t>
            </a:r>
            <a:r>
              <a:rPr lang="en-US" sz="1600">
                <a:sym typeface="+mn-ea"/>
              </a:rPr>
              <a:t>2</a:t>
            </a:r>
            <a:r>
              <a:rPr sz="1600">
                <a:sym typeface="+mn-ea"/>
              </a:rPr>
              <a:t>个有序序列(</a:t>
            </a:r>
            <a:r>
              <a:rPr sz="1600">
                <a:solidFill>
                  <a:schemeClr val="accent1"/>
                </a:solidFill>
                <a:sym typeface="+mn-ea"/>
              </a:rPr>
              <a:t>run</a:t>
            </a:r>
            <a:r>
              <a:rPr sz="1600">
                <a:sym typeface="+mn-ea"/>
              </a:rPr>
              <a:t>)， 合并为一个有序序列。</a:t>
            </a:r>
            <a:endParaRPr lang="zh-CN" altLang="en-US" sz="1600"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000885" y="2994025"/>
            <a:ext cx="10191115" cy="37934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0"/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数组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需要合并的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2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部分为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[l,m]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和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[m+1,r]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，合并的结果存储到数组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b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从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n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开始的位置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		</a:t>
            </a:r>
            <a:r>
              <a:rPr lang="en-US" sz="1400" b="0">
                <a:solidFill>
                  <a:srgbClr val="646464"/>
                </a:solidFill>
                <a:latin typeface="Courier New" panose="02070309020205020404" charset="0"/>
                <a:ea typeface="宋体" panose="02010600030101010101" pitchFamily="2" charset="-122"/>
              </a:rPr>
              <a:t>@SuppressWarnings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4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"unchecked"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		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private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&lt;T&gt;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void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twoWayMerge(T[]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T[]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b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			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q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+ 1;			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while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&lt;=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&amp;&amp;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q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&lt;=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				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if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(((Comparable&lt;T&gt;)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]).compareTo(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q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]) &lt; 0)					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b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++] =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++];				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else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					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b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++] =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q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++];			}			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if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&lt;=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				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数组扩容（将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数组里从索引为</a:t>
            </a:r>
            <a:r>
              <a:rPr lang="en-US" sz="1400" b="0" u="sng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的元素开始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复制到数组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b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里的索引为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t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的位置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复制的元素个数为（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m-</a:t>
            </a:r>
            <a:r>
              <a:rPr lang="en-US" sz="1400" b="0" u="sng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+1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）个）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				System.</a:t>
            </a:r>
            <a:r>
              <a:rPr lang="en-US" sz="1400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arraycopy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b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-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+ 1);			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if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q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&lt;=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				System.</a:t>
            </a:r>
            <a:r>
              <a:rPr lang="en-US" sz="1400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arraycopy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q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b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-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q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+ 1);		}</a:t>
            </a:r>
            <a:endParaRPr lang="en-US" altLang="en-US" sz="14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pic>
        <p:nvPicPr>
          <p:cNvPr id="5" name="ECB019B1-382A-4266-B25C-5B523AA43C14-5" descr="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-459740"/>
            <a:ext cx="7848600" cy="37973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2.</a:t>
            </a:r>
            <a:r>
              <a:t>直接</a:t>
            </a:r>
            <a:r>
              <a:t>归并排序（非递归归并</a:t>
            </a:r>
            <a:r>
              <a:t>排序）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4798060" y="1896110"/>
            <a:ext cx="10921365" cy="471614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/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&lt;T&gt; T[] mergeSort(T[]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</a:t>
            </a:r>
            <a:endParaRPr lang="en-US" sz="12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solidFill>
                  <a:srgbClr val="646464"/>
                </a:solidFill>
                <a:latin typeface="Courier New" panose="02070309020205020404" charset="0"/>
                <a:ea typeface="宋体" panose="02010600030101010101" pitchFamily="2" charset="-122"/>
              </a:rPr>
              <a:t>    @SuppressWarnings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"unchecked"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    T[]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b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(T[]) Array.</a:t>
            </a:r>
            <a:r>
              <a:rPr lang="en-US" sz="1200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newInstance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.getClass().getComponentType(),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</a:t>
            </a:r>
            <a:endParaRPr lang="en-US" sz="12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    // 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合并的长度从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1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开始，逐次加倍</a:t>
            </a:r>
            <a:endParaRPr lang="en-US" sz="12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indent="0"/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    for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1;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&lt;&lt;= 1) {	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0;	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0;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待合并的第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1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部分的开始位置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	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while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		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- 1;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待合并的第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1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部分的结束位置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		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if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&gt;=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需要合并的只有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1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部分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			System.</a:t>
            </a:r>
            <a:r>
              <a:rPr lang="en-US" sz="1200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arraycopy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b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-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			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break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		}		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待合并的第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2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部分的结束位置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		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if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&gt;=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			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- 1;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需要合并的第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2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部分比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短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		</a:t>
            </a:r>
            <a:r>
              <a:rPr lang="en-US" sz="1200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twoWayMerge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b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		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-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+ 1;		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+ 1;	}	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交换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2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个数组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	T[]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tmp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	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b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	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b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tmp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	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//System.out.println(Arrays.toString(a));// 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输出每一趟排序的结果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}</a:t>
            </a:r>
            <a:endParaRPr lang="en-US" sz="12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indent="0"/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return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;}</a:t>
            </a:r>
            <a:endParaRPr lang="en-US" altLang="en-US" sz="12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2146" name="Shape 828"/>
          <p:cNvSpPr txBox="1"/>
          <p:nvPr>
            <p:custDataLst>
              <p:tags r:id="rId1"/>
            </p:custDataLst>
          </p:nvPr>
        </p:nvSpPr>
        <p:spPr>
          <a:xfrm>
            <a:off x="1619570" y="1895806"/>
            <a:ext cx="2814320" cy="34734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rPr sz="1600"/>
              <a:t>[23  52] [36 80] [14 68] [19 41]</a:t>
            </a:r>
            <a:endParaRPr sz="1600"/>
          </a:p>
        </p:txBody>
      </p:sp>
      <p:sp>
        <p:nvSpPr>
          <p:cNvPr id="2147" name="初始有序长度=1"/>
          <p:cNvSpPr txBox="1"/>
          <p:nvPr>
            <p:custDataLst>
              <p:tags r:id="rId2"/>
            </p:custDataLst>
          </p:nvPr>
        </p:nvSpPr>
        <p:spPr>
          <a:xfrm>
            <a:off x="-57" y="954321"/>
            <a:ext cx="1552575" cy="34734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rPr sz="1600"/>
              <a:t>初始有序长度=1</a:t>
            </a:r>
            <a:endParaRPr sz="1600"/>
          </a:p>
        </p:txBody>
      </p:sp>
      <p:sp>
        <p:nvSpPr>
          <p:cNvPr id="2148" name="线条"/>
          <p:cNvSpPr/>
          <p:nvPr>
            <p:custDataLst>
              <p:tags r:id="rId3"/>
            </p:custDataLst>
          </p:nvPr>
        </p:nvSpPr>
        <p:spPr>
          <a:xfrm flipV="1">
            <a:off x="1839595" y="1313815"/>
            <a:ext cx="635" cy="457835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49" name="线条"/>
          <p:cNvSpPr/>
          <p:nvPr>
            <p:custDataLst>
              <p:tags r:id="rId4"/>
            </p:custDataLst>
          </p:nvPr>
        </p:nvSpPr>
        <p:spPr>
          <a:xfrm flipV="1">
            <a:off x="2229485" y="1313815"/>
            <a:ext cx="10795" cy="45720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50" name="线条"/>
          <p:cNvSpPr/>
          <p:nvPr>
            <p:custDataLst>
              <p:tags r:id="rId5"/>
            </p:custDataLst>
          </p:nvPr>
        </p:nvSpPr>
        <p:spPr>
          <a:xfrm flipV="1">
            <a:off x="2006600" y="2243455"/>
            <a:ext cx="635" cy="508635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51" name="线条"/>
          <p:cNvSpPr/>
          <p:nvPr>
            <p:custDataLst>
              <p:tags r:id="rId6"/>
            </p:custDataLst>
          </p:nvPr>
        </p:nvSpPr>
        <p:spPr>
          <a:xfrm flipH="1" flipV="1">
            <a:off x="2672080" y="2243455"/>
            <a:ext cx="9525" cy="44704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52" name="有序长度=2"/>
          <p:cNvSpPr txBox="1"/>
          <p:nvPr>
            <p:custDataLst>
              <p:tags r:id="rId7"/>
            </p:custDataLst>
          </p:nvPr>
        </p:nvSpPr>
        <p:spPr>
          <a:xfrm>
            <a:off x="109163" y="1771815"/>
            <a:ext cx="1146175" cy="34734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rPr sz="1600"/>
              <a:t>有序长度=2</a:t>
            </a:r>
            <a:endParaRPr sz="1600"/>
          </a:p>
        </p:txBody>
      </p:sp>
      <p:sp>
        <p:nvSpPr>
          <p:cNvPr id="2153" name="有序长度=4"/>
          <p:cNvSpPr txBox="1"/>
          <p:nvPr>
            <p:custDataLst>
              <p:tags r:id="rId8"/>
            </p:custDataLst>
          </p:nvPr>
        </p:nvSpPr>
        <p:spPr>
          <a:xfrm>
            <a:off x="203287" y="3005563"/>
            <a:ext cx="1146175" cy="34734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rPr sz="1600"/>
              <a:t>有序长度=4</a:t>
            </a:r>
            <a:endParaRPr sz="1600"/>
          </a:p>
        </p:txBody>
      </p:sp>
      <p:sp>
        <p:nvSpPr>
          <p:cNvPr id="2154" name="线条"/>
          <p:cNvSpPr/>
          <p:nvPr>
            <p:custDataLst>
              <p:tags r:id="rId9"/>
            </p:custDataLst>
          </p:nvPr>
        </p:nvSpPr>
        <p:spPr>
          <a:xfrm flipH="1" flipV="1">
            <a:off x="2410460" y="3429000"/>
            <a:ext cx="9525" cy="36957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55" name="线条"/>
          <p:cNvSpPr/>
          <p:nvPr>
            <p:custDataLst>
              <p:tags r:id="rId10"/>
            </p:custDataLst>
          </p:nvPr>
        </p:nvSpPr>
        <p:spPr>
          <a:xfrm flipH="1" flipV="1">
            <a:off x="3604260" y="3421380"/>
            <a:ext cx="9525" cy="37719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56" name="Shape 828"/>
          <p:cNvSpPr txBox="1"/>
          <p:nvPr>
            <p:custDataLst>
              <p:tags r:id="rId11"/>
            </p:custDataLst>
          </p:nvPr>
        </p:nvSpPr>
        <p:spPr>
          <a:xfrm>
            <a:off x="1732927" y="2985651"/>
            <a:ext cx="2588260" cy="34734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rPr sz="1600"/>
              <a:t>[23 36 52 80]  [14 19 41 68]</a:t>
            </a:r>
            <a:endParaRPr sz="1600"/>
          </a:p>
        </p:txBody>
      </p:sp>
      <p:sp>
        <p:nvSpPr>
          <p:cNvPr id="2157" name="Shape 828"/>
          <p:cNvSpPr txBox="1"/>
          <p:nvPr>
            <p:custDataLst>
              <p:tags r:id="rId12"/>
            </p:custDataLst>
          </p:nvPr>
        </p:nvSpPr>
        <p:spPr>
          <a:xfrm>
            <a:off x="1732764" y="4292180"/>
            <a:ext cx="2418715" cy="34734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rPr sz="1600"/>
              <a:t>[14 19 23 36 41 52 68 80]</a:t>
            </a:r>
            <a:endParaRPr sz="1600"/>
          </a:p>
        </p:txBody>
      </p:sp>
      <p:sp>
        <p:nvSpPr>
          <p:cNvPr id="5" name="文本框 4"/>
          <p:cNvSpPr txBox="1"/>
          <p:nvPr/>
        </p:nvSpPr>
        <p:spPr>
          <a:xfrm>
            <a:off x="1552575" y="97663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1600">
                <a:sym typeface="+mn-ea"/>
              </a:rPr>
              <a:t>[52] [23] [80] [36] [68] [14] [19] [41]</a:t>
            </a:r>
            <a:endParaRPr lang="zh-CN" altLang="en-US" sz="1600"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180979"/>
            <a:ext cx="10852237" cy="441964"/>
          </a:xfrm>
        </p:spPr>
        <p:txBody>
          <a:bodyPr/>
          <a:p>
            <a:r>
              <a:rPr lang="en-US" altLang="zh-CN"/>
              <a:t>3.</a:t>
            </a:r>
            <a:r>
              <a:t>递归</a:t>
            </a:r>
            <a:r>
              <a:t>归并排序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3221990" y="1842135"/>
            <a:ext cx="9041130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                    // 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实现递归归并排序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		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&lt;T&gt; T[] rMergeSort(T[]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		</a:t>
            </a:r>
            <a:r>
              <a:rPr lang="en-US" sz="1200" b="0">
                <a:solidFill>
                  <a:srgbClr val="646464"/>
                </a:solidFill>
                <a:latin typeface="Courier New" panose="02070309020205020404" charset="0"/>
                <a:ea typeface="宋体" panose="02010600030101010101" pitchFamily="2" charset="-122"/>
              </a:rPr>
              <a:t>@SuppressWarnings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"unchecked"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		T[]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b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(T[]) Array.</a:t>
            </a:r>
            <a:r>
              <a:rPr lang="en-US" sz="1200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newInstance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.getClass().getComponentType(),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		</a:t>
            </a:r>
            <a:r>
              <a:rPr lang="en-US" sz="1200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rMergeSort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b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0,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- 1);		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return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	    }			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private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&lt;T&gt;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void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rMergeSort(T[]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T[]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b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		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if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			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return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			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&gt;&gt;&gt; 1;			</a:t>
            </a:r>
            <a:r>
              <a:rPr lang="en-US" sz="1200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rMergeSort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b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			</a:t>
            </a:r>
            <a:r>
              <a:rPr lang="en-US" sz="1200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rMergeSort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b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+ 1,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			</a:t>
            </a:r>
            <a:r>
              <a:rPr lang="en-US" sz="1200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twoWayMerge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b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			System.</a:t>
            </a:r>
            <a:r>
              <a:rPr lang="en-US" sz="1200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arraycopy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b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hi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-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lo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+ 1);	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		System.out.println(Arrays.toString(a));// 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输出每一趟排序的结果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		}</a:t>
            </a:r>
            <a:endParaRPr lang="en-US" altLang="en-US" sz="12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2183" name="Shape 828"/>
          <p:cNvSpPr txBox="1"/>
          <p:nvPr>
            <p:custDataLst>
              <p:tags r:id="rId1"/>
            </p:custDataLst>
          </p:nvPr>
        </p:nvSpPr>
        <p:spPr>
          <a:xfrm>
            <a:off x="272344" y="709506"/>
            <a:ext cx="2780030" cy="40894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rPr sz="2000"/>
              <a:t>52,  23,  80, 36,  68,  14</a:t>
            </a:r>
            <a:endParaRPr sz="2000"/>
          </a:p>
        </p:txBody>
      </p:sp>
      <p:sp>
        <p:nvSpPr>
          <p:cNvPr id="2184" name="Shape 829"/>
          <p:cNvSpPr txBox="1"/>
          <p:nvPr>
            <p:custDataLst>
              <p:tags r:id="rId2"/>
            </p:custDataLst>
          </p:nvPr>
        </p:nvSpPr>
        <p:spPr>
          <a:xfrm>
            <a:off x="170743" y="1425221"/>
            <a:ext cx="3202940" cy="40894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/>
          <a:p>
            <a: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pPr>
            <a:r>
              <a:rPr sz="2000"/>
              <a:t>[ 52,  23,  80]   </a:t>
            </a:r>
            <a:r>
              <a:rPr sz="20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rPr>
              <a:t>[36,  68,  14]</a:t>
            </a:r>
            <a:endParaRPr sz="2000">
              <a:solidFill>
                <a:srgbClr val="990000"/>
              </a:solidFill>
              <a:uFill>
                <a:solidFill>
                  <a:srgbClr val="990000"/>
                </a:solidFill>
              </a:uFill>
            </a:endParaRPr>
          </a:p>
        </p:txBody>
      </p:sp>
      <p:sp>
        <p:nvSpPr>
          <p:cNvPr id="2185" name="Shape 830"/>
          <p:cNvSpPr txBox="1"/>
          <p:nvPr>
            <p:custDataLst>
              <p:tags r:id="rId3"/>
            </p:custDataLst>
          </p:nvPr>
        </p:nvSpPr>
        <p:spPr>
          <a:xfrm>
            <a:off x="184291" y="2143194"/>
            <a:ext cx="1511300" cy="40894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/>
          <a:p>
            <a: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pPr>
            <a:r>
              <a:rPr sz="2000"/>
              <a:t>[ 52,  23]</a:t>
            </a:r>
            <a:r>
              <a:rPr sz="20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rPr>
              <a:t>[80]</a:t>
            </a:r>
            <a:endParaRPr sz="2000">
              <a:solidFill>
                <a:srgbClr val="990000"/>
              </a:solidFill>
              <a:uFill>
                <a:solidFill>
                  <a:srgbClr val="990000"/>
                </a:solidFill>
              </a:uFill>
            </a:endParaRPr>
          </a:p>
        </p:txBody>
      </p:sp>
      <p:sp>
        <p:nvSpPr>
          <p:cNvPr id="2186" name="Shape 831"/>
          <p:cNvSpPr txBox="1"/>
          <p:nvPr>
            <p:custDataLst>
              <p:tags r:id="rId4"/>
            </p:custDataLst>
          </p:nvPr>
        </p:nvSpPr>
        <p:spPr>
          <a:xfrm>
            <a:off x="184291" y="2858911"/>
            <a:ext cx="1638302" cy="40894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rPr sz="2000"/>
              <a:t>[ 52]</a:t>
            </a:r>
            <a:endParaRPr sz="2000"/>
          </a:p>
        </p:txBody>
      </p:sp>
      <p:sp>
        <p:nvSpPr>
          <p:cNvPr id="2187" name="Shape 832"/>
          <p:cNvSpPr txBox="1"/>
          <p:nvPr>
            <p:custDataLst>
              <p:tags r:id="rId5"/>
            </p:custDataLst>
          </p:nvPr>
        </p:nvSpPr>
        <p:spPr>
          <a:xfrm>
            <a:off x="170956" y="3912235"/>
            <a:ext cx="1088390" cy="40894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rPr sz="2000"/>
              <a:t>[ 23,  52]</a:t>
            </a:r>
            <a:endParaRPr sz="2000"/>
          </a:p>
        </p:txBody>
      </p:sp>
      <p:sp>
        <p:nvSpPr>
          <p:cNvPr id="2188" name="Shape 833"/>
          <p:cNvSpPr txBox="1"/>
          <p:nvPr>
            <p:custDataLst>
              <p:tags r:id="rId6"/>
            </p:custDataLst>
          </p:nvPr>
        </p:nvSpPr>
        <p:spPr>
          <a:xfrm>
            <a:off x="184291" y="5321300"/>
            <a:ext cx="1581785" cy="40894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/>
          <a:p>
            <a:pPr marR="57785" defTabSz="1295400">
              <a:lnSpc>
                <a:spcPct val="100000"/>
              </a:lnSpc>
              <a:defRPr sz="3800">
                <a:solidFill>
                  <a:srgbClr val="9900CC"/>
                </a:solidFill>
                <a:uFill>
                  <a:solidFill>
                    <a:srgbClr val="9900CC"/>
                  </a:solidFill>
                </a:uFill>
              </a:defRPr>
            </a:pPr>
            <a:r>
              <a:rPr sz="2000"/>
              <a:t>[</a:t>
            </a:r>
            <a:r>
              <a: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/>
              <a:t>23,  52,  80]</a:t>
            </a:r>
            <a:endParaRPr sz="2000"/>
          </a:p>
        </p:txBody>
      </p:sp>
      <p:sp>
        <p:nvSpPr>
          <p:cNvPr id="2189" name="Shape 834"/>
          <p:cNvSpPr txBox="1"/>
          <p:nvPr>
            <p:custDataLst>
              <p:tags r:id="rId7"/>
            </p:custDataLst>
          </p:nvPr>
        </p:nvSpPr>
        <p:spPr>
          <a:xfrm>
            <a:off x="2466691" y="2143194"/>
            <a:ext cx="1440815" cy="40894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/>
          <a:p>
            <a: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pPr>
            <a:r>
              <a:rPr sz="2000"/>
              <a:t>[36,  68]</a:t>
            </a:r>
            <a:r>
              <a:rPr sz="20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rPr>
              <a:t>[14]</a:t>
            </a:r>
            <a:endParaRPr sz="2000">
              <a:solidFill>
                <a:srgbClr val="990000"/>
              </a:solidFill>
              <a:uFill>
                <a:solidFill>
                  <a:srgbClr val="990000"/>
                </a:solidFill>
              </a:uFill>
            </a:endParaRPr>
          </a:p>
        </p:txBody>
      </p:sp>
      <p:sp>
        <p:nvSpPr>
          <p:cNvPr id="2190" name="Shape 835"/>
          <p:cNvSpPr txBox="1"/>
          <p:nvPr>
            <p:custDataLst>
              <p:tags r:id="rId8"/>
            </p:custDataLst>
          </p:nvPr>
        </p:nvSpPr>
        <p:spPr>
          <a:xfrm>
            <a:off x="2527651" y="2832945"/>
            <a:ext cx="947420" cy="40894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/>
          <a:p>
            <a: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pPr>
            <a:r>
              <a:rPr sz="2000"/>
              <a:t>[36]</a:t>
            </a:r>
            <a:r>
              <a:rPr sz="20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rPr>
              <a:t>[68]</a:t>
            </a:r>
            <a:endParaRPr sz="2000">
              <a:solidFill>
                <a:srgbClr val="990000"/>
              </a:solidFill>
              <a:uFill>
                <a:solidFill>
                  <a:srgbClr val="990000"/>
                </a:solidFill>
              </a:uFill>
            </a:endParaRPr>
          </a:p>
        </p:txBody>
      </p:sp>
      <p:sp>
        <p:nvSpPr>
          <p:cNvPr id="2191" name="Shape 836"/>
          <p:cNvSpPr txBox="1"/>
          <p:nvPr>
            <p:custDataLst>
              <p:tags r:id="rId9"/>
            </p:custDataLst>
          </p:nvPr>
        </p:nvSpPr>
        <p:spPr>
          <a:xfrm>
            <a:off x="2527935" y="3912093"/>
            <a:ext cx="1017905" cy="40894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rPr sz="2000"/>
              <a:t>[36,  68]</a:t>
            </a:r>
            <a:endParaRPr sz="2000"/>
          </a:p>
        </p:txBody>
      </p:sp>
      <p:sp>
        <p:nvSpPr>
          <p:cNvPr id="2192" name="Shape 837"/>
          <p:cNvSpPr txBox="1"/>
          <p:nvPr>
            <p:custDataLst>
              <p:tags r:id="rId10"/>
            </p:custDataLst>
          </p:nvPr>
        </p:nvSpPr>
        <p:spPr>
          <a:xfrm>
            <a:off x="2575560" y="5228448"/>
            <a:ext cx="1511300" cy="40894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solidFill>
                  <a:srgbClr val="9900CC"/>
                </a:solidFill>
                <a:uFill>
                  <a:solidFill>
                    <a:srgbClr val="9900CC"/>
                  </a:solidFill>
                </a:uFill>
              </a:defRPr>
            </a:lvl1pPr>
          </a:lstStyle>
          <a:p>
            <a:r>
              <a:rPr sz="2000"/>
              <a:t>[14,  36,  68]</a:t>
            </a:r>
            <a:endParaRPr sz="2000"/>
          </a:p>
        </p:txBody>
      </p:sp>
      <p:sp>
        <p:nvSpPr>
          <p:cNvPr id="2193" name="Shape 838"/>
          <p:cNvSpPr txBox="1"/>
          <p:nvPr>
            <p:custDataLst>
              <p:tags r:id="rId11"/>
            </p:custDataLst>
          </p:nvPr>
        </p:nvSpPr>
        <p:spPr>
          <a:xfrm>
            <a:off x="748452" y="6476646"/>
            <a:ext cx="3132455" cy="40894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solidFill>
                  <a:srgbClr val="660066"/>
                </a:solidFill>
                <a:uFill>
                  <a:solidFill>
                    <a:srgbClr val="660066"/>
                  </a:solidFill>
                </a:uFill>
              </a:defRPr>
            </a:lvl1pPr>
          </a:lstStyle>
          <a:p>
            <a:r>
              <a:rPr sz="2000"/>
              <a:t>[ 14,  23,  36,  52,  68,  80 ]</a:t>
            </a:r>
            <a:endParaRPr sz="2000"/>
          </a:p>
        </p:txBody>
      </p:sp>
      <p:sp>
        <p:nvSpPr>
          <p:cNvPr id="2194" name="Shape 839"/>
          <p:cNvSpPr txBox="1"/>
          <p:nvPr>
            <p:custDataLst>
              <p:tags r:id="rId12"/>
            </p:custDataLst>
          </p:nvPr>
        </p:nvSpPr>
        <p:spPr>
          <a:xfrm>
            <a:off x="759319" y="2835697"/>
            <a:ext cx="524510" cy="40894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r>
              <a:rPr sz="2000"/>
              <a:t>[23]</a:t>
            </a:r>
            <a:endParaRPr sz="2000"/>
          </a:p>
        </p:txBody>
      </p:sp>
      <p:sp>
        <p:nvSpPr>
          <p:cNvPr id="2195" name="Shape 840"/>
          <p:cNvSpPr/>
          <p:nvPr>
            <p:custDataLst>
              <p:tags r:id="rId13"/>
            </p:custDataLst>
          </p:nvPr>
        </p:nvSpPr>
        <p:spPr>
          <a:xfrm rot="780000">
            <a:off x="335243" y="3339569"/>
            <a:ext cx="420338" cy="420338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96" name="Shape 841"/>
          <p:cNvSpPr/>
          <p:nvPr>
            <p:custDataLst>
              <p:tags r:id="rId14"/>
            </p:custDataLst>
          </p:nvPr>
        </p:nvSpPr>
        <p:spPr>
          <a:xfrm flipH="1">
            <a:off x="797276" y="3275541"/>
            <a:ext cx="401887" cy="566705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97" name="Shape 842"/>
          <p:cNvSpPr/>
          <p:nvPr>
            <p:custDataLst>
              <p:tags r:id="rId15"/>
            </p:custDataLst>
          </p:nvPr>
        </p:nvSpPr>
        <p:spPr>
          <a:xfrm>
            <a:off x="748875" y="4615884"/>
            <a:ext cx="205460" cy="512518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98" name="Shape 843"/>
          <p:cNvSpPr/>
          <p:nvPr>
            <p:custDataLst>
              <p:tags r:id="rId16"/>
            </p:custDataLst>
          </p:nvPr>
        </p:nvSpPr>
        <p:spPr>
          <a:xfrm>
            <a:off x="1439261" y="2722173"/>
            <a:ext cx="2261" cy="2594189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99" name="Shape 844"/>
          <p:cNvSpPr/>
          <p:nvPr>
            <p:custDataLst>
              <p:tags r:id="rId17"/>
            </p:custDataLst>
          </p:nvPr>
        </p:nvSpPr>
        <p:spPr>
          <a:xfrm>
            <a:off x="2789555" y="3339465"/>
            <a:ext cx="182245" cy="411480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200" name="Shape 845"/>
          <p:cNvSpPr/>
          <p:nvPr>
            <p:custDataLst>
              <p:tags r:id="rId18"/>
            </p:custDataLst>
          </p:nvPr>
        </p:nvSpPr>
        <p:spPr>
          <a:xfrm flipH="1">
            <a:off x="3052445" y="3291205"/>
            <a:ext cx="273685" cy="459740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201" name="Shape 846"/>
          <p:cNvSpPr/>
          <p:nvPr>
            <p:custDataLst>
              <p:tags r:id="rId19"/>
            </p:custDataLst>
          </p:nvPr>
        </p:nvSpPr>
        <p:spPr>
          <a:xfrm>
            <a:off x="2971800" y="4401185"/>
            <a:ext cx="250190" cy="523240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202" name="Shape 847"/>
          <p:cNvSpPr/>
          <p:nvPr>
            <p:custDataLst>
              <p:tags r:id="rId20"/>
            </p:custDataLst>
          </p:nvPr>
        </p:nvSpPr>
        <p:spPr>
          <a:xfrm>
            <a:off x="3702261" y="2722103"/>
            <a:ext cx="2259" cy="2451103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203" name="Shape 848"/>
          <p:cNvSpPr/>
          <p:nvPr>
            <p:custDataLst>
              <p:tags r:id="rId21"/>
            </p:custDataLst>
          </p:nvPr>
        </p:nvSpPr>
        <p:spPr>
          <a:xfrm>
            <a:off x="1066729" y="5735532"/>
            <a:ext cx="977901" cy="647702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204" name="Shape 849"/>
          <p:cNvSpPr/>
          <p:nvPr>
            <p:custDataLst>
              <p:tags r:id="rId22"/>
            </p:custDataLst>
          </p:nvPr>
        </p:nvSpPr>
        <p:spPr>
          <a:xfrm flipH="1">
            <a:off x="2527651" y="5720715"/>
            <a:ext cx="1079502" cy="647700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dur="indefinite" fill="hold"/>
                                        <p:tgtEl>
                                          <p:spTgt spid="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dur="indefinite" fill="hold"/>
                                        <p:tgtEl>
                                          <p:spTgt spid="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dur="indefinite" fill="hold"/>
                                        <p:tgtEl>
                                          <p:spTgt spid="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1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indefinite" fill="hold"/>
                                        <p:tgtEl>
                                          <p:spTgt spid="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dur="indefinite" fill="hold"/>
                                        <p:tgtEl>
                                          <p:spTgt spid="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dur="indefinite" fill="hold"/>
                                        <p:tgtEl>
                                          <p:spTgt spid="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dur="indefinite" fill="hold"/>
                                        <p:tgtEl>
                                          <p:spTgt spid="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1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dur="indefinite" fill="hold"/>
                                        <p:tgtEl>
                                          <p:spTgt spid="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grpId="1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dur="indefinite" fill="hold"/>
                                        <p:tgtEl>
                                          <p:spTgt spid="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dur="indefinite" fill="hold"/>
                                        <p:tgtEl>
                                          <p:spTgt spid="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dur="indefinite" fill="hold"/>
                                        <p:tgtEl>
                                          <p:spTgt spid="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grpId="1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dur="indefinite" fill="hold"/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dur="indefinite" fill="hold"/>
                                        <p:tgtEl>
                                          <p:spTgt spid="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dur="indefinite" fill="hold"/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2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1" fill="hold" grpId="2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0" dur="indefinite" fill="hold"/>
                                        <p:tgtEl>
                                          <p:spTgt spid="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2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5" dur="indefinite" fill="hold"/>
                                        <p:tgtEl>
                                          <p:spTgt spid="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7" grpId="9" bldLvl="0" animBg="1" advAuto="0"/>
      <p:bldP spid="2190" grpId="13" animBg="1" advAuto="0"/>
      <p:bldP spid="2186" grpId="4" animBg="1" advAuto="0"/>
      <p:bldP spid="2192" grpId="19" animBg="1" advAuto="0"/>
      <p:bldP spid="2196" grpId="7" bldLvl="0" animBg="1" advAuto="0"/>
      <p:bldP spid="2184" grpId="2" animBg="1" advAuto="0"/>
      <p:bldP spid="2189" grpId="12" animBg="1" advAuto="0"/>
      <p:bldP spid="2188" grpId="11" animBg="1" advAuto="0"/>
      <p:bldP spid="2200" grpId="15" bldLvl="0" animBg="1" advAuto="0"/>
      <p:bldP spid="2202" grpId="18" bldLvl="0" animBg="1" advAuto="0"/>
      <p:bldP spid="2191" grpId="16" animBg="1" advAuto="0"/>
      <p:bldP spid="2183" grpId="1" animBg="1" advAuto="0"/>
      <p:bldP spid="2185" grpId="3" animBg="1" advAuto="0"/>
      <p:bldP spid="2198" grpId="10" bldLvl="0" animBg="1" advAuto="0"/>
      <p:bldP spid="2187" grpId="8" animBg="1" advAuto="0"/>
      <p:bldP spid="2199" grpId="14" bldLvl="0" animBg="1" advAuto="0"/>
      <p:bldP spid="2201" grpId="17" bldLvl="0" animBg="1" advAuto="0"/>
      <p:bldP spid="2193" grpId="22" animBg="1" advAuto="0"/>
      <p:bldP spid="2204" grpId="21" bldLvl="0" animBg="1" advAuto="0"/>
      <p:bldP spid="2194" grpId="5" animBg="1" advAuto="0"/>
      <p:bldP spid="2195" grpId="6" bldLvl="0" animBg="1" advAuto="0"/>
      <p:bldP spid="2203" grpId="20" bldLvl="0" animBg="1" advAuto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整体测试（利用递归归并</a:t>
            </a:r>
            <a:r>
              <a:rPr lang="zh-CN" altLang="en-US"/>
              <a:t>排序）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184150" y="1089025"/>
            <a:ext cx="11807825" cy="2030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void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main(String[]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args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	        Integer[]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{ 1, 2, 3, 4, 5, 6, 7, 8, 9, 10, 9, 8, 7, 6, 5, 4, 3, 2, 1 };	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: </a:t>
            </a:r>
            <a:r>
              <a:rPr lang="en-US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rMergeSort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))	            System.</a:t>
            </a:r>
            <a:r>
              <a:rPr lang="en-US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out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.print(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+ </a:t>
            </a:r>
            <a:r>
              <a:rPr lang="en-US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 "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	        System.</a:t>
            </a:r>
            <a:r>
              <a:rPr lang="en-US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out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.println();	    }</a:t>
            </a:r>
            <a:endParaRPr lang="en-US" altLang="en-US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95282" y="3429004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j-cs"/>
                <a:sym typeface="+mn-ea"/>
              </a:defRPr>
            </a:lvl1pPr>
          </a:lstStyle>
          <a:p>
            <a:r>
              <a:rPr lang="zh-CN" altLang="en-US"/>
              <a:t>测试</a:t>
            </a:r>
            <a:r>
              <a:rPr lang="zh-CN" altLang="en-US"/>
              <a:t>结果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4180840"/>
            <a:ext cx="12192635" cy="9067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0" name="图片 29" descr="简约蓝色_画板 1 副本 3"/>
          <p:cNvPicPr/>
          <p:nvPr>
            <p:custDataLst>
              <p:tags r:id="rId1"/>
            </p:custDataLst>
          </p:nvPr>
        </p:nvPicPr>
        <p:blipFill>
          <a:blip r:embed="rId2"/>
          <a:srcRect l="83366" t="-18113" r="-1559" b="80602"/>
          <a:stretch>
            <a:fillRect/>
          </a:stretch>
        </p:blipFill>
        <p:spPr>
          <a:xfrm flipH="1">
            <a:off x="0" y="4800352"/>
            <a:ext cx="1737212" cy="2057648"/>
          </a:xfrm>
          <a:prstGeom prst="rect">
            <a:avLst/>
          </a:prstGeom>
        </p:spPr>
      </p:pic>
      <p:pic>
        <p:nvPicPr>
          <p:cNvPr id="29" name="图片 28" descr="简约蓝色_画板 1 副本 3"/>
          <p:cNvPicPr/>
          <p:nvPr>
            <p:custDataLst>
              <p:tags r:id="rId3"/>
            </p:custDataLst>
          </p:nvPr>
        </p:nvPicPr>
        <p:blipFill>
          <a:blip r:embed="rId2"/>
          <a:srcRect l="83643" t="-6836" r="-1559" b="69290"/>
          <a:stretch>
            <a:fillRect/>
          </a:stretch>
        </p:blipFill>
        <p:spPr>
          <a:xfrm>
            <a:off x="10454323" y="0"/>
            <a:ext cx="1737043" cy="205784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90265" y="3168015"/>
            <a:ext cx="54121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/>
              <a:t>排序算法的实现</a:t>
            </a:r>
            <a:r>
              <a:rPr lang="en-US" altLang="zh-CN" sz="2800"/>
              <a:t>-</a:t>
            </a:r>
            <a:r>
              <a:rPr lang="zh-CN" altLang="en-US" sz="2800"/>
              <a:t>基数排序（</a:t>
            </a:r>
            <a:r>
              <a:rPr lang="zh-CN" altLang="en-US" sz="2800"/>
              <a:t>链式）</a:t>
            </a:r>
            <a:endParaRPr lang="zh-CN" altLang="en-US" sz="2800"/>
          </a:p>
        </p:txBody>
      </p:sp>
    </p:spTree>
    <p:custDataLst>
      <p:tags r:id="rId4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798320" y="1810385"/>
            <a:ext cx="459740" cy="2286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/>
              <a:t>基本操作</a:t>
            </a:r>
            <a:endParaRPr lang="zh-CN" altLang="en-US"/>
          </a:p>
        </p:txBody>
      </p:sp>
      <p:pic>
        <p:nvPicPr>
          <p:cNvPr id="5" name="ECB019B1-382A-4266-B25C-5B523AA43C14-6" descr="C:/Users/dell/AppData/Local/Temp/wpp.rESCIl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9213" y="951865"/>
            <a:ext cx="7013575" cy="495427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1.</a:t>
            </a:r>
            <a:r>
              <a:t>内部类（结点，</a:t>
            </a:r>
            <a:r>
              <a:t>链表）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0" y="885190"/>
            <a:ext cx="5525135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private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class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Node&lt;T&gt; {        T 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Node&lt;T&gt; 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</a:t>
            </a:r>
            <a:r>
              <a:rPr lang="en-US" sz="1200" b="0">
                <a:latin typeface="Courier New" panose="02070309020205020404" charset="0"/>
                <a:ea typeface="宋体" panose="02010600030101010101" pitchFamily="2" charset="-122"/>
              </a:rPr>
              <a:t> 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Node(T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Node&lt;T&gt;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this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this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}    }</a:t>
            </a:r>
            <a:endParaRPr lang="en-US" altLang="en-US" sz="12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2638425"/>
            <a:ext cx="6793865" cy="35064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0"/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class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CLinkedList&lt;</a:t>
            </a:r>
            <a:r>
              <a:rPr lang="en-US" sz="1200" b="0" u="sng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&gt; {        Node&lt;T&gt; 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Node&lt;T&gt; 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tail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private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size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</a:t>
            </a:r>
            <a:r>
              <a:rPr lang="en-US" sz="1200" b="0">
                <a:latin typeface="Courier New" panose="02070309020205020404" charset="0"/>
                <a:ea typeface="宋体" panose="02010600030101010101" pitchFamily="2" charset="-122"/>
              </a:rPr>
              <a:t> 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CLinkedList() {}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boolean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isEmpty() {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return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size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== 0;        }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size() {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return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size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;}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void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clear() {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while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!=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null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从第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1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个结点开始，逐个删除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        Node&lt;T&gt;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q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q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待删除结点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        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下一个结点</a:t>
            </a:r>
            <a:r>
              <a:rPr lang="en-US" sz="1200" b="0">
                <a:latin typeface="Courier New" panose="02070309020205020404" charset="0"/>
                <a:ea typeface="宋体" panose="02010600030101010101" pitchFamily="2" charset="-122"/>
              </a:rPr>
              <a:t> 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       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q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null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帮助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GC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       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q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null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}            </a:t>
            </a:r>
            <a:r>
              <a:rPr lang="en-US" sz="12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size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0;        }  </a:t>
            </a:r>
            <a:endParaRPr lang="en-US" altLang="en-US" sz="9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72885" y="2850515"/>
            <a:ext cx="6096000" cy="3599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/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public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void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print() {            Node&lt;T&gt;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p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= 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head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;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while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(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p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!=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null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) {                System.</a:t>
            </a:r>
            <a:r>
              <a:rPr lang="en-US" sz="1200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out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.print(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p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data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+ </a:t>
            </a:r>
            <a:r>
              <a:rPr lang="en-US" sz="120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" "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);               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p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=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p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next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;            }System.</a:t>
            </a:r>
            <a:r>
              <a:rPr lang="en-US" sz="1200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out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.println();}        </a:t>
            </a:r>
            <a:r>
              <a:rPr lang="en-US" sz="12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// </a:t>
            </a:r>
            <a:r>
              <a:rPr lang="zh-CN" sz="12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将</a:t>
            </a:r>
            <a:r>
              <a:rPr lang="en-US" sz="12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other</a:t>
            </a:r>
            <a:r>
              <a:rPr lang="zh-CN" sz="12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链表接到</a:t>
            </a:r>
            <a:r>
              <a:rPr lang="en-US" sz="12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s</a:t>
            </a:r>
            <a:r>
              <a:rPr lang="zh-CN" sz="12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的后面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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public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void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merge(CLinkedList&lt;T&gt;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other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) {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if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(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other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head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==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null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) {    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return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;            }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else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if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(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this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head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==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null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) {    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this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head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=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other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head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;            }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else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{    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this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tail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next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=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other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head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;            }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this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tail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=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other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tail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;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this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size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+=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other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size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;        }    }</a:t>
            </a:r>
            <a:endParaRPr lang="en-US" altLang="en-US" sz="120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01765" y="885190"/>
            <a:ext cx="6096000" cy="2076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/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public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void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addlast(T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x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) {            Node&lt;T&gt;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t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=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new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Node&lt;T&gt;(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x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,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null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);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if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(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size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== 0) {                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head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= 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tail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=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t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;            }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else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{                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tail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next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=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t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;                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tail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=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t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;            }            ++</a:t>
            </a:r>
            <a:r>
              <a:rPr lang="en-US" sz="120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size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;        }</a:t>
            </a:r>
            <a:endParaRPr lang="en-US" sz="90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  <a:sym typeface="+mn-ea"/>
            </a:endParaRPr>
          </a:p>
          <a:p>
            <a:endParaRPr lang="en-US" altLang="en-US" sz="90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2.</a:t>
            </a:r>
            <a:r>
              <a:t>得到数据需要进行几次分配与收集</a:t>
            </a:r>
            <a:r>
              <a:rPr lang="en-US" altLang="zh-CN"/>
              <a:t>getn</a:t>
            </a:r>
            <a:r>
              <a:t>（）</a:t>
            </a:r>
            <a:br/>
            <a:r>
              <a:rPr lang="en-US" altLang="zh-CN">
                <a:sym typeface="+mn-ea"/>
              </a:rPr>
              <a:t>3.</a:t>
            </a:r>
            <a:r>
              <a:rPr>
                <a:sym typeface="+mn-ea"/>
              </a:rPr>
              <a:t>得到分配后的值（所对应的链表的索引）</a:t>
            </a:r>
            <a:r>
              <a:rPr lang="en-US" altLang="zh-CN">
                <a:sym typeface="+mn-ea"/>
              </a:rPr>
              <a:t>Value</a:t>
            </a:r>
            <a:r>
              <a:rPr>
                <a:sym typeface="+mn-ea"/>
              </a:rPr>
              <a:t>（）</a:t>
            </a:r>
            <a:endParaRPr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46075" y="1320800"/>
            <a:ext cx="5309235" cy="41846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返回需要几次分配与收集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getn(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[]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max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0;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0;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4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++) {    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if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(Math.</a:t>
            </a:r>
            <a:r>
              <a:rPr lang="en-US" sz="1400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abs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]) &gt;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max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if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 &lt;= 0) {                   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max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-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];                }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else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{                   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max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];                }            }        }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k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0;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while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max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!=0) {           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max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/=10;           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k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++;        }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return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k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}</a:t>
            </a:r>
            <a:endParaRPr lang="en-US" altLang="en-US" sz="14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5422265"/>
            <a:ext cx="59220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600" b="1" i="1">
                <a:solidFill>
                  <a:schemeClr val="bg1">
                    <a:lumMod val="6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遍历数组找到最大值（取绝对值），然后根据最大值得到需要进行几次分配与收集</a:t>
            </a:r>
            <a:endParaRPr lang="zh-CN" altLang="en-US" sz="1600" b="1" i="1">
              <a:solidFill>
                <a:schemeClr val="bg1">
                  <a:lumMod val="6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921375" y="1457960"/>
            <a:ext cx="6043930" cy="18148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Value(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k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n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 u="sng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result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0;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0;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k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++) {           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n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n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/ 10;        }       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n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n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% 10;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return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n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}</a:t>
            </a:r>
            <a:endParaRPr lang="en-US" altLang="en-US" sz="14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4.</a:t>
            </a:r>
            <a:r>
              <a:t>排序</a:t>
            </a:r>
            <a:r>
              <a:rPr lang="en-US" altLang="zh-CN"/>
              <a:t>-</a:t>
            </a:r>
            <a:r>
              <a:t>分配与收集</a:t>
            </a:r>
            <a:r>
              <a:rPr lang="en-US" altLang="zh-CN"/>
              <a:t>sort</a:t>
            </a:r>
            <a:r>
              <a:t>（）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0" y="885190"/>
            <a:ext cx="6811010" cy="271208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/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void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sort(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[]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n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getn(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要分配和收集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n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次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CLinkedList&lt;Integer&gt;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list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new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CLinkedList&lt;Integer&gt;();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这个链表用来保存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中的数据，也是最终的结果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0;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4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length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++) {           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list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.addlast(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]);        }        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创建链表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HashMap&lt;Integer, CLinkedList&lt;Integer&gt;&gt;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new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HashMap&lt;Integer, CLinkedList&lt;Integer&gt;&gt;();        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要分配和收集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n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次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k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0;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第一轮从个位开始比较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while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n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&gt; 0) {    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-9;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&lt;= 9;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++) {               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.put(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new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CLinkedList&lt;Integer&gt;());            }            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要把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list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链表中所有的数字放进去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    Node&lt;Integer&gt;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list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4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head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while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(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!=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null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x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4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   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x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Value(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k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,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x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       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.get(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x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).addlast(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4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data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</a:t>
            </a:r>
            <a:r>
              <a:rPr lang="en-US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 </a:t>
            </a:r>
            <a:r>
              <a:rPr lang="zh-CN" sz="14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放进去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       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4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p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</a:t>
            </a:r>
            <a:r>
              <a:rPr lang="en-US" sz="1400" b="0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next</a:t>
            </a:r>
            <a:r>
              <a:rPr lang="en-US" sz="14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}</a:t>
            </a:r>
            <a:endParaRPr lang="en-US" sz="12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endParaRPr lang="en-US" altLang="en-US" sz="12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02730" y="752475"/>
            <a:ext cx="558927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/>
            <a:r>
              <a:rPr lang="en-US" sz="14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           </a:t>
            </a:r>
            <a:r>
              <a:rPr lang="en-US" sz="14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// </a:t>
            </a:r>
            <a:r>
              <a:rPr lang="zh-CN" sz="14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然后要清空</a:t>
            </a:r>
            <a:r>
              <a:rPr lang="en-US" sz="14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list</a:t>
            </a:r>
            <a:r>
              <a:rPr lang="en-US" sz="14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            </a:t>
            </a:r>
            <a:r>
              <a:rPr lang="en-US" sz="14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list</a:t>
            </a:r>
            <a:r>
              <a:rPr lang="en-US" sz="14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.clear();            </a:t>
            </a:r>
            <a:r>
              <a:rPr lang="en-US" sz="14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// </a:t>
            </a:r>
            <a:r>
              <a:rPr lang="zh-CN" sz="14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再将数据挨个放到</a:t>
            </a:r>
            <a:r>
              <a:rPr lang="en-US" sz="14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list</a:t>
            </a:r>
            <a:r>
              <a:rPr lang="zh-CN" sz="14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中</a:t>
            </a:r>
            <a:r>
              <a:rPr lang="en-US" sz="14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// !!!!!</a:t>
            </a:r>
            <a:r>
              <a:rPr lang="zh-CN" sz="14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还要把各个</a:t>
            </a:r>
            <a:r>
              <a:rPr lang="en-US" sz="14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l</a:t>
            </a:r>
            <a:r>
              <a:rPr lang="zh-CN" sz="14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里的元素清除</a:t>
            </a:r>
            <a:r>
              <a:rPr lang="en-US" sz="14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!!!</a:t>
            </a:r>
            <a:r>
              <a:rPr lang="en-US" sz="14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    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for</a:t>
            </a:r>
            <a:r>
              <a:rPr lang="en-US" sz="14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(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int</a:t>
            </a:r>
            <a:r>
              <a:rPr lang="en-US" sz="14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sz="14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sz="14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= -9; </a:t>
            </a:r>
            <a:r>
              <a:rPr lang="en-US" sz="14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sz="14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&lt;= 9; </a:t>
            </a:r>
            <a:r>
              <a:rPr lang="en-US" sz="14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sz="14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++) {                </a:t>
            </a:r>
            <a:r>
              <a:rPr lang="en-US" sz="14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if</a:t>
            </a:r>
            <a:r>
              <a:rPr lang="en-US" sz="14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(!</a:t>
            </a:r>
            <a:r>
              <a:rPr lang="en-US" sz="14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l</a:t>
            </a:r>
            <a:r>
              <a:rPr lang="en-US" sz="14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.get(</a:t>
            </a:r>
            <a:r>
              <a:rPr lang="en-US" sz="14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sz="14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).isEmpty()) {                    </a:t>
            </a:r>
            <a:r>
              <a:rPr lang="en-US" sz="14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list</a:t>
            </a:r>
            <a:r>
              <a:rPr lang="en-US" sz="14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.merge(</a:t>
            </a:r>
            <a:r>
              <a:rPr lang="en-US" sz="14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l</a:t>
            </a:r>
            <a:r>
              <a:rPr lang="en-US" sz="14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.get(</a:t>
            </a:r>
            <a:r>
              <a:rPr lang="en-US" sz="14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sz="14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));</a:t>
            </a:r>
            <a:r>
              <a:rPr lang="en-US" sz="14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// </a:t>
            </a:r>
            <a:r>
              <a:rPr lang="zh-CN" sz="14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原先这里的链表被合并了就没有了连到别处了</a:t>
            </a:r>
            <a:r>
              <a:rPr lang="en-US" sz="14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,</a:t>
            </a:r>
            <a:r>
              <a:rPr lang="zh-CN" sz="14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所以需要再次创建</a:t>
            </a:r>
            <a:r>
              <a:rPr lang="en-US" sz="14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(</a:t>
            </a:r>
            <a:r>
              <a:rPr lang="zh-CN" sz="14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自动删除了</a:t>
            </a:r>
            <a:r>
              <a:rPr lang="en-US" sz="14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)</a:t>
            </a:r>
            <a:r>
              <a:rPr lang="en-US" sz="14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                }            }            </a:t>
            </a:r>
            <a:r>
              <a:rPr lang="en-US" sz="14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k</a:t>
            </a:r>
            <a:r>
              <a:rPr lang="en-US" sz="14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++;            </a:t>
            </a:r>
            <a:r>
              <a:rPr lang="en-US" sz="14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n</a:t>
            </a:r>
            <a:r>
              <a:rPr lang="en-US" sz="14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--;        }        </a:t>
            </a:r>
            <a:r>
              <a:rPr lang="en-US" sz="14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list</a:t>
            </a:r>
            <a:r>
              <a:rPr lang="en-US" sz="14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.print();    }</a:t>
            </a:r>
            <a:endParaRPr lang="en-US" altLang="en-US" sz="140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z="3200"/>
              <a:t>测试</a:t>
            </a:r>
            <a:endParaRPr sz="3200"/>
          </a:p>
        </p:txBody>
      </p:sp>
      <p:sp>
        <p:nvSpPr>
          <p:cNvPr id="100" name="文本框 99"/>
          <p:cNvSpPr txBox="1"/>
          <p:nvPr/>
        </p:nvSpPr>
        <p:spPr>
          <a:xfrm>
            <a:off x="0" y="994410"/>
            <a:ext cx="12192635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void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main(String[]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args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CardinalitySort&lt;Integer&gt;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s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new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CardinalitySort&lt;Integer&gt;();        </a:t>
            </a:r>
            <a:r>
              <a:rPr lang="en-US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[]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{ -1, -3, 2, 4, 60, 946, -546, 0, -1, -2, -54, -23, -32, -78 };</a:t>
            </a:r>
            <a:r>
              <a:rPr lang="en-US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//		s.hhh();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s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.sort(</a:t>
            </a:r>
            <a:r>
              <a:rPr lang="en-US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</a:t>
            </a:r>
            <a:r>
              <a:rPr lang="en-US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}</a:t>
            </a:r>
            <a:endParaRPr lang="en-US" altLang="en-US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3429000"/>
            <a:ext cx="12192635" cy="1169670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69882" y="2747649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45W" panose="00020600040101010101" charset="-122"/>
                <a:cs typeface="+mj-cs"/>
                <a:sym typeface="+mn-ea"/>
              </a:defRPr>
            </a:lvl1pPr>
          </a:lstStyle>
          <a:p>
            <a:r>
              <a:rPr sz="3200"/>
              <a:t>测试</a:t>
            </a:r>
            <a:r>
              <a:rPr sz="3200"/>
              <a:t>结果</a:t>
            </a:r>
            <a:endParaRPr sz="32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69290" y="3013710"/>
            <a:ext cx="108527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随机产生3万个数，对其进行排序，观察其结果，并测试各排序算法的执行时间，比较执行效率。-</a:t>
            </a:r>
            <a:r>
              <a:rPr lang="zh-CN" altLang="en-US" sz="2400"/>
              <a:t>归并排序，基数</a:t>
            </a:r>
            <a:r>
              <a:rPr lang="zh-CN" altLang="en-US" sz="2400"/>
              <a:t>排序</a:t>
            </a:r>
            <a:endParaRPr lang="zh-CN" altLang="en-US" sz="24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828800" y="497840"/>
          <a:ext cx="8564880" cy="5715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960"/>
                <a:gridCol w="2854960"/>
                <a:gridCol w="2854960"/>
              </a:tblGrid>
              <a:tr h="60452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时间复杂度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空间复杂度</a:t>
                      </a:r>
                      <a:endParaRPr lang="zh-CN" altLang="en-US"/>
                    </a:p>
                  </a:txBody>
                  <a:tcPr/>
                </a:tc>
              </a:tr>
              <a:tr h="60515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直接插入排序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O(n^2)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O(1)</a:t>
                      </a:r>
                      <a:endParaRPr lang="en-US" altLang="zh-CN"/>
                    </a:p>
                  </a:txBody>
                  <a:tcPr/>
                </a:tc>
              </a:tr>
              <a:tr h="6959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冒泡排序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O(n^2)</a:t>
                      </a:r>
                      <a:endParaRPr lang="zh-CN" altLang="en-US" sz="18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O(1)</a:t>
                      </a:r>
                      <a:endParaRPr lang="en-US" altLang="zh-CN" sz="18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6045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快速排序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O(log2n)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O(nlog2</a:t>
                      </a:r>
                      <a:r>
                        <a:rPr lang="en-US" altLang="zh-CN"/>
                        <a:t>n)</a:t>
                      </a:r>
                      <a:endParaRPr lang="en-US" altLang="zh-CN"/>
                    </a:p>
                  </a:txBody>
                  <a:tcPr/>
                </a:tc>
              </a:tr>
              <a:tr h="69532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直接选择排序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O(n^2)</a:t>
                      </a:r>
                      <a:endParaRPr lang="zh-CN" altLang="en-US" sz="18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O(1)</a:t>
                      </a:r>
                      <a:endParaRPr lang="zh-CN" altLang="en-US"/>
                    </a:p>
                  </a:txBody>
                  <a:tcPr/>
                </a:tc>
              </a:tr>
              <a:tr h="6959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堆排序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O(nlog2n)</a:t>
                      </a:r>
                      <a:endParaRPr lang="en-US" altLang="zh-CN" sz="18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O(1)</a:t>
                      </a:r>
                      <a:endParaRPr lang="zh-CN" altLang="en-US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0515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归并排序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O(nlog2n)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O(n)</a:t>
                      </a:r>
                      <a:endParaRPr lang="en-US" altLang="zh-CN"/>
                    </a:p>
                  </a:txBody>
                  <a:tcPr/>
                </a:tc>
              </a:tr>
              <a:tr h="6045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希尔排序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O(n(lg2n)^2)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O(1)</a:t>
                      </a:r>
                      <a:endParaRPr lang="en-US" altLang="zh-CN"/>
                    </a:p>
                  </a:txBody>
                  <a:tcPr/>
                </a:tc>
              </a:tr>
              <a:tr h="6045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基数排序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800">
                          <a:sym typeface="+mn-ea"/>
                        </a:rPr>
                        <a:t>O(p(n + m))</a:t>
                      </a:r>
                      <a:r>
                        <a:rPr lang="zh-CN" sz="1800">
                          <a:sym typeface="+mn-ea"/>
                        </a:rPr>
                        <a:t>【</a:t>
                      </a:r>
                      <a:r>
                        <a:rPr sz="1800">
                          <a:sym typeface="+mn-ea"/>
                        </a:rPr>
                        <a:t>n：数据个数；m：基数；p：位数</a:t>
                      </a:r>
                      <a:r>
                        <a:rPr lang="zh-CN" sz="1800">
                          <a:sym typeface="+mn-ea"/>
                        </a:rPr>
                        <a:t>】</a:t>
                      </a:r>
                      <a:endParaRPr lang="zh-CN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O(</a:t>
                      </a:r>
                      <a:r>
                        <a:rPr lang="en-US" altLang="zh-CN" sz="1800">
                          <a:sym typeface="+mn-ea"/>
                        </a:rPr>
                        <a:t>m)</a:t>
                      </a:r>
                      <a:endParaRPr lang="en-US" altLang="zh-CN" sz="1800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16890" y="2990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测试</a:t>
            </a:r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0" y="759460"/>
            <a:ext cx="6407150" cy="61855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class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ThirtyThousandTest {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public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static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void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main(String[]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args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 {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long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startTime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=System.</a:t>
            </a:r>
            <a:r>
              <a:rPr lang="en-US" sz="1200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currentTimeMillis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();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len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=30000;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//        </a:t>
            </a:r>
            <a:r>
              <a:rPr lang="en-US" sz="1200" b="0" u="sng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 []</a:t>
            </a:r>
            <a:r>
              <a:rPr lang="en-US" sz="1200" b="0" u="sng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tmp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 = null;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Integer[]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arr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=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new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Integer[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len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];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for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=0;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&lt;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len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++)        {           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arr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[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]=(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)(Math.</a:t>
            </a:r>
            <a:r>
              <a:rPr lang="en-US" sz="1200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random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()*100000);</a:t>
            </a:r>
            <a:r>
              <a:rPr lang="en-US" sz="1200" b="0">
                <a:latin typeface="Courier New" panose="02070309020205020404" charset="0"/>
                <a:ea typeface="宋体" panose="02010600030101010101" pitchFamily="2" charset="-122"/>
              </a:rPr>
              <a:t> 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}        System.</a:t>
            </a:r>
            <a:r>
              <a:rPr lang="en-US" sz="1200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out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.println(</a:t>
            </a:r>
            <a:r>
              <a:rPr lang="en-US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"1-</a:t>
            </a:r>
            <a:r>
              <a:rPr lang="zh-CN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直接插入排序 </a:t>
            </a:r>
            <a:r>
              <a:rPr lang="en-US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2-</a:t>
            </a:r>
            <a:r>
              <a:rPr lang="zh-CN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希尔排序 </a:t>
            </a:r>
            <a:r>
              <a:rPr lang="en-US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3-</a:t>
            </a:r>
            <a:r>
              <a:rPr lang="zh-CN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直接选择排序 </a:t>
            </a:r>
            <a:r>
              <a:rPr lang="en-US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4-</a:t>
            </a:r>
            <a:r>
              <a:rPr lang="zh-CN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冒泡循环 </a:t>
            </a:r>
            <a:r>
              <a:rPr lang="en-US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5-</a:t>
            </a:r>
            <a:r>
              <a:rPr lang="zh-CN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归并排序 </a:t>
            </a:r>
            <a:r>
              <a:rPr lang="en-US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6-</a:t>
            </a:r>
            <a:r>
              <a:rPr lang="zh-CN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堆排序 </a:t>
            </a:r>
            <a:r>
              <a:rPr lang="en-US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7-</a:t>
            </a:r>
            <a:r>
              <a:rPr lang="zh-CN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快速排序</a:t>
            </a:r>
            <a:r>
              <a:rPr lang="en-US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8-</a:t>
            </a:r>
            <a:r>
              <a:rPr lang="zh-CN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基数排序</a:t>
            </a:r>
            <a:r>
              <a:rPr lang="en-US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System.</a:t>
            </a:r>
            <a:r>
              <a:rPr lang="en-US" sz="1200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out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.println(</a:t>
            </a:r>
            <a:r>
              <a:rPr lang="en-US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"-------------------------------------------------------------------"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System.</a:t>
            </a:r>
            <a:r>
              <a:rPr lang="en-US" sz="1200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out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.println(</a:t>
            </a:r>
            <a:r>
              <a:rPr lang="en-US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zh-CN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请输入所要执行程序的编号</a:t>
            </a:r>
            <a:r>
              <a:rPr lang="en-US" sz="1200" b="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Scanner </a:t>
            </a:r>
            <a:r>
              <a:rPr lang="en-US" sz="1200" b="0" u="sng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s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=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new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Scanner(System.</a:t>
            </a:r>
            <a:r>
              <a:rPr lang="en-US" sz="1200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</a:rPr>
              <a:t>in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x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=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s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.nextInt();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//        </a:t>
            </a:r>
            <a:r>
              <a:rPr lang="en-US" sz="1200" b="0" u="sng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 []tmp1=new </a:t>
            </a:r>
            <a:r>
              <a:rPr lang="en-US" sz="1200" b="0" u="sng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[30000];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</a:t>
            </a:r>
            <a:r>
              <a:rPr lang="en-US" sz="1200" b="0" u="sng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HeapSort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=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new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200" b="0" u="sng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HeapSort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();        CardinalitySort&lt;Integer&gt;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new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CardinalitySort&lt;Integer&gt;();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switch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x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){</a:t>
            </a:r>
            <a:r>
              <a:rPr lang="en-US" sz="1200" b="0">
                <a:latin typeface="Courier New" panose="02070309020205020404" charset="0"/>
                <a:ea typeface="宋体" panose="02010600030101010101" pitchFamily="2" charset="-122"/>
              </a:rPr>
              <a:t> 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case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8:                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c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.sort(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arr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break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case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7:                QuickSort.</a:t>
            </a:r>
            <a:r>
              <a:rPr lang="en-US" sz="1200" b="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quickSort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sz="1200" b="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arr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);    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break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case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6:                </a:t>
            </a:r>
            <a:r>
              <a:rPr lang="en-US" sz="1200" b="0" u="sng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h</a:t>
            </a:r>
            <a:r>
              <a:rPr lang="en-US" sz="1200" b="0" u="sng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.heapSort(</a:t>
            </a:r>
            <a:r>
              <a:rPr lang="en-US" sz="1200" b="0" u="sng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arr</a:t>
            </a:r>
            <a:r>
              <a:rPr lang="en-US" sz="1200" b="0" u="sng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)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    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break</a:t>
            </a:r>
            <a:r>
              <a:rPr lang="en-US" sz="1200" b="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</a:t>
            </a:r>
            <a:endParaRPr lang="en-US" sz="12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endParaRPr lang="en-US" altLang="en-US" sz="1200" b="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10325" y="1075055"/>
            <a:ext cx="6096000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/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case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5:                MergeSort.</a:t>
            </a:r>
            <a:r>
              <a:rPr lang="en-US" sz="120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mergeSort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(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arr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);    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break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;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case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4:                ExchangingBubbleSort.</a:t>
            </a:r>
            <a:r>
              <a:rPr lang="en-US" sz="120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bubbleSort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(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arr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);    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break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;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case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3:                SelectSort.</a:t>
            </a:r>
            <a:r>
              <a:rPr lang="en-US" sz="120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selectMinSort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(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arr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);    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break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;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case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2:                ShellSort.</a:t>
            </a:r>
            <a:r>
              <a:rPr lang="en-US" sz="120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shellSort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(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arr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);    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break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;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case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1:                InsertSort.</a:t>
            </a:r>
            <a:r>
              <a:rPr lang="en-US" sz="120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insertSort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(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arr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);        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break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;        }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for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(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int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=0;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&lt;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len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;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++) {            System.</a:t>
            </a:r>
            <a:r>
              <a:rPr lang="en-US" sz="1200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out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.println(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arr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[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]);</a:t>
            </a:r>
            <a:r>
              <a:rPr lang="en-US" sz="1200"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 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        }        </a:t>
            </a:r>
            <a:r>
              <a:rPr lang="en-US" sz="12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long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endTime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=System.</a:t>
            </a:r>
            <a:r>
              <a:rPr lang="en-US" sz="1200" i="1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currentTimeMillis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();        System.</a:t>
            </a:r>
            <a:r>
              <a:rPr lang="en-US" sz="1200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out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.println(</a:t>
            </a:r>
            <a:r>
              <a:rPr lang="en-US" sz="120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"</a:t>
            </a:r>
            <a:r>
              <a:rPr lang="zh-CN" sz="120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该程序的运行时间为</a:t>
            </a:r>
            <a:r>
              <a:rPr lang="en-US" sz="120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"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);        System.</a:t>
            </a:r>
            <a:r>
              <a:rPr lang="en-US" sz="1200" b="1" i="1">
                <a:solidFill>
                  <a:srgbClr val="0000C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out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.println(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endTime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-</a:t>
            </a:r>
            <a:r>
              <a:rPr lang="en-US" sz="12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startTime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+</a:t>
            </a:r>
            <a:r>
              <a:rPr lang="en-US" sz="1200">
                <a:solidFill>
                  <a:srgbClr val="2A00FF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"ms"</a:t>
            </a:r>
            <a:r>
              <a:rPr lang="en-US" sz="12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);    }}</a:t>
            </a:r>
            <a:endParaRPr lang="en-US" altLang="en-US" sz="120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29615" y="2076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测试结果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790575" y="6680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归并</a:t>
            </a:r>
            <a:r>
              <a:rPr lang="zh-CN" altLang="en-US"/>
              <a:t>排序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975360"/>
            <a:ext cx="12192000" cy="30022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61695" y="39776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基数</a:t>
            </a:r>
            <a:r>
              <a:rPr lang="zh-CN" altLang="en-US"/>
              <a:t>排序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4284980"/>
            <a:ext cx="12192000" cy="232283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 idx="1"/>
          </p:nvPr>
        </p:nvSpPr>
        <p:spPr/>
        <p:txBody>
          <a:bodyPr/>
          <a:p>
            <a:r>
              <a:rPr lang="en-US" altLang="zh-CN"/>
              <a:t>THANKS</a:t>
            </a:r>
            <a:endParaRPr lang="en-US" altLang="zh-CN"/>
          </a:p>
        </p:txBody>
      </p:sp>
      <p:sp>
        <p:nvSpPr>
          <p:cNvPr id="3" name="文本占位符 2"/>
          <p:cNvSpPr/>
          <p:nvPr>
            <p:ph type="body" idx="2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SUBTYPE" val="v"/>
  <p:tag name="KSO_WM_TEMPLATE_CATEGORY" val="chip"/>
  <p:tag name="KSO_WM_TEMPLATE_INDEX" val="20223967"/>
  <p:tag name="KSO_WM_UNIT_TYPE" val="i"/>
  <p:tag name="KSO_WM_UNIT_INDEX" val="1"/>
  <p:tag name="KSO_WM_UNIT_ID" val="chip20223967_13*i*1"/>
  <p:tag name="KSO_WM_BEAUTIFY_FLAG" val="#wm#"/>
  <p:tag name="KSO_WM_TAG_VERSION" val="1.0"/>
  <p:tag name="KSO_WM_CHIP_GROUPID" val="62d66a1602b43a043dcc7b44"/>
  <p:tag name="KSO_WM_CHIP_XID" val="62d66a1602b43a043dcc807c"/>
  <p:tag name="KSO_WM_UNIT_DEC_AREA_ID" val="d56dc3931f8a4e968cb7031b5c0738ce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2a67f10f9de445b9dcaf82fcaa285cc"/>
</p:tagLst>
</file>

<file path=ppt/tags/tag2.xml><?xml version="1.0" encoding="utf-8"?>
<p:tagLst xmlns:p="http://schemas.openxmlformats.org/presentationml/2006/main">
  <p:tag name="KSO_WM_UNIT_SUBTYPE" val="w"/>
  <p:tag name="KSO_WM_TEMPLATE_CATEGORY" val="chip"/>
  <p:tag name="KSO_WM_TEMPLATE_INDEX" val="20223967"/>
  <p:tag name="KSO_WM_UNIT_TYPE" val="i"/>
  <p:tag name="KSO_WM_UNIT_INDEX" val="1"/>
  <p:tag name="KSO_WM_UNIT_ID" val="chip20223967_15*i*1"/>
  <p:tag name="KSO_WM_BEAUTIFY_FLAG" val="#wm#"/>
  <p:tag name="KSO_WM_TAG_VERSION" val="1.0"/>
  <p:tag name="KSO_WM_CHIP_GROUPID" val="62d66a1602b43a043dcc7b44"/>
  <p:tag name="KSO_WM_CHIP_XID" val="62d66a1602b43a043dcc7fbf"/>
  <p:tag name="KSO_WM_UNIT_DEC_AREA_ID" val="0e985bcc81d54dd7ae5e5aa1b4c6de7c"/>
  <p:tag name="KSO_WM_CHIP_FILLAREA_FILL_RULE" val="{&quot;fill_align&quot;:&quot;c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e67faf5434eb4b81ad039d27d518fecf"/>
</p:tagLst>
</file>

<file path=ppt/tags/tag3.xml><?xml version="1.0" encoding="utf-8"?>
<p:tagLst xmlns:p="http://schemas.openxmlformats.org/presentationml/2006/main">
  <p:tag name="KSO_WM_UNIT_SUBTYPE" val="u"/>
  <p:tag name="KSO_WM_TEMPLATE_CATEGORY" val="chip"/>
  <p:tag name="KSO_WM_TEMPLATE_INDEX" val="20223967"/>
  <p:tag name="KSO_WM_UNIT_TYPE" val="i"/>
  <p:tag name="KSO_WM_UNIT_INDEX" val="1"/>
  <p:tag name="KSO_WM_UNIT_ID" val="chip20223967_14*i*1"/>
  <p:tag name="KSO_WM_BEAUTIFY_FLAG" val="#wm#"/>
  <p:tag name="KSO_WM_TAG_VERSION" val="1.0"/>
  <p:tag name="KSO_WM_CHIP_GROUPID" val="62d66a1602b43a043dcc7b44"/>
  <p:tag name="KSO_WM_CHIP_XID" val="62d66a1602b43a043dcc8058"/>
  <p:tag name="KSO_WM_UNIT_DEC_AREA_ID" val="c04a4a013cbc44f1bbca0f6ab615f578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640e99538bc44489cf904c2c112a22f"/>
</p:tagLst>
</file>

<file path=ppt/tags/tag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.xml><?xml version="1.0" encoding="utf-8"?>
<p:tagLst xmlns:p="http://schemas.openxmlformats.org/presentationml/2006/main">
  <p:tag name="KSO_WM_UNIT_SUBTYPE" val="a"/>
  <p:tag name="KSO_WM_UNIT_PRESET_TEXT" val="单击此处添加文本具体内容，简明扼要地阐述你的观点"/>
  <p:tag name="KSO_WM_UNIT_NOCLEAR" val="0"/>
  <p:tag name="KSO_WM_UNIT_VALUE" val="8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3967_1*f*1"/>
  <p:tag name="KSO_WM_TEMPLATE_CATEGORY" val="custom"/>
  <p:tag name="KSO_WM_TEMPLATE_INDEX" val="20223967"/>
  <p:tag name="KSO_WM_UNIT_LAYERLEVEL" val="1"/>
  <p:tag name="KSO_WM_TAG_VERSION" val="1.0"/>
  <p:tag name="KSO_WM_BEAUTIFY_FLAG" val="#wm#"/>
  <p:tag name="KSO_WM_UNIT_DEFAULT_FONT" val="16;18;2"/>
  <p:tag name="KSO_WM_UNIT_BLOCK" val="0"/>
  <p:tag name="KSO_WM_UNIT_DEC_AREA_ID" val="a7399debbf2f4695a96fcd0401dd88e7"/>
  <p:tag name="KSO_WM_CHIP_GROUPID" val="619de5d456c5b5f57912a6a4"/>
  <p:tag name="KSO_WM_CHIP_XID" val="619de5d456c5b5f57912a6a1"/>
  <p:tag name="KSO_WM_CHIP_FILLAREA_FILL_RULE" val="{&quot;fill_align&quot;:&quot;lm&quot;,&quot;fill_mode&quot;:&quot;adaptive&quot;,&quot;sacle_strategy&quot;:&quot;smart&quot;}"/>
  <p:tag name="KSO_WM_ASSEMBLE_CHIP_INDEX" val="f634dacd3a424b00b5976fec60ddf802"/>
  <p:tag name="KSO_WM_UNIT_TEXT_FILL_FORE_SCHEMECOLOR_INDEX_BRIGHTNESS" val="0.15"/>
  <p:tag name="KSO_WM_UNIT_TEXT_FILL_FORE_SCHEMECOLOR_INDEX" val="13"/>
  <p:tag name="KSO_WM_UNIT_TEXT_FILL_TYPE" val="1"/>
  <p:tag name="KSO_WM_TEMPLATE_ASSEMBLE_XID" val="6315687859d53ee3cde20628"/>
  <p:tag name="KSO_WM_TEMPLATE_ASSEMBLE_GROUPID" val="62d66a1602b43a043dcc7b44"/>
</p:tagLst>
</file>

<file path=ppt/tags/tag8.xml><?xml version="1.0" encoding="utf-8"?>
<p:tagLst xmlns:p="http://schemas.openxmlformats.org/presentationml/2006/main">
  <p:tag name="KSO_WM_UNIT_SUBTYPE" val="a"/>
  <p:tag name="KSO_WM_UNIT_PRESET_TEXT" val="202X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23967_1*f*2"/>
  <p:tag name="KSO_WM_TEMPLATE_CATEGORY" val="custom"/>
  <p:tag name="KSO_WM_TEMPLATE_INDEX" val="20223967"/>
  <p:tag name="KSO_WM_UNIT_LAYERLEVEL" val="1"/>
  <p:tag name="KSO_WM_TAG_VERSION" val="1.0"/>
  <p:tag name="KSO_WM_BEAUTIFY_FLAG" val="#wm#"/>
  <p:tag name="KSO_WM_UNIT_DEFAULT_FONT" val="40;44;2"/>
  <p:tag name="KSO_WM_UNIT_BLOCK" val="0"/>
  <p:tag name="KSO_WM_UNIT_SM_LIMIT_TYPE" val="2"/>
  <p:tag name="KSO_WM_UNIT_DEC_AREA_ID" val="90de7a09a3ea4127958d9231fad254d0"/>
  <p:tag name="KSO_WM_UNIT_DECORATE_INFO" val="{&quot;DecorateInfoH&quot;:{&quot;IsAbs&quot;:false},&quot;DecorateInfoW&quot;:{&quot;IsAbs&quot;:false},&quot;DecorateInfoX&quot;:{&quot;IsAbs&quot;:false,&quot;Pos&quot;:0},&quot;DecorateInfoY&quot;:{&quot;IsAbs&quot;:false,&quot;Pos&quot;:2},&quot;ReferentInfo&quot;:{&quot;Id&quot;:&quot;91128d3504c4478daf3904f7cf7e4cf3&quot;,&quot;X&quot;:{&quot;Pos&quot;:0},&quot;Y&quot;:{&quot;Pos&quot;:0}},&quot;whChangeMode&quot;:0}"/>
  <p:tag name="KSO_WM_CHIP_GROUPID" val="619de5d456c5b5f57912a6a4"/>
  <p:tag name="KSO_WM_CHIP_XID" val="619de5d456c5b5f57912a6a1"/>
  <p:tag name="KSO_WM_CHIP_FILLAREA_FILL_RULE" val="{&quot;fill_align&quot;:&quot;lm&quot;,&quot;fill_mode&quot;:&quot;adaptive&quot;,&quot;sacle_strategy&quot;:&quot;smart&quot;}"/>
  <p:tag name="KSO_WM_ASSEMBLE_CHIP_INDEX" val="f634dacd3a424b00b5976fec60ddf802"/>
  <p:tag name="KSO_WM_UNIT_TEXT_FILL_FORE_SCHEMECOLOR_INDEX_BRIGHTNESS" val="0.15"/>
  <p:tag name="KSO_WM_UNIT_TEXT_FILL_FORE_SCHEMECOLOR_INDEX" val="13"/>
  <p:tag name="KSO_WM_UNIT_TEXT_FILL_TYPE" val="1"/>
  <p:tag name="KSO_WM_TEMPLATE_ASSEMBLE_XID" val="6315687859d53ee3cde20628"/>
  <p:tag name="KSO_WM_TEMPLATE_ASSEMBLE_GROUPID" val="62d66a1602b43a043dcc7b44"/>
</p:tagLst>
</file>

<file path=ppt/tags/tag9.xml><?xml version="1.0" encoding="utf-8"?>
<p:tagLst xmlns:p="http://schemas.openxmlformats.org/presentationml/2006/main">
  <p:tag name="KSO_WM_UNIT_ISCONTENTSTITLE" val="0"/>
  <p:tag name="KSO_WM_UNIT_ISNUMDGMTITLE" val="0"/>
  <p:tag name="KSO_WM_UNIT_PRESET_TEXT" val="简约教学总结汇报模版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967_1*a*1"/>
  <p:tag name="KSO_WM_TEMPLATE_CATEGORY" val="custom"/>
  <p:tag name="KSO_WM_TEMPLATE_INDEX" val="20223967"/>
  <p:tag name="KSO_WM_UNIT_LAYERLEVEL" val="1"/>
  <p:tag name="KSO_WM_TAG_VERSION" val="1.0"/>
  <p:tag name="KSO_WM_BEAUTIFY_FLAG" val="#wm#"/>
  <p:tag name="KSO_WM_UNIT_DEFAULT_FONT" val="72;74;2"/>
  <p:tag name="KSO_WM_UNIT_BLOCK" val="0"/>
  <p:tag name="KSO_WM_UNIT_DEC_AREA_ID" val="91128d3504c4478daf3904f7cf7e4cf3"/>
  <p:tag name="KSO_WM_CHIP_GROUPID" val="619de5d456c5b5f57912a6a4"/>
  <p:tag name="KSO_WM_CHIP_XID" val="619de5d456c5b5f57912a6a1"/>
  <p:tag name="KSO_WM_CHIP_FILLAREA_FILL_RULE" val="{&quot;fill_align&quot;:&quot;lm&quot;,&quot;fill_mode&quot;:&quot;adaptive&quot;,&quot;sacle_strategy&quot;:&quot;smart&quot;}"/>
  <p:tag name="KSO_WM_ASSEMBLE_CHIP_INDEX" val="f634dacd3a424b00b5976fec60ddf802"/>
  <p:tag name="KSO_WM_UNIT_TEXT_FILL_FORE_SCHEMECOLOR_INDEX_BRIGHTNESS" val="0.15"/>
  <p:tag name="KSO_WM_UNIT_TEXT_FILL_FORE_SCHEMECOLOR_INDEX" val="13"/>
  <p:tag name="KSO_WM_UNIT_TEXT_FILL_TYPE" val="1"/>
  <p:tag name="KSO_WM_TEMPLATE_ASSEMBLE_XID" val="6315687859d53ee3cde20628"/>
  <p:tag name="KSO_WM_TEMPLATE_ASSEMBLE_GROUPID" val="62d66a1602b43a043dcc7b44"/>
</p:tagLst>
</file>

<file path=ppt/tags/tag10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2*i*1"/>
  <p:tag name="KSO_WM_BEAUTIFY_FLAG" val="#wm#"/>
  <p:tag name="KSO_WM_TAG_VERSION" val="1.0"/>
  <p:tag name="KSO_WM_CHIP_GROUPID" val="62d66a1602b43a043dcc7b44"/>
  <p:tag name="KSO_WM_CHIP_XID" val="62d66a1602b43a043dcc7f2c"/>
  <p:tag name="KSO_WM_UNIT_DEC_AREA_ID" val="a922d27a1a6d4c7c9388db1905f501d8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9b41c2d8a85451281af2efa26695aad"/>
</p:tagLst>
</file>

<file path=ppt/tags/tag11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1*i*1"/>
  <p:tag name="KSO_WM_BEAUTIFY_FLAG" val="#wm#"/>
  <p:tag name="KSO_WM_TAG_VERSION" val="1.0"/>
  <p:tag name="KSO_WM_CHIP_GROUPID" val="62d66a1602b43a043dcc7b44"/>
  <p:tag name="KSO_WM_CHIP_XID" val="62d66a1602b43a043dcc7f1b"/>
  <p:tag name="KSO_WM_UNIT_DEC_AREA_ID" val="16913b4656614b11953361c315002ac4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c660f3450ba44fb2a546e8ec2340524d"/>
</p:tagLst>
</file>

<file path=ppt/tags/tag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UNIT_SUBTYPE" val="v"/>
  <p:tag name="KSO_WM_TEMPLATE_CATEGORY" val="chip"/>
  <p:tag name="KSO_WM_TEMPLATE_INDEX" val="20223967"/>
  <p:tag name="KSO_WM_UNIT_TYPE" val="i"/>
  <p:tag name="KSO_WM_UNIT_INDEX" val="1"/>
  <p:tag name="KSO_WM_UNIT_ID" val="chip20223967_3*i*1"/>
  <p:tag name="KSO_WM_BEAUTIFY_FLAG" val="#wm#"/>
  <p:tag name="KSO_WM_TAG_VERSION" val="1.0"/>
  <p:tag name="KSO_WM_CHIP_GROUPID" val="62d66a1602b43a043dcc7b44"/>
  <p:tag name="KSO_WM_CHIP_XID" val="62d66a1602b43a043dcc7ed9"/>
  <p:tag name="KSO_WM_UNIT_DEC_AREA_ID" val="c374d2690c644b00b94a8e7cc0e25fa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41fa5ce374c42249ff780362207292d"/>
</p:tagLst>
</file>

<file path=ppt/tags/tag18.xml><?xml version="1.0" encoding="utf-8"?>
<p:tagLst xmlns:p="http://schemas.openxmlformats.org/presentationml/2006/main">
  <p:tag name="KSO_WM_UNIT_SUBTYPE" val="u"/>
  <p:tag name="KSO_WM_TEMPLATE_CATEGORY" val="chip"/>
  <p:tag name="KSO_WM_TEMPLATE_INDEX" val="20223967"/>
  <p:tag name="KSO_WM_UNIT_TYPE" val="i"/>
  <p:tag name="KSO_WM_UNIT_INDEX" val="1"/>
  <p:tag name="KSO_WM_UNIT_ID" val="chip20223967_4*i*1"/>
  <p:tag name="KSO_WM_BEAUTIFY_FLAG" val="#wm#"/>
  <p:tag name="KSO_WM_TAG_VERSION" val="1.0"/>
  <p:tag name="KSO_WM_CHIP_GROUPID" val="62d66a1602b43a043dcc7b44"/>
  <p:tag name="KSO_WM_CHIP_XID" val="62d66a1602b43a043dcc7e86"/>
  <p:tag name="KSO_WM_UNIT_DEC_AREA_ID" val="877cfa3cfd904af49d3d83ae4d616767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2b29c4097d549588626a7e91c35b543"/>
</p:tagLst>
</file>

<file path=ppt/tags/tag19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5*i*1"/>
  <p:tag name="KSO_WM_BEAUTIFY_FLAG" val="#wm#"/>
  <p:tag name="KSO_WM_TAG_VERSION" val="1.0"/>
  <p:tag name="KSO_WM_CHIP_GROUPID" val="62d66a1602b43a043dcc7b44"/>
  <p:tag name="KSO_WM_CHIP_XID" val="62d66a1602b43a043dcc7deb"/>
  <p:tag name="KSO_WM_UNIT_DEC_AREA_ID" val="9827e0e73693405195b1f3c4c6d9087d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59a881f7c0b443fafe30a48b470af06"/>
</p:tagLst>
</file>

<file path=ppt/tags/tag20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6*i*1"/>
  <p:tag name="KSO_WM_BEAUTIFY_FLAG" val="#wm#"/>
  <p:tag name="KSO_WM_TAG_VERSION" val="1.0"/>
  <p:tag name="KSO_WM_CHIP_GROUPID" val="62d66a1602b43a043dcc7b44"/>
  <p:tag name="KSO_WM_CHIP_XID" val="62d66a1602b43a043dcc7dee"/>
  <p:tag name="KSO_WM_UNIT_DEC_AREA_ID" val="38715055e85a4655b972f114bc48349d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736d5c06b6834e6a9c4ddd481786cc43"/>
</p:tagLst>
</file>

<file path=ppt/tags/tag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.xml><?xml version="1.0" encoding="utf-8"?>
<p:tagLst xmlns:p="http://schemas.openxmlformats.org/presentationml/2006/main">
  <p:tag name="KSO_WM_UNIT_BLOCK" val="0"/>
  <p:tag name="KSO_WM_UNIT_SM_LIMIT_TYPE" val="0"/>
  <p:tag name="KSO_WM_UNIT_DEC_AREA_ID" val="831f1735df844548ba8dffb16809430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custom20223967_1*i*7"/>
  <p:tag name="KSO_WM_TEMPLATE_CATEGORY" val="custom"/>
  <p:tag name="KSO_WM_TEMPLATE_INDEX" val="20223967"/>
  <p:tag name="KSO_WM_UNIT_LAYERLEVEL" val="1"/>
  <p:tag name="KSO_WM_TAG_VERSION" val="1.0"/>
  <p:tag name="KSO_WM_BEAUTIFY_FLAG" val="#wm#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98ab1d17ee374ba5987de9b9dbb05d47&quot;,&quot;X&quot;:{&quot;Pos&quot;:0},&quot;Y&quot;:{&quot;Pos&quot;:2}},&quot;whChangeMode&quot;:0}"/>
  <p:tag name="KSO_WM_CHIP_GROUPID" val="6184997ca6a891b1f9dbb85e"/>
  <p:tag name="KSO_WM_CHIP_XID" val="6184997ca6a891b1f9dbb85b"/>
  <p:tag name="KSO_WM_CHIP_FILLAREA_FILL_RULE" val="{&quot;fill_align&quot;:&quot;rb&quot;,&quot;fill_mode&quot;:&quot;adaptive&quot;,&quot;sacle_strategy&quot;:&quot;smart&quot;}"/>
  <p:tag name="KSO_WM_UNIT_DEC_SUPPORTCHANGEPIC" val="0"/>
  <p:tag name="KSO_WM_UNIT_DEC_CHANGEPICRESERVED" val="0"/>
  <p:tag name="KSO_WM_ASSEMBLE_CHIP_INDEX" val="b4226a391b7e402cb7b4c130c1b0d6e9"/>
  <p:tag name="KSO_WM_TEMPLATE_ASSEMBLE_XID" val="6315687859d53ee3cde20686"/>
  <p:tag name="KSO_WM_TEMPLATE_ASSEMBLE_GROUPID" val="62d66a1602b43a043dcc7b44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23967_1*i*1"/>
  <p:tag name="KSO_WM_TEMPLATE_CATEGORY" val="custom"/>
  <p:tag name="KSO_WM_TEMPLATE_INDEX" val="20223967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861776b8472148239171e055f4c743f0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false},&quot;DecorateInfoH&quot;:{&quot;IsAbs&quot;:false},&quot;whChangeMode&quot;:0}"/>
  <p:tag name="KSO_WM_CHIP_GROUPID" val="6184997ca6a891b1f9dbb85e"/>
  <p:tag name="KSO_WM_CHIP_XID" val="6184997ca6a891b1f9dbb85b"/>
  <p:tag name="KSO_WM_UNIT_FILL_FORE_SCHEMECOLOR_INDEX_BRIGHTNESS" val="0"/>
  <p:tag name="KSO_WM_UNIT_FILL_FORE_SCHEMECOLOR_INDEX" val="13"/>
  <p:tag name="KSO_WM_UNIT_FILL_TYPE" val="1"/>
  <p:tag name="KSO_WM_UNIT_TEXT_FILL_FORE_SCHEMECOLOR_INDEX_BRIGHTNESS" val="0.15"/>
  <p:tag name="KSO_WM_UNIT_TEXT_FILL_FORE_SCHEMECOLOR_INDEX" val="13"/>
  <p:tag name="KSO_WM_UNIT_TEXT_FILL_TYPE" val="1"/>
  <p:tag name="KSO_WM_UNIT_VALUE" val="1"/>
  <p:tag name="KSO_WM_TEMPLATE_ASSEMBLE_XID" val="6315687859d53ee3cde20686"/>
  <p:tag name="KSO_WM_TEMPLATE_ASSEMBLE_GROUPID" val="62d66a1602b43a043dcc7b44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23967_1*i*2"/>
  <p:tag name="KSO_WM_TEMPLATE_CATEGORY" val="custom"/>
  <p:tag name="KSO_WM_TEMPLATE_INDEX" val="20223967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2cbdebe706394009afcac6a86db56128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false},&quot;DecorateInfoH&quot;:{&quot;IsAbs&quot;:false},&quot;whChangeMode&quot;:0}"/>
  <p:tag name="KSO_WM_CHIP_GROUPID" val="6184997ca6a891b1f9dbb85e"/>
  <p:tag name="KSO_WM_CHIP_XID" val="6184997ca6a891b1f9dbb85b"/>
  <p:tag name="KSO_WM_UNIT_FILL_FORE_SCHEMECOLOR_INDEX_BRIGHTNESS" val="0"/>
  <p:tag name="KSO_WM_UNIT_FILL_FORE_SCHEMECOLOR_INDEX" val="13"/>
  <p:tag name="KSO_WM_UNIT_FILL_TYPE" val="1"/>
  <p:tag name="KSO_WM_UNIT_TEXT_FILL_FORE_SCHEMECOLOR_INDEX_BRIGHTNESS" val="0.15"/>
  <p:tag name="KSO_WM_UNIT_TEXT_FILL_FORE_SCHEMECOLOR_INDEX" val="13"/>
  <p:tag name="KSO_WM_UNIT_TEXT_FILL_TYPE" val="1"/>
  <p:tag name="KSO_WM_UNIT_VALUE" val="1"/>
  <p:tag name="KSO_WM_TEMPLATE_ASSEMBLE_XID" val="6315687859d53ee3cde20686"/>
  <p:tag name="KSO_WM_TEMPLATE_ASSEMBLE_GROUPID" val="62d66a1602b43a043dcc7b44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23967_1*i*3"/>
  <p:tag name="KSO_WM_TEMPLATE_CATEGORY" val="custom"/>
  <p:tag name="KSO_WM_TEMPLATE_INDEX" val="20223967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f5dcf25188df4faca9a0bbbdeef6cae4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false},&quot;DecorateInfoH&quot;:{&quot;IsAbs&quot;:false},&quot;whChangeMode&quot;:0}"/>
  <p:tag name="KSO_WM_CHIP_GROUPID" val="6184997ca6a891b1f9dbb85e"/>
  <p:tag name="KSO_WM_CHIP_XID" val="6184997ca6a891b1f9dbb85b"/>
  <p:tag name="KSO_WM_UNIT_FILL_FORE_SCHEMECOLOR_INDEX_BRIGHTNESS" val="0"/>
  <p:tag name="KSO_WM_UNIT_FILL_FORE_SCHEMECOLOR_INDEX" val="13"/>
  <p:tag name="KSO_WM_UNIT_FILL_TYPE" val="1"/>
  <p:tag name="KSO_WM_UNIT_TEXT_FILL_FORE_SCHEMECOLOR_INDEX_BRIGHTNESS" val="0.15"/>
  <p:tag name="KSO_WM_UNIT_TEXT_FILL_FORE_SCHEMECOLOR_INDEX" val="13"/>
  <p:tag name="KSO_WM_UNIT_TEXT_FILL_TYPE" val="1"/>
  <p:tag name="KSO_WM_UNIT_VALUE" val="1"/>
  <p:tag name="KSO_WM_TEMPLATE_ASSEMBLE_XID" val="6315687859d53ee3cde20686"/>
  <p:tag name="KSO_WM_TEMPLATE_ASSEMBLE_GROUPID" val="62d66a1602b43a043dcc7b44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23967_1*i*4"/>
  <p:tag name="KSO_WM_TEMPLATE_CATEGORY" val="custom"/>
  <p:tag name="KSO_WM_TEMPLATE_INDEX" val="20223967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97113218436f472d803df227da2327a3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false},&quot;DecorateInfoH&quot;:{&quot;IsAbs&quot;:false},&quot;whChangeMode&quot;:0}"/>
  <p:tag name="KSO_WM_CHIP_GROUPID" val="6184997ca6a891b1f9dbb85e"/>
  <p:tag name="KSO_WM_CHIP_XID" val="6184997ca6a891b1f9dbb85b"/>
  <p:tag name="KSO_WM_UNIT_FILL_FORE_SCHEMECOLOR_INDEX_BRIGHTNESS" val="0"/>
  <p:tag name="KSO_WM_UNIT_FILL_FORE_SCHEMECOLOR_INDEX" val="13"/>
  <p:tag name="KSO_WM_UNIT_FILL_TYPE" val="1"/>
  <p:tag name="KSO_WM_UNIT_TEXT_FILL_FORE_SCHEMECOLOR_INDEX_BRIGHTNESS" val="0.15"/>
  <p:tag name="KSO_WM_UNIT_TEXT_FILL_FORE_SCHEMECOLOR_INDEX" val="13"/>
  <p:tag name="KSO_WM_UNIT_TEXT_FILL_TYPE" val="1"/>
  <p:tag name="KSO_WM_UNIT_VALUE" val="1"/>
  <p:tag name="KSO_WM_TEMPLATE_ASSEMBLE_XID" val="6315687859d53ee3cde20686"/>
  <p:tag name="KSO_WM_TEMPLATE_ASSEMBLE_GROUPID" val="62d66a1602b43a043dcc7b44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23967_1*i*5"/>
  <p:tag name="KSO_WM_TEMPLATE_CATEGORY" val="custom"/>
  <p:tag name="KSO_WM_TEMPLATE_INDEX" val="20223967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aa3bc3f908b141c5b1f77aeb5711ccb6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false},&quot;DecorateInfoH&quot;:{&quot;IsAbs&quot;:false},&quot;whChangeMode&quot;:0}"/>
  <p:tag name="KSO_WM_CHIP_GROUPID" val="6184997ca6a891b1f9dbb85e"/>
  <p:tag name="KSO_WM_CHIP_XID" val="6184997ca6a891b1f9dbb85b"/>
  <p:tag name="KSO_WM_UNIT_FILL_FORE_SCHEMECOLOR_INDEX_BRIGHTNESS" val="0"/>
  <p:tag name="KSO_WM_UNIT_FILL_FORE_SCHEMECOLOR_INDEX" val="13"/>
  <p:tag name="KSO_WM_UNIT_FILL_TYPE" val="1"/>
  <p:tag name="KSO_WM_UNIT_TEXT_FILL_FORE_SCHEMECOLOR_INDEX_BRIGHTNESS" val="0.15"/>
  <p:tag name="KSO_WM_UNIT_TEXT_FILL_FORE_SCHEMECOLOR_INDEX" val="13"/>
  <p:tag name="KSO_WM_UNIT_TEXT_FILL_TYPE" val="1"/>
  <p:tag name="KSO_WM_UNIT_VALUE" val="1"/>
  <p:tag name="KSO_WM_TEMPLATE_ASSEMBLE_XID" val="6315687859d53ee3cde20686"/>
  <p:tag name="KSO_WM_TEMPLATE_ASSEMBLE_GROUPID" val="62d66a1602b43a043dcc7b44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custom20223967_1*i*6"/>
  <p:tag name="KSO_WM_TEMPLATE_CATEGORY" val="custom"/>
  <p:tag name="KSO_WM_TEMPLATE_INDEX" val="20223967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a759830d01034f0ba554367753ed0c92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false},&quot;DecorateInfoH&quot;:{&quot;IsAbs&quot;:false},&quot;whChangeMode&quot;:0}"/>
  <p:tag name="KSO_WM_CHIP_GROUPID" val="6184997ca6a891b1f9dbb85e"/>
  <p:tag name="KSO_WM_CHIP_XID" val="6184997ca6a891b1f9dbb85b"/>
  <p:tag name="KSO_WM_UNIT_FILL_FORE_SCHEMECOLOR_INDEX_BRIGHTNESS" val="0"/>
  <p:tag name="KSO_WM_UNIT_FILL_FORE_SCHEMECOLOR_INDEX" val="13"/>
  <p:tag name="KSO_WM_UNIT_FILL_TYPE" val="1"/>
  <p:tag name="KSO_WM_UNIT_TEXT_FILL_FORE_SCHEMECOLOR_INDEX_BRIGHTNESS" val="0.15"/>
  <p:tag name="KSO_WM_UNIT_TEXT_FILL_FORE_SCHEMECOLOR_INDEX" val="13"/>
  <p:tag name="KSO_WM_UNIT_TEXT_FILL_TYPE" val="1"/>
  <p:tag name="KSO_WM_UNIT_VALUE" val="1"/>
  <p:tag name="KSO_WM_TEMPLATE_ASSEMBLE_XID" val="6315687859d53ee3cde20686"/>
  <p:tag name="KSO_WM_TEMPLATE_ASSEMBLE_GROUPID" val="62d66a1602b43a043dcc7b44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967_1*a*1"/>
  <p:tag name="KSO_WM_TEMPLATE_CATEGORY" val="custom"/>
  <p:tag name="KSO_WM_TEMPLATE_INDEX" val="20223967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添加标题"/>
  <p:tag name="KSO_WM_UNIT_NOCLEAR" val="0"/>
  <p:tag name="KSO_WM_UNIT_VALUE" val="7"/>
  <p:tag name="KSO_WM_UNIT_DEFAULT_FONT" val="60;72;2"/>
  <p:tag name="KSO_WM_UNIT_BLOCK" val="0"/>
  <p:tag name="KSO_WM_UNIT_DEC_AREA_ID" val="98ab1d17ee374ba5987de9b9dbb05d47"/>
  <p:tag name="KSO_WM_CHIP_GROUPID" val="6184997ca6a891b1f9dbb85e"/>
  <p:tag name="KSO_WM_CHIP_XID" val="6184997ca6a891b1f9dbb85b"/>
  <p:tag name="KSO_WM_CHIP_FILLAREA_FILL_RULE" val="{&quot;fill_align&quot;:&quot;rb&quot;,&quot;fill_mode&quot;:&quot;adaptive&quot;,&quot;sacle_strategy&quot;:&quot;smart&quot;}"/>
  <p:tag name="KSO_WM_ASSEMBLE_CHIP_INDEX" val="b4226a391b7e402cb7b4c130c1b0d6e9"/>
  <p:tag name="KSO_WM_UNIT_TEXT_FILL_FORE_SCHEMECOLOR_INDEX_BRIGHTNESS" val="0.15"/>
  <p:tag name="KSO_WM_UNIT_TEXT_FILL_FORE_SCHEMECOLOR_INDEX" val="13"/>
  <p:tag name="KSO_WM_UNIT_TEXT_FILL_TYPE" val="1"/>
  <p:tag name="KSO_WM_TEMPLATE_ASSEMBLE_XID" val="6315687859d53ee3cde20686"/>
  <p:tag name="KSO_WM_TEMPLATE_ASSEMBLE_GROUPID" val="62d66a1602b43a043dcc7b44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3967_1*f*1"/>
  <p:tag name="KSO_WM_TEMPLATE_CATEGORY" val="custom"/>
  <p:tag name="KSO_WM_TEMPLATE_INDEX" val="20223967"/>
  <p:tag name="KSO_WM_UNIT_LAYERLEVEL" val="1"/>
  <p:tag name="KSO_WM_TAG_VERSION" val="1.0"/>
  <p:tag name="KSO_WM_BEAUTIFY_FLAG" val="#wm#"/>
  <p:tag name="KSO_WM_UNIT_SUBTYPE" val="a"/>
  <p:tag name="KSO_WM_UNIT_PRESET_TEXT" val="单击此处添加正文，文字是您思想的提炼，为了演示发布的良好效果，请言简意赅地阐述您的观点。"/>
  <p:tag name="KSO_WM_UNIT_NOCLEAR" val="0"/>
  <p:tag name="KSO_WM_UNIT_VALUE" val="72"/>
  <p:tag name="KSO_WM_UNIT_DEFAULT_FONT" val="14;16;2"/>
  <p:tag name="KSO_WM_UNIT_BLOCK" val="0"/>
  <p:tag name="KSO_WM_UNIT_DEC_AREA_ID" val="7fdb49d1dded40ff95ae196a4fcca2a8"/>
  <p:tag name="KSO_WM_CHIP_GROUPID" val="6184997ca6a891b1f9dbb85e"/>
  <p:tag name="KSO_WM_CHIP_XID" val="6184997ca6a891b1f9dbb85b"/>
  <p:tag name="KSO_WM_CHIP_FILLAREA_FILL_RULE" val="{&quot;fill_align&quot;:&quot;rb&quot;,&quot;fill_mode&quot;:&quot;adaptive&quot;,&quot;sacle_strategy&quot;:&quot;smart&quot;}"/>
  <p:tag name="KSO_WM_ASSEMBLE_CHIP_INDEX" val="b4226a391b7e402cb7b4c130c1b0d6e9"/>
  <p:tag name="KSO_WM_UNIT_TEXT_FILL_FORE_SCHEMECOLOR_INDEX_BRIGHTNESS" val="0.15"/>
  <p:tag name="KSO_WM_UNIT_TEXT_FILL_FORE_SCHEMECOLOR_INDEX" val="13"/>
  <p:tag name="KSO_WM_UNIT_TEXT_FILL_TYPE" val="1"/>
  <p:tag name="KSO_WM_TEMPLATE_ASSEMBLE_XID" val="6315687859d53ee3cde20686"/>
  <p:tag name="KSO_WM_TEMPLATE_ASSEMBLE_GROUPID" val="62d66a1602b43a043dcc7b44"/>
</p:tagLst>
</file>

<file path=ppt/tags/tag33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2*i*1"/>
  <p:tag name="KSO_WM_BEAUTIFY_FLAG" val="#wm#"/>
  <p:tag name="KSO_WM_TAG_VERSION" val="1.0"/>
  <p:tag name="KSO_WM_CHIP_GROUPID" val="62d66a1602b43a043dcc7b44"/>
  <p:tag name="KSO_WM_CHIP_XID" val="62d66a1602b43a043dcc7f2c"/>
  <p:tag name="KSO_WM_UNIT_DEC_AREA_ID" val="a922d27a1a6d4c7c9388db1905f501d8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9b41c2d8a85451281af2efa26695aad"/>
</p:tagLst>
</file>

<file path=ppt/tags/tag34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1*i*1"/>
  <p:tag name="KSO_WM_BEAUTIFY_FLAG" val="#wm#"/>
  <p:tag name="KSO_WM_TAG_VERSION" val="1.0"/>
  <p:tag name="KSO_WM_CHIP_GROUPID" val="62d66a1602b43a043dcc7b44"/>
  <p:tag name="KSO_WM_CHIP_XID" val="62d66a1602b43a043dcc7f1b"/>
  <p:tag name="KSO_WM_UNIT_DEC_AREA_ID" val="16913b4656614b11953361c315002ac4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c660f3450ba44fb2a546e8ec2340524d"/>
</p:tagLst>
</file>

<file path=ppt/tags/tag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1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2*i*1"/>
  <p:tag name="KSO_WM_BEAUTIFY_FLAG" val="#wm#"/>
  <p:tag name="KSO_WM_TAG_VERSION" val="1.0"/>
  <p:tag name="KSO_WM_CHIP_GROUPID" val="62d66a1602b43a043dcc7b44"/>
  <p:tag name="KSO_WM_CHIP_XID" val="62d66a1602b43a043dcc7f2c"/>
  <p:tag name="KSO_WM_UNIT_DEC_AREA_ID" val="a922d27a1a6d4c7c9388db1905f501d8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9b41c2d8a85451281af2efa26695aad"/>
</p:tagLst>
</file>

<file path=ppt/tags/tag42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1*i*1"/>
  <p:tag name="KSO_WM_BEAUTIFY_FLAG" val="#wm#"/>
  <p:tag name="KSO_WM_TAG_VERSION" val="1.0"/>
  <p:tag name="KSO_WM_CHIP_GROUPID" val="62d66a1602b43a043dcc7b44"/>
  <p:tag name="KSO_WM_CHIP_XID" val="62d66a1602b43a043dcc7f1b"/>
  <p:tag name="KSO_WM_UNIT_DEC_AREA_ID" val="16913b4656614b11953361c315002ac4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c660f3450ba44fb2a546e8ec2340524d"/>
</p:tagLst>
</file>

<file path=ppt/tags/tag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.xml><?xml version="1.0" encoding="utf-8"?>
<p:tagLst xmlns:p="http://schemas.openxmlformats.org/presentationml/2006/main">
  <p:tag name="KSO_WM_UNIT_SUBTYPE" val="v"/>
  <p:tag name="KSO_WM_TEMPLATE_CATEGORY" val="chip"/>
  <p:tag name="KSO_WM_TEMPLATE_INDEX" val="20223967"/>
  <p:tag name="KSO_WM_UNIT_TYPE" val="i"/>
  <p:tag name="KSO_WM_UNIT_INDEX" val="1"/>
  <p:tag name="KSO_WM_UNIT_ID" val="chip20223967_7*i*1"/>
  <p:tag name="KSO_WM_BEAUTIFY_FLAG" val="#wm#"/>
  <p:tag name="KSO_WM_TAG_VERSION" val="1.0"/>
  <p:tag name="KSO_WM_CHIP_GROUPID" val="62d66a1602b43a043dcc7b44"/>
  <p:tag name="KSO_WM_CHIP_XID" val="62d66a1602b43a043dcc7c08"/>
  <p:tag name="KSO_WM_UNIT_DEC_AREA_ID" val="730c73e90a5f44af89b0354d503acb7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5c73eca9bde4a63881db28a11863caa"/>
</p:tagLst>
</file>

<file path=ppt/tags/tag52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9*i*1"/>
  <p:tag name="KSO_WM_BEAUTIFY_FLAG" val="#wm#"/>
  <p:tag name="KSO_WM_TAG_VERSION" val="1.0"/>
  <p:tag name="KSO_WM_CHIP_GROUPID" val="62d66a1602b43a043dcc7b44"/>
  <p:tag name="KSO_WM_CHIP_XID" val="62d66a1602b43a043dcc7b5e"/>
  <p:tag name="KSO_WM_UNIT_DEC_AREA_ID" val="168110e71a9147fbbce301036cfe1192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ee39f751be6146bba373d4174d67bb96"/>
</p:tagLst>
</file>

<file path=ppt/tags/tag53.xml><?xml version="1.0" encoding="utf-8"?>
<p:tagLst xmlns:p="http://schemas.openxmlformats.org/presentationml/2006/main">
  <p:tag name="KSO_WM_UNIT_SUBTYPE" val="u"/>
  <p:tag name="KSO_WM_TEMPLATE_CATEGORY" val="chip"/>
  <p:tag name="KSO_WM_TEMPLATE_INDEX" val="20223967"/>
  <p:tag name="KSO_WM_UNIT_TYPE" val="i"/>
  <p:tag name="KSO_WM_UNIT_INDEX" val="1"/>
  <p:tag name="KSO_WM_UNIT_ID" val="chip20223967_8*i*1"/>
  <p:tag name="KSO_WM_BEAUTIFY_FLAG" val="#wm#"/>
  <p:tag name="KSO_WM_TAG_VERSION" val="1.0"/>
  <p:tag name="KSO_WM_CHIP_GROUPID" val="62d66a1602b43a043dcc7b44"/>
  <p:tag name="KSO_WM_CHIP_XID" val="62d66a1602b43a043dcc7bb7"/>
  <p:tag name="KSO_WM_UNIT_DEC_AREA_ID" val="f68fd18da6c4404489ecc016ce5e2b13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e220f53d274d44c0b7b66a6ddf4d6559"/>
</p:tagLst>
</file>

<file path=ppt/tags/tag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2*i*1"/>
  <p:tag name="KSO_WM_BEAUTIFY_FLAG" val="#wm#"/>
  <p:tag name="KSO_WM_TAG_VERSION" val="1.0"/>
  <p:tag name="KSO_WM_CHIP_GROUPID" val="62d66a1602b43a043dcc7b44"/>
  <p:tag name="KSO_WM_CHIP_XID" val="62d66a1602b43a043dcc7f2c"/>
  <p:tag name="KSO_WM_UNIT_DEC_AREA_ID" val="a922d27a1a6d4c7c9388db1905f501d8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9b41c2d8a85451281af2efa26695aad"/>
</p:tagLst>
</file>

<file path=ppt/tags/tag62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1*i*1"/>
  <p:tag name="KSO_WM_BEAUTIFY_FLAG" val="#wm#"/>
  <p:tag name="KSO_WM_TAG_VERSION" val="1.0"/>
  <p:tag name="KSO_WM_CHIP_GROUPID" val="62d66a1602b43a043dcc7b44"/>
  <p:tag name="KSO_WM_CHIP_XID" val="62d66a1602b43a043dcc7f1b"/>
  <p:tag name="KSO_WM_UNIT_DEC_AREA_ID" val="16913b4656614b11953361c315002ac4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c660f3450ba44fb2a546e8ec2340524d"/>
</p:tagLst>
</file>

<file path=ppt/tags/tag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2*i*1"/>
  <p:tag name="KSO_WM_BEAUTIFY_FLAG" val="#wm#"/>
  <p:tag name="KSO_WM_TAG_VERSION" val="1.0"/>
  <p:tag name="KSO_WM_CHIP_GROUPID" val="62d66a1602b43a043dcc7b44"/>
  <p:tag name="KSO_WM_CHIP_XID" val="62d66a1602b43a043dcc7f2c"/>
  <p:tag name="KSO_WM_UNIT_DEC_AREA_ID" val="a922d27a1a6d4c7c9388db1905f501d8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9b41c2d8a85451281af2efa26695aad"/>
</p:tagLst>
</file>

<file path=ppt/tags/tag70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1*i*1"/>
  <p:tag name="KSO_WM_BEAUTIFY_FLAG" val="#wm#"/>
  <p:tag name="KSO_WM_TAG_VERSION" val="1.0"/>
  <p:tag name="KSO_WM_CHIP_GROUPID" val="62d66a1602b43a043dcc7b44"/>
  <p:tag name="KSO_WM_CHIP_XID" val="62d66a1602b43a043dcc7f1b"/>
  <p:tag name="KSO_WM_UNIT_DEC_AREA_ID" val="16913b4656614b11953361c315002ac4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c660f3450ba44fb2a546e8ec2340524d"/>
</p:tagLst>
</file>

<file path=ppt/tags/tag7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2*i*1"/>
  <p:tag name="KSO_WM_BEAUTIFY_FLAG" val="#wm#"/>
  <p:tag name="KSO_WM_TAG_VERSION" val="1.0"/>
  <p:tag name="KSO_WM_CHIP_GROUPID" val="62d66a1602b43a043dcc7b44"/>
  <p:tag name="KSO_WM_CHIP_XID" val="62d66a1602b43a043dcc7f2c"/>
  <p:tag name="KSO_WM_UNIT_DEC_AREA_ID" val="a922d27a1a6d4c7c9388db1905f501d8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9b41c2d8a85451281af2efa26695aad"/>
</p:tagLst>
</file>

<file path=ppt/tags/tag77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1*i*1"/>
  <p:tag name="KSO_WM_BEAUTIFY_FLAG" val="#wm#"/>
  <p:tag name="KSO_WM_TAG_VERSION" val="1.0"/>
  <p:tag name="KSO_WM_CHIP_GROUPID" val="62d66a1602b43a043dcc7b44"/>
  <p:tag name="KSO_WM_CHIP_XID" val="62d66a1602b43a043dcc7f1b"/>
  <p:tag name="KSO_WM_UNIT_DEC_AREA_ID" val="16913b4656614b11953361c315002ac4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c660f3450ba44fb2a546e8ec2340524d"/>
</p:tagLst>
</file>

<file path=ppt/tags/tag7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.xml><?xml version="1.0" encoding="utf-8"?>
<p:tagLst xmlns:p="http://schemas.openxmlformats.org/presentationml/2006/main">
  <p:tag name="KSO_WM_UNIT_SUBTYPE" val="v"/>
  <p:tag name="KSO_WM_TEMPLATE_CATEGORY" val="chip"/>
  <p:tag name="KSO_WM_TEMPLATE_INDEX" val="20223967"/>
  <p:tag name="KSO_WM_UNIT_TYPE" val="i"/>
  <p:tag name="KSO_WM_UNIT_INDEX" val="1"/>
  <p:tag name="KSO_WM_UNIT_ID" val="chip20223967_10*i*1"/>
  <p:tag name="KSO_WM_BEAUTIFY_FLAG" val="#wm#"/>
  <p:tag name="KSO_WM_TAG_VERSION" val="1.0"/>
  <p:tag name="KSO_WM_CHIP_GROUPID" val="62d66a1602b43a043dcc7b44"/>
  <p:tag name="KSO_WM_CHIP_XID" val="62d66a1602b43a043dcc7da0"/>
  <p:tag name="KSO_WM_UNIT_DEC_AREA_ID" val="2d4c4588597a42aabb6d932434177289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fd53144f68040a2b4bb9cede5f6a638"/>
</p:tagLst>
</file>

<file path=ppt/tags/tag83.xml><?xml version="1.0" encoding="utf-8"?>
<p:tagLst xmlns:p="http://schemas.openxmlformats.org/presentationml/2006/main">
  <p:tag name="KSO_WM_UNIT_SUBTYPE" val="w"/>
  <p:tag name="KSO_WM_TEMPLATE_CATEGORY" val="chip"/>
  <p:tag name="KSO_WM_TEMPLATE_INDEX" val="20223967"/>
  <p:tag name="KSO_WM_UNIT_TYPE" val="i"/>
  <p:tag name="KSO_WM_UNIT_INDEX" val="1"/>
  <p:tag name="KSO_WM_UNIT_ID" val="chip20223967_12*i*1"/>
  <p:tag name="KSO_WM_BEAUTIFY_FLAG" val="#wm#"/>
  <p:tag name="KSO_WM_TAG_VERSION" val="1.0"/>
  <p:tag name="KSO_WM_CHIP_GROUPID" val="62d66a1602b43a043dcc7b44"/>
  <p:tag name="KSO_WM_CHIP_XID" val="62d66a1602b43a043dcc7c71"/>
  <p:tag name="KSO_WM_UNIT_DEC_AREA_ID" val="6871709706a5490390d5f96eb62b8021"/>
  <p:tag name="KSO_WM_CHIP_FILLAREA_FILL_RULE" val="{&quot;fill_align&quot;:&quot;c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1d2b0f22d1af4eefa61d1c8ec2fe88f7"/>
</p:tagLst>
</file>

<file path=ppt/tags/tag84.xml><?xml version="1.0" encoding="utf-8"?>
<p:tagLst xmlns:p="http://schemas.openxmlformats.org/presentationml/2006/main">
  <p:tag name="KSO_WM_UNIT_SUBTYPE" val="u"/>
  <p:tag name="KSO_WM_TEMPLATE_CATEGORY" val="chip"/>
  <p:tag name="KSO_WM_TEMPLATE_INDEX" val="20223967"/>
  <p:tag name="KSO_WM_UNIT_TYPE" val="i"/>
  <p:tag name="KSO_WM_UNIT_INDEX" val="1"/>
  <p:tag name="KSO_WM_UNIT_ID" val="chip20223967_11*i*1"/>
  <p:tag name="KSO_WM_BEAUTIFY_FLAG" val="#wm#"/>
  <p:tag name="KSO_WM_TAG_VERSION" val="1.0"/>
  <p:tag name="KSO_WM_CHIP_GROUPID" val="62d66a1602b43a043dcc7b44"/>
  <p:tag name="KSO_WM_CHIP_XID" val="62d66a1602b43a043dcc7d0c"/>
  <p:tag name="KSO_WM_UNIT_DEC_AREA_ID" val="f015ad66db5448a8aa31c9276a19064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2edf2e5500049478ab1812e62e6e959"/>
</p:tagLst>
</file>

<file path=ppt/tags/tag8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8.xml><?xml version="1.0" encoding="utf-8"?>
<p:tagLst xmlns:p="http://schemas.openxmlformats.org/presentationml/2006/main">
  <p:tag name="KSO_WM_UNIT_DEFAULT_FONT" val="80;88;2"/>
  <p:tag name="KSO_WM_UNIT_BLOCK" val="0"/>
  <p:tag name="KSO_WM_UNIT_DEC_AREA_ID" val="37cfeca9ced444bb8c1a479679094012"/>
  <p:tag name="KSO_WM_UNIT_ISCONTENTSTITLE" val="0"/>
  <p:tag name="KSO_WM_UNIT_ISNUMDGMTITLE" val="0"/>
  <p:tag name="KSO_WM_UNIT_PRESET_TEXT" val="感谢各位的观看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967_1*a*1"/>
  <p:tag name="KSO_WM_TEMPLATE_CATEGORY" val="custom"/>
  <p:tag name="KSO_WM_TEMPLATE_INDEX" val="20223967"/>
  <p:tag name="KSO_WM_UNIT_LAYERLEVEL" val="1"/>
  <p:tag name="KSO_WM_TAG_VERSION" val="1.0"/>
  <p:tag name="KSO_WM_BEAUTIFY_FLAG" val="#wm#"/>
  <p:tag name="KSO_WM_CHIP_GROUPID" val="624cfa648c72ca61f790a27d"/>
  <p:tag name="KSO_WM_CHIP_XID" val="624cfa648c72ca61f790a27c"/>
  <p:tag name="KSO_WM_CHIP_FILLAREA_FILL_RULE" val="{&quot;fill_align&quot;:&quot;cm&quot;,&quot;fill_mode&quot;:&quot;adaptive&quot;,&quot;sacle_strategy&quot;:&quot;smart&quot;}"/>
  <p:tag name="KSO_WM_ASSEMBLE_CHIP_INDEX" val="bd13f49f35a440f19a89752870c74635"/>
  <p:tag name="KSO_WM_UNIT_TEXT_FILL_FORE_SCHEMECOLOR_INDEX_BRIGHTNESS" val="0.15"/>
  <p:tag name="KSO_WM_UNIT_TEXT_FILL_FORE_SCHEMECOLOR_INDEX" val="13"/>
  <p:tag name="KSO_WM_UNIT_TEXT_FILL_TYPE" val="1"/>
  <p:tag name="KSO_WM_TEMPLATE_ASSEMBLE_XID" val="6315687859d53ee3cde20619"/>
  <p:tag name="KSO_WM_TEMPLATE_ASSEMBLE_GROUPID" val="62d66a1602b43a043dcc7b44"/>
</p:tagLst>
</file>

<file path=ppt/tags/tag89.xml><?xml version="1.0" encoding="utf-8"?>
<p:tagLst xmlns:p="http://schemas.openxmlformats.org/presentationml/2006/main">
  <p:tag name="KSO_WM_UNIT_DEFAULT_FONT" val="24;26;2"/>
  <p:tag name="KSO_WM_UNIT_BLOCK" val="0"/>
  <p:tag name="KSO_WM_UNIT_DEC_AREA_ID" val="44b22769499e419a8629ddc58112b962"/>
  <p:tag name="KSO_WM_UNIT_SUBTYPE" val="a"/>
  <p:tag name="KSO_WM_UNIT_PRESET_TEXT" val="单击此处添加文本具体内容"/>
  <p:tag name="KSO_WM_UNIT_NOCLEAR" val="0"/>
  <p:tag name="KSO_WM_UNIT_VALUE" val="2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3967_1*f*1"/>
  <p:tag name="KSO_WM_TEMPLATE_CATEGORY" val="custom"/>
  <p:tag name="KSO_WM_TEMPLATE_INDEX" val="20223967"/>
  <p:tag name="KSO_WM_UNIT_LAYERLEVEL" val="1"/>
  <p:tag name="KSO_WM_TAG_VERSION" val="1.0"/>
  <p:tag name="KSO_WM_BEAUTIFY_FLAG" val="#wm#"/>
  <p:tag name="KSO_WM_CHIP_GROUPID" val="624cfa648c72ca61f790a27d"/>
  <p:tag name="KSO_WM_CHIP_XID" val="624cfa648c72ca61f790a27c"/>
  <p:tag name="KSO_WM_CHIP_FILLAREA_FILL_RULE" val="{&quot;fill_align&quot;:&quot;cm&quot;,&quot;fill_mode&quot;:&quot;adaptive&quot;,&quot;sacle_strategy&quot;:&quot;smart&quot;}"/>
  <p:tag name="KSO_WM_ASSEMBLE_CHIP_INDEX" val="bd13f49f35a440f19a89752870c74635"/>
  <p:tag name="KSO_WM_UNIT_TEXT_FILL_FORE_SCHEMECOLOR_INDEX_BRIGHTNESS" val="0.15"/>
  <p:tag name="KSO_WM_UNIT_TEXT_FILL_FORE_SCHEMECOLOR_INDEX" val="13"/>
  <p:tag name="KSO_WM_UNIT_TEXT_FILL_TYPE" val="1"/>
  <p:tag name="KSO_WM_TEMPLATE_ASSEMBLE_XID" val="6315687859d53ee3cde20619"/>
  <p:tag name="KSO_WM_TEMPLATE_ASSEMBLE_GROUPID" val="62d66a1602b43a043dcc7b44"/>
</p:tagLst>
</file>

<file path=ppt/tags/tag90.xml><?xml version="1.0" encoding="utf-8"?>
<p:tagLst xmlns:p="http://schemas.openxmlformats.org/presentationml/2006/main">
  <p:tag name="KSO_WM_UNIT_DEFAULT_FONT" val="20;22;2"/>
  <p:tag name="KSO_WM_UNIT_BLOCK" val="0"/>
  <p:tag name="KSO_WM_UNIT_DEC_AREA_ID" val="c989b94058894d00b9dfa852d018327e"/>
  <p:tag name="KSO_WM_UNIT_SUBTYPE" val="b"/>
  <p:tag name="KSO_WM_UNIT_PRESET_TEXT" val="汇报人姓名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23967_1*f*2"/>
  <p:tag name="KSO_WM_TEMPLATE_CATEGORY" val="custom"/>
  <p:tag name="KSO_WM_TEMPLATE_INDEX" val="20223967"/>
  <p:tag name="KSO_WM_UNIT_LAYERLEVEL" val="1"/>
  <p:tag name="KSO_WM_TAG_VERSION" val="1.0"/>
  <p:tag name="KSO_WM_BEAUTIFY_FLAG" val="#wm#"/>
  <p:tag name="KSO_WM_CHIP_GROUPID" val="624cfa648c72ca61f790a27d"/>
  <p:tag name="KSO_WM_CHIP_XID" val="624cfa648c72ca61f790a27c"/>
  <p:tag name="KSO_WM_CHIP_FILLAREA_FILL_RULE" val="{&quot;fill_align&quot;:&quot;cm&quot;,&quot;fill_mode&quot;:&quot;adaptive&quot;,&quot;sacle_strategy&quot;:&quot;smart&quot;}"/>
  <p:tag name="KSO_WM_ASSEMBLE_CHIP_INDEX" val="bd13f49f35a440f19a89752870c74635"/>
  <p:tag name="KSO_WM_UNIT_TEXT_FILL_FORE_SCHEMECOLOR_INDEX_BRIGHTNESS" val="0.15"/>
  <p:tag name="KSO_WM_UNIT_TEXT_FILL_FORE_SCHEMECOLOR_INDEX" val="13"/>
  <p:tag name="KSO_WM_UNIT_TEXT_FILL_TYPE" val="1"/>
  <p:tag name="KSO_WM_TEMPLATE_ASSEMBLE_XID" val="6315687859d53ee3cde20619"/>
  <p:tag name="KSO_WM_TEMPLATE_ASSEMBLE_GROUPID" val="62d66a1602b43a043dcc7b44"/>
</p:tagLst>
</file>

<file path=ppt/tags/tag91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2*i*1"/>
  <p:tag name="KSO_WM_BEAUTIFY_FLAG" val="#wm#"/>
  <p:tag name="KSO_WM_TAG_VERSION" val="1.0"/>
  <p:tag name="KSO_WM_CHIP_GROUPID" val="62d66a1602b43a043dcc7b44"/>
  <p:tag name="KSO_WM_CHIP_XID" val="62d66a1602b43a043dcc7f2c"/>
  <p:tag name="KSO_WM_UNIT_DEC_AREA_ID" val="a922d27a1a6d4c7c9388db1905f501d8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9b41c2d8a85451281af2efa26695aad"/>
  <p:tag name="KSO_WM_SLIDE_BACKGROUND_TYPE" val="general"/>
</p:tagLst>
</file>

<file path=ppt/tags/tag92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1*i*1"/>
  <p:tag name="KSO_WM_BEAUTIFY_FLAG" val="#wm#"/>
  <p:tag name="KSO_WM_TAG_VERSION" val="1.0"/>
  <p:tag name="KSO_WM_CHIP_GROUPID" val="62d66a1602b43a043dcc7b44"/>
  <p:tag name="KSO_WM_CHIP_XID" val="62d66a1602b43a043dcc7f1b"/>
  <p:tag name="KSO_WM_UNIT_DEC_AREA_ID" val="16913b4656614b11953361c315002ac4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c660f3450ba44fb2a546e8ec2340524d"/>
  <p:tag name="KSO_WM_SLIDE_BACKGROUND_TYPE" val="general"/>
</p:tagLst>
</file>

<file path=ppt/tags/tag93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94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95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96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97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2*i*1"/>
  <p:tag name="KSO_WM_BEAUTIFY_FLAG" val="#wm#"/>
  <p:tag name="KSO_WM_TAG_VERSION" val="1.0"/>
  <p:tag name="KSO_WM_CHIP_GROUPID" val="62d66a1602b43a043dcc7b44"/>
  <p:tag name="KSO_WM_CHIP_XID" val="62d66a1602b43a043dcc7f2c"/>
  <p:tag name="KSO_WM_UNIT_DEC_AREA_ID" val="fe18757288fc4432a82f6adc8eb023eb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f58671cf3414d91a238fae53a3e9a2c"/>
  <p:tag name="KSO_WM_SLIDE_BACKGROUND_TYPE" val="frame"/>
</p:tagLst>
</file>

<file path=ppt/tags/tag98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1*i*1"/>
  <p:tag name="KSO_WM_BEAUTIFY_FLAG" val="#wm#"/>
  <p:tag name="KSO_WM_TAG_VERSION" val="1.0"/>
  <p:tag name="KSO_WM_CHIP_GROUPID" val="62d66a1602b43a043dcc7b44"/>
  <p:tag name="KSO_WM_CHIP_XID" val="62d66a1602b43a043dcc7f1b"/>
  <p:tag name="KSO_WM_UNIT_DEC_AREA_ID" val="88f49fae91a8447b872b7e539f816572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437dc3204b049f2af8ae10bf5ddf149"/>
  <p:tag name="KSO_WM_SLIDE_BACKGROUND_TYPE" val="frame"/>
</p:tagLst>
</file>

<file path=ppt/tags/tag9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145_2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  <p:tag name="KSO_WM_TEMPLATE_CATEGORY" val="bg"/>
  <p:tag name="KSO_WM_TEMPLATE_INDEX" val="20221145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a5c6abcf14e69e7f8bcd05"/>
  <p:tag name="KSO_WM_CHIP_XID" val="627620defe82813d301f0952"/>
</p:tagLst>
</file>

<file path=ppt/tags/tag100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1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2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3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4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145_3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1145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a5c6abcf14e69e7f8bcd05"/>
  <p:tag name="KSO_WM_CHIP_XID" val="627620defe82813d301f0953"/>
</p:tagLst>
</file>

<file path=ppt/tags/tag106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1*i*1"/>
  <p:tag name="KSO_WM_BEAUTIFY_FLAG" val="#wm#"/>
  <p:tag name="KSO_WM_TAG_VERSION" val="1.0"/>
  <p:tag name="KSO_WM_CHIP_GROUPID" val="62d66a1602b43a043dcc7b44"/>
  <p:tag name="KSO_WM_CHIP_XID" val="62d66a1602b43a043dcc7f1b"/>
  <p:tag name="KSO_WM_UNIT_DEC_AREA_ID" val="3a749cdc6c834d909cdb17d74347bb47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ed94b5f0f464b88ae280c296b2017af"/>
  <p:tag name="KSO_WM_SLIDE_BACKGROUND_TYPE" val="leftRight"/>
</p:tagLst>
</file>

<file path=ppt/tags/tag107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08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09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0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1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2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145_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1145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a5c6abcf14e69e7f8bcd05"/>
  <p:tag name="KSO_WM_CHIP_XID" val="627620defe82813d301f0954"/>
</p:tagLst>
</file>

<file path=ppt/tags/tag114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2*i*1"/>
  <p:tag name="KSO_WM_BEAUTIFY_FLAG" val="#wm#"/>
  <p:tag name="KSO_WM_TAG_VERSION" val="1.0"/>
  <p:tag name="KSO_WM_CHIP_GROUPID" val="62d66a1602b43a043dcc7b44"/>
  <p:tag name="KSO_WM_CHIP_XID" val="62d66a1602b43a043dcc7f2c"/>
  <p:tag name="KSO_WM_UNIT_DEC_AREA_ID" val="4a52efc92e124fbd911c328f432c1562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dce96935ca544308c5b21c7bae481f2"/>
  <p:tag name="KSO_WM_SLIDE_BACKGROUND_TYPE" val="topBottom"/>
</p:tagLst>
</file>

<file path=ppt/tags/tag115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16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17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18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19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0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145_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1145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a5c6abcf14e69e7f8bcd05"/>
  <p:tag name="KSO_WM_CHIP_XID" val="627620defe82813d301f0955"/>
</p:tagLst>
</file>

<file path=ppt/tags/tag122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1*i*1"/>
  <p:tag name="KSO_WM_BEAUTIFY_FLAG" val="#wm#"/>
  <p:tag name="KSO_WM_TAG_VERSION" val="1.0"/>
  <p:tag name="KSO_WM_CHIP_GROUPID" val="62d66a1602b43a043dcc7b44"/>
  <p:tag name="KSO_WM_CHIP_XID" val="62d66a1602b43a043dcc7f1b"/>
  <p:tag name="KSO_WM_UNIT_DEC_AREA_ID" val="7f450acae0fd4b2288924cd2f8634074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81e650457911499b903fd7d4a208386c"/>
  <p:tag name="KSO_WM_SLIDE_BACKGROUND_TYPE" val="bottomTop"/>
</p:tagLst>
</file>

<file path=ppt/tags/tag123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24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25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26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27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28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145_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1145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a5c6abcf14e69e7f8bcd05"/>
  <p:tag name="KSO_WM_CHIP_XID" val="627620defe82813d301f0956"/>
</p:tagLst>
</file>

<file path=ppt/tags/tag130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2*i*1"/>
  <p:tag name="KSO_WM_BEAUTIFY_FLAG" val="#wm#"/>
  <p:tag name="KSO_WM_TAG_VERSION" val="1.0"/>
  <p:tag name="KSO_WM_CHIP_GROUPID" val="62d66a1602b43a043dcc7b44"/>
  <p:tag name="KSO_WM_CHIP_XID" val="62d66a1602b43a043dcc7f2c"/>
  <p:tag name="KSO_WM_UNIT_DEC_AREA_ID" val="ccb764aa02634b69b593366e9b90e4ca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8320caca7c3e4bfb81a5d52914686b0f"/>
  <p:tag name="KSO_WM_SLIDE_BACKGROUND_TYPE" val="navigation"/>
</p:tagLst>
</file>

<file path=ppt/tags/tag131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32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33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34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35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36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37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38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3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145_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1145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a5c6abcf14e69e7f8bcd05"/>
  <p:tag name="KSO_WM_CHIP_XID" val="627620defe82813d301f0957"/>
</p:tagLst>
</file>

<file path=ppt/tags/tag140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1*i*1"/>
  <p:tag name="KSO_WM_BEAUTIFY_FLAG" val="#wm#"/>
  <p:tag name="KSO_WM_TAG_VERSION" val="1.0"/>
  <p:tag name="KSO_WM_CHIP_GROUPID" val="62d66a1602b43a043dcc7b44"/>
  <p:tag name="KSO_WM_CHIP_XID" val="62d66a1602b43a043dcc7f1b"/>
  <p:tag name="KSO_WM_UNIT_DEC_AREA_ID" val="fdeee4e131624803b83a0a47d32066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82e44855b720484fba4ebd0cebaf97bf"/>
  <p:tag name="KSO_WM_SLIDE_BACKGROUND_TYPE" val="belt"/>
</p:tagLst>
</file>

<file path=ppt/tags/tag141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2*i*1"/>
  <p:tag name="KSO_WM_BEAUTIFY_FLAG" val="#wm#"/>
  <p:tag name="KSO_WM_TAG_VERSION" val="1.0"/>
  <p:tag name="KSO_WM_CHIP_GROUPID" val="62d66a1602b43a043dcc7b44"/>
  <p:tag name="KSO_WM_CHIP_XID" val="62d66a1602b43a043dcc7f2c"/>
  <p:tag name="KSO_WM_UNIT_DEC_AREA_ID" val="483c880dd7984432bfd736878dbcd3c1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c06355b4b214220be36045d4597604b"/>
  <p:tag name="KSO_WM_SLIDE_BACKGROUND_TYPE" val="belt"/>
</p:tagLst>
</file>

<file path=ppt/tags/tag142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43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44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45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46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TEMPLATE_CATEGORY" val="custom"/>
  <p:tag name="KSO_WM_TEMPLATE_INDEX" val="20223967"/>
</p:tagLst>
</file>

<file path=ppt/tags/tag1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TEMPLATE_CATEGORY" val="custom"/>
  <p:tag name="KSO_WM_TEMPLATE_INDEX" val="20223967"/>
</p:tagLst>
</file>

<file path=ppt/tags/tag1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2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23967"/>
  <p:tag name="KSO_WM_CHIP_COLORING" val="2"/>
</p:tagLst>
</file>

<file path=ppt/tags/tag153.xml><?xml version="1.0" encoding="utf-8"?>
<p:tagLst xmlns:p="http://schemas.openxmlformats.org/presentationml/2006/main">
  <p:tag name="KSO_WM_UNIT_SUBTYPE" val="a"/>
  <p:tag name="KSO_WM_UNIT_PRESET_TEXT" val="单击此处添加文本具体内容，简明扼要地阐述你的观点"/>
  <p:tag name="KSO_WM_UNIT_NOCLEAR" val="0"/>
  <p:tag name="KSO_WM_UNIT_VALUE" val="8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3967_1*f*1"/>
  <p:tag name="KSO_WM_TEMPLATE_CATEGORY" val="custom"/>
  <p:tag name="KSO_WM_TEMPLATE_INDEX" val="20223967"/>
  <p:tag name="KSO_WM_UNIT_LAYERLEVEL" val="1"/>
  <p:tag name="KSO_WM_TAG_VERSION" val="1.0"/>
  <p:tag name="KSO_WM_BEAUTIFY_FLAG" val="#wm#"/>
  <p:tag name="KSO_WM_UNIT_DEFAULT_FONT" val="16;18;2"/>
  <p:tag name="KSO_WM_UNIT_BLOCK" val="0"/>
  <p:tag name="KSO_WM_UNIT_DEC_AREA_ID" val="a7399debbf2f4695a96fcd0401dd88e7"/>
  <p:tag name="KSO_WM_CHIP_GROUPID" val="619de5d456c5b5f57912a6a4"/>
  <p:tag name="KSO_WM_CHIP_XID" val="619de5d456c5b5f57912a6a1"/>
  <p:tag name="KSO_WM_CHIP_FILLAREA_FILL_RULE" val="{&quot;fill_align&quot;:&quot;lm&quot;,&quot;fill_mode&quot;:&quot;adaptive&quot;,&quot;sacle_strategy&quot;:&quot;smart&quot;}"/>
  <p:tag name="KSO_WM_ASSEMBLE_CHIP_INDEX" val="f634dacd3a424b00b5976fec60ddf802"/>
  <p:tag name="KSO_WM_UNIT_TEXT_FILL_FORE_SCHEMECOLOR_INDEX_BRIGHTNESS" val="0.15"/>
  <p:tag name="KSO_WM_UNIT_TEXT_FILL_FORE_SCHEMECOLOR_INDEX" val="13"/>
  <p:tag name="KSO_WM_UNIT_TEXT_FILL_TYPE" val="1"/>
</p:tagLst>
</file>

<file path=ppt/tags/tag154.xml><?xml version="1.0" encoding="utf-8"?>
<p:tagLst xmlns:p="http://schemas.openxmlformats.org/presentationml/2006/main">
  <p:tag name="KSO_WM_UNIT_ISCONTENTSTITLE" val="0"/>
  <p:tag name="KSO_WM_UNIT_ISNUMDGMTITLE" val="0"/>
  <p:tag name="KSO_WM_UNIT_PRESET_TEXT" val="简约教学总结汇报模版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967_1*a*1"/>
  <p:tag name="KSO_WM_TEMPLATE_CATEGORY" val="custom"/>
  <p:tag name="KSO_WM_TEMPLATE_INDEX" val="20223967"/>
  <p:tag name="KSO_WM_UNIT_LAYERLEVEL" val="1"/>
  <p:tag name="KSO_WM_TAG_VERSION" val="1.0"/>
  <p:tag name="KSO_WM_BEAUTIFY_FLAG" val="#wm#"/>
  <p:tag name="KSO_WM_UNIT_DEFAULT_FONT" val="72;74;2"/>
  <p:tag name="KSO_WM_UNIT_BLOCK" val="0"/>
  <p:tag name="KSO_WM_UNIT_DEC_AREA_ID" val="91128d3504c4478daf3904f7cf7e4cf3"/>
  <p:tag name="KSO_WM_CHIP_GROUPID" val="619de5d456c5b5f57912a6a4"/>
  <p:tag name="KSO_WM_CHIP_XID" val="619de5d456c5b5f57912a6a1"/>
  <p:tag name="KSO_WM_CHIP_FILLAREA_FILL_RULE" val="{&quot;fill_align&quot;:&quot;lm&quot;,&quot;fill_mode&quot;:&quot;adaptive&quot;,&quot;sacle_strategy&quot;:&quot;smart&quot;}"/>
  <p:tag name="KSO_WM_ASSEMBLE_CHIP_INDEX" val="f634dacd3a424b00b5976fec60ddf802"/>
  <p:tag name="KSO_WM_UNIT_TEXT_FILL_FORE_SCHEMECOLOR_INDEX_BRIGHTNESS" val="0.15"/>
  <p:tag name="KSO_WM_UNIT_TEXT_FILL_FORE_SCHEMECOLOR_INDEX" val="13"/>
  <p:tag name="KSO_WM_UNIT_TEXT_FILL_TYPE" val="1"/>
  <p:tag name="KSO_WM_UNIT_SMARTLAYOUT_COMPRESS_INFO" val="{&#10;    &quot;id&quot;: &quot;2022-09-05T11:11:30&quot;,&#10;    &quot;max&quot;: 2.7999212598425345,&#10;    &quot;topChanged&quot;: 1.95528179203197&#10;}&#10;"/>
</p:tagLst>
</file>

<file path=ppt/tags/tag155.xml><?xml version="1.0" encoding="utf-8"?>
<p:tagLst xmlns:p="http://schemas.openxmlformats.org/presentationml/2006/main">
  <p:tag name="KSO_WM_SLIDE_ID" val="custom20223967_1"/>
  <p:tag name="KSO_WM_TEMPLATE_SUBCATEGORY" val="21"/>
  <p:tag name="KSO_WM_TEMPLATE_MASTER_TYPE" val="1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967"/>
  <p:tag name="KSO_WM_SLIDE_LAYOUT" val="a_f"/>
  <p:tag name="KSO_WM_SLIDE_LAYOUT_CNT" val="1_2"/>
  <p:tag name="KSO_WM_CHIP_INFOS" val="{&quot;type&quot;:0,&quot;layout_type&quot;:&quot;1_NF_LC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FILLPROP" val="[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m&quot;,&quot;chip_types&quot;:[&quot;header&quot;,&quot;wordpuzzle&quot;]}]]"/>
  <p:tag name="KSO_WM_CHIP_DECFILLPROP" val="[]"/>
  <p:tag name="KSO_WM_CHIP_XID" val="613098f1c37455bdf62aa2e6"/>
  <p:tag name="KSO_WM_CHIP_GROUPID" val="613098f1c37455bdf62aa2e5"/>
  <p:tag name="KSO_WM_SLIDE_LAYOUT_INFO" val="{&quot;id&quot;:&quot;2022-09-05T11:11:30&quot;,&quot;margin&quot;:{&quot;bottom&quot;:2.264641046524048,&quot;left&quot;:2.771066665649414,&quot;right&quot;:16.6534423828125,&quot;top&quot;:2.264636278152466},&quot;type&quot;:0}"/>
  <p:tag name="KSO_WM_SLIDE_BK_DARK_LIGHT" val="2"/>
  <p:tag name="KSO_WM_SLIDE_BACKGROUND_TYPE" val="general"/>
  <p:tag name="KSO_WM_SLIDE_SUPPORT_FEATURE_TYPE" val="0"/>
  <p:tag name="KSO_WM_SLIDE_TYPE" val="title"/>
  <p:tag name="KSO_WM_TEMPLATE_MASTER_THUMB_INDEX" val="12"/>
  <p:tag name="KSO_WM_CHIP_COLORING" val="2"/>
  <p:tag name="KSO_WM_SLIDE_SUBTYPE" val="pureTxt"/>
  <p:tag name="KSO_WM_TEMPLATE_ASSEMBLE_XID" val="6315687859d53ee3cde20628"/>
  <p:tag name="KSO_WM_TEMPLATE_ASSEMBLE_GROUPID" val="62d66a1602b43a043dcc7b44"/>
  <p:tag name="KSO_WM_TEMPLATE_THUMBS_INDEX" val="1、3、6、7、8、21"/>
</p:tagLst>
</file>

<file path=ppt/tags/tag156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2*i*1"/>
  <p:tag name="KSO_WM_BEAUTIFY_FLAG" val="#wm#"/>
  <p:tag name="KSO_WM_TAG_VERSION" val="1.0"/>
  <p:tag name="KSO_WM_CHIP_GROUPID" val="62d66a1602b43a043dcc7b44"/>
  <p:tag name="KSO_WM_CHIP_XID" val="62d66a1602b43a043dcc7f2c"/>
  <p:tag name="KSO_WM_UNIT_DEC_AREA_ID" val="a922d27a1a6d4c7c9388db1905f501d8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9b41c2d8a85451281af2efa26695aad"/>
  <p:tag name="KSO_WM_SLIDE_BACKGROUND_TYPE" val="general"/>
</p:tagLst>
</file>

<file path=ppt/tags/tag157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1*i*1"/>
  <p:tag name="KSO_WM_BEAUTIFY_FLAG" val="#wm#"/>
  <p:tag name="KSO_WM_TAG_VERSION" val="1.0"/>
  <p:tag name="KSO_WM_CHIP_GROUPID" val="62d66a1602b43a043dcc7b44"/>
  <p:tag name="KSO_WM_CHIP_XID" val="62d66a1602b43a043dcc7f1b"/>
  <p:tag name="KSO_WM_UNIT_DEC_AREA_ID" val="16913b4656614b11953361c315002ac4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c660f3450ba44fb2a546e8ec2340524d"/>
  <p:tag name="KSO_WM_SLIDE_BACKGROUND_TYPE" val="general"/>
</p:tagLst>
</file>

<file path=ppt/tags/tag158.xml><?xml version="1.0" encoding="utf-8"?>
<p:tagLst xmlns:p="http://schemas.openxmlformats.org/presentationml/2006/main">
  <p:tag name="KSO_WM_SLIDE_BACKGROUND_TYPE" val="general"/>
</p:tagLst>
</file>

<file path=ppt/tags/tag159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2*i*1"/>
  <p:tag name="KSO_WM_BEAUTIFY_FLAG" val="#wm#"/>
  <p:tag name="KSO_WM_TAG_VERSION" val="1.0"/>
  <p:tag name="KSO_WM_CHIP_GROUPID" val="62d66a1602b43a043dcc7b44"/>
  <p:tag name="KSO_WM_CHIP_XID" val="62d66a1602b43a043dcc7f2c"/>
  <p:tag name="KSO_WM_UNIT_DEC_AREA_ID" val="a922d27a1a6d4c7c9388db1905f501d8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9b41c2d8a85451281af2efa26695aad"/>
  <p:tag name="KSO_WM_SLIDE_BACKGROUND_TYPE" val="general"/>
</p:tagLst>
</file>

<file path=ppt/tags/tag160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1*i*1"/>
  <p:tag name="KSO_WM_BEAUTIFY_FLAG" val="#wm#"/>
  <p:tag name="KSO_WM_TAG_VERSION" val="1.0"/>
  <p:tag name="KSO_WM_CHIP_GROUPID" val="62d66a1602b43a043dcc7b44"/>
  <p:tag name="KSO_WM_CHIP_XID" val="62d66a1602b43a043dcc7f1b"/>
  <p:tag name="KSO_WM_UNIT_DEC_AREA_ID" val="16913b4656614b11953361c315002ac4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c660f3450ba44fb2a546e8ec2340524d"/>
  <p:tag name="KSO_WM_SLIDE_BACKGROUND_TYPE" val="general"/>
</p:tagLst>
</file>

<file path=ppt/tags/tag161.xml><?xml version="1.0" encoding="utf-8"?>
<p:tagLst xmlns:p="http://schemas.openxmlformats.org/presentationml/2006/main">
  <p:tag name="KSO_WM_UNIT_PLACING_PICTURE_USER_VIEWPORT" val="{&quot;height&quot;:8378,&quot;width&quot;:11780}"/>
</p:tagLst>
</file>

<file path=ppt/tags/tag162.xml><?xml version="1.0" encoding="utf-8"?>
<p:tagLst xmlns:p="http://schemas.openxmlformats.org/presentationml/2006/main">
  <p:tag name="KSO_WM_SLIDE_BACKGROUND_TYPE" val="general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2*i*1"/>
  <p:tag name="KSO_WM_BEAUTIFY_FLAG" val="#wm#"/>
  <p:tag name="KSO_WM_TAG_VERSION" val="1.0"/>
  <p:tag name="KSO_WM_CHIP_GROUPID" val="62d66a1602b43a043dcc7b44"/>
  <p:tag name="KSO_WM_CHIP_XID" val="62d66a1602b43a043dcc7f2c"/>
  <p:tag name="KSO_WM_UNIT_DEC_AREA_ID" val="a922d27a1a6d4c7c9388db1905f501d8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9b41c2d8a85451281af2efa26695aad"/>
  <p:tag name="KSO_WM_SLIDE_BACKGROUND_TYPE" val="general"/>
</p:tagLst>
</file>

<file path=ppt/tags/tag167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1*i*1"/>
  <p:tag name="KSO_WM_BEAUTIFY_FLAG" val="#wm#"/>
  <p:tag name="KSO_WM_TAG_VERSION" val="1.0"/>
  <p:tag name="KSO_WM_CHIP_GROUPID" val="62d66a1602b43a043dcc7b44"/>
  <p:tag name="KSO_WM_CHIP_XID" val="62d66a1602b43a043dcc7f1b"/>
  <p:tag name="KSO_WM_UNIT_DEC_AREA_ID" val="16913b4656614b11953361c315002ac4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c660f3450ba44fb2a546e8ec2340524d"/>
  <p:tag name="KSO_WM_SLIDE_BACKGROUND_TYPE" val="general"/>
</p:tagLst>
</file>

<file path=ppt/tags/tag168.xml><?xml version="1.0" encoding="utf-8"?>
<p:tagLst xmlns:p="http://schemas.openxmlformats.org/presentationml/2006/main">
  <p:tag name="KSO_WM_SLIDE_BACKGROUND_TYPE" val="general"/>
</p:tagLst>
</file>

<file path=ppt/tags/tag169.xml><?xml version="1.0" encoding="utf-8"?>
<p:tagLst xmlns:p="http://schemas.openxmlformats.org/presentationml/2006/main">
  <p:tag name="KSO_WM_UNIT_PLACING_PICTURE_USER_VIEWPORT" val="{&quot;height&quot;:2560,&quot;width&quot;:11940}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2*i*1"/>
  <p:tag name="KSO_WM_BEAUTIFY_FLAG" val="#wm#"/>
  <p:tag name="KSO_WM_TAG_VERSION" val="1.0"/>
  <p:tag name="KSO_WM_CHIP_GROUPID" val="62d66a1602b43a043dcc7b44"/>
  <p:tag name="KSO_WM_CHIP_XID" val="62d66a1602b43a043dcc7f2c"/>
  <p:tag name="KSO_WM_UNIT_DEC_AREA_ID" val="a922d27a1a6d4c7c9388db1905f501d8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9b41c2d8a85451281af2efa26695aad"/>
  <p:tag name="KSO_WM_SLIDE_BACKGROUND_TYPE" val="general"/>
</p:tagLst>
</file>

<file path=ppt/tags/tag172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1*i*1"/>
  <p:tag name="KSO_WM_BEAUTIFY_FLAG" val="#wm#"/>
  <p:tag name="KSO_WM_TAG_VERSION" val="1.0"/>
  <p:tag name="KSO_WM_CHIP_GROUPID" val="62d66a1602b43a043dcc7b44"/>
  <p:tag name="KSO_WM_CHIP_XID" val="62d66a1602b43a043dcc7f1b"/>
  <p:tag name="KSO_WM_UNIT_DEC_AREA_ID" val="16913b4656614b11953361c315002ac4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c660f3450ba44fb2a546e8ec2340524d"/>
  <p:tag name="KSO_WM_SLIDE_BACKGROUND_TYPE" val="general"/>
</p:tagLst>
</file>

<file path=ppt/tags/tag173.xml><?xml version="1.0" encoding="utf-8"?>
<p:tagLst xmlns:p="http://schemas.openxmlformats.org/presentationml/2006/main">
  <p:tag name="KSO_WM_SLIDE_BACKGROUND_TYPE" val="general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2*i*1"/>
  <p:tag name="KSO_WM_BEAUTIFY_FLAG" val="#wm#"/>
  <p:tag name="KSO_WM_TAG_VERSION" val="1.0"/>
  <p:tag name="KSO_WM_CHIP_GROUPID" val="62d66a1602b43a043dcc7b44"/>
  <p:tag name="KSO_WM_CHIP_XID" val="62d66a1602b43a043dcc7f2c"/>
  <p:tag name="KSO_WM_UNIT_DEC_AREA_ID" val="a922d27a1a6d4c7c9388db1905f501d8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9b41c2d8a85451281af2efa26695aad"/>
  <p:tag name="KSO_WM_SLIDE_BACKGROUND_TYPE" val="general"/>
</p:tagLst>
</file>

<file path=ppt/tags/tag177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1*i*1"/>
  <p:tag name="KSO_WM_BEAUTIFY_FLAG" val="#wm#"/>
  <p:tag name="KSO_WM_TAG_VERSION" val="1.0"/>
  <p:tag name="KSO_WM_CHIP_GROUPID" val="62d66a1602b43a043dcc7b44"/>
  <p:tag name="KSO_WM_CHIP_XID" val="62d66a1602b43a043dcc7f1b"/>
  <p:tag name="KSO_WM_UNIT_DEC_AREA_ID" val="16913b4656614b11953361c315002ac4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c660f3450ba44fb2a546e8ec2340524d"/>
  <p:tag name="KSO_WM_SLIDE_BACKGROUND_TYPE" val="general"/>
</p:tagLst>
</file>

<file path=ppt/tags/tag178.xml><?xml version="1.0" encoding="utf-8"?>
<p:tagLst xmlns:p="http://schemas.openxmlformats.org/presentationml/2006/main">
  <p:tag name="KSO_WM_SLIDE_BACKGROUND_TYPE" val="general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2*i*1"/>
  <p:tag name="KSO_WM_BEAUTIFY_FLAG" val="#wm#"/>
  <p:tag name="KSO_WM_TAG_VERSION" val="1.0"/>
  <p:tag name="KSO_WM_CHIP_GROUPID" val="62d66a1602b43a043dcc7b44"/>
  <p:tag name="KSO_WM_CHIP_XID" val="62d66a1602b43a043dcc7f2c"/>
  <p:tag name="KSO_WM_UNIT_DEC_AREA_ID" val="a922d27a1a6d4c7c9388db1905f501d8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9b41c2d8a85451281af2efa26695aad"/>
  <p:tag name="KSO_WM_SLIDE_BACKGROUND_TYPE" val="general"/>
</p:tagLst>
</file>

<file path=ppt/tags/tag182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1*i*1"/>
  <p:tag name="KSO_WM_BEAUTIFY_FLAG" val="#wm#"/>
  <p:tag name="KSO_WM_TAG_VERSION" val="1.0"/>
  <p:tag name="KSO_WM_CHIP_GROUPID" val="62d66a1602b43a043dcc7b44"/>
  <p:tag name="KSO_WM_CHIP_XID" val="62d66a1602b43a043dcc7f1b"/>
  <p:tag name="KSO_WM_UNIT_DEC_AREA_ID" val="16913b4656614b11953361c315002ac4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c660f3450ba44fb2a546e8ec2340524d"/>
  <p:tag name="KSO_WM_SLIDE_BACKGROUND_TYPE" val="general"/>
</p:tagLst>
</file>

<file path=ppt/tags/tag183.xml><?xml version="1.0" encoding="utf-8"?>
<p:tagLst xmlns:p="http://schemas.openxmlformats.org/presentationml/2006/main">
  <p:tag name="KSO_WM_SLIDE_BACKGROUND_TYPE" val="general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2*i*1"/>
  <p:tag name="KSO_WM_BEAUTIFY_FLAG" val="#wm#"/>
  <p:tag name="KSO_WM_TAG_VERSION" val="1.0"/>
  <p:tag name="KSO_WM_CHIP_GROUPID" val="62d66a1602b43a043dcc7b44"/>
  <p:tag name="KSO_WM_CHIP_XID" val="62d66a1602b43a043dcc7f2c"/>
  <p:tag name="KSO_WM_UNIT_DEC_AREA_ID" val="a922d27a1a6d4c7c9388db1905f501d8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9b41c2d8a85451281af2efa26695aad"/>
  <p:tag name="KSO_WM_SLIDE_BACKGROUND_TYPE" val="general"/>
</p:tagLst>
</file>

<file path=ppt/tags/tag186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1*i*1"/>
  <p:tag name="KSO_WM_BEAUTIFY_FLAG" val="#wm#"/>
  <p:tag name="KSO_WM_TAG_VERSION" val="1.0"/>
  <p:tag name="KSO_WM_CHIP_GROUPID" val="62d66a1602b43a043dcc7b44"/>
  <p:tag name="KSO_WM_CHIP_XID" val="62d66a1602b43a043dcc7f1b"/>
  <p:tag name="KSO_WM_UNIT_DEC_AREA_ID" val="16913b4656614b11953361c315002ac4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c660f3450ba44fb2a546e8ec2340524d"/>
  <p:tag name="KSO_WM_SLIDE_BACKGROUND_TYPE" val="general"/>
</p:tagLst>
</file>

<file path=ppt/tags/tag187.xml><?xml version="1.0" encoding="utf-8"?>
<p:tagLst xmlns:p="http://schemas.openxmlformats.org/presentationml/2006/main">
  <p:tag name="KSO_WM_SLIDE_BACKGROUND_TYPE" val="general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2*i*1"/>
  <p:tag name="KSO_WM_BEAUTIFY_FLAG" val="#wm#"/>
  <p:tag name="KSO_WM_TAG_VERSION" val="1.0"/>
  <p:tag name="KSO_WM_CHIP_GROUPID" val="62d66a1602b43a043dcc7b44"/>
  <p:tag name="KSO_WM_CHIP_XID" val="62d66a1602b43a043dcc7f2c"/>
  <p:tag name="KSO_WM_UNIT_DEC_AREA_ID" val="a922d27a1a6d4c7c9388db1905f501d8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9b41c2d8a85451281af2efa26695aad"/>
  <p:tag name="KSO_WM_SLIDE_BACKGROUND_TYPE" val="general"/>
</p:tagLst>
</file>

<file path=ppt/tags/tag191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1*i*1"/>
  <p:tag name="KSO_WM_BEAUTIFY_FLAG" val="#wm#"/>
  <p:tag name="KSO_WM_TAG_VERSION" val="1.0"/>
  <p:tag name="KSO_WM_CHIP_GROUPID" val="62d66a1602b43a043dcc7b44"/>
  <p:tag name="KSO_WM_CHIP_XID" val="62d66a1602b43a043dcc7f1b"/>
  <p:tag name="KSO_WM_UNIT_DEC_AREA_ID" val="16913b4656614b11953361c315002ac4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c660f3450ba44fb2a546e8ec2340524d"/>
  <p:tag name="KSO_WM_SLIDE_BACKGROUND_TYPE" val="general"/>
</p:tagLst>
</file>

<file path=ppt/tags/tag192.xml><?xml version="1.0" encoding="utf-8"?>
<p:tagLst xmlns:p="http://schemas.openxmlformats.org/presentationml/2006/main">
  <p:tag name="KSO_WM_SLIDE_BACKGROUND_TYPE" val="general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2*i*1"/>
  <p:tag name="KSO_WM_BEAUTIFY_FLAG" val="#wm#"/>
  <p:tag name="KSO_WM_TAG_VERSION" val="1.0"/>
  <p:tag name="KSO_WM_CHIP_GROUPID" val="62d66a1602b43a043dcc7b44"/>
  <p:tag name="KSO_WM_CHIP_XID" val="62d66a1602b43a043dcc7f2c"/>
  <p:tag name="KSO_WM_UNIT_DEC_AREA_ID" val="a922d27a1a6d4c7c9388db1905f501d8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9b41c2d8a85451281af2efa26695aad"/>
  <p:tag name="KSO_WM_SLIDE_BACKGROUND_TYPE" val="general"/>
</p:tagLst>
</file>

<file path=ppt/tags/tag195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1*i*1"/>
  <p:tag name="KSO_WM_BEAUTIFY_FLAG" val="#wm#"/>
  <p:tag name="KSO_WM_TAG_VERSION" val="1.0"/>
  <p:tag name="KSO_WM_CHIP_GROUPID" val="62d66a1602b43a043dcc7b44"/>
  <p:tag name="KSO_WM_CHIP_XID" val="62d66a1602b43a043dcc7f1b"/>
  <p:tag name="KSO_WM_UNIT_DEC_AREA_ID" val="16913b4656614b11953361c315002ac4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c660f3450ba44fb2a546e8ec2340524d"/>
  <p:tag name="KSO_WM_SLIDE_BACKGROUND_TYPE" val="general"/>
</p:tagLst>
</file>

<file path=ppt/tags/tag196.xml><?xml version="1.0" encoding="utf-8"?>
<p:tagLst xmlns:p="http://schemas.openxmlformats.org/presentationml/2006/main">
  <p:tag name="KSO_WM_SLIDE_BACKGROUND_TYPE" val="general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2*i*1"/>
  <p:tag name="KSO_WM_BEAUTIFY_FLAG" val="#wm#"/>
  <p:tag name="KSO_WM_TAG_VERSION" val="1.0"/>
  <p:tag name="KSO_WM_CHIP_GROUPID" val="62d66a1602b43a043dcc7b44"/>
  <p:tag name="KSO_WM_CHIP_XID" val="62d66a1602b43a043dcc7f2c"/>
  <p:tag name="KSO_WM_UNIT_DEC_AREA_ID" val="a922d27a1a6d4c7c9388db1905f501d8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9b41c2d8a85451281af2efa26695aad"/>
  <p:tag name="KSO_WM_SLIDE_BACKGROUND_TYPE" val="general"/>
</p:tagLst>
</file>

<file path=ppt/tags/tag234.xml><?xml version="1.0" encoding="utf-8"?>
<p:tagLst xmlns:p="http://schemas.openxmlformats.org/presentationml/2006/main">
  <p:tag name="KSO_WM_UNIT_SUBTYPE" val="t"/>
  <p:tag name="KSO_WM_TEMPLATE_CATEGORY" val="chip"/>
  <p:tag name="KSO_WM_TEMPLATE_INDEX" val="20223967"/>
  <p:tag name="KSO_WM_UNIT_TYPE" val="i"/>
  <p:tag name="KSO_WM_UNIT_INDEX" val="1"/>
  <p:tag name="KSO_WM_UNIT_ID" val="chip20223967_1*i*1"/>
  <p:tag name="KSO_WM_BEAUTIFY_FLAG" val="#wm#"/>
  <p:tag name="KSO_WM_TAG_VERSION" val="1.0"/>
  <p:tag name="KSO_WM_CHIP_GROUPID" val="62d66a1602b43a043dcc7b44"/>
  <p:tag name="KSO_WM_CHIP_XID" val="62d66a1602b43a043dcc7f1b"/>
  <p:tag name="KSO_WM_UNIT_DEC_AREA_ID" val="16913b4656614b11953361c315002ac4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c660f3450ba44fb2a546e8ec2340524d"/>
  <p:tag name="KSO_WM_SLIDE_BACKGROUND_TYPE" val="general"/>
</p:tagLst>
</file>

<file path=ppt/tags/tag235.xml><?xml version="1.0" encoding="utf-8"?>
<p:tagLst xmlns:p="http://schemas.openxmlformats.org/presentationml/2006/main">
  <p:tag name="KSO_WM_SLIDE_BACKGROUND_TYPE" val="general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UNIT_TABLE_BEAUTIFY" val="smartTable{6fd0a61a-6ead-4b5d-a866-54e18f24e6dc}"/>
  <p:tag name="TABLE_ENDDRAG_ORIGIN_RECT" val="674*402"/>
  <p:tag name="TABLE_ENDDRAG_RECT" val="144*39*674*402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COMMONDATA" val="eyJoZGlkIjoiNTgzMDVjZmVmMDc1ZGU4NzRlZDJjNzU2ZjBhYjQzZGIifQ=="/>
  <p:tag name="KSO_WPP_MARK_KEY" val="773c19dd-c29e-4e0f-a536-6c4f97e62b8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E1E1E1"/>
      </a:dk2>
      <a:lt2>
        <a:srgbClr val="FFFFFF"/>
      </a:lt2>
      <a:accent1>
        <a:srgbClr val="F5D40F"/>
      </a:accent1>
      <a:accent2>
        <a:srgbClr val="F7982C"/>
      </a:accent2>
      <a:accent3>
        <a:srgbClr val="F7793B"/>
      </a:accent3>
      <a:accent4>
        <a:srgbClr val="F93D58"/>
      </a:accent4>
      <a:accent5>
        <a:srgbClr val="81338D"/>
      </a:accent5>
      <a:accent6>
        <a:srgbClr val="3129AB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QyODM4OTk1NTM1IiwKCSJHcm91cElkIiA6ICIxNTEwMjAwMDk3IiwKCSJJbWFnZSIgOiAiaVZCT1J3MEtHZ29BQUFBTlNVaEVVZ0FBQVhrQUFBQzBDQVlBQUFCeEFsempBQUFBQ1hCSVdYTUFBQXNUQUFBTEV3RUFtcHdZQUFBSVVrbEVRVlI0bk8zZFgyaWQ1MzNBOGQramN4SXAraE5GbG94a09YTCtOZldvTitKek5CYkd4amEyM3F6UWl4WUNMYjBMeGUyZ2c0MnNGeTB0ZzQxdE44c3UwdEhCeXFDRExHRmQyM1ZwbTE2c2YxSUtLWVJha3FNNHNidHNJYkthWkpXVFNKTWxTOUU1ZW5ZUkt4TmVFdHR5cFhQT284OEh6RGs2NzN1ZTk2ZlgwcGZYa3FVVEFRQUFBQUFBQUFBQUFBQUFBQUFBQUFBQUFBQUFBQUFBQUFBQUFBQUFBQUFBQUFBQUFBQUFBQUFBQUFBQUFBQUFBQUFBQUFBQUFBQUFBQUFBQUFBQUFBQUFBQUFBKzBKcTlRRFFhWTRmUDM1ZlN1bmVWcyt4VXpubjJabVptWC9jamJVNy9keHN0NXZuYVM5Vld6MEFkSnF1cnE1SG9vTS9kMUpLRVJHN0VxOU9QemZiN2VaNTJrdEYvR1hBSHF0R1JPU2NIMmoxSU5jcXBmVGdMaCtpWTgvTmRudHdudmFNeU1NT1RVOVAvMDJyWjdoVzlYcDlUK0xWaWVkbXU3MDZUM3VocTlVREFMQjdSQjZnWUNJUFVEQ1JCeWlZeUFNVVRPUUJDaWJ5QUFVVGVZQ0NpVHhBd1VRZW9HQWlEMUF3a1Fjb21NZ0RGRXprQVFvbThnQUZFM21BZ29rOFFNRkVIcUJnSWc5UU1LL3hDZ1dyMSt1ZmlvZ3Z2TTNqZWV0K3p2bXZwcWVuUDl1TzYzUDlYTWxEd1RZMk5oNi8wajZibTV2LzFLN3JjLzFFSGdvMk96djdYeEV4L1M2N25EMTE2dFRwZGwyZjZ5ZnlVTGljOHp0ZVNlZWN2OTN1NjNOOVJCNEsxMmcwM2pHMEthVkgybjE5cm8vSVErRm1aMmZQNUp5ZnZmenhuUE1MVTFOVEo5dDlmYTZQeU1NK2tITisrUExIVWtwWC9LWnB1NnpQem9rODdBUE5adk5ibHorMnVibjVDL3RTeW02dno4NkpQT3dEczdPenN4SHhuMXR2NTV6bloyWm1udXlVOWRrNWtZZjk0NjB2cWFTVXZ0T0I2N01ESWcvN3h6ZTM3alNielVjN2NIMTJRT1JobjVpYW1wcUtpSmNqNHZ5cFU2ZWU2TFQxMlJtL3V3YjJqNXh6L25KSzZWQkU1Q3Z1M1g3cnN3TWlEL3RJczlsOHJGcXREbmJxK2x3N2tZZDk1T21ubjM0cUlsS25ycysxRTNuWVh6WTdmSDJ1a1crOEFoUk01QUVLSnZJQUJSTjVnSUtKUEVEQlJCNmdZQ0lQVURDUkJ5aVl5QU1VVE9RQkNpYnlBQVVUZVlDQ2lUeEF3VVFlb0dCKzd6UEZxOWZyMzR1STMyMzFIT3hQT2VlbnBxZW43MjNWOFYzSnN4OElQQzJUVXZxMVZoN2ZpNGF3YjV3OGViS2x4NStjbkd5TE9VcldidWQ0YTU1V2NpVVBVRENSQnlpWXlBTVVUT1FCQ2lieUFBVVRlWUNDaVR4QXdVUWVvR0FpRDFBd2tRY29tTWdERkV6a0FRb204Z0FGRTNtQWdvazhRTUZFSHFCZ0lnOVFNSkh2UVBWNlBkZnI5UndSSS92cDJMVmE3ZmRxdGRwdmgxYzBnNnZtazRWTzh2c3BwUWRxdGRwckVmSFBFZkgxNWVYbEh6My8vUFByclI0TTJwVXJlVHBPU3VsQVN1a1BVa3IvZnZQTk4vKzhWcXY5dy9Ianh6OHdQajdlMityWm9OMjRrdTlnZzRPRHZ6TStQdjZuUFQwOTc3MTQ4ZUp6YzNOejk2K3VyazV0YlQ5dzRNQjlvNk9qbit2cDZmbWxScVB4K3VMaTRxUG56cDM3VEVTc1hkcmwwSjEzM3ZtMy9mMzl2MVdwVkFaWFYxZW41K2ZuUDdHeXNqSnphWHZYNGNPSC8zeDRlUGhFVjFkWHo4TEN3aGV1Y2NSMDZjLzIrMmx5Y2pMVzF0WlNSTVQ2K25wcU5Cb3BJcUxSYUtUUjBkRzBzYkdSSWlLYXplWmJqMSs2My8wMng3ZzVwWFIvU3VuK3NiR3hsYkd4c1c4MG04M0h1cnE2ZmpBOVBiMXdqZk5DY1VTK2cwMU1URHk0dExUMHpaUlNwYmUzOTU2SmlZbS9PM3YyN0wwUkVVTkRReCs1L2ZiYkgxMWJXenR6L3Z6NUwvYjI5dDU3OE9EQlA0cUk2cmx6NS80d0ltSmdZT0N1N3U3dXUxOTc3YlZIYnJycHB2Y05EQXk4LzdiYmJudjQyV2VmL2VXSWlMR3hzVDhaSFIzOWJLUFJXSGoxMVZlL2ZNc3R0OXgzRldPbGVyMisrVzQ3NUp5anUvdk5YbS9kYnQ5V3JiNzVZYmwxZS9rKzc2SXZJajVXcVZRK0ZoRnJ0VnJ0V3pubnIxenRrNkZFSXQvQlhuenh4WTh1THk4LzJkZlhkOC9SbzBkbmVudDdhMXZiRGgwNjlQbUlpQXNYTGp6UmJEYlhMMTY4ZUtxdnIrL1hoNGFHUHJJVitlWGw1Wjg4OTl4enY5clgxM2QwWldYbFZ3WUdCdDdmMDlOekxDTDZJK0xDOFBEd2lZaUl1Ym01ank4dUxqN1czZDM5bm1QSGp2M0hGY2JLRWRHOGRMdjFkczQ1YjkyUGxGSytiUHZXRHR1My83L25wcFI2SXFMbmFzNU56cmtycFhRZ0lzYXVabjhvbGNoM3NPWGw1WjlHUkt5c3JQd3NJaUtsZE1QV3R1N3U3cnNqSWtaR1JqNjUvVG5WYXZXdC94VXpORFQwNFNOSGpud3hJdEwyTC9QRW15RzljT09OTjk0V0ViRyt2bjd5MHUwTFZ6UFgxTlRVcm54YzFXcTF2MDRwUGZBdXUxeU1pQjlHeERjYWpjWlhabWRuWDQrSXFOZnJEKzNHUE5BSlJMNVFqVWJqdjIrNDRZWmJ6NXc1VTE5ZFhaMSt1MzBtSmlZZXFsUXFnODg4ODh6NzNuampqZlAxZXYzbjI3YzNtODNYcTlYcXdVcWxjalFpZnJiOVh3cnRJdWU4a2xMNi91Ym01dGMyTmphK2R2cjA2UXV0bmduYWljZ1hhbUZoNGUvSHg4Zi83SzY3N25wOGNYSHg2eEd4M3QzZGZXeGhZZUZMUzB0TFg0MklTQ2xWSWlKdXZmWFd2NnhXcXdjdlgyTnhjZkZmUjBaR1R0eHh4eDBQTHkwdGZYVmdZT0NEZS94dXZKUC9pWWp2NXB6L1pXRmg0ZC9tNStjdnRub2dhRmNpWDZoWFhubmxMeUppYlhoNCtNVEl5TWlKblBQYTZ1cnFUS1BST0x1MXovejgvQjhmUG56NHdmNysvdDk4NmFXWFB0UGYzLzhiMjllWW01djdkS1ZTdVdWd2NQQ0RnNE9EOTczODhzdWZQM0xreUpmMi9KMzVQei9lM056ODBNYkd4dU9uVDU5K280VnpRTWRJVjk0Rk90dWxuOUNOa3lkUHRuU095Y25KYUljNVN0WnU1M2hybnFtcHFaYTExZzlEQVJSTTVBRUtKdklBQlJONWdJS0pQRURCUkI2Z1lDSVBVRENSQnlpWXlBTVVUT1FCQ2lieUFBVVRlWUNDaVR4QXdVUWVvR0FpRDFBd2tRY29tQmNOb1hoYkx4b0NyZUpGUTJBWDVaeWZhdlVNN0d2UHRIb0FBQUFBQUFBQUFBQUFBQUFBQUFBQUFBQUFBQUFBQUFBQUFBQUFBQUFBQUFBQUFBQUFBQUFBQUFBQUFBQUFmcUgrRjBsMm1QcndhZ2hlQUFBQUFFbEZUa1N1UW1DQyIsCgkiVGhlbWUiIDogIiIsCgkiVHlwZSIgOiAiZmxvdyIsCgkiVmVyc2lvbiIgOiAiIgp9Cg=="/>
    </extobj>
    <extobj name="ECB019B1-382A-4266-B25C-5B523AA43C14-2">
      <extobjdata type="ECB019B1-382A-4266-B25C-5B523AA43C14" data="ewoJIkZpbGVJZCIgOiAiMjQyODM5MTA2Nzk0IiwKCSJHcm91cElkIiA6ICIxNTEwMjAwMDk3IiwKCSJJbWFnZSIgOiAiaVZCT1J3MEtHZ29BQUFBTlNVaEVVZ0FBQThvQUFBR1dDQVlBQUFDZ3ZIcVJBQUFBQ1hCSVdYTUFBQXNUQUFBTEV3RUFtcHdZQUFBZ0FFbEVRVlI0bk8zZGY1aGRkWDBuOE0vMzN2a1JFeElnQkJNaUtDSW9LaVJ6TDdSVmQxWFExdHFsVnEydG9yYVBydGFmME1mNldIVFh4Y2RkdXk1dFhZb0ZTMWRBZnZpTFZVQUJ4YTZ1dHVCcThVRnpid0pFZ1lZS0lXQWdDUVR5aS9seDczZi9ZQ1k5K1RGSmhzek11WGZtOVhxZVBIUHY5M3pubk0rNTg1MlRlYy8zZTg5R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EQXIxT3YxWEsvWGM5bDFBQUJBTjBsbEZ3Qk1IU0VaQUpodEdvMkdqTU5CcTVSZEFBQUF3R1N5cW82RDFWTjJBY0RVODV0VkFBQTRjR2FVQVFBQW9FQlFCZ0FBZ0FKQkdRQUFBQW9FWlFBQUFDZ1FsQUVBQUtCQVVBWUFBSUFDUVJrQUFBQUtCR1VBQUFBb0VKUUJBQUNnUUZBR0FBQ0FBa0VaQUFBQUNnUmxBQUFBS0JDVUFRQUFvRUJRQmdBQWdBSkJHUUFBQUFvRVpRQUFBQ2dRbEFFQUFLQkFVQVlBQUlDQ25ySUxBQ1pQclZiN1FFcnAzTjNiNi9YNmc0V25WelFhalQzNkFBQUFUeEdVWVFacHQ5cy9xVmFyUy9leWFXZGJ6dm4vVG1OSkFBRFFkU3k5aGhsazFhcFZLM1BPOSsrank2K2F6ZWIvbTdhQ0FBQ2dDd25LTUxQa2xOSlh4dDJZOC9jaW9qMk45UUFBUU5jUmxHR0d5VGwvZXgrYnZ6WnRoUUFBUUpjU2xHR0dhVGFidCtXY0g5N0xwazNOWnZONzAxNFFBQUIwR1VFWlpwNVdTdW1ydXplTzNzU3JWVUk5QUFEUVZRUmxtSUZ5empmc3BjMnlhd0FBT0FDQ01zeEFsVXJsbjNQT213dE5XN1p1M2ZvUHBSVUVBQUJkUkZDR0dXakZpaFhEc2V1TnU3Ni9aczJhd2JMcUFRQ0FiaUlvd3d5VlV2cG00ZWwxcFJVQ0FBQmRSbENHR2VxUlJ4NzVZYzU1VzBUc0dCa1p1YjdzZWdBQW9Gc0l5akJEclZ1M2JrZEs2UnM1NTV0dnYvMzJiV1hYQXdBQTNhS243QUtBcVpOenZqYm4vTXl5NndBQWdHNlN5aTRBcGtLOVh2OUJSTHlxN0RyS2xuT09sSHliajhrNTM5WnNObitqN0RyR1k5eXlOOFl0M2NpNHBSdDErcmhsZWxsNnpVemxQNzhJSVhrM0thVmZMN3VHL1RCdTJZTnhTemN5YnVsR1hUQnVtVWFXWGpPanJWaXhZc3FQY2NvcHAwemJzV2FDc2w2dnNlTjJBK08yOHhpMysyZmNkaDdqZHYrTTI4NHpXYS9YUlBmVFRlT1c2V0ZHR1FBQUFBb0VaUUFBQUNnUWxBRUFBS0JBVUFZQUFJQUNRUmtBQUFBS0JHVUFBQUFvRUpRQkFBQ2dRRkFHQUFDQUFrRVpBQUFBQ25yS0xnQUFBR0F5clZpeG91d1M2SEptbEFFQUFLQkFVQVlBQUlBQ1FSa0FBQUFLQkdVQUFBQW9FSlFCQUFDZ1FGQUdBQUNBQWtHWmpsYXIxVjVkcTlWZUdmNlVHVjFrK2ZMbHp6cisrT1A3eTY2ajI3WGI3YmpnZ2d2aTlOTlBqOU5PT3kwdXZQREN5RG1YWGRhTVZhL1hseTFmdnJ4V2RoM2RydDF1eDhxVksrUDg4OCtQa1pHUnNzdVo4UWFlOG10bDE5SHQxcTVkR3gvOTZFZmo5Tk5QajVlKzlLWHgvdmUvUHg1ODhNR3l5NEpTQ2NwMHV0OUpLZDFjcTlVZXJ0VnFGOWRxdGQ4VVFPaDAxV3IxZ3dzV0xIaWtWcXRkV3EvWGY5dVlmWHErK01VdnhvOSs5S080K3VxcjQvTExMNDhiYjd3eGJyamhockxMbXJIYTdmWnJxdFZxbzFhcjNWMnIxVDYyZlBueTU1ZGRVemQ2N1d0Zkd4LzcyTWZpcTEvOWFyVGI3YkxMbWZGU1NxK3FWQ3EzMVdxMWY2M1ZhdWZXNi9VWGxsMVRON3JsbGx2aTFGTlBqUnR1dUNGdXV1bW02T3ZyaTNQUFBiZnNzcUJVWnVub0NpbWxoUkh4Z1lqNHdJSUZDNTZvMVdyWDVweXZlK1NSUjI1KzZLR0h0cGRkSHhUbG5Dc3BwUVVwcFQrSmlEOFpIYk5mVHlsZCs4UVRUOXk4WnMyYXdiSnI3QWJYWEhOTmZPQURINGdsUzVaRVJNUWIzL2pHdU9tbW0rSU5iM2hEeVpYTlRKVktwUzhpSXFYMC9JajR5MnExK3BlMVd1MW5PZWNyYzg3WHIxcTF5dlRTQWJqd3dndGplSGc0M3ZuT2Q1WmR5bXd4Tm02Zkd4Ri9FUkYvVWF2VlZrYkVGVU5EUTlldlhyMTZiYW5WZFltM3YvM3RVYWxVZG5sKzFsbG5SYnZkM3FVZFpoTkJtVzYwSUtYMHJwVFN1NVlzV2JKdHlaSWwxN2ZiN1d0MzdOanhnN3Z2dm50TDJjWEJhRkF1TmduTjQ3anR0dHZpczUvOWJOeDc3NzN4ekdjK016Nys4WS9IUzEvNjB0aTBhVk9zWDc4K1RqNzU1SjE5WC9TaUY4VTExMXhUWXJYNzk1S1h2Q1I2ZW5xaXQ3YzNlbnQ3bzYrdmI0K1BmWDE5MGRQVEUvMzkvYnYwMjcxdmIyL3Z6djNXNi9YM1JzUndSQXkzV3EyaGlCaXVWcXZEclZack9DS0dScmNOUmNSd3puazRwVFNVY3g0ZWF4OXJhN1ZhdzZ0WHJ4Nk9pRDNXc09lYyszY2J0NUZTT2pXbGRHck8rY0o2dlg1enp2bXFIVHQyM0hUWFhYZHRtcXJYc0J1TU4yNGpJazQ4OGNTNDQ0NDdTcTd3NEl5TjQ5M0haVjlmMzg1eE8vYTgrSyszdHpmNis1OWFRSk56am5xOS90RjJ1ejJZVWhxS3dqZ3RQbSsxV3JzOFR5a05qWTNmU3FVeXRHM2J0cUdjODlEZzRPRHdmZmZkTnhRUnUwelRqek51QnlMaWIvdjYrajVicTlWK21GSzZhdXZXcmQrNjU1NTdOazc1aTlmQjlqVnVkdy9Eano3NmFCeCsrT0ZDTXJPYW9NeWtxOWZyMC9rbXdua1I4ZlpLcGZMMmVmUG1QVm1yMWI2ZGMvNzZOQjZmYVhUcXFhZEdwVktKbEZKVUtwV29WcXNSOGRSLzhNVi9ZOXRUU2xHdFZxUDRRMVN0VnJzN3BkVE9PYmRTU2praVd2SFVEMTd0bkhON2RGdDd0SzBWRVR2Yml0c0srOWk1cmJDUDVmczRqV0pvM2w2cjFhNVBLWDNwMFVjZnZYbEtYclFPdDIzYnRqajMzSFBqK09PUGo0c3V1aWpPTysrOHVQSEdHMlBqeHFkK25sMjRjT0hPdm9jZGRsaHMyYktsWTJjNFdxMVdqSXlNeFBEd2NPellzV095ZC8vNXNRZGo0MzczeHdlaXA2ZG43Qm85a25NZVRDa05Sc1Jnem5rd0lnNGQ3L05TU3BXSWVGVks2VlZ6NTg2TmVyMyt2WWo0L09EZzRQY21lQjR6d25qamRpYVlySEU4ZXQzOXEvMTlyNDQzaGxOS2tYT091WFBuUmtURXZIbnpZdUhDaGNXeCsrVG94M243cUNGRnhDc2o0cFdISEhKSTFHcTE3MGZFNTRlR2h2N1AwenFwTG5lZzQzWmtaQ1MrOHBXdnhKdmU5S1lTcW9UT0lTZ3pZNHpPNGkyTWlDVmwxOExrRzd1SlU2dlZPcWo5akM0cmpkMW5JSXB0QjdwdFgyMEhhRzVLNlcwNTV6TVhMbHg0Uzg1NW9wL2Y5VTQvL2ZSNDhza240OTU3NzQxRERqa2tIbnp3d1JnWkdkbjVkUzcra0QzMnk0OU9WYTFXNDZjLy9Xa01Edy9IOFBCd0RBME43ZnhYZkQ3MnVOaHZ2TzFmK01JWElpSWk1L3ozOGRRUzA5N1JmMk9QKzFKS3ZUbm4zcFRTM3JidjByZlExcHRTNm8ySVF5SW1QRzRqSWw0VEVhZjM5ZlhkY2pDdldiY2FiOXoyOUhUL2oxVmo0M2ozOFRzNE9MakhXQjBjSE55NXJkaCsvdm5uajEyeno0dUkvcFJTZjR5T3daeHpYK3c2Zm5kNXZudWZ3dmFkNDNkczdFNTAzS2FVZmpNaVhua3c0L2FVVTA2SmlJZ1ZLMVk4M1YyVTVrREg3WG5ublJlVlNpWGU5YTUzbFZRcGRJYnV2NkxUY1JxTnhxVDlKRnVyMWY1blN1a2orK2l5SXlKdWlZanJSMFpHdm43SEhYYzhGaEZScjljdmZEckg2K2IvQUdlNmxGTDg3R2MvaTRpbjdpcWJjNDVXcTdYemNmRmpxOVhhcGEzVmFzVVpaNXdSRVJGRFEwUEg5L1QwVk5ydGRxVmFyVlpiclZhbDhMelNicmNyclZhcldxMVdLem5uU3FWU3FiVGI3V3B4KzlqSHNXMWovUW9mMzVGUytwMzluTkpRenZuV25QTjNjODVmWExWcTFZUFR2QnFqSTF4MDBVVng0NDAzeHJKbHkzWXUyV3kzMjdGZ3dZS0lpSGo4OGNkajNyeW5Kb3cyYjk0Y2h4MTJXRWZPSm85SktlMWNoanBXOThFWUM4ck5adk9EQjcyelhmVXNXN2FzUCtmY056SXlNbWZPbkRsOUthVlBSOFRiOS9WSk9lZk5LYVYveWpuZlBESXk4cVU3N3Jqak1lUDIzOGJ0VEpGU2l2NysvcDNuTmxIbm4zOStwSlNpMFdoOGZKSkxpNGlvbm5MS0tmMVBQdm5rbkhhNzNUOW56cHkvU2luOThiNCtJZWY4V0VycFp1TjIvK1AyZ2dzdWlHYXpHWmRkZGxuMDlmV1ZVU1owREVHWnJwTnozcFpTK3NkMnUzM2Q4UER3ZGF0WHI5NWFkazFNcjdHZ05ORmxweEVSZDk1NTU3MlRYYy91YXJYYXl5SmliMEY1ZTg3NTVwVFNEY1BEdzllTS9XTG5ZSFhyTDNqV3JWc1hWMTU1WlZ4enpUVngzSEhIeGEyMzNocmYvZTUzSXlKaTZkS2xNWC8rL1BqNXozOGVTNWN1allpSW4vLzg1M0hTU1NlVldmSk1Nbkw3N2JlUFJNUzJzWVphcmJaam5CbTZOVG5uNzBmRWRjMW04NS9pcWJja3pGcjdHcmRNaTlhS0ZTdTJSOFQyaUloYXJiYlgrenprbk85SktYMC81L3lOWnJONWN4aTMreDIzbi92YzUrSkhQL3BSWEhMSkpidTg3UVZtSzBGNUVvejlWckxSYUJ3WkVkTjZvNGd5anozTm5vaUk3K2Vjcjltd1ljTU42OWF0bS9RM0FNSWsyam5sbVhOK0xDSitFQkhYR2J1N0d2c2JzNy82MWE5aTBhSkZjZlhWVisvY1ZxbFU0bld2ZTExY2Z2bmxNVEF3RUU4ODhVUjg0eHZmaUU5OTZsTmxsVHNiakUwZkR1ZWNmeG9SMzYxVUtsOWZzV0xGWFdVVzFXbjJOVzRwUlg5RVJNNTVLQ0ora2xMNmJydmR2bWJseXBYL1VuSmRIV1YvNC9iem4vOTgzSExMTFhIcHBaY0t5VEJLVUtiVDNkcHV0OTg0UER6OG5kV3JWdytWWFF3Y29BMFJjZVhvRDJ2Zmk0aVJzZ3ZxUk1jZWUyeWNlZWFaY2M0NTU4UXpuL25NT1BQTU0rUEhQLzd4enUxbm4zMTJmUHJUbjQ3WHYvNzFNWC8rL0hqZis5NjM4dzZ0VEw2VTBtMmpTMU8vT1ZtckhXYWkvWTNic1JVZUViSExlTzIyRlIvZEl1ZjhrNVRTOTdaczJYTGptalZybmlpN25rNjF2M0Y3eVNXWFJFVEViLzNXYiszeWViZmVlcXNsMk14YWdqSWRyZGxzWGxkMkRUQlJ6V2JUdE9jQk91ZWNjK0tjYzg3Witmek1NOC9jK2JpL3Z6OCs5YWxQbVVXZUpvMUc0M05sMTlBdDlqVnVCZUxwdFhMbHlvdkxycUZiR0xjd01ZTHlKRHIwMEVOUFc3cDA2U2Zuekpuei9CMDdkdnhpN2RxMTc5cStmWHRqYlB2Q2hRdi9jUEhpeGVmT21UUG54SkdSa2NjMmI5NTg5UU1QUFBDZkkrTEowUzVISFhmY2NaODc1SkJEWGxHdFZnL2R2bjE3YzkyNmRlL2J0bTNieXRIdGxXYzk2MWwvY2NRUlI3eTNVcW5NMmJCaHcwWFRmcElBQUFBelhPZmVPclFMSFhQTU1lZHYzYnIxbHNIQndYdm56cDI3L0poamp2bjdzVzJISDM3NG1jY2VlK3pYVTBwOUd6ZHV2SGhvYU9oZmp6enl5RDg3NXBoalBqUFdaLzc4K2MvcjcrOC80ZEZISC8zcTFxMWJiNWszYjk2dlArYzV6L255MlBZbFM1YjgrZUxGaXo4ZUVYblRwazFYSG5iWVlYODR6YWNJQUFBdzR3bktrK2orKys5LzZ3TVBQSEQyL2ZmZi85YUlpTGx6NTliR3RoMTExRkdmaUlqWXVuWHJ6YTFXYTNESGpoMnJJcDRLMEdOOXRtelo4ck5mL09JWHB6NzIyR09YYmR5NDhZcUlpRGx6NXJ3NFJ2L081UkZISFBIZWlJaTFhOWYreVFNUFBQQ25hOWFzMmQrZm53RUFBR0NDTEwyZVJGdTJiTGtuSW1MYnRtMFBSa1NrbEhySHR2WDM5NThRRWJGbzBhTDNGeitucDZkbjBkamp3dzgvL1BlZi9leG5YeHdScWJoa095TG1STVRXdnI2KzUwUkVEQTRPcmhqOStNc3BPaFVBQUlCWlMxQ2VKaU1qSXcvMzl2WWVmZGRkZDlXM2I5L2UzRnVmWTQ0NTVzSnF0WHJvblhmZSthS2hvYUdOOVhyOWtlTDJWcXYxV0U5UHo1SFZhdlVGRWZGZ2NjWWFBQUNBeVNFb1Q1TU5Helpjc25UcDBrODk3M25QKzg3bXpadS9FUkdEL2YzOUw5NndZY09sanovKytMVVJFU21sYWtURTBVY2YvVDk2ZW5xTzNIMGZtemR2L3VhaVJZdmUrOXpuUHZmTGp6LysrTFh6NTg5LzNUU2ZCZ0FBd0l6blBjclRaUDM2OVo5KzZLR0hQdHB1dDdjdVdyVG92VWNjY2NSN0twWEszSkdSa2J2SCtxeGJ0KzdESXlNamp4NXl5Q0gvL3RGSEg3MXk5MzJzWGJ2Mm5NY2VlK3pyMVdyMXNFTVBQZlFQSDM3NDRVOVA2MGtBQUFETUFtYVVKMEdqMFVpN05XM2NTMXQ3L2ZyMW4xbS9mdjFuWWh5Yk5tMjZjdE9tVFZmdTNNbkdqWmZ0MXVXSlgvN3lsMi9aNVVCNzlnRUFBT0FnbUZFR0FBQ0FBa0VaQUFBQUNnUmxBQUFBS0JDVUFRQUFvRUJRQmdBQWdBSkJHUUFBQUFyOGVTaGdXcjN0Ylc4cnV3U1lNT01XQUdZWFFSbVlWaC81eUVmS0xnRW16TGlsRy9rRkQ5M0l1S1ZUQ01vQUFET1FYL0RRall4Yk9rVXF1d0NZQ3ZWNlBaZGRBNTJwMFdoMDdIWFB1R1U4eGkzZHlMaWxHM1h5dUdWNnVaa1hNMUxPK2JheWErZ0VPZnM1WURkM2xsM0F2aGkzak1PNDdTS3V1enNadDEzQWVOMURSNDliZ05MVTYvVThrMzdMWEt2Vi90UEF3TURueXE2RHFUWFR4aTEwTTlmZG1XMm1YVzhIQmdiK1M2MVd1N2pzT3FBVGVZOHl6R3gvVktsVW5sRjJFUUN6UlVycGJTa2wxMTI2UXFWUythT0lNRjVoTHl5OWhobHFZR0RnaEpUU2l5UGl1SUdCZ1lHeTZ3R1k2UVlHQms2SWlKTWo0bmpYWFRwZHJWWjdVVVNjR0JIUEdSZ1krTFd5NjRGT0l5akRERldwVk00b1BINTdtYlVBekFhdXUzU1RsSkx4Q3ZzZ0tNUE1kV2JoOFd0THF3Smc5bkRkcFpzVXcvRi9LSzBLNkZDQ01zeEFKNTEwMGpFUjhSdkZwdEVsZ1FCTUFkZGR1c25KSjU5OFhFUXNMelNkc0h6NThoZVhWUTkwSWtFWlpxQyt2cjQ5ZmpPY1V2cmpNbW9CbUExNmVucjJtRUcybkpWTzFkdmJ1OGZQQ2FNMzlnSkdDY293TTcxNUwyMldWUUZNa1VxbGN1YnViVG5uM3kyakZ0aWZuUFBiZG05TEtSbXZVQ0Fvd3d4VHE5V09qSWhYN2Q2ZVVqcGwrZkxsenlxaEpJQVp6WFdYYnJKczJiS2pVMG92M2N1bWsrcjErdkhUWGhCMEtFRVpacGgydS8zYjQyMnJWcXVXQVFKTU10ZGR1a21sVWhuM1JuTTU1N2RPWnkzUXlRUmxtR0dxMWVvZXkvL0c1SngvYnpwckFaZ05YSGZwSm50N20wQ0I4UXFqQkdXWVFWN3dnaGZNenpuL3pqNjZ2SFJnWU9Dd2FTc0lZSVp6M2FXYmpMNU40TlhqYlU4cG5WcXIxWlpPWTBuUXNRUmxtRUhtenAzN21wVFN1Ti9Ybzlzc0F3U1lKSzY3ZEpuOS9uM3ZsSks3WDBORTlKUmRBREI1dG16Wjh1MUREejEwNTh4RnpubHpSRVJLYVdmYnhvMGJoOHFvRFdBbXFsUXEzMiszMjhlT1BVOHAzUmNSa1hQZTJmYmtrMDl1bmZiQ1lDK2F6ZWFYSXVKTFk4L3I5WHFPaUdnMEdxbTBvcUJEQ2Nvd2c2eFpzMll3SWdiSG50ZnI5WWlJV0xGaXhlTmwxUVF3azQxZVgzZGVZOGV1dTgxbTgvNnlhZ0xnNEZsNkRRQUFBQVdDTWdBQUFCUUl5Z0FBQUZBZ0tBTUFBRUNCbTNrQkFFeXlzYnNKQTlDZHpDZ0RBQUJBZ1JsbG1LR0tzeGxtTm1hSGVyMmUvUzFNS0pmdlFZQ1p3WXd5QUFBQUZKaFJoaG5LckFZQUFEdzlacFFCQUFDZ1FGQUdBQUNBQWtFWkFBQUFDZ1JsQUFBQUtCQ1VBUUFBb0VCUUJnQUFnQUpCR1FBQUFBb0VaUUFBQUNnUWxBRUFBS0JBVUFZQUFJQUNRUmtBQUFBS0JHVUFBQUFvRUpRQkFBQ2dRRkFHQUFDQUFrRVpBQUFBQ2dSbEFBQUFLQkNVQVFBQW9FQlFCZ0FBZ0FKQkdRQUFBQW9FWlFBQUFDZ1FsQUVBQUtCQVVBWUFBSUNDbnJJTGdFNVVyOWZiZTJuT2V6VGtQWnAyU2ltTnYvRUE5cjNQenVNZmVFTDdtVWovQ1o3UFJHc1p0KzgrenZWZ2p6bFpYNk9wZkYzS092OXAvMXJ2NHpUM3VtRXl4dU5FanptUmZVKzAveFIvZjAxMEhPMXIveDE5elhnYVg5TXlyaGtUN1QrUmM1M0s4NW53L3ZmUi82REhVYnU5dC8rbUovVnJOR1d2K3dUN2wzVmRoMWxQVUlhQ25QUExJdUpIQjlvL3BaVDJ0WGsvejUrMmZSOTJacGxONTdvM3MrWDh5empQMmZMYVJzeWVjNTB0NXhreGU4NTF2RjkrbEhYK3MrVjFCeWJ4QjNkZ1VrMzBlL05BKzA5a3YrbTAwMDdiNjRZdFc3WWM4SDZlZlBMSkErNDdPRGg0d0gxSFJrYjIybmU4OXIxWnZIanhBZmNkSGg0KzRMNnRWdXVnejJNaSsyaTMyd2ZjZDhHQ0JRZDlIaE01M2xTZHgzajk1OCtmZjhCMVRQUjRPZWM5K3MrZE8vZUFheHZQZUgwbnNvKzkxVGJSNCsxTmYzLy9RZTkzcW1xYnlIN0g2OXZYMTlleHRVMjAvOTdhKy9yNkR1cDRrL0U5RWhIUjI5dGIrbXMzR1gzM2NYNGRXOXYrK3ZiMDlQd2tJcUxSYU1nRUFBQUFNREF3Y01MQXdNQUpaZGNC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IU1JWSFlCQUZDbWVyMytnNGg0VmRsMTBGbHl6cmMxbTgzZktMc09BTXBSS2JzQUFDaVprTXdlVWtxL1huWU5BSlNucCt3Q0FLQVRyRml4WXNxUGNjb3BwMHpic1dhQ3NsNnZzZU1DTUh1WlVRWUFBSUFDUVJrQUFBQUtCR1VBQUFBb0VKUUJBQUNnUUZBR0FBQ0FBa0VaQUFBQUNnUmxBQUFBS0JDVUFRQUFvRUJRQmdBQWdBSkJHUUFBQUFvRVpRQUFBQ2dRbEFFQUFLQkFVQVlBQUlBQ1FSa0FBQUFLQkdVQUFBQW9FSlFCQUFDZ1FGQUdBQUNBQWtFWkFBQUFDZ1JsQUFBQUtCQ1VBV0FXdSthYWErTDAwMCtQSjU1NElpSWlWcTVjR1M5Lytjdmp3UWNmTExreUFDaVBvQXdBczlnZi9NRWZ4SE9mKzl5NDdMTExvdDF1eDEvLzlWL0hXV2VkRmM5NjFyUEtMZzBBU3ROVGRnRUFRSGxTU25IdXVlZkdPOTd4anVqcDZZbDU4K2JGVzk3eWxyTExBb0JTQ2NvQU1Nc2RkOXh4OGVwWHZ6cXV1dXFxdVBUU1N5T2xWSFpKQUZBcVM2OEJZSlpidDI1ZDNITExMZkhxVjc4NkxyLzg4ckxMQVlEU0Njb0FNSXUxMiszNHhDYytFVzkrODV2ams1LzhaTnh6enoxeC9mWFhsMTBXQUpSS1VBYUFXZXlLSzY2SVRaczJ4YnZmL2U2WU4yOWVmT2hESDRxLytadS9pWWNmZnJqczBnQ2dOSUl5QU14aTczNzN1K1BHRzIrTXZyNitpSWc0NDR3ejRvYy8vR0VzWHJ5NDVNb0FvRHlDTWdBQUFCUUl5Z0FBQUZBZ0tBTUFBRUNCb0F3QUFBQUZnaklBQUFBVUNNb0FBQUJRSUNnREFBQkFnYUFNQUFBQUJZSXlBQUFBRkFqS0FBQUFVQ0FvQXdBQVFJR2dEQUFBQUFXQ01nQUFBQlFJeWdBQUFGQWdLQU1BQUVDQm9Bd0FBQUFGUFdVWEFBQ3dOeC8rOElmTExnR0FXU3FWWFFBQWxLbGVyK2V5YTZBek5Sb05QeWNCekZLV1hnTXdxK1djYnl1N0JqclNuV1VYQUFBQUFBQUFBQUFBQUFBQUFBQUFBQUFBQUFBQUFBQUFBQUFBQUFBQUFOQ042dlY2cnRmcnVldzZPbFdsN0FJQUFBQ2drd2pLQUFBQVVDQW9Bd0FBUUlHZ0RBQUFBQVdDTWdBQUFCUUl5Z0FBQUZBZ0tBTUFBRUNCb0F3QUFBQUZnaklBQUFBVUNNb0FBQUJRSUNnREFBQkFnYUFNQUFBQUJZSXlBQUFBRkFqS0FBQUFVQ0FvQXdBQVFJR2dEQUFBQUFXQ01nQUFBQlFJeWdBQUFGQWdLQU1BQUVDQm9Bd0FBQUFGZ2pJQUFBQVVDTW9BQUFCUUlDZ0RBQUJBZ2FBTUFBQUFCWUl5QUFBQUZBaktBQUFBVUNBb0F3QUFRSUdnREFBQUFBV0NNZ0FBQUJRSXlnQUFBRkFnS0FNQUFFQ0JvQXdBQUFBRmdqSUFBQUFVQ01vQUFBQlFrTW91QUFBQWdLbFZyOWZQam9pTDl0VW41M3hlczluOCtEU1YxTkhNS0FNQUFFeEFyVmE3cWw2dm4zM2lpU2NlVVhZdEIycDRlUGc3Kyt2VGJyZS9NaDIxZEFNenlnQUFBQWRvK2ZMbEw2NVdxM2VPUHQyUmMvNWl1OTMrL0twVnE1cWxGbllBNnZWNkl5SnE0MnkrdTlGb25EaWQ5WFN5YXRrRkFBQUFkSXVISDM1NDQrTEZpMWRHeEtLVTB2RXBwVityVkNydk8rcW9vMTU3MUZGSGJlM3Y3NzkzOCtiTkkyWFh1VGRMbGl3NUpLWDBtcjF0eXpsL2NmMzY5ZCtiN3BvNmxSbGxBQUNBcCtHa2swNTZYbDlmMzU5RnhGc2pZbXdaOXFhYzg5L2xuSzlZdVhMbGZlVlZ0NmVUVHo3NXhON2UzbCtNcy9uVVJxT3hZbG9MNm1DQ01nQUF3RUU0OXRoajV4eCsrT0h2VENtOU4vNXRhWE1ySW03TU9mOWRzOW44eDRqSTVWWDRiMnExMnVxVTBvdUtiVG5uWHphYnplUEtxbWx2NnZWNmpvaG9OQnFsWkZZMzh3SUFBRGdJOTkxMzM1UE5adk4vTlJxTmVzNzVaVG5ucjBYRWNFUzhNYVgwL1hxOWZzL0F3TUFIWC96aUZ5OHN1OWFjODVkM2Iwc3A3ZmRHWDdPTm9Bd0FBREJKbXMzbXJjMW04OHp0MjdjZkhSSC9OZWQ4WDBRY1g2bFUvcTYvdjM5ZHJWYTdlR0JnWUtDcytscXQxcmQzYjJ1MzIxOHRvNVpPWnVrMUFBREExS2tzWDc3ODlaVks1YXlJT0QybFZJbUluSE8rTmVmODJhMWJ0OTY0WnMyYXdla3NxRjZ2cjRtSTU4VlRoYXhyTnB2SFRPZnhENFNsMXdBQUFETlhlOVdxVmQ5c05wdS9tVko2UVVSY25ITitMS1gwc2txbDh2WDU4K2V2R3hnWStPUUxYL2pDNTB4alRUdVhYNmVVL21FYWo5czFCR1VBQUlCcDBHZzAxalFhamJNMmJOaHdkTTc1Z3pubmxTbWxSWlZLNWI4KzR4blB1TGRlcjE5WHI5ZGZGVk8vOHZkYll3OWFyZGJWVTN5c3JtVHBOUUFBUUVrR0JnWmVWcWxVUGhRUnZ4Y1JjeUlpY3M3L0VoRVhqSXlNL084NzdyampzU2s0YktyWDYvZm5uUHVhemVaUjBTRjM1QzZ5OUJvQUFHQ1dXcmx5NVQ4M0dvMjNwSlNPaVlqL0ZoSDNwNVJPU0NsZDNOdmJ1NjVlcjMrdVZxc3RuK1RENXB6emwwZVhYWGRjU080RVpwUUJBQUE2UjZWZXI3OGhJczdLT1o5V3VQblhQMGZFWjdkczJmS3R5Ymo1MTdKbHkxN1MwOU56YUtQUitPNUJWendGeXA1UkZwUUJBQUE2ME1EQXdBbVZTdVhQY3M1dlRTa2RIaEdSYzk0UUVSY05EUTFkdFhyMTZyVUhzZnRLUEpVSFc1TlI2MlFUbEFFQUFCalgwVWNmL1l4Rml4Yjl4NVRTZTFOS1k4dXdXem5uYjdiYjdZdFhyVnAxYzh5d0pkU0NNZ0FBQUFka1lHRGczNDNlL090MU1YcnpyNGk0T3lJdWFMZmJYMXU1Y3VYbThxcWJQSUl5QUFBQUUxS3IxWTZNaUxOVFN1K01pR2VQTm0vTE9WOVJxVlF1V2JGaXhSM2xWWGZ3QkdVQUFBQ2Vya3F0VnZ2OWxOSUhjODZ2SEx2NVYwVDhLQ0krT3pnNCtPM1ZxMWNQbFZ6amhBbktBQUFBSExUbHk1Yy92MUtwZkRnaTNsSzQrZGZERWZHNTRlSGhxKzY4ODg0SHlxM3d3QW5LQUFBQVRKcWxTNWZPWGJKa3lic2k0ajBSc1d5MGVTUWl2cEZ6dnJqWmJQNHdPdnptWDRJeUFBQUFVMkxac21VdnIxYXJINHFJMzAwcDlZODIzOVZ1dHkrb1ZxdGZXN0ZpeGVObDFqY2VRUmtBQUlBcE5YcnpyejlOS2IwamRyMzUxeGRhcmRhbHQ5OSsrNTM3K3Z6amp6OSt3Wm8xYTU2WThrSkhDY29BQUFCTWwrckF3TUR2cDVRK0dCR3ZHTHY1Vjg3NWh5bWx2eDBjSEx4cGJ6Zi9xdFZxVjZlVTFqVWFqWTlGUkh1cWl4U1VBUUFBbUhiTGxpMTdRVTlQejRjajRpMFJjZGhvOC9wMnUzMVJ6dm1xVmF0V1BSZ1JVYXZWbHFhVTFrWkVOU0srdVg3OStqOTY2S0dIdGs5bGJZSXlBQUFBcFRubGxGUG10dHZ0ZDZlVTNoTVJKNDgyajBURXRUbm52MDhwdlR3aS92dFkvNXp6enpCekMrRUFBQUw2U1VSQlZJYUdobDYzZXZYcTlWTlZrNkFNQUFCQVI2alZhcStJaUE5RnhCbUZtMysxNHFuWjVLSzFJeU1qWit6dnZjMVBWOWxCdVZMR1FRRUFBT2c4eldiemg4MW04MDJ0VnV2WkVmSHBpUGhWN0JtU0l5S2UzZFBUOCtQbHk1ZS9abm9ybkI2Q01nQUFBTHU0L2ZiYkgyazBHdWZtblA5bEg5MFdWS3ZWbXdZR0J0NHpiWVZORTBFWkFBQ0FQWng4OHNrbnA1UmVzWjl1UFpWSzVaSjZ2ZjZabUVINWNzYWNDQUFBQUpPbnA2ZG5JalBGZjE2djE3K3pkT25TdVZOVzBEVHFLYnNBQUFBQU90SU5PZWRWS2FVbE9lZG41cHdYcHBRV3BwUVc1cHlQU0NrdGpLZityTlRZZTVoL2UvSGl4VGN2WExqd2RYZmVlZWZESmRaOTBBUmxBQUFBOXRCc05uOXdBTjBxeTVZdFcxU3BWSlpHeEpHVlNtVnhiMi92eXlQaTJpa3ViMG9KeWdBQUFEeGQ3ZHR2di8yUmlIaWs3RUltay9jb0F3QUFRSUdnREFBQUFBV0NNZ0FBQUJRSXlnQUFBRkFnS0FNQUFFQ0JvQXdBQUFBRnFld0NBQUFBbU4zcTlmclpFWEhSdnZya25NOXJOcHNmbjQ1NnpDZ0RBQUJRcXVIaDRlL3NyMCs3M2Y3S2ROUVNJU2dEQUFCUXNqdnV1T05mSTZLNWp5NTNyMXExYXZWMDFTTW9Bd0FBVUxxYzg3Z3p4am5ubTZhekZrRVpBQUNBMG8yTWpJd2JobE5LWDUzT1d0ek1Dd0FBZ0k1UXE5VldwNVJlVkd6TE9mK3kyV3dlTjUxMW1GRUdBQUNnSStTY3Y3eDdXMHBwdnpmNm1teUNNZ0FBQUIyaDFXcDllL2UyZHJzOXJjdXVJeXk5QmdBQW9JUFU2L1UxRWZHOGlJaWM4N3BtczNuTWROZGdSaGtBQUlCT3NuUDVkVXJwSDhvb1FGQUdBQUNnazN4cjdFR3IxYnE2ekVJQUFBQ2dFNlI2dmI2MlZxdXRqNUxlTHR4VHhrRUJBQUJnSERubi9PV1UwbEVSa2Nzb1FGQUdBQUNnbzdSYXJSdDdlbm9PTGJzT0FBQUE2QlNWaUtpV1hRUUFBQUFBQUFBQUFBQUFBQUFBQUFBQUFBQUFBQUFBQUFBQUFBQUFBQUFBQUFBQUFBQUFBQUFBQUFBQUFBQUFBQUFBQUFBQUFBQUFBQUFBQUFBQUFBQUFBQUFBQUFBQUFBQUFBQUFBQUFBQUFBQUFBQUFBQUFBQUFBQUFBQUFBQUFBQUFBQUFBQUFBQUFBSDd2OER3dkJpVDNsZm1jUUFBQUFBU1VWT1JLNUNZSUk9IiwKCSJUaGVtZSIgOiAiIiwKCSJUeXBlIiA6ICJmbG93IiwKCSJWZXJzaW9uIiA6ICIiCn0K"/>
    </extobj>
    <extobj name="ECB019B1-382A-4266-B25C-5B523AA43C14-3">
      <extobjdata type="ECB019B1-382A-4266-B25C-5B523AA43C14" data="ewoJIkZpbGVJZCIgOiAiMjQyODM5MTA2Nzk0IiwKCSJHcm91cElkIiA6ICIxNTEwMjAwMDk3IiwKCSJJbWFnZSIgOiAiaVZCT1J3MEtHZ29BQUFBTlNVaEVVZ0FBQTJVQUFBRDFDQVlBQUFEUStGMk5BQUFBQ1hCSVdYTUFBQXNUQUFBTEV3RUFtcHdZQUFBZ0FFbEVRVlI0bk8zZGUzeGNaWjM0OGU5elpqS1RtVXltazNzeVRkbzBUZHUwYVpyTUZCRjJ2Y0FpcTZpb2lMcGRVV0ZaZndxS3Y1ODMwRVZVUkZsMlZZUUZGaFZaUUJSeExTQjA4UUtydSsyS3dxSk5XdHBBTDJtYTV0YmNtdnRrTXRmbjkwY3pjVHFkM0hySlNkTFArL1hxS3pQUGVjNXp2dWZreWVuNXpuUE9NeUl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XNFQ1VtQjFBR29VaVlrbDZiN0hiN1dzblhsdE5pR2N4eVR2RjlSWmlQd0FBQU1CaVVGeGNmTk0waTIwaWtwK1ptYmtxelRKbmNYSHhqU0xpbXMxMlBCN1BlK2NhbTkxdVg3ZDY5ZXFuUlVRY0RzZnlxcXFxWFhOdDQyeHlPQnl2cjY2dVBpUWltWE5kZDhXS0ZZK0lpREhYOWJLenM5L3A5WHB2bmE1T1pXWGxiM055Y3E1S0tuTDdmTDZJaUVoRlJjV1R4Y1hGWDBtejdZeWsxNDZVOWRPYXI3NGpJdUoydXk4ckt5dTdLN21zcUtqbzB3VUZCWithYlJzemNUZ2NGOVRVMUxUTGlRbnRiTmFiYXo5WTBNZDZnaUVpbnN6TXpGVk9wM096MisyK0xDOHY3NXJpNHVJdnIxaXg0bnNpa2ozSDlnQ2NJL2prRHdCT1FXRmg0VTFkWFYzZnJLaW8yT1p3T0dvTXc3QnFyZU1XaTZVd0Vva2Nqa2FqZmRGb3RLKzV1ZmxxRVJsSldqVnNzOWtxS3lzcm4yaHFhbnE3aU1TbjI4N0tsU3NmR2h3Y2ZFcEVwTGEydGo4VUNqVW5MM2M0SExVTkRRM0pGNnVTbTV2N3ZrZ2swaTBpNG5hN1B4QU1CbmZPZGYreXNySnF5c3ZMdHpZMk5yNUJSUHJTMWZINy9mRlFLSFFnOGQ1dXQ2OExoVUw3ayt0a1pHU1U3dHExSy9uQzFyRnExYXAveThqSUtLeXBxV2xLcmhzS2hkb09IRGh3NFhSeDVlZm5YNTJkblgxQmFubHpjL05mQjRQQjFxbldDNGZEK3dzS0NuNTA3Tml4eDBLaDBNSFU1UTZINDN5YnplWWRHQmo0YVZKeFFDbGxGUkhWM056OG9WV3JWdjNBNVhLOWNYUjBkTWZFOHN3Tkd6YlV0N2UzZjNaNGVQalhEb2Vqb0x5OC9PR0JnWUhIcHR1SCtlbzdJaUxEdzhNdmxaV1YzWnVYbDdmNzJMRmpqNGhJVVVGQndXY09Iejc4enBuV25hM2k0dUliZW5wNi9sVkVZajZmTHpwVnZmMzc5NzkrYkd3czBSZm4yZzhXOHJHMmI5cTBxVk1wNWJSWUxQWjRQRDRXaThVR285Rm9meXdXNjR0RUlyM1JhTFFuRW9tMDJlMzJ3bEFvTkpLeWZzNkdEUnQrMTlMUzh1R3hzYkdHNmZZSHdOSkZVZ1lBYzFCVlZWV2ZrWkZSYUxWYWMycHFhdHIzN05sVEpTSlJFUmtYRWFtdHJSMTg5ZFZYTjB6VFJMUzF0Zlg2ZGV2Vy9WZEJRY0VuZW50Nzc1dnR0dVB4ZUhqZnZuM25KWmZWMU5SMHBWUlR1Ym01MTdTMnR2NmRpQmo1K2ZuWFc2M1dBcmZiL2RiVTlnWUhCMy9XMXRiMjJUU2JNc3JLeW43WTJ0cjZlWmtpSVp1SVo2eWxwZVVERm91bFpIaDQrRG0vMzY4Ykd4czNpa2oyOHVYTHY5VFIwWEZ6WFYxZGYzSnNLMWV1ZkdCb2FPalhIUjBkbjA4VTJ1MzIxZXZXclh0NWNIRHdpZGtjaDRsdFRIbng3L1A1b3ZGNGZEVE5JbFZWVmZYSEUzYlVNRndORFEzVzVjdVhmNk96cy9PTFRxZXpUaWtWRFFRQ3UwVWtXMnNkOW5nODc3SmFyWVhqNCtPSGMzTnovMDRwRlI4WkdmbWRpSXkzdExSOHBMS3k4cGZOemMxYklwRklSendlRDA0VjEzejFuWnljbkErVmxwYitVOUkrWm51OTN0dTlYdTgzUkVRc0ZzdXlpb3FLWHlXdnMyZlBudEpwdGp1bHpNek04dXpzN0VzUEh6NTh2WWdVTmpRMFRGNVgrUDErWFY5Zlh5QW45NkZUNlFjTDhsZ245c2RxdGViVzE5Y3ZFNUZSbVVXeW5HTGd5SkVqbjE2NWN1V2pyNzMyV3AySXhPYTRQb0FsZ0tRTUFPWmczNzU5ZmhHUlRaczI5ZTNaczZjME5TbXlXQ3p1NUxLQmdZRWZ0cmUzZnlHbG1YaHZiKytQeXNyS3Z0M2IyL3VZaUF5a2JxZWlvdUxuRG9lanhtS3haRmRYVnpjMU5qWldHb1poVzd0MjdRdko5YXhXYTI3eWU3ZmIvVmFiemJacVpHVGtoYnk4dkE5SElwR3V4c2JHdFQ2Zkw1cDh3VHdkajhmekxoSFJJeU1qejg1VU54QUk5RlJYVjI5dGJHeWNUQllyS2lydWowYWp3eUlTVHFxcVNrdEw3ODdNekZ5N2YvLyt2MC9lM09yVnE1OGRHQmo0WVU5UHo1MnA3ZnQ4dm1nNEhHNUpMdHU0Y2VNQnJmWGtoYTlTeW1xejJWYlcxOWQ3UkdSSUtXWFp2WHQzdnMxbVcyTzFXbDFqWTJPSlJNeFJXbHA2VzN0Nys0MFQ3NjErdnovaThYaXVVRXFwd2NIQmJWVlZWUzhIQW9FL3JsNjkrbS9pOGZpUUhFOXlQencrUG40d0dvMjJCZ0tCbDBaR1J2WWx0ajAyTnZhblE0Y09YUklJQkE1bVoyZS9MaGFMSFp2cVdNMVgzeGtZR1BqeHdNREFqNmVLNDB3cUxDeTh0YWVuNXp0T3B6Tzd0TFQwcHdjT0hIalRES3VjVWo4UVdaakhPc1h3RE11bkZBZ0VmaE9QeDRkemMzUGYyOS9mdi9WVTJ3R3dlSkdVQWNCcDJMTm5UM0h5KzlyYTJzSFVzblNXTFZ2MlZxMTF1S1NrNUhOSGp4NjlKWFY1YzNQekZZbjJHaHNiSzh2THl4K0x4K05qU3FubytQaDRrNGpZSEE3SDJsZ3NObHhWVmZYU3ZuMzdMaEFSS1M0dS91cEVFeDZ2MS90UExTMHRINWpyUHVYazVHd1pIQno4NmN3MVJVU2txN096OC9QeTUwLzNzOGJIeDFzNk96dS9tbHhwMmJKbGw3cGNycjkwT3AyYk4yM2ExSmtvdDFxdGVkRm85RmhPVHM1SGNuSnlQcElvcTYrdlY0azZqWTJObFltMk4yM2ExQndPaDlzTXczQVpobUVQaDhQdGJXMXQvNis2dW5xZmlJeUppQnc4ZVBCeUVZazVISTZ5MHRMUyswT2hVRk5uWitmTlkyTmpSd29LQ2o2ZGxKVEZEaDQ4ZUhsUlVkRW5Nek16TjJ6Y3VQRlFLQlE2MHRiVzlxbTJ0clpQaW9pdXJxN2UxOUhSOFlWUUtIUW9hWGNzSWxMazgvazZrdmRSS2FWRVJLWGV3cWVVc3V6ZHUzZDlPQnplbDF4K3R2cU9pTWlHRFJzYWxWTDJsT0pvWTJOalZVVkZ4YzhUL2F1cXFtclh2bjM3Nm1iYVpqb09oK044dDl0OThkNjllejlSV2xwNmEzZDM5emRtRWZ1cDlJTUZmYXdUNnVycTBvM09ubVRYcmwxRkloSklMZS92Ny85M2o4ZnpBWkl5NE54RVVnWUFwNml3c1BENm5wNmU3MlpuWjcvQjdYYS9KL2xXckJua0xGdTI3QjFOVFUyWFZWUlUvUHpvMGFQZkVwR2hLZW9hdWJtNUg4ak96cjVvejU0OXEwVkVxcXFxWGhJUlNWeE1KeWJ5eU1uSjJXS3hXTEltMXJOMmQzZC9aMlJrNVBlSmhpWW1ZNWpVMU5SMFFUQVlQS0ZNUk1UcGRMNityNi92WDJmYUNjTXduTlhWMVUwaUlsNnZWMFJFcXF1cmQwN0U4djdrdWtORFE4OFBEUTM5dDkvdkQ3L3l5aXY1aVhLLzM2K1QzOHZFNkZYeXVxV2xwZDl5dTkyWHhXS3hnTVZpeVRseTVNamZoMEtoVnBrWWlhdXNyUHpseENoWlJFUmtaR1RrV2JmYi9mWllMTmJhMk5pNHZxQ2c0UHJNek13MVd1dmVsRnZlOU1qSXlMTWpJeU03Uk1TNWNlUEcvMjF0YmIxT2ppZVllUTZIbzFKcnJZdUtpcjRvSWhtWm1abVZkcnU5ZkdobzZOblcxdGJyVWtjZXk4cks3dFZheDlyYjJ6K2RYRjVYVnhjd0RHTTh1ZXhzOXgyNzNiNjZvYUhoaEFrMGZEN2Z1SWlJMisyK05GSG1jRGcyem5LN0ozRzVYT2NycFN3MU5UVk5nVURnRDBORFE4L1B0TTRwOW9QdWhYeXNKK2lVWnlmbmJIUjA5T1dpb3FMUG5VNGJBQll2a2pJQW1JSEQ0U2l0cUtqNDc4Ykd4blVpa3VueGVDNjFXcTE1THBmcmt0emMzR3ZsK01YOWIyUmlGcm5FS0lYZGJsOVZYMTkvMG94MHhjWEZONHlNakd3ZkhSMzluK0hoNFYrWGxKUjgvdWpSbzE5T3JyTnMyYklyYzNKeTNtV3hXRndlajJlTFVpcWpxcXBxZTNLZFJIS1dtWm01UmtRa1B6Ly83enM3TzIrcnFLajRxWWowcGQ0R050dm5obXcyMi9KSUpOSXhVNzM5Ky9mWEJnS0JQWW4zRTgrVUpaN2RFWkhqRTRZa3JhSm5zLzBVZW1KazYwWVJrZkx5OHNmV3JsMjdQZW1aTVRVME5QUzBwRndzMjJ5MkZTVWxKZDhQQm9ON2p4NDkrc1ZBSUxEYjZYVDZZckZZdjV4c3BMeTgvSHQ5ZlgzZkRZVkMrL1B5OGo1U1VsSnk2L2o0K0VFUjBZWmhaUFgzOS84NEZvdTFHNGFSblp6b0psRnV0L3VkYlcxdE4zZzhudmNNRGc0K0p5SkJFUkdsbEgxOGZEd2tJczc1NkRzSmlZUTV5WnhtUjV4SmIyL3ZmYjI5dlkrc1hidjJWMTFkWGY5M0RxdWVTajlJdHRDT2RZYldPcEttZks0Nk1qSXkrSW9BNEJ4RlVnWUFNd2dHZysyTmpZMXJSRVRXcmwzN3EyQXd1RE1halI1cmJtNStYMDFOVFZmcWJWQ3Z2dnBxdGNqeDUxblNORmRVVkZUMHVlYm01cmVMaUJ3OWV2VFdxcXFxUHcwTUREdzBQajUrT0ZHcG9LRGdFNk9qb3p0aXNkaHdjM1B6ZXowZXp4V0RnNFAvSVNMaWRydi8ybUt4dUJNekJYbzhuaXRFUkxxNnVyNDJNakx5UXBwdHpwV1NHU1lyS0NrcCtYcHVidTc3VTh1cnE2djNwcFpOSkdxVFVvL0xGTWRKNVBpVTVYRVJjY3J4aEdJa0Zvc05KcExMRlN0V1BOTGEybnBOWm1ibXl0UVYrL3I2dnRmWDEvZHdRVUhCeHlPUlNFaEV4RzYzVjRkQ29jT3BkZlB5OHE3T3ljbDUzOERBZ0txcXF2cGpiMi92UFh2MzdxMFFFU2tvS0xqQjRYQ3NIUjRlZnI2aW91SnhyWFVvWFZLV25aMzlEc013TW9lSGg1LzNlcjFmS2lvcStvZjkrL2UvWFVSR2xGSVdFUm1icjc2VGtIVGJwNGo4ZWFUc0RMSlhWbFkrTVRBd3NGVkVTandlei9tRGc0TlB6M2JsT2ZTREV5eTBZKzEwT3JQajhYaEE1UGdIRTlGb05PMnpicW0zNVFKQU1wSXlBSmlEQXdjT3ZGbEVKUEhjaThpZlJ5UWFHeHMzaVlpc1g3LytGWXZGNHJaYXJUa3BxNnVLaW9vZkRBME4vWEprWk9RUElpS2hVT2hnWDEvZmd5dFhybng0Ly83OWw4akVzMWxOVFUyWGlJZ1VGUlY5VnVUNHMySkp6NHVKM1c1Zk4zRmJuWWlJRkJZV2Z2YkFnUU52UEJQN0dJMUd1NVJTeFNMU01sV2RvMGVQZmpsMTFDQnA5c1VwWjBZVUVVbTVUUzJWc1dyVnFrZEZ4T1Z3T0hLajBXaFBRVUhCdGRuWjJXOXVibTUrZjM1Ky9zY25udmVTL1B6OHExdGJXeisvYXRXcWJhKzk5cHBmUkdKWldWbDFsWldWMjVNYjlIcTl0MDI4dEJ1R1lhbXRyUjFNWHQ3VTFQUytycTZ1MjRMQjRHdGpZMk92aGNQaHlSR21vYUdoL3lvc0xQeE1aV1hsbW5nOFBucjQ4T0ZQeWZFdlBENmExSVM5ckt6c1d6MDlQZDhVa1VoblorZXRSVVZGb2JLeXNsdmEydHJ1bUtnVG1LKytNMTg4SHMvYlhTN1hHNnhXYTZITDVmcUxRQ0R3OGx6V24yMC9rT016R2lZc3VHT3R0UzZOUnFNOVNmdFZMQ2YvRFp4MFcyNGEza2drY25TR09nQ1dLSkl5QURoTnFTTVNyNzMyMmlhUmt6K0I5M3E5ZHppZHprMTc5KzcxSjVkM2RIUjh1YnE2dXI2c3JPenV0cmEydEYvcW0zaCt6R2F6clYrelpzMnprVWlrdWFXbDViM2o0K1BONmVxbmsvcE0yZUhEaHo4ME9qcTZQYlhlMk5qWVRwZkxkWDR3R0h3cFhUdjUrZm5YRlJVVmZUcTFQQlFLN1U4M1VpWnk4bWpaTk9LSER4LyswSm8xYS80ekdBeldCNFBCeHQ3ZTN1L201ZVZkdld6WnNpdFRLNWVXbHQ3VTN0NytKWm00U0E0RUFydDI3OTd0U2FtbWlvdUx2K0wxZW0vdDZPajRUSGQzOTMyU2N0RWNDQVIrNDNBNGxtZGxaYjNKNVhKZDBOL2YvN0NJaU5QcFhHdXoyVllFQW9FWFdscGFybkc1WEcvMGVyM2ZTSnBsVUsxY3VmTEJlRHdlNk83dXZqZlJYbmQzOXgwaW91eDIrOXA0UEQ2V3VyMms0M0xXK3M3RTVDZko1bnI3b2pVL1AvK2F2cjYrbjhqRUpDckpCZ2NIbjBsNmpzcmpjcmw4YzJ4L09wUDlvTGUzOTE4blJ1QVc1TEYydVZ5dkN3YURhZnY5WExoY3J0ZU5qWTM5NlhUYkFiQTRrWlFCd05sblhiRml4WGM4SHM5VisvYnRlNU9JcEQ3WE5IYnc0TUVyMTY5Zi8zdkRNSllkT1hMa0Jra3p2YmJiN1g3SGloVXI3bTlwYWJsNnhZb1Y5M2s4bml1ajBlaFFYMS9mUXpMRDZKVEk3SjhwNisvdi85bkVkelBkazI1NVgxL2Y5d0tCd0xNclZxejQ4Zjc5K3k4cEtTbTU5ZWpSbzk4V2tmQ2FOV3QrZWZEZ3dmZUxTRjl4Y2ZGWExCYUx2YU9qNDBzVHE4WW1ucjFKSFdsS2xlOTBPbCt2bExJTURRMXRFNUhZa1NOSDNoc01CcnRUSzdhM3QzOVRwdjR1TmNQdGRyKzFwS1RrRnNNd1hNM056VmZtNXVaZXMzSGp4cy8wOXZiZTFkM2QvWUNJakhtOTNxL2w1dVplbzdVZUh4MGQvZDNBd01DVE9UazVseGNXRm41UktaWFIyZG41bFluSlFsWm1aV1Z0VHZveTdxeFZxMWI5VzFaVzFvV0hEaDE2b3h6L0hTZ1JLWkRqMDZkYkN3b0tyazM5d3U4NU91VytrNW9JSjI1Zm5PMkVGRTZuMDFkY1hQeVZ2cjYrQjlNdGQ3bGNiOHpOemIzRzVYSmRZTEZZc29lR2h2NXpkSFQwdjJmUjlKejZRVEFZdkU0VzhMSE96YzM5U0U5UHo5Mm5zVjBSRWNuSnlmbEFiMi92L2FmYkRvREZpYVFNQU9iQWJyZXZ0bHF0V1ZycnllL2dTcDVRSVhsR3dzUnRVY3VYTC85bnQ5djk3bjM3OXIwcEhBNDNwbXMzSEE0M0hqeDQ4TkxWcTFkdjgzcTlOM2QyZG41RFJDeGE2NGpkYmwvdDlYcHZkemdjR3c4Y09QRDJSQnRkWFYzZktpa3ArVkoxZGZXcmZYMTlqM1IzZDM5YlR2eHVzRk15TURDdzFldjFmdFhsY3IxNWRIUjBSNW9xeXV2MWZuOXdjUERuSWhLTHhXSkRoWVdGSCszcDZia3pGQXJ0S1M4di81ZVdscGFyaG9lSEgxeTllblg5K1BqNC9tUEhqajBxSXJxM3QvZnV1cnE2QTNMOGdqb3RyWFY4YUdqb1A5eHU5MTkzZEhUY25ueDhsVktXNVBmVjFkV1RvM2xOVFUyWGhVS2hvZno4L1BlNFhLNi9kTHZkYjR0RUlqMjl2YjMzOVBYMVBTd2kwY0hCd2FkY0x0Zkd3c0xDTDlYVTFIeWh1N3Y3enFHaG9TY0hCZ1llQ0FhREhTSWlsWldWejFtdDFtVTlQVDNmbVppZVhHdXRRK3ZXcmR1bGxMSWNPSERncnh3T1IxbEZSY1gyV0N3MmRPalFvVGNHZzhIV1JCeTF0YlZORm9zbFcwUWtHbzMydExTMFhDMHlyMzNuaTBtTExTSmlsK045S1M0aVlyUFpxa1VrYnJQWlNyVFdVejVubHAyZC9aY1R2K08wWXJGWWVHeHM3SCs3dTd2L01SUUtIZlI0UE85Tm5xSmVheDN6K1h3bmZEL1l4Q3lLcys0SHg0NGRlOWd3akhCMWRmVXJDL0ZZajQyTi9jRnF0ZVlOREF4TWZ1RjFUVTFOeTFUN05CV1h5L1dtakl5TXd1UjJBQUFBTUlXVksxYytXbDFkZmFDNHVQZ21FWkhVTDZWTmxuUmJWSTZJNU0xeUUva2lrbEZkWGIydnRyWjJzTFMwOUp0Sno0OU5mdS9VaGcwYkptK1hjanFkcjh2UHovOVk0cjNYNi8xYWFxUHB5cWJqY0RndVdMOSsvU3Npa3AyNnpHNjNyeXN2TC8raGlCZ1RSU1Y1ZVhtSlozY0trbVBKeXNwNlMyRmg0V3luSUUvZHp1cFRXRzFaUlVYRms4WEZ4VGU1WEs1cHAzdTMyV3diU2twSzBuMzNWRmFhTWhHUlBLZlQ2VTI4bVpqb3hKYW1ubDFFUEhMODl6NlpkTXhYM3hFNVlWSVBSM1YxOWI3cTZ1cjl5NWN2djFORXBMaTQrS2JxNnVwOVZWVlZ1d29LQ2o0NVZXTVZGUlZiWFM3WFJiUGM5bG0xVUk5MVptWm1SVlpXMWlXSndzckt5bC9Mbi84dWtoa1R5OUxKWHI5Ky9SNkh3M0hoTExjTkFBQ0FGRTZ6QXppTFhESnhrWSt6WWluM25ZVm1JUi9yRERuK3R3WUFBQUFBQUFBQUFBQUFBQUFBQUFBQUFIRGEvSDYvOXZ2OTJ1dzRBQUFBTUxVcHA2SUZzUGlSa0FFQWdITk5mWDM5b3N0eDBrM2JDZ0FBQUFDTDFtSzdXNGd2andiT0FZdnhFeU1BQUlCekJTTmxBQUFBQUdBaWtqSUFBQUFBTUJGSkdRQUFBQUNZaUtRTUFBQUFBRXhFVWdZQUFBQUFKaUlwQXdBQUFBQVRrWlFCQUFBQWdJbEl5Z0FBQUFEQVJDUmxBQUFBQUdBaWtqSUFBQUFBTUJGSkdRQUFBQUNZaUtRTUFBQUFBRXhFVWdZQUFBQUFKaUlwQXdBQUFBQVRrWlFCQUFBQWdJbEl5Z0FBQUFEQVJDUmxBQUFBQUdBaWtqSUFBQUFBTUpIVjdBQUFuRGsrbis5NnBkUXRxZVYrdjc4ajZlM0Q5ZlgxSjlVQkFBQ0FPVWpLZ0NVa0hvKy9aTEZZdkdrV1RaWnByZjl6SGtNQ0FBREFETGg5RVZoQ2R1L2V2VXRyZldTYUtrY2JHaHArTjI4QkFRQUFZRVlrWmNEU29wVlNqMDI1VU92blJTUStqL0VBQUFCZ0JpUmx3QktqdFg1Mm1zWC9QbStCQUFBQVlGWkl5b0FscHFHaDRXV3RkWGVhUmNjYUdocWVuL2VBQUFBQU1DMlNNbURwaVNtbGZwSmFPREhCUjh5RWVBQUFBREFOa2pKZ0NkSmFQNU9takZzWEFRQUFGaUNTTW1BSk1nempEMXJyd2FTaWtkSFIwVitaRmhBQUFBQ21SRklHTEVFN2QrNk15SW1UZXZ5bXFha3BaRlk4QUFBQW1CcEpHYkJFS2FWK252VDJTZE1DQVFBQXdMUkl5b0FscXFlbjUzKzAxZ0VSQ1VhajBhZk5qZ2NBQUFEcGtaUUJTMVI3ZTN0UUtmV1UxbnI3SzYrOEVqQTdIZ0FBQUtSbk5Uc0FBR2VQMXZvSnJYV2gyWEVBQUFCZ2FzcnNBSUN6d2UvMy8xWkUvc3JzT015bXRSYWwrRE5QMEZxLzNORFE4SHF6NDVnSy9SYnAwRyt4R05GdnNSaVoyVys1ZlJGTEZTZGFFUkt5RkVxcDg4Mk9ZUWIwVzV5RWZvdkZpSDZMeGNqTWZzdnRpMWpTZHU3Y2VkYTNzWG56NW5uYjFsSmcxdkZLYkhjeG9OOHVQUFRibWRGdkZ4NzY3Y3pvdHd2UG1UcGVjMjNIN0g3TFNCa0FBQUFBbUlpa0RBQUFBQUJNUkZJR0FBQUFBQ1lpS1FNQUFBQUFFNUdVQVFBQUFJQ0pTTW9BQUFBQXdFUWtaUUFBQUFCZ0lwSXlBQUFBQURBUlNSa0FBQUFBbU1ocWRnQUFBQUFBY0NidDNMblQ3QkRtaEpFeUFBQUFBREFSU1JrQUFBQUFtSWlrREFBQUFBQk1SRklHQUFBQUFDWWlLUU1BQUFBQUU1R1VBUUFBQUlDSlNNcXdvUGw4dmt0OFB0K2JoYTl2d0NKU1cxdTd2TEt5MG01MkhJdGRQQjZYdSs2NlN5NisrR0s1NktLTDVKNTc3aEd0dGRsaEFkT0t4K095YTljdXVmUE9PeVVhalpvZHpwSlhkOXpyekk1anNXdHRiWldiYnJwSkxyNzRZcm53d2d2bHV1dXVrNDZPRHJQRE9xZVFsR0dodTB3cHRkM244M1g3Zkw3N2ZUN2ZXN2pZeFVKbnNWZys0WGE3ZTN3KzN3LzhmdjliNmJPbjV0RkhINVVYWG5oQkhuLzhjWG5vb1lkazI3WnQ4c3d6ejVnZEZqQ3R0NzN0YmZLRkwzeEJmdktUbjBnOEhqYzduQ1ZQS2ZWWGhtRzg3UFA1bW4wKzN5MSt2Mys5MlRFdFJqdDI3SkR6emp0UG5ubm1HZm5GTDM0aE5wdE5icm5sRnJQRE9xY3crb0JGUVNtVkt5TFhpOGoxYnJkNzJPZnpQYUcxZnJLbnAyZDdaMmZubU5ueEFjbTAxb1pTeXEyVStxaUlmSFNpei81TUtmWEU4UER3OXFhbXBwRFpNUzRHVzdkdWxldXZ2MTZLaTR0RlJPU0tLNjZRWC96aUYvS2U5N3pINU1pQXFkMXp6ejBTaVVUa21tdXVNVHVVYzRWTlJFUXB0VXBFdmk0aVgvZjVmTHRFNU9Gd09QeDBZMk5qcTZuUkxSSlhYWFdWR0laeHd2dFBmdktURW8vSFR5akgyVU5TaHNYSXJaUzZWaWwxYlhGeGNhQzR1UGpwZUR6K1JEQVkvTzMrL2Z0SHpBNE9tRWpLa290STBLYnc4c3N2eTkxMzN5MkhEaDJTd3NKQ3Vmbm1tK1hDQ3krVVk4ZU9TVmRYbDlUVTFFelczYkJoZzJ6ZHV0WEVhSUhqcHVxM0lpSlZWVld5Wjg4ZWt5TThQUmRjY0lGWXJWYXgyV3hpczlra0l5Tmo4clhkYmovaGZmSy9qSXdNc2R1UDN4aWd0UmEvMzM5VFBCNFBLYVhDSWhJV2tZaUloSlBmeDJLeEU5NHJwY0pLcWJEV09tSVlSamdRQ0lTMTF1RlFLQlJwYVdrSmk4Z0p3NDlhYTN2SytWYVVVblVpOGk4Mm0rMXVuOC8zUDBxcEg0Nk9qdjdIZ1FNSCtzNzZ3VnZBcHV1M3FZbFhmMysvNU9Ua2tKRE5JNUl5bkhGK3YzOCtIL3JJRXBHckRNTzRLaXNyYTl6bjh6MnJ0ZjdaUEc0ZjgraTg4ODRUd3pCRUtTV0dZWWpGWWhHUjQvK1pKUDlMTEZkS2ljVmlrZVQvc0gwKzMzNmxWRnhySFZOS2FSR0p5ZkgvNU9OYTYvakVzdmhFV1V4RUpzdVNseVcxTWJrc3FZM2FhWFlqT1VFYjgvbDhUeXVsZnRUZjM3LzlyQnkwQlM0UUNNZ3R0OXdpbFpXVmN1Kzk5OG9kZDl3aDI3WnRrNzYrNDlkT3VibTVrM1U5SG8rTWpJend5UzFNTjFXL1hRcGlzWmhFbzFHSlJDSVNEQVpQdVoySjgrNC96L1MzbWppUHAxdGZheTFPcDFORVJMS3lzaVEzTjFlTFNGUnJIVkpLalUvOHpKb21CaVVpYnhhUk43dGNMdkg1Zkw4UmtlK0h3K0ZmbjlKT0xYS3o3YmZSYUZRZWUrd3h1ZkxLSzAySTh0eEZVb1lsWTJKMElsZEVpczJPQldkZVlvS0hXQ3gyV3Uwb3BkWk8vRXkzVE9heWJMcXlXWElxcFQ2b3RkNlNtNXU3UTJzOTEvVVh2WXN2dmxqR3g4ZmwwS0ZENG5LNXBLT2pRNkxSNk9Udk9mbUNMcEZvQTJhYnF0OWFyWXYvc3NwaXNjZ2YvL2hIQ1lmRGsvOGlrWWlFUXFISjE0bnlVQ2cwdVN5NS9NNDc3MHljcys4UUVidFN5aTRpR1NKaTAxcmI1UGd0aHhraVlsTktuZkErdFU3UzhrU2RES1ZVaG9pNDVubytVRXE5UlVUZWJMUFpkcHpxOGRtOGViT0lpT3pjdWZOVW16RE5iUHZ0SFhmY0lZWmh5TFhYWG10U3BPZW14WC8yd0lKVFgxOS94cTZhZkQ3ZnQ1VlNuNXVtU2xCRWRvakkwOUZvOUdkNzl1d1pFQkh4Ky8zM25NcjJGdlBKZHFsVFNzbWYvdlFuRVRrK3U1bldXbUt4Mk9UcjVKK3hXT3lFc2xnc0p1OTR4enRFUkNRY0RsZGFyVllqSG84YkZvdkZFb3ZGaktUM1Jqd2VOMkt4bU1WaXNSaGFhOE13RENNZWoxdVNseWQrSnBZbDZpWDl2Rm9wZGRrTXV4VFdXcitvdFg1T2EvM283dDI3TytaNWxIbEJ1UGZlZTJYYnRtMnlhZE9teWR1ZTR2RzR1TjF1RVJFWkdocVNyS3pqSDRRUERnNkt4K05obEF5bW02cmZMaFZLS2JIYjdaUDdObGQzM25tbktLV2t2cjcrNWpNY21vaUlaZlBtemZieDhmSE1lRHh1ejh6TS9HZWwxSWVuVzBGclBhQ1UycTYxM2g2TlJuKzBaOCtlQWM2MzZmdnRYWGZkSlEwTkRmTGdndytLeldZekk4eHpGa2taRmgydGRVQXA5Vi94ZVB6SlNDVHlaR05qNDZqWk1XRitKUzdLcDdydFpUcDc5KzQ5ZEtialNlWHorZjVDUk5JbFpXTmE2KzFLcVdjaWtjald4SWNJcDJ1eGZwalEzdDR1anp6eWlHemR1bFVxS2lya3hSZGZsT2VlZTA1RVJMeGVyMlJuWjh1cnI3NHFYcTlYUkVSZWZmVlYyYmh4bzVraEE5UDJXOHlMMk02ZE84ZEVaRXhFeE9menBYMHVWMnQ5UUNuMUc2MzFVdzBORGR2bCtPM281NnpaOU52NzdydFBYbmpoQlhuZ2dRZE91SFVjODRPazdBeElmTnBTWDE5ZklDTHoraENwbWR1ZVo4TWk4aHV0OWRiZTN0NW4ydHZiVC8xR2QrRHNteHpLMFZvUGlNaHZSZVJKK3U2SkV0L2hkUFRvVWNuUHo1ZkhIMzk4Y3BsaEdITDU1WmZMUXc4OUpIVjFkVEk4UEN4UFBmV1UzSGJiYldhRkM0akk5UDBXcHJDTGlHaXR3eUx5a2xMcXVYZzh2blhYcmwwSFRZNXJRWm1wMzM3Lys5K1hIVHQyeUE5KzhBTVNNcE9RbEdHaGV6RWVqMThSaVVSKzJkallHRFk3R0dDV2VrWGtrWWtMZytkRmhHK1FUYU84dkZ5MmJOa2lOOTU0bzJjUi9QSUFBQW5GU1VSQlZCUVdGc3FXTFZ2azk3Ly8vZVR5RzI2NFFXNi8vWFo1OTd2ZkxkbloyZkx4ajM5OGNxWXd3Q3d6OWR2RXlMV0luTkJmRjl0STltS2h0WDVKS2ZYOHlNakl0cWFtcG1HejQxbW9adXEzRHp6d2dJaUlYSHJwcFNlczkrS0xMM0liNHp3aEtjT0MxdERROEtUWk1RQnoxZERRd0hET0xOMTQ0NDF5NDQwM1RyN2ZzbVhMNUd1NzNTNjMzWFlibzJOWWNLYnJ0eVJmODJ2WHJsMzNteDNEWWtHL1hkaEl5czZnWmN1V1hlVDFlcithbVptNU5oZ012dGJhMm5ydDJOaFlmV0o1Ym03dSs0dUtpbTdKek15c2lrYWpBNE9EZzQrM3RiWDlnNGlNVDFRcHFhaW91TS9sY3IzSllyRXNHeHNiYTJodmIvOTRJQkRZTmJIY1dMNTgrZGZ6OHZJK1poaEdabTl2NzczenZwTUFBQUFBemlpbXNEcUR5c3JLN2h3ZEhkMFJDb1VPT1ozTzJyS3lzdThtbHVYazVHd3BMeS8vbVZMSzF0ZlhkMzg0SEc0dUtDajRkRmxaMmJjU2RiS3pzMWZiN2ZZMS9mMzlQeGtkSGQyUmxaVjEvc3FWSzMrY1dGNWNYUHo1b3FLaW0wVkVIenQyN0JHUHgvUCtlZDVGQUFBQUFHY1lTZGtaZE9USWtiOXRhMnU3NGNpUkkzOHJJdUowT24ySlpTVWxKVjhXRVJrZEhkMGVpOFZDd1dCd3Q4anhaQzFSWjJSazVFK3Z2ZmJhZVFNREF3LzI5ZlU5TENLU21abFpMU0l1RVpHOHZMeVBpWWkwdHJaK3RLMnQ3Vk5OVFUwelRia05BQUFBWUlIajlzVXphR1JrNUlDSVNDQVE2QkFSbWZoeVF4RVJzZHZ0YTBSRTh2UHpyMHRleDJxMTVpZGU1K1RrdkhmRmloWDNpNGhLdnUxUlJESkZaTlJtczYwVUVRbUZRanNuZmg0K1M3c0NBQUFBWUo2UWxNMlRhRFRhblpHUlVicHYzejcvMk5oWVE3bzZaV1ZsOTFnc2xtVjc5KzdkRUE2SCsveCtmMC95OGxnc05tQzFXZ3NzRnNzNkVlbElIb2tEQUFBQXNEaVJsTTJUM3Q3ZUI3eGU3MjJyVjYvKzVlRGc0Rk1pRXJMYjdkVzl2YjAvR0JvYWVrSkVSQ2xsRVJFcExTMzlSNnZWV3BEYXh1RGc0TS96OC9NL3RtclZxaDhQRFEwOWtaMmRmZms4N3dZQUFBQ0FNNHhueXVaSlYxZlg3WjJkblRmRjQvSFIvUHo4aitYbDVmMGZ3ekNjMFdoMGY2Sk9lM3Y3WjZMUmFML0w1WHBEZjMvL0k2bHR0TGEyM2pnd01QQXppOFhpV2JaczJmdTd1N3R2bjllZEFBQUFBSERHTVZKMkJ0VFgxNnVVb3I0MFpmR3VycTV2ZFhWMWZVdW1jT3pZc1VlT0hUdjJ5R1FqZlgwUHBsUVpQbno0OE4rY3NLR1Q2d0FBQUFCWVJCZ3BBd0FBQUFBVGtaUUJBQUFBZ0lsSXlnQUFBQURBUkNSbEFBQUFBR0Fpa2pJQUFBQUFNQkZKR1FBQUFBQ1lpQ254QWN5ckQzN3dnMmFIQU13Wi9SWUFjRGFSbEFHWVY1LzczT2ZNRGdHWU0vb3RGaU0rVE1CaWRLNzJXNUl5QUFDQUpZZ1BFN0FZbmF2OVZwa2RBSEEyK1AxK2JYWU1XSmpxNitzWDdIbVBmb3VwMEcreEdORnZzUmlaMVcrWjZBTkxrdGI2WmJOaldDaTA1ditkSkh2TkRtQTY5RnRNZ1g2N3lIRGVGUkg2N2FKQmZ6M0JndTYzd0RuRDcvZnJwZlRwV1cxdDdSdjhmdi9sWnNlQnMydXA5VnRnTWVPOHU3UXR0ZlB0cGsyYkx2RDcvVzgxT3c0d1VnWXNhWVpodkVkRS9zYnNPQURnWE1GNUY0dUpZUmhYYUsydk1qc09NTkVIc0pRcEVmbVExanBqNHZXUytXUVBBQllvcFpTNldvNWZYeGtpRWpjNUhtQTZ5akNNRDRzSTF3a0xBQ05sd0JKVlYxZDNvVktxU0NtVlcxZFhkNW5aOFFEQVVsZFhWM2VoaU9TTGlLZXVydTV0WnNjRFRLZXVydTQ4RVNrUmtYeWZ6M2VKMmZHYzYwaktnQ1hLWXJHOEsvRmFLY1d0TkFCd2xuSGV4V0tTM0Y5RlpJdHBnVUJFU01xQUpVdHJmWFhpdFZMcUhXYkdBZ0RuQXM2N1dFeTAxaDlKZXZ0TzB3S0JpSkNVQVV0U2JXM3QrU0pTbkZTVVYxZFhkNmxaOFFEQVVzZDVGNHZKcGsyYi9DS3lJdkZlS1ZWVVYxZDNrWGtSZ2FRTVdJSU13N2dpdFV3cHhleEtBSENXY043RlltSVl4a2xmMjJBWUJyY3dtb2lrREZpYVBweGFvSlJpc2c4QU9IczQ3MkxSTUF6alE2bGxXbXR1dVRVUlNSbXd4UGo5L3MxS3FlVnBGaFhXMXRaZVBPOEJBY0FTVjFkWDk3cXB6cnMrbis4dDh4NFFNSTFObXpadEZKSEsxSEtsVktuZjc3L0FoSkFnSkdYQWtxTzFmdmRVeTlKOU1nWUFPRDFLcVpOdUJVdnl0L01XQ0RBTFZxdDF5dXNFU1RQaWkvbEJVZ1lzUFZPZVVMbVZCZ0RPQ3M2N1dFeW0vSUJXYS8zMitRd0VmMFpTQml3aG16ZHY5aXVseXFlcFVzTHNTZ0J3NW5EZXhXTGk5L3ZYaTBqVlZNdVZVdVUrbisrOGVRd0pFMGpLZ0NVa0hvL1ArSkN1WVJqY1NnTUFad2puWFN3bXN4a0pVMHA5Y0Q1aUFZQXArZjErN2ZmN3RkbHhuQ2xMYlgrUUhyOW5ZT0hnNzNGcFcycS8zNlcyUDRzWkkyVUFBQUFBWUNLU01nQUFBQUF3RVVrWkFBQUFBSmlJcEF3QUFBQUFUR1ExT3dBQUFJQ2xoc2tUQU13RkkyVUFBQUFBWUNKR3lvQWxLdmxUV2o2eFBUZjQvWDVkWDErdnpJNERPSmZ4TndqZ1ZEQlNCZ0FBQUFBbVlxUU1XS0w0dFBiY1VWZFhkN1dJeUs1ZHUzNW9kaXdBQUdEdVNNb0FZSkVqR1FNQVlISGo5a1VBQUFBQU1CRkpHUUFBQUFDWWlLUU1BQUFBQUV4RVVnWUFBQUFBSmlJcEF3QUFBQUFUa1pRQkFBQUFnSWxJeWdBQUFBREFSQ1JsQUFBQUFHQWlraklBQUFBQU1CRkpHUUFBQUFDWWlLUU1BQUFBQUV4RVVnWUFBQUFBSmlJcEF3QUFBQUFUa1pRQkFBQUFnSWxJeWdBQUFBREFSQ1JsQUFBQUFHQWlraklBQUFBQU1CRkpHUUFBQUFDWWlLUU1BQUFBQUV4RVVnWUFBQUFBSmlJcEF3QUFBQUFUV2MwT0FGaUkvSDUvUEUyeFBxbEFuMVEwU1NrMTljSlp0RDF0NWFrM1BLZDI1bEovanZzejExaW1yRHZOdnA3dU5zL1U3K2hzSGhlejluL2VmOWZUN0diYUJXZWlQODUxbTNOcGU2NzF6L0xmMTF6NzBYVHRMK2h6eGluOFRzMDRaOHkxL2x6MjlXenV6NXpibjZiK2FmZWplRHpkZjlObjlIZDAxbzc3SE91YmRWN0hQQ01wQTVKb3JmOUNSRjZZYlgybGxKcHU4UXp2VDluMG0xMWF6cVY5VGVkYzJYOHo5dk5jT2JZaTU4NituaXY3S1hMdTdPdFVpYlpaKzMrdUhIZk1QM29Xc0RETjlXOXp0dlhuMHE2NjZLS0wwaTRZR1JtWmRUdmo0K096cmhzS2hXWmROeHFOcHEwN1ZYazZSVVZGczY0YmlVUm1YVGNXaTUzMmZzeWxqWGc4UHV1NmJyZjd0UGRqTHRzN1cvc3hWZjNzN094Wnh6SFg3V210VDZydmREcG5IZHRVcHFvN2x6YlN4VGJYN2FWanQ5dFB1OTJ6RmR0YzJwMnFyczFtVzdDeHpiVit1bktielhaYTJ6c1RmeU1pSWhrWkdhWWZ1ek5SZDVyOVc3Q3h6VlRYYXJXK0pDSlNYMTlQVGdBQUFBQUE4NjJ1cnU3U3VycTZTODJPQXdBQUFBQUFBQUFBQUFBQUFBQUFBQUFBQUFBQUFBQUFBQUFBQUFBQUFBQUFBQUFBQUFBQUFBQUFBQUFBQUFBQUFBQUFBQUFBQUFBQUFBQUFBQUFBQUFBQUFBQUFBQUFBQUFBQUFBQUFBQUFBQUFBQUFBQUFBQUFBQUFBQUFBQUFBQUFBQUFBQUFBQUFBQUFBQUFBQUFBQUFBQUFBQUFBQUFBQUFBQUFBQUFBQUFBQUFBQUFBQUFBQUFBQUFBQUFBQUFBQUFBQUFBQUFBQUFBQUFGaEMvajlsWmcwSW5JSUNtd0FBQUFCSlJVNUVya0pnZ2c9PSIsCgkiVGhlbWUiIDogIiIsCgkiVHlwZSIgOiAiZmxvdyIsCgkiVmVyc2lvbiIgOiAiIgp9Cg=="/>
    </extobj>
    <extobj name="ECB019B1-382A-4266-B25C-5B523AA43C14-4">
      <extobjdata type="ECB019B1-382A-4266-B25C-5B523AA43C14" data="ewoJIkZpbGVJZCIgOiAiMjQyODkwMjkzNjMzIiwKCSJHcm91cElkIiA6ICIxNTEwMjAwMDk3IiwKCSJJbWFnZSIgOiAiaVZCT1J3MEtHZ29BQUFBTlNVaEVVZ0FBQWdBQUFBQ0tDQVlBQUFEY3pQSnRBQUFBQ1hCSVdYTUFBQXNUQUFBTEV3RUFtcHdZQUFBVEYwbEVRVlI0bk8zZGZYQlU5YjNIOGMvdmJCNHdnQStBaFlCYU9vZ3RwUWk3a2V2RU9OUlJwQ0tnbEVKbkxnL0R2VWFyOUErcXBvNW9USDFndEFoRUtDalVCN2d6cENWV0hrU0pZSEhVTW5yTlFBeGJ4UEJnUWV3ZkZTZ1U0UkpEc3RrOXYvc0g3RGFiQjBoQ3lNbnV2bDh6eko0OWUzNW52NXVFOC91ZTMvZWMzMG9BQUFBQUFBQUFBQUFBQUFBQUFBQUFBQUFBQUFBQUFBQUFBQUFBQUFBQUFBQUFBQUFBQUFBQUFBQUFBQUFBQUFBQUFBQUFBQUFBQUFBQUFBQUFBQUFBQUFBQUFBQUFBQUFBQUFBQUFBQUFBQUFBQUFBQUFBQUFBQUFBQUFBQUFBQUFBQUFBQUFBQUFBQUFBQUFBQUFBQUFBQUFBQUFBQUFBQUFBQUFBQUFBQUFBQUFBQUFBQUFBQUFBQWdBNWd2QTRBQU9DWnRFQWdNTU5hZTYrazRjYVk3bDRIbE9ScXJMVlZrbFlHZzhFVmt1cTlESVlFQUFCU1Uxb2dFSGhEMGsrOURpUVZXV3ZmRHdhRFkrVmhFa0FDQUFBcEtCQUkvTGVrbGQvNzN2ZFVXRmlvYTYrOVZqMTc5dlE2cktSV1hWMnRnd2NQYXY3OCtkcTllN2VzdFk4Rmc4RjVYc1hqZVBYR0FBRHZuQjMyVjJGaG9meCtQNTEvSitqUm80ZUdEUnVtSjU1NFFwSmtqUGxQTCtOSjgvTE5Pd2cxck03VnBXcFlYVmtnRUhoZjBxMWV4NUhLckxYYmc4SGdqVjdIMFVVTmw2UnJyNzNXNnpoU3psVlhYUlZkSE94bEhJaytBaEN0WWEwMHh0eEU1OThwc293eEk0MHh5LzErLzJaSjZWNEgxSVhSK1h2TUdQTWZYc2ZRVlVXUGw1ejVkNzd1M1dOZDFTVmV4cEhRSXdDQlFHQ0dwSjlTdytvOGpXcFl0L245L2dJdmExaUpvTEt5MHVzUVVsSk9UbzdYSVFCZFdrS1BBRkRENm54ZHJZWUZBR2lmaEU0QVJBM0xNMTJsaGdVQWFKK0VUZ0NvWVhtbnE5U3dBQUR0azlBSkFBQUFhQjhTQUFBQVVoQUpBQUFBS1lnRUFBQ0FzMXpYOVRxRVRrTUNBQUJvbDFXclZxbTZ1anIyZlBQbXpWcStmTG1zdFpLa1VDaWtKNTk4VXFGUXFFbGIxM1UxZHV6WU5yMWZXOXZVMWRYcHlKRWpUZFlmUFhwVUowK2ViTFpOWGw1ZWszVWpSNDZNZTB3V0NUMFJFQURBTy8vODV6LzErT09QYS9IaXhYSWNSM2w1ZVNvdExkWGd3WU0xZXZSb3ZmVFNTK3JUcDQ4eU1qSmliYjc0NGd0ZGQ5MTFzdGJxMkxGaktpNHUxanZ2dk5Qcy9qLzQ0SU4ydDVHazNidDM2OGtubjlTcnI3NnF2bjM3U3BLc3RTb3FLbExmdm4zMTlOTlBkOVNQSWlHUkFBQUEydVZYdi9xVjdyLy9mbFZWVmFta3BFVDc5KzlYT0J6V3NtWEw5T0tMTDZxbXBrWTlldlRRKysrL3J3MGJOa2lTcGsyYnBvcUtpdGcrQ2dvS1ZGQlEwR1RmRFdkeWJFOGJTZkw3L1pvNGNhSTJiTmlnKysrL1g1SlVXbHFxNnVwcUxWcTBLRzViMTNWakl4ZVJTRVErbjYrdFA0NkVRd0lBQUdpWDlQUjByVml4UXNZWXpaOC9QKzYxSC8vNHg5cTZkV3RzdVRPdFg3OWV2LzN0YnlXZDZkZ2R4OUZycjcwV2U5MTFYWTBhTlNyMnZLS2lRcXRYcjlicnI3K3VVQ2lrdSsrK1c4WEZ4Y3JQejFja0VvbmJkMjV1cmlScDFLaFJldjc1NXp2aDAxdzhYQVBRUUU1T1R1eVgzWEM1c1dTc2V3RkFleGhqSkVuYnRtM1R6My8rODlpL21wcWF1T1hPTkduU0pGVlVWS2lpb2tKWFhubWwxcTlmSDNzZUhVbll1blZyM1BQcDA2ZXJyS3hNR1JrWktpc3IwL2UvLzMxOS9QSEhLaTh2ajl0M2VYbTV5c3ZMRTc3emx4Z0JhQmZxWGdCUzNkcTFhN1YwNlZKVlYxZXJzckpTbXpadDBwUXBVelJseWhSSlo4NzYzM2pqRFVtS3JXdXNQY1BzblRFMGYrREFBZlhxMVV0WFhISEZSWDh2TDZWMEFqQnAwaVNkT0hHaXhkZHZ2LzMyMkhKbVpxWTJiOTRzS2JucVhnRFFIcE1uVDlia3laTmp4NStxcWlwOSt1bW5LaTB0bFNUVjFOUm8wcVJKc2UyblRKbWlOV3ZXeEo3WDFkVXBJeU5ENWVYbGV1YVpaMXIxbnUxcEV4MlpiWTI5ZS9jcUZBcXBvS0JBUzVjdTFaMTMzdGxrbTJnSjRQSEhIOWVFQ1JOYXZlK3VLS1VUZ1BYcjE4YzliOXlSdnZmZWU4MW1tOGxVOXdLQWpyQjI3VnBKVWxsWm1kYXVYYXVzckt6WU1kWjFYZDEyMjIxeDJ4ODllbFM5ZXZWU2JtNXU3T1Nxb2VhK3pybTFiUnJlcnVlNmJsd2lFdFh3K1B5TFgveEN4aGh0MmJKRjZlbnBXcmR1blh3K1gyejR2K0grR3BjRUVsbEtKd0FYb21IZHE3aTRPTFkrV3ZlS0xuZW1TWk1teGY3UTc3ampEcjM2NnF1Nit1cXJZNi9uNU9SbzY5YXR5c3JLNnRTNEFDUS8xM1cxWXNVS2ZmVFJSL3JkNzM2bmlSTW54bDc3K3V1djFhZFBuN2p0cTZxcU5IRGd3RGE5UjJ2YlJFOXU2dXZybFp1YnE0OCsra2pkdW5XTHZkN2NzZkRZc1dQS3o4L1hUVGZkbEJKM0FFZ3BuZ0FVRmhacSsvYnRMYjUreHgxM3hKYUhEQm1pSlV1V0pIWGRDd0RhWStmT25aby9mNzVHakJpaFYxNTVKZGJadnZQT081bzNiNTRjeDlFdmYvbkx1RFpidG14cDlpei9YTnJhcHFxcVNsZGZmWFZjNTkrU3hnbkszTGx6dFduVHBpYmJSVXNBdlh2M1ZsbFpXYXRqNllwU09nRjQ5dGxuNDU0My9zTjY5OTEzbTNTOHlWajNBcEM0L0g3L0dtdnROdGQxTjliVjFYMjliOSsrVTUzeHZ0OTg4NDJlZnZwcFhYUE5OVnF6Wm8wZWZQREJ1S0h5RVNOR2FOeTRjUm83ZHF3YzU5ODNuRlZVVktpeXNsTGJ0bTNUbzQ4KzJxbzduTnJUUnBKS1NrbzBac3lZdG44NFNVVkZSU29xS3BKRUNRQXRTUFM2MTMzMzNkZWFqd21nNjdyY2Nad0ZqdU1zU0V0TGs5L3ZMM2NjWjc3cnV2L3JPTTZKeXNySytvdnhwdHUzYjFkMmRyWmVlT0VGL2ZHUGY5U0NCUXQwL1BoeEdXTmtqSkhQNTlPWU1XTVVEb2NWRG9jVmlVVDB3Z3N2YVBEZ3dYcjAwVWMxZmZwMFpXZG5OM3RNaytLUGhjZVBIMjl6bTVLU0V1M2V2VnRQUGZWVXF6NVBmWDI5YW10cjQ1S1ZaRWNDY0lFU3ZlNEZTTktpUll0MDExMTNhZENnUVMxdTQ3cXV4bzBiMStMQnQ3RzZ1anFkT0hFaWRpdHExTkdqUjVXUmthSExMcnZzZ21KR1ROeXRUTWFZWEd2dG04WVlXV3NqZnI5L2c3VjJVWDE5L1o2cXFxb1RranJrMjI3R2pCbWpNV1BHeUJpakdUTm1hTWFNR2JIWFhOZU56YVBpOC9tYWRLcHo1c3pScmJmZWVzNzlOenpUN3RXclY1dmEvTzF2ZjlPcVZhdjA0b3N2cW1mUG5xMzZQTXVYTDFkSlNVbXpWLzdQbWpVcjdqRlpwR3dDOFBlLy8xMzMzbnZ2T2JkcGVBMkFKQzFjdUZERGh3K1BQVStHdXBjWGZ2U2pIMTJka1pGeDU0NGRPMTcyT3BaRVphM1Y4ZVBIVzdWdHo1NDlZM05TakJ3NVV2Mzc5NWQwSmtHdHFLalFsMTkrcWRXclYrc3ZmL2xMck0xVlYxMmxsMTU2U1JMelVYUlJqaVFuSnlmSFJDS1JVOUdMa3B2aE04Yjh6Qmp6czh6TVRQbjkvbStOTWN2QzRmQVNhNjNPMGU2OHp0WFdjWnh6bmttUEhqMzZ2UHR2T0k5S1c5c01IanhZYjczMVZvc25PeHMzYnRRbGwxd1N0MjcyN05tYVBYdDJzOXZmYzg4OWNZL0pJbVVUZ085Kzk3dDY3NzMzNHRhMTVocUFaSzk3WFN3NU9UbURYTmNkWjR5Wkt1bkdzNnRKQU5ycDlPblRyZjRkRnhjWDY1WmJicEYwSmhsNDY2MjNKQ2wyTnJWa3lSSTk4TUFEeXMvUGx5Ujkvdm5uMnJoeFk2dzk4MUYwR21mbzBLSGY4Zmw4L2RQUzBnWllhd2RJR21DTUdTQnBnS1QrMXRvQnhwakxKUm5wVEVMVmxpRnJZMHgzU2I5T1Mwc3p5WDZkMExsR09xTkpjS3BMMlFTZ3ZaS3Q3blV4QlFLQklhN3JqamZHVExYV2pyaVFzdzNFeThyS1VtVmw1UVh2NTkxMzM1VzFWbXZXck5INDhlTjE2YVdYYXQ2OGVWcXdZRUc3OTVsaTgxRTRRNGNPL1U1bVptYXNnOVo1T3UzV2F1Ny95NFg4SDdMV0hvbEVJdmQ5OXRsbkd5VXBFQWo4dXQwN1ExSWdBV2hnN3R5NXNXeTY0WEpEeVZiMzZtaUJRT0I2U1JNa1RaTTBKSlV1cUVrRXAwNmQwdmp4NDNYa3lCSDE3ZHRYZFhWMWV1S0pKL1RoaHgvcWtVY2UwZVdYWDY3Um8wY3JPenU3M2UrUkFQTlJPTmRmZjMwZm44K1hiWXpKdHRiMk44WmtTOHFXbEcydHpaYVVmYmJUZHF5MWppUmpqR2xwT2RZclgwaW5iYTExSmYzTEdQTzFwTU91NjM3dE9NNGhTWWVzdFllc3RZZGMxejJVbnA1K3ZMcTYyazFMUzdQZHVuVnpYZGVkWll4WjJNSStRNUllZHh4bitZNGRPenAzWXBLTDdOaXhZeW9ySzlQTW1UTXZLREZLWlNRQURUUzgrS081QzBHazVLdDdkWVJBSUpCanJiM0xHRE5OVXN0WGtUVnQ5ei9XV3NjWTQwZ3lMU3c3WjVlTm1qa1lOMXpmMGphU0hHTk1TL3MzamJkcFp0bXgxcG9HOFRSY2JyRnp1TkFhNjhXd2VQRmk1ZVhsYWV6WXNYSDNNQThiTmt6TGxpM1RuajE3TkhYcTFCYmJKK0o4RklGQTRLUzExbWVNOFVsS083dmNZcWQ5cnVlTmw2T2R0clgyaUtURGtvNUlPbXl0UFd5TU9lSzY3aEhIY1E0N2p2Tk5PQnlPaE1QaFNMZHUzY0toVUNnU0NvWENQWHIwaUp3OGVUS3lmLy8rc0tUbXYzM3MvSit2eWNVZzF0cFBqREd6VHAwNnRXLy8vdjExN2RsdlY1ZVZsYVVOR3pab3lKQWh1dkhHRzgvZkFFMlFBQ1FaTCtwZWtVamtVc2R4K2x0cnU3V3h3L3V2Y3gxY0Uzelpkc1VhNjUvKzlDZmw1ZVhGbnUvWnMwZWxwYVg2NUpOUDlQRERENnQzNzk1NjZxbW4xTGR2WDgyY09UTnU5Q21CNTZQb1pveHBtRm5IZGRyR21NUFcyaU9kMldsM0pOZDFxOCtlZVB5ZnRmWmhhKzI2di83MXJ5MS95VWtDT25YcWxHNjU1WlptN3h4NTdMSEhtcXdyTFMxdGN2Y0ptaUlCdUFpaWRjOVVzWFBuemc4bGZTakorUDMrSW1QTVZkYmEyNDB4QTgvVnpsbzcweGpqdXE3ckdtTmNZNHh0WWRsMVhkZEdseU9SaUhVY3g0MUVJcTdqT0s0eHhrYjNJeW51TmNkeDNIQTRiQnNzdTQ3ajJMT1ByakhHK253K3Q3Niszdlg1Zkc0b0ZMSStuOC8xK1h5dTR6aTJycTdPVFU5UGQwK2ZQdTM2ZkQ2Ym5wN3VWbGRYdXo2ZnoyWm1acnJIang5M3UzWHI1bDUyMldWdVpXV2wxWm5PeFpXa1FDRFFKWHEvaGc0ZlBpenB6UERwbENsVDlKT2YvRVFEQmd6UW0yKytHU3NiclYrL1htdldyTkdaSCtlL0plcDhGRFUxTmYyN2QrOGVsbFF2cVg3SGpoMWhTVjN1ZDlOZWtVaWswdWZ6WFY5Ylc3dXZxcXFxNlhlUUo1R0dkNW5nd3BFQVhBUjVlWGxOWm9zYU9YS2tLaW9xWW8vbms2RDFMUnNNQm1PbmhuNi8vd1pqekRScjdaM0dtT3NhYnh3TUJsZDFibmlJNnRPblQyeUd5cHR2dmpuMnJaVlJwMDZkMHNjZmZ4eTNMbEhubzlpN2QrKy9PdVdOUExKcjE2NHZ2WTZoTTdWMFRkUzMzMzZyY0Rpc2lvcUtsRG9CdXhBa0FGMVVNdFMzZ3NIZ3A1SStsZlJRVGs3T01OZDFwMGthYjR3WjZuRm9hS1R4R2YzTk45L2NaSnRrbTQ4Q2llbUREejdRNGNPSDlkeHp6Mm5HakJtNjVwcHI5UHZmLzE1ZmZmV1ZIbnp3UVRyL05pQUI2RUN1NjhacW5wRklwTlVYVEtWQ2ZhdXlzbktYcERtUzVnd2ZQdnc2eDNHbWVSMVRJbXZyWkZJbEpTWHExNitmYW10cjllYy8vMW5WMWRWNjVwbG5kTU1OTjV5M2JUTE5SNEhFMUhpK2czNzkrdW1oaHg3UzRzV0xWVjVlcm9LQ0F2M21ONzlKcE5IU0xvRUVvQU90WHIxYXI3Lyt1a0toa082KysyNFZGeGNyUHo4L2RtdGdWUFRicEVhTkdxWG5uMzgrdGo1VjZsczdkKzc4UXRLVFhzZVJ5QnJPMnRjYTNidDMxeXV2dktLQkF3ZHF6NTQ5ZXVTUlJ6Um8wQ0FOR2pSSXp6MzMzRGs3OVVTZmp3S0o3L1RwMDhyS3l0S3p6ejZyTFZ1MnhMMFdpVVMwYk5reUxWdTJUSkZJUktkUG4rNlFPVEpTQVFsQUI1bytmYnFtVDUrdTNOemMyQzFXMFRwcWE3OU5pdm9XV3FNOTh6dzg4TUFETGU2cmNhZmVNQ0ZJeFBrb2tGd09IVHFrZnYzNnFiQ3dVSVdGaGJIMW9WQkl1Ym01MnJwMXF5UnA2ZEtsK3NjLy91RlZtQW1IQk9BaU9YRGdnSHIxNnFVcnJyaWlUZTJvYjZHek5YZEczM2hkSXN4SGdlUzFhOWN1L2ZDSFB6em5OdFphZmZYVlY1b3paMDRuUlpYNDZFMDYyTjY5ZXhVS2hWUlFVS0RxNm1ybDV1Ykdodnlqb3V1aTg2MjNWTi82d3gvK29Ba1RKdWdIUC9pQlZxNWNHZmRGUkVCWGRyNzVLS2pWb3JWYzE5WGJiNzhkTndKVlcxc3JhNjFPbmp3Wk8zWWFZMVJjWEt3cnI3elNxMUFURGlNQUhlaTExMTdUbGkxYmxKNmVyblhyMXNubjg4V0dSYzlWQXFDK0JRRE4yN2x6cHpJeU11SW1zRnF3WUlIZWZ2dHQrWHkrVmwrVWlxWklBRHJReElrVGxaK2ZyNXR1dXFsTlU2WlMzd0tBNXZuOWZyMzg4c3R4bzZSRlJVVXFLaXJ5TUtya1FBTFFnZnIwNlJQM2ZPN2N1ZHEwYVZPVDdhSWxnZDY5ZTZ1c3JJejZGZ0NjUTQ4ZVBid09JU21SQUZ4RURiUFVsa29BMGZyVzdObXpZK3RxYTJ1Vm1ablpiSDBMQUlDT1FBTFFnZXJyNjFWYlc5dW1LL1dwYndFQXZFQUMwSUdXTDErdWtwS1NacjlLZU5hc1dYR1BVZFMzQUFCZUlBSG9RTE5uejQ0YnltL29ubnZ1aVh0c2lQb1dBS0N6TVE4QUFBQXBpQVFBQUlBVVJBSUFBRUFLSWdFQWdOUlVJMG5WMWRWZXg1RnlhbXBxb291MVhzWkJBZ0FBS2NoYVd5VkpCdzhlOURxVWxIUG8wQ0ZKa3JYMlN5L2pJQUVBZ05TMFVwTG16NSt2ZmZ2MjZkdHZ2L1U2bnFSWFUxT2pBd2NPYU9IQ2hkRlZhNzJNaDlzQUFTQUZCWVBCRlg2L2YvTHUzYnR2bXpwMXF0ZmhwS0p0b1ZEb1dTOERTUFFSQUdwWUh1a3FOU3dBN1ZZZkRBYkhXbXNmay9TWnBOTmVCNVFDYXEyMXU2MjF6OVRWMVkycXFxb0tlUmxNUW84QVdHdXJqREVqRHg0OHFHSERobmtkVGtycEtqVXNBQmVrUGhnTXpwTTB6K3RBMFBrU2ZRU0FHbFluNjJvMUxBQkEreGl2QTdoQTZYNi9mN014NWphdkEwbFIyN3JDTUZaWEZRZ0VyTmN4UU5xeFkwZWlIK2VBaXlMUlJ3Q29ZWFcrTGxYRDZzcXN0ZHU5amdINjNPc0FBQUFBQUFBQUFBQUFBQUFBQUFBQUFBQUFBQUFBQUFBQUFBQUFBQUFBQUFBQUFBQUFBQUFBQUFBQUFBQUFBQUFBQUFBQUFBQUFBQUFBQUFBQUFBQUFBQUFBQUFBQUFBQUFBQUFBQUFBQUFBQUFBQUFBQUFBQUFBQUFBQUFBa3NqL0F4dWM1a2RRUDR6WkFBQUFBRWxGVGtTdVFtQ0MiLAoJIlRoZW1lIiA6ICIiLAoJIlR5cGUiIDogImZsb3ciLAoJIlZlcnNpb24iIDogIiIKfQo="/>
    </extobj>
    <extobj name="ECB019B1-382A-4266-B25C-5B523AA43C14-5">
      <extobjdata type="ECB019B1-382A-4266-B25C-5B523AA43C14" data="ewoJIkZpbGVJZCIgOiAiMjQyODkxNjEzNTI3IiwKCSJHcm91cElkIiA6ICIxNTEwMjAwMDk3IiwKCSJJbWFnZSIgOiAiaVZCT1J3MEtHZ29BQUFBTlNVaEVVZ0FBQW1vQUFBRXJDQVlBQUFCdVBxOHJBQUFBQ1hCSVdYTUFBQXNUQUFBTEV3RUFtcHdZQUFBUkpFbEVRVlI0bk8zZGZXeWNCMzBIOE45emR6NDNma3RUSjY3ak9BbE5XMUpJMHRZWEJOTTBUUk5qZ3NHRXhqUk4ybFkweGpRWVUxVTFndEh4Sm9hWWdFTFp1dTZGYVdKYXRiUkZNTmg0YTVGR2k2aVltS2pJT1dtYWxVS2Jsc1JPSGRleEc3L1VqZTk4ei81bzNHVnQzQ1pON09jNTUvUDU1KzZlZTNtK09UMk92dm85THhjQk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EQU9TaG1IUUNBbGExU3FWeS9kdTNhc2RIUjBZbXNzMEN6U2JJT0FNREtWcWxVMHBOM0I5TTB2Yk5lcjkrOWYvLytuMlFhQ3BxRW9nYkFranFscUQwdlRkUC9TZFAwanZuNStXL3YzNzkvZnhhNW9Ca29hZ0JMcDdCaHc0WlBkbmQzdnlkSmt2TFJvMGMvMzlmWDk0bUlpR3ExdWk0aXhqTE9keTZTYmR1MnRVeE1USlRhMnRwS3JhMnRwV0t4V0NvV2k2VzV1YmxTb1ZBb0pVblNVaXdXaTBtU0hIaVp6M29zU1pJdnBXbDZzRnF0M2g0Ukx5cDJjS0ZTMUFDV1NHOXY3d2Y3K3ZwdXJ0ZnJUMDFNVEh5NXE2dnJMYTJ0clZkRU5IMVJLMVFxbGZrbCt1ekRKeWR0MzN6d3dRY2ZpSWpHRXEwSG1rSXA2d0FBSzFWM2QvZDdJaUlPSHo3OFJ4TVRFOTlxYlcyOWN0dTJiVC9OT3RkNTBJaUl1WWhvcEdsYWo0aDZraVMxaUtoSFJQMlVaZldUeTNhYzZRZW5hVnFPaUw1U3FiUTZEQk5BVVFOWUt1VnllWE5FeExQUFBsdU5pRGh4NHNSajJTWTZmNnJWYXV1WnZ2WjB4NmlkS2szVG9TUkp2ak0vUC8rbGZmdjJmVC9zK29UbktXb0FTMlIrZnY3cFVxbTB0bGdzYm8ySTRmYjI5cXV6enBRWGFabytuaVRKUFkxRzQ2NjllL2YrTU9zOGtGZUtHc0FTZWZycHAvOWo3ZHExZjN6WlpaZmRjZno0OGE5MmRuYStOZXRNR1hza1RkTzdreVM1YTNCd2NFL1dZYUFaS0dvQVMrVFFvVU1mS0pWS25WMWRYVzlmdlhyMWJ4ODVjdVJEbXpkdnZqM3JYTXN0VGROUE54cU5PL2Z0Mi9keVozOENBR1NuVXFta0o0L1pXcHQxRmlEL0Nsa0hBQURnOUJRMUFBQUFBQUFBQUFCZVJtZDNkL2U3SXFJN0lpNCtlZi9pVEJNQkFCRFIydHA2UmFWU1NkdmEybDdYMGRHeHZWS3BwQjBkSGR1enpnVTBCeWNUQUFEa2xLSUdBSkJUaWhvQVFFNHBhZ0FBT2FXb0FRQUFjRUZhMWQ3ZS9xYUk2SXlJOXBQMzJ6UE9CSXM2azkranZlcXFxL1p1Mzc3OVlFU1VseS9aaGFtVWRRQ0FGVzUyWm1ibTNvVUhwOTZIWm5YMDZORmJpc1ZpVzBUTVpaMWxwVlBVQUlDek1qRXhjVWZXR1M0VWpsRURBRjVrOWVyVnYvS2ExN3htLzhEQXdJbXJycnBxYjF0YlcyWGh1VFBaUGNyNW9hZ0JBQyt5Y2VQR3owOVBUOTkvNHNTSng5cmEycTdadUhIakY3TE9kQ0d5NnhNQWVKR2YvL3pudnpzMU5mWEQ5dmIyYTdadTNicTNyYTF0SU90TUZ5SVROUURnUmFhbXBuNGFFVEV6TXpNY0VaRWtTVXUyaVM1TWlob0FRRTRwYWdBQU9hV284VHhuOGJ5MFNxVnkvWTRkTzdaa25ZTUxTMnRyNjVWcjFxejV2ZjcrL2x2anVZdm1BaGVRSk9zQTVNZkpraGJWYW5WZFJJeGxIQ2QzRnI2ZmlCaE0wL1RPZXIxKzkvNzkrMytTYVNoV3RHdXV1V2E4V0N5dVdYanNieE11UENacWNQWUdraVM1cGFXbDVlR0JnWUVEMTE1NzdZZDI3Tml4SSt0UXJEeFRVMVAvZGVUSWtadXl6Z0huZ2NIUUsrVHlITHlVNU5KTEw3MWg3ZHExMTVmTDVjMzFlbjEwYkd6c1g1NTg4c2xQUkVROTYzQjVrQ1RKYTVNaytWU2hVUGhVcFZKNUxDTHVpSWh2VmF2VmFrU2tML04yem9PRlNlZkJnd2QvczdlMzl5T3JWcTI2K3NTSkU0OGZQbno0UFMwdExWZXVYNy8rdytWeWVkUHM3T3lEQnc4ZWZPZmMzTnpEZVZsdlIwZkg5aXV2dkhMdjRPRGdhZjh2UG5qdzROc2pJdnI2K200K0g1bGh1U3o4ZlF3UEQrKzY5TkpMUHpvMk52WjNSNDRjK1l1TVl6VWxSWTFGOWZUMDdOcXdZY1BuYTdYYWtXUEhqdjFqWjJmblc5YXZYLy9SUXFHd2FuaDQrQU5aNTNzbEtwVktMVTNUK1lpb1JVUTlTWkphUEZjNjZ4RlJTOU8wSGhHMUpFbnFwMW4rY2k2UGlJOUh4TWNybGNyaE5FM3ZtSitmLythRER6NzRRRVEwbHVRZnhQTTJiTmp3VjVPVGsvY1VDb1hPaXk2NjZLb3RXN2JjUFQ4L1AzSDgrUEZ2ZG5WMS9VWmJXOXZPVFpzMi9mV2pqejc2bHBXd1htZ0dQVDA5N3g4Zkg3OXpabVptZjlaWm1wV2l4cUo2ZW5xdWo0ZzRkT2pRSHg0L2Z2dy95K1h5YTdkdjMzNWczYnAxN3gwZUh2NWdORi81U0NLaW1DUkpLU0phVC91QzVQVFQrY1dXTHlaTjAzSkU5SlZLcGRWaDVMOHNEaDA2OU02VEYrZThldXZXcmZ1S3hXTG5ZNDg5OW92VDA5TVB0YmUzZjMzcjFxMzNybHExNnVvOHJQZVU0eDFmOUxoYXJkcGVXREdlZU9LSjkwMU5UWDA3Nnh6TlRGRmpVUzB0TFJzakl1Ym01ZzZjdlAxcFJFU2hVT2lJaUk2SW1Nd3UzU3VTVnF2VlFrU1VYdldxVjVWYVcxdGJ5dVZ5cVZRcWxTS2laVzV1cnBRa1NVdWhVQ2hGeFBPM0o0dGRTNUlrOTcva2g2ZnBVSklrMzAzVDlQSEJ3Y0cvRExzK2w5VXBGK2M4c3JCc2VucjZvWWlJV3EyMmNNSE9jaDdXT3pJeWNuTkVSRXRMeTlydTd1NTNqNHlNZlBaODU0SThtSnFhK25IV0dacWRvc2FpYXJYYWNMbGMzbHdzRmw4ZEVjUGxjdm5WRVJIMWVuMDhJcWF5VFhkTzZrODg4VVE5SXA0OW16ZFZLcFVYTFV2VDlQRWtTZTVwTkJwMzdkMjc5NGZuS3lBcjI1RWpSLzQ4NHJsajFDNjU1SkozTFR5R0Zjanh6T2RJVVdOUlkyTmpYK2pyNi92TVpaZGR0bnRpWXVKcnExZXZmbk5FeE9qbzZOL0VoVDB0ZWlSTjA3dVRKTGxyY0hCd1Q5WmhXTG42K3ZvK2MrcmovdjcranpVYWpWbkZEaTRjaWhxTFd0Z2QwOTNkL1NmcjFxMzcwMXF0Tmp3OFBQemhvMGVQWHBCbm9LVnArdWxHbzNIbnZuMzdEbVNkaFpWaGVucjZvY1hPK0l5STZPM3QvWCtYNXVqcDZia2g0djhtY2dBQUFBQUFBQUFBQUFBQUFNQUs0d3JZSzBDbFVya3ZJdDZZZFE0QU9GdHBtajR3T0RqNGhxeHo1RlVoNndDY0Ywb2FBRTBwU1pMWFo1MGh6MXhIYlFYWnM2ZjVycjE2NjYyM1JrVEVqVGZlbUhHU2x5ZnJ1ZHU1YzJkRU5OZTJtdGZ2OGt3MFUvWm0zRFlXTkVQMnZHWmN5TVhpVE5USTFPN2R1MlAzN3QxWnh6Z2pzbDZZbXZtN2JPYnN3SE1VTlFDQW5GTFVBQUJ5U2xFREFNZ3BSUTBBSUtjVU5RQ0FuRkxVQUFCeVNsRURBTWdwUlEwQUlLY1VOUUNBbkZMVUFBQnlTbEVEQU1ncFJRMEFJS2RLV1FjZ29sS3BwQXYzUjBaR2JxN1g2MlA5L2YyZlcxaFdyVmJYUmNSWUp1RUFnTXlZcU9YSTZPam9iZFBUMDkrZm5aMzkwY2pJeU0xWjV3RUFzbVdpbGlORFEwT2ZqSk9UczZtcHFSLzA5dmJlbEhFa0FDQkRpdHJ5V0w5bHk1YS82K2pvK09WaXNiajZtV2VlR1J3YUducnZ6TXpNM3F5REFRRDVaZGZuTXVqczdMeTh0YlgxeXZIeDhidW1wNmZ2YjI5dmYvM216WnZ2eURvWEFKQnZKbXJMWUdwcTZzY1BQL3p3NjlyYjI3Zk96TXpzNk96c2ZOTkZGMTIwTFNJNkltSTY2M3dBUUQ0cGFzdGd6Wm8xdjdWcDA2Wi9pSWprbVdlZXFaN3kxRVdocUFFQWk3RHJjeGxzM0xqeHRtS3h1UHJoaHgvK2haLzk3R2UvazNVZUFLQTVtS2d0Z3lSSmloRVIvZjM5bnlxVlN1dXl6Z01BTkFjVHRXVXdORFMwcTE2dmozZDBkUHpTK1BqNDdWbm5BUUNhZzRuYU1qaDI3Tmp0eDQ0ZHUzM2g4ZGpZMkJkUDk3cisvdjZQVFU1T2ZpZE4wNW5PenM2M0xWdEFBQ0NYRkxVYzZlbnB1YUhSYU16VzYvVXhGN3NGQUJTMUhLaFdxOGtMbDQyT2p0NlNSUllBSUQ4Y293WUFrRk9LR2dCQVRpbHFBQUE1cGFnQkFPU1VvZ1lBa0ZPS0dnQkFUaWxxQUFBNXBhZ0JBT1NVb2dZQWtGT0tHZ0JBVHZrSktWaUI5dXpaazNXRTA5cTFhMWZXRVFDYWlxSUdMSnZycnJzdTZ3Z0FUVVZSZ3pPVTF5a1ZrQzJUWXBaU2tuVUF6bDJsVWttenpnQUFyMVMxV3RWSEZ1RmtnaFVnVGRNSHNzNEFBSy9RUTFrSEFBQUFBQUFBQUFBQUFBQUFBQUFBQUFBQUFBQUFBQUFBQUFBQUFBQUFBQUFBQUFBQUFBQUFBQUFBQUFBQUFBQUFBQUFBQUFBQUFBQUFBQUFBQUFBQUFBQUFBQUFBQUFBQUFBQUFBQUFBQUFBQUFBQUFBQUFBQUFBQUFBQUFBQUFBaUlnb1poMEF6c2JBd01DdnJsKy9mdFBJeU1od1JEU3l6Z01BUzZtVWRRQ2FRaElSYWRZaFR2cjFKRW5lUHpBd01CNFJYNDZJZjUrYW12ckJvNDgrZWlMcllBQnd2aFd5RGtCK2JkNjgrVjkzN05qeFpFUjBaNTNsaFpJa3VTUkprdmNsU2ZMZHJxNnUwWUdCZ1grKzl0cHIzOXJYMTllV2RUWUFPRjlNMUZoVWQzZjNPN1BPY0lhNmtpUjVkNUlrNys3dDdaM3A3ZTM5ZXFQUitPcnM3T3g5anp6eXlGVFc0UURnbFVxeURrQStWU3FWRiszcXJGYXJTN3E5REF3TXpDVkpVbytJdVlpb25ieWRpNGhhbXFaekVWRkxrcVEzSW5yUDhDT2ZUZFAwMjJtYWZpVWl2cnQzNzk2bmx5UTRBQ3dSRXpWT2EyUms1T2JlM3Q2YklpSkdSMGR2YXpRYXMwdTh5a0tTSktXSWFJbUlWUzk4TWtuT3ZpT21hVnBJa3VTU2lPZ3RGQXEyZFFDYWpva2FpMXFZcWxXcjFYVVJNYlljNjl5NWMyZExyVllycDJsYVR0TzBYQ2dVV3RJMExaZkw1WEthcHVWR28vRm5oVUxodXBmNGlObUl1RDhpcXZQejg5L1l0Mi9mQTh1Ukd3Q1dnaWtEdWJKbno1NWFQTGZiYytaMHp3OE1EQng5NGJJMFRXZVNKUGxlbzlINFdxMVcrOXFCQXdlbWx6b25BQ3dIUlkyWHRXclZxdGJaMmFYZTgzbldKaVBpM2pSTi8rMnBwNTc2eHREUVVPNENBc0M1VXRSWVZLMVdHMnBwYWVuZnRHblRuYk96czQ4Y09uVG92VmxuaW9qL2JqUWE3NmpWYXZjY09IQmdMdXN3QUxDVUhLUEdvcnE2dXQ2MmFkT212eTJYeTV0cnRkcVQrL2Z2Nzg4NkV3QUFBQUFBQUFBQUFBQUFBQUNzV003NlhBRXFsY3A5RWZIR3JITUF3TmxLMC9TQndjSEJOMlNkSTY4S1dRZmd2RkRTQUdoS1NaSzhQdXNNZWVhQ3R5dkluajE3c281dzFtNjk5ZGFJaUxqeHhoc3pUdkx5WkQxM08zZnVqSWptMmxieitsMmVpV2JLM296YnhvSm15SjdYakF1NVdKeUpHcG5hdlh0MzdONjlPK3NZWjBUV0MxTXpmNWZObkIxNGpxSUdBSkJUaWhvQVFFNHBhZ0FBT2FXb0FRRGtsS0lHQUpCVGlob0FRRTRwYWdBQU9hV29BUURrbEtJR0FKQlRpaG9BUUU0cGFnQUFPZVZIMlpkQnBWSkpJeUtxMWVxNmlCaDdxZGRFUkl5TWpOeGNyOWZIK3Z2N1A3ZXc3S1hlQ3dDc1RDWnFPVE02T25yYjlQVDA5MmRuWjM4ME1qSnljOVo1QUlEc21Lamx6TkRRMENmajVPUnNhbXJxQjcyOXZUZGxIQWtBeUlpSjJqSmFzMmJOcjIzYnR1MlJnWUdCRTFkY2NjVjliVzF0ZlZsbkFnRHlTMUZiUnYzOS9aK2RuSnk4ZDI1dTduQlhWOWNiMTY5Zi8wOVpad0lBOHN1dXoyWDArT09QLzhIMDlQVDN5dVh5YTdkdjMzNmdxNnZyelJIUkVoRzFyTE1CQVBsam9yYU1wcWVuOTBkRXpNM05IWXlJU0pLa0ZCR3JNZzBGQU9TV29yYU1WcTFhdFNVaW9yT3o4M1VSRWZWNmZUd2lKak1OQlFEa2xsMmZ5K2p5eXkvL3l1VGs1RGRXcjE3OWpvaUk4Zkh4TDJhZENRRElMeE8xWlRReE1YSEh4UmRmL1B1RlFxSHpxYWVlK3Z1aG9hR1BacDBKQU1ndkU3VmxVSzFXazRYN3c4UERIM21wMS9iMzkzOXNjbkx5TzJtYXpuUjJkcjV0NmRNQkFIbWxxT1ZNVDAvUERZMUdZN1plcjQrNTJDMEFYTmdVdFp3NGRlcTJZSFIwOUpZc3NnQUErZUFZTlFDQW5GTFVBQUJ5U2xFREFNZ3BSUTBBSUtjVU5RQ0FuRkxVQUFCeVNsRURBTWdwUlEwQUlLY1VOUUNBbkZMVUFBQnlTbEVEQU1ncHYvVUpLOUNlUFh1eWpuQmF1M2J0eWpvQ1FGTlIxSUJsYzkxMTEyVWRBYUNwS0dwd2h2STZwUUt5WlZMTVVrcXlEc0M1cTFRcWFkWVpBT0NWcWxhcitzZ2luRXl3QXFScCtrRFdHUURnRlhvbzZ3QUFBQUFBQUFBQUFBQUFBQUFBQUFBQUFBQUFBQUFBQUFBQUFBQUFBQUFBQUFBQUFBQUFBQUFBQUFBQUFBQUFBQUFBQUFBQUFBQUFBQUFBQUFBQUFBQUFBQUFBQUFBQUFBQm43bjhCb2xzZDduOVpodWtBQUFBQVNVVk9SSzVDWUlJPSIsCgkiVGhlbWUiIDogIiIsCgkiVHlwZSIgOiAiZmxvdyIsCgkiVmVyc2lvbiIgOiAiMTkiCn0K"/>
    </extobj>
    <extobj name="ECB019B1-382A-4266-B25C-5B523AA43C14-6">
      <extobjdata type="ECB019B1-382A-4266-B25C-5B523AA43C14" data="ewoJIkZpbGVJZCIgOiAiMjQyOTE1MTI5MTEyIiwKCSJHcm91cElkIiA6ICIxNTEwMjAwMDk3IiwKCSJJbWFnZSIgOiAiaVZCT1J3MEtHZ29BQUFBTlNVaEVVZ0FBQWlzQUFBR2VDQVlBQUFCVlFVRnpBQUFBQ1hCSVdYTUFBQXNUQUFBTEV3RUFtcHdZQUFBZ0FFbEVRVlI0bk96ZGVYd1RaZjRIOE04elNWdGF5ckZRS0NoblJRNExwVE5Sb01oUlVGZzVYSkJGQlVSRVdWWThkdFdmNE1FaHlxRUZnWlVGa1V2QVl6blU1U3lvS0lnaUlHaWJuZ2dJY3RNV29kRFNPOGs4dnovYVpGdEtvWlMyazdTZjkrdlZsK2xrTXZOTkRja256endIUU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PUzJoTkVGMFBWcG1yWURRRytqNjZqT3BKUUhyRlpyWjZQcklDS3FyaFNqQzZBYllsQXhtQkNpazlFMUVCRlZaMmFqQzZEU2lZcUtNcnFFYXNsaXNSaGRBaEZSdGNlV0ZTSWlJbkpyREN0RVJFVGsxaGhXaUlpSXlLMHhyQkFSRVpGYlkxZ2hJaUlpdDhhd1FrUkVSRzZOWVlXSWlJamNHc01LRVJFUnVUV0dGU0lpSW5KckRDdEVSRVRrMWhoV2lJaUl5SzB4ckJBUkVaRmJZMWdoSWlJaXQ4YXdRa1JFUkc2TllZV0lpSWpjR3NNS0VSRVJ1VFdHRlNJaUluSnJEQ3RFUkVUazFoaFdpSWlJeUsweHJCQVJFWkZiWTFnaElpSWl0OGF3UW9ZN2Rlb1VIbnJvSWVUbDVSbGRDaEVSdVNHR0ZUSmNXbG9hVHAwNlpYUVpSRVRrcGhoVzZLYXRYYnNXZmZ2MlJWaFlHT2JNbWVQYWJyUFpzR2pSSWd3Y09CQ2RPM2RHLy83OXNXelpNdWk2RGdDSWo0K0h4V0xCNXMyYjBidDNiOWRqUjQ4ZURRQUlDd3VEeFdLcDlPZERSRVR1eld4MEFlUlp6cHc1ZzNmZmZSY2ZmUEFCMnJkdmorUEhqN3Z1bXpsekpnNGVQSWg1OCtZaEtDZ0lCdzhleEd1dnZRYTczWTVubm5uR3RkLysvZnV4WmNzV1NDa0JBS3RXcmNMbzBhT3hiOTgrZUh0N1YvcHpJaUlpOThhV0Zib3BYbDVlRUVJZ09Ua1pmbjUrQ0E0T0JnQmN2bndaa1pHUm1EUnBFbHEzYmcyejJZeVFrQkNNR3pjTzY5ZXZMM0tNVWFOR29XYk5tdkQzOXpmaUtSQVJrWWRoV0tHYkVoZ1lpT25UcDJQUm9rVjQ1SkZIWUxWYUFRQkpTVW1RVWlJb0tLakkvczJhTlVOcWFxcnJVaEFBTkduU3BGSnJKaUlpejhhd1FqZXRYNzkrMkxKbEN6cDM3b3hYWG5rRkFOQ2dRUU1Bd01tVEo0dnNlK2JNR1FRR0JrSlIvdmRTRTBKVVhyRkVST1R4R0Zib3BpUWxKU0VtSmdaQ0NEUnQyaFI1ZVhtUVVpSWdJQUQzM1hjZlpzNmNpZDkrK3cwT2h3TUpDUWxZdkhneFJvMGFkZDFqMXE1ZEd3QVFFeE9EOVBUMHluZ2FSRVRrUWRqQmxtNkt3K0hBdEduVGNQYnNXZHgrKysyWU1XT0dxNlZrMnJScFdMaHdJWjU3N2psY3Zud1pUWm8wd2VqUm96RjA2TkRySHJONTgrWVlNbVFJWG5qaEJmajcrK09iYjc2cGpLZENSRVFlZ3UzeGJrN1ROQWtBVVZGUlJwZFNMVG1IVWtkSFIvUGZDaEdSUVhnWmlJaUlpTndhd3dvUkVSRzVOWVlWSWlJaWNtc01LMFJFUk9UV09CcUlpSWpjbXFacE93RDBOcnFPNmt4S2VjQnF0WFkyNnZ4c1dTRWlJbmZIb0dJd0lVUW5JOC9QbGhVaUl2SUluTUxCR000cEhJekVsaFVpSWlKeWF3d3JSRVJFNU5ZWVZvaUlpTWl0TWF3UUVSR1JXMk5ZSVNJaUlyZkdzRUpFUkVSdWpXR0ZpSWlJM0JyRENoRVJFYmsxaGhVaUlpSnlhd3dyUkVSRTVOWVlWb2lJaU1pdE1hd1FFUkdWWU1lT0hYai8vZmVMYlI4eVpBaDBYYi9oNHpNek05R3ZYNzhiN3JkcjF5NmtwS1M0Zmc4TEN5dHkvN1p0MjNEMjdObFNWRncxTWF3UUVSRmRnNVFTeTVjdkx4WWNBT0RreVpPUVV0N3dHTHF1NC96NTg2VTYzOWl4WTNIdzRNRWkyN0t5c3ZEbW0yOWkxYXBWeU0zTkxWM2hWUkJYWGZZUTdyRHFKUkZSZGJKMTYxWUVCUVVoTkRRVUowNmN3Rk5QUFZYay9qNTkraFQ1ZmVmT25TVWVxM2Z2M3NXMmRldldEZE9tVFFNQWhJZUhvMjdkdWpoNDhDRHV1dXN1MXo1V3F4VzFhdFhDcDU5K0NtOXY3MXQ1T2g2TlljWE5TU2tQQ0NFNkdWMUhOWmRnZEFGRVZMa3VYNzZNbFN0WFl1blNwZmprazA5dzhPREJJbUhFWXJIZ20yKytnY2xrS3RYeHJoZGt4b3daZzB1WExybCtYNzE2Tld3Mkc0WU1HZUxhdG1mUEhnQkFtelp0OE00Nzc5enMwL0Y0REN0dXptcTFkamE2aGx1aHF1cFRRb2dQcFpTTHJWYnJNMGJYUTBSVUdwR1JrVGgvL2p6R2pCbUR0TFEwckYyN3RsU1B5OG5Kd1lNUFBsaHMrOVd0TUZ1MmJFR05HalVBQUI5KytDR0EvRXRHcTFldnhzR0RCM0h1M0RtRWhZWEJZckdnZS9mdThQTHl1c1ZuNU5rWVZxaEMyZTMyWFY1ZVhoQkNqR3JkdXZXVUkwZU9YREM2SmlLaUcvbnJYLytLUVlNRzRiWFhYc1BqanorT3dNREFZcGR5Q2dlUTk5OS9IKzNhdFlPdTYwaE5UVVZVVkZTSng3WllMTVU2NSs3ZHV4ZUxGeTlHaHc0ZE1IMzZkSHozM1hjWU1tUUkxcTlmai9uejU2TmJ0MjRZUEhndzdyenp6dko5b2g2Q1lZVXFWSHg4L08rYXBuMEtZS1Mvdi84V0FNVjdxaEVSdVJsZlgxOTgvdm5uOFBMeXdsLy8rbGNBMTcrVVUxYnA2ZWtZTldvVWhCQVlQMzQ4N3IzM1hnREEzLy8rZDl4eHh4MllNR0VDbm4vK2VVUkdSbUw4K1BGbzJMQWhsaXhaQWtXcFh1TmpoTkVGVU5XbnFtb0RJVVJTd2E5YWRIUjBuS0VGRVpGSDBUUk5Bcmh1YTBWNSsvMzMzekZpeEFpb3Fvck16RXo0K2ZsaDhlTEZKUTVEL3ZMTEx3SGtqOTdwM3IwNzZ0V3JWK0t4VTFOVHNYdjNidmo1K1FFQUVoTVQwYTVkTzFjQXVYVHBFaDUrK0dGOCsrMjNSUjZuNnpwKy9mVlhCQWNIbDhkVExEWG5BSS9vNkdqRE1nTmJWcWpDV2EzV1B6Uk5td2hnRm9BdEFKb2JYQklSMFhYNSsvdGo1TWlSQ0FvS1FsQlFFSm8zejMvYk9uLytmTEhRZE04OTk3aHVDeUhnNysrUGI3NzVwc1JqOSt6WkUwTDg3M04vL1BqeFJlN1B5c3BDUmtZR3dzUEQ0ZXZyVytTK3dNQkFyRnExcXF4UHkyTXhyRkNseU16TS9LQm16WnFUcFpSTlEwTkRINDZKaWZuYzZKcUlpRXJTc0dGRFBQLzg4d0NBdkx3OC9QcnJyK2pZc2VNTkgzZnAwaVZYK0ZpNWNpWDY5dTJMMjIrL0hmLys5Nzh4ZXZSbzFLaFJBLzM3OTRmRDRYQTl4dGtxNC9UTU04K2dmdjM2T0hMa0NCWXZYbnpkVnBycW9ucGQ5Q0xESEQ1OCtBcUFSNFFRUWxHVWo4QkxrRVRreG43Ly9YZDgrT0dIZVBiWlo5RzdkMis4OTk1N3BYcmNuRGx6Y1ByMGFRREFoUXNYc0hIalJnRDVFOHh0MjdZTjN0N2UrT09QUHpCbHlwUmlqODNOemNYMDZkTWhoTUMwYWRNd2VQQmdQUDc0NDlpNWMyZXBKcUNyeWhoV3FOSkVSMGQvSTZVOENjQlgwN1FJbytzaElpckp5Wk1ua1pxYWlrY2ZmUlRidG0zRHlwVXJYZmYxNjlldnlJOXpaTS9XclZ2eDIyKy91U2FQdS8vKysvSDExMSs3YnUvZXZSc0E4UExMTCtPbm4zN0MyclZya1p1Ymk1OS8vaGtMRml6QW9FR0RJS1hFdkhuem9DZ0tSb3dZZ1JrelptRFZxbFVZTkdnUTVzeVpnMjNidGlFakk2T1MveHBFMVV4SVNFZ2JUZE9rcXFxNVRabzA4YjN4STRpb3V0TTBUV3FhSnQzQlR6LzlWR3piZ1FNSHBKUlNuanQzVGlZa0pMaTJPeHdPZWZ6NGNTbWxsTHF1eTZ5c0xOZDlQLzc0bzB4T1RwYVptWm55bVdlZWtRc1hMblR0ZXkyLy92cXJYTHg0c1h6NzdiZWx3K0VvbnlkVFNzNi92NUd2QVRiRlU2VlRWZlViSWNUOUFMNktqbzYrOFFwZlJGU3RHVEVhaVA3SEhVWUQ4VElRVmJxVWxKUkJBQ1NBUGgwN2RyemQ2SHFJeUcyWlZGVjlRMWJ6L2hyRXNFSUdPSGZ1WEpZUVlqWUFrNklvMFViWFEwUnVTZEUwN1NNaHhGdEdGMExHWTFnaFErVGs1THdCd0NhRWFCZ2FHbnJQRFI5QVJOV0pvbW5hUndBZUE1QmVlRTRTcXA0WVZzZ1FpWW1KZVZMS01RQ2dLTW8rY000ZklzcW5xS3E2Q3NCSUFPa0EvbXhrTWZIeDhiQllMUGpuUC85WjRuMTVlWG0zZlB4Yk9VWjF3TEJDaHJGYXJhdWxsSmNBbURSTis0ZlI5UkNSNFJSVlZWY0tJUjRIa0M2bGZDQTZPdm9ubzRzQ0FLdlZpc2pJU0tQTHFMWVlWc2hJRGlsbDU0TGI4MEpDUW1vYVdnMFJHVW5STkcyMUVHSVVnSFNiemRiYmFyWHVNN29vcHllZmZCSno1ODVGYW1xcTBhVlVTd3dyWktpWW1KamZBQndDQUpQSnROVGdjb2pJR0lxcXF2OEI4Q2dLZ2twOGZMeGJqVk4rOU5GSDBiSmxTMFJFbER5ZnBjMW13NkpGaXpCdzRFQjA3dHdaL2Z2M3g3Smx5MXlUeGdINXF5eFBtREFCWGJ0MnhjQ0JBN0YvLy80aXg4akx5OFBzMmJQUnExY3ZkT3ZXRFJNblR1UWtjR0JZSVRlUW1wcXFBckFMSVVaMDZOQWh5T2g2aUtoU0thcXFmaXFFR0liOFN6LzN1VnRRQWZJWEtKdzZkU3AyNzk2TkhUdDJYSE9mbVRObll0ZXVYWmczYng3MjdObURpSWdJYk5pd0FVdVdMSEh0TTNYcVZLU2xwV0h6NXMxWXRXb1Y5dTByMm5nMFk4WU1IRHAwQ0d2WHJrVmtaQ1F1WGJxRXVYUG5WdWh6OHdRTUsyUzRFeWRPNUVncFZ3T1FYbDVlVzhEWEpWRjFJVlJWL1VRSU1SekFGVjNYNzdkYXJiOFlYVlJKbWpkdmptZWZmUllSRVJGSVQwOHZjdC9seTVjUkdSbUpTWk1tb1hYcjFqQ2J6UWdKQ2NHNGNlT3dmdjE2QUVCcWFpcCsrT0VIdlBqaWl3Z0lDRUJBUUFEKzlyZS91WTV4NmRJbGJOdTJEYSs5OWhvQ0F3TlJ0MjVkakJ3NXNzUndWSjN3UTRIY2d0VnFmUUpBRG9DN05FM3JaSFE5UkZUaFJHaG82Q2RDaUJFQXJqZ2NqdnRqWW1KK05ycW9HM25zc2NkdysrMjNZODZjT1VXMkp5VWxRVXFKb0tDaWpjUE5talZEYW1vcWRGMUhTa3FLYTV1VHY3Ky82M1p5Y2pLa2xCZytmRGdzRm90ckZGSm1aaVpzTmxzRlBpdjN4K0dpNURaMFhYOURDREZiQ0xFZFFIMEExZnRmSjFIVkpWUlYvVWdJOFJpQUszYTd2VTljWE53Qm80c3FEVVZSOE9hYmIyTDQ4T0ZvMHFTSmEzdURCZzBBNUMrQTJMNTllOWYyTTJmT0lEQXdFSXFpdUlMSitmUG5YYmVkQVFZQTZ0V3JCeUIvUWNSR2pScFYrSFB4Skd4WkliY1JFeE16QjBBU2dGcWhvYUdEamE2SGlDcUUwRFJ0WGNIdzVDdTZydmVJaTR2YmY4Tkh1WkVXTFZyZzZhZWZ4cXBWcTF6YkFnSUNjTjk5OTJIbXpKbjQ3YmZmNEhBNGtKQ1FnTVdMRjJQVXFGRUFnS1pObXlJb0tBZ0xGaXhBZW5vNnpwNDlpNDgvL3RoMWpNREFRR2lhaGpsejVpQWxKUVVPaHdOSGpoekJnUU1la2VNcUZNTUt1UlVoeERBcHBhNG95cnJRME5DNlJ0ZERST1ZLYUpxMkJzRERBSzRvaXRJekppWW14dWlpeW1MVXFGRm8xYXBWa1czVHBrMkR4V0xCYzg4OWg3Q3dNTHp4eGhzWVBYbzBoZzBiNXRvbklpSUNGeTVjUUo4K2ZmRHFxNjlpeUpBaFJZNHhhOVlzS0lxQ29VT0g0dDU3NzhXYmI3NEpybzNFVlpmSkRXbWFsZ2pnTGwzWDM0dUppWG5KNkhxSXFGd0lUZE5XQXhnRzRJb1FJandxS3FwVWE0TngxV1ZqY2RWbG9tdXcyKzI5QU5nVlJYbFJWZFhtUnRkRFJMZE1GTXlqTWt4S21RR2dWMm1EQ2hIQXNFSnVLQzR1N2p3QTUxaTlEOEhYS1pGSEs1aEhaYmd6cUVSSFI3T0poRzRLUHdUSUxVVkhSL2RIZmxQeGZSMDdkdXhxZEQxRVZEYWFwbjBxaEJnaHBjeVVVdloyNTNsVXlIMHhySkM3MHFXVWk2U1VVbEdVTmVBd2V5S1BFeG9hK2dtQXh3cUNTaTlQbUVlRjNCUERDcmt0cTlYNm1oQWlSUWpSeEdLeEREUzZIaUlxUFUzVFBsTVVaU1NBVEFEM01xalFyV0JZSWJjbXBYeEpTaWwxWFY4WEZCUlV4K2g2aU9qR1ZGVmRpL3poeVptNnJuZXpXcTJ4UnRkRW5vMWhoZHlhMVdwZEs0U0lFVUo0MTZsVDUyV2o2eUdpNjFOVmRZMFE0bEVVQkJWUG5VZUYzQXZEQ3JrOW04MDJBb0JEQ0RFbE5EUzBoZEgxRU5HMXFhcTZ1bUQxNUN5SHc5R2RRWVhLQzhNS3ViMzQrUGhEQUw0RkFFVlJaaHRjRGhGZGc2cXEveWxZUFRuTGJyZDNqNDJOdFJwZEUxVWREQ3ZrRWM2ZVBmdFhLV1VtZ0lkRFEwUHZNYm9lSXZxZlFxc25ad1BvRVJjWHh3bmZxRnd4ckpCSFNFbEp5UlJDZkFBQVFvamxBRXdHbDBSRUFGUlYvYmhnMUUrMmxMSUhKM3lqaXNDd1FoNGpPanA2Z3BReVJRZ1JvcXJxUTBiWFExVGRGVm85T1ZzSTBaa1R2bEZGNFVSYjVHbmVsRkl1RWtJc0N3NE8zcHlZbUpobmRFRkUxWkdxcW1zQVBJTDhTejlkb3FLaTRpdjZuTTRGOWFqNlljc0tlUlNyMWJvWXdFRUFkWDE4Zko0enVoNmk2cWpRcUo5c0tXVllkSFIwWEVXZVQwcDVvQ0tQVDZXU1lPVEpEVnZ1bWFpc1ZGWHRDV0NuRUFKQ2lDWlJVVkZKUnRkRVZGMFVqUG9aQVNCSDEvVXdEaytteXNDV0ZmSTRWcXYxZXlIRU5nQ0tydXZ2R0YwUFVYWGhYSlFRRENwVXlSaFd5Q1BsNXVhT0JXQVhRanlocXVyZFJ0ZERWTldwcXZveGdNY0E1Tmp0OW5zWlZLZ3lNYXlRUjBwTVRFeVdVbjRJQUVLSWVVYlhRMVNWcWFyNmtSRGljU2xscnQxdXY1ZnpxRkJsWTU4VjhtUm1UZE11QUtpajYvckFtSmlZclVZWFJGVFZxS3E2VmdqeHFKUXlWOWQxUzJ4c2JLTFJOVkgxdzVZVjhtUjJYZGVuQW9DaUtJdU1Mb2FvcWlrWTlmT29sRExYNFhEY3phQkNSdUVzb09UUmtwT1Q5emR1M0hnNGdEc2FOMjZjbFpTVXROZm9tb2lxQXVlb240SkxQL2ZFeDhjYk9uU1ZxamUyckZCVk1BRUFwSlRUUTBKQ2FocGRESkduMHpUdEV5SEVjQ2xsbmhDaVUzeDhmSVZQK0VaMFBRd3I1UEdpbzZPM0lIL2VGUit6MlR6TDZIcUlQSmx6MUkrVTBnYWdVMFZQK0VaVUdnd3JWQ1ZJS2Y5UmNQTzU5dTNidHpPMEdDSVBwYXJxS2lIRVNDbWxUVXJaMldxMXhocGRFeEhBc0VKVmhOVnFQUWhnRVFCNGVYa3RNTGdjSW8ranF1b2FJY1FvS2FWTkNCSEtlVlRJblRDc1VKV2g2L29rQUhrQWVuZnMyUEhQUnRkRDVDbWNvMzRBMkFHbzBkSFJ2eHBkRTFGaERDdFVaY1RFeEZ3RzhKWVFRaWlLTXRmb2VvZzhRY0VVK3NNQTJCME9oMXJRU2tua1ZqaDBtYXFVcEtTa3ZZMGFOUm9qaEFnS0RBek1URTVPNWxCbW9oSm9tdllKOHFmUXQ5dnRkaTB1TG83enFKQmJZc3NLVlRVT0tlWHpBSVFRWWhJQXM5RUZFYmtqVGRPY2EvM1liVGFiSlM0dWp2T29rTnRpeXdwVk9jbkp5WWNiTldwMHZ4Q2lkYU5HalJvbUp5ZHpHbjZpUWdwRy9Ud093SkdYbDNkM1FrSUM1MUVodDhhV0ZhcUtwSlR5SlFBUVFvd0pDUWxwYUhSQlJPNUMwN1NWUW9oUnlHK0Z2RHNoSVlIenFKRGJZMWloS2lrbUp1Wm5LZVVTQUY1bXMzbTUwZlVRdVFOVlZmOERZRFFBaDgxbTY4QjVWTWhUTUt4UWxXV3oyYVlDMEtXVUExUlY3V0YwUFVSR0toajFNd0w1dzVORDR1UGpEeGxkRTFGcENhTUxJS3BJcXFxK0pvUjRSMG9aYTdWYVF5djRkR1pOMHg2WFV2NE5RRWNoQk5jcHFucXlwSlNKQUZaWXJkWVBBZGlNTHFnMFZGWDl1S0NQaWwxSzJaSERrOG5UTUt4UWxXYXhXUHlrbEVsU3lscENpREhSMGRFcksraFVaazNUUGdQd1VBVWRuOXlNbEhLSDFXcnRCemNQTEtxcWZ1VHNvK0p3T0RyR3hzWnllREo1SElZVnF2SkNRME5IS0lyeUh5bmxPYXZWZW50Rm5FUFR0Q2NCckdqWnNpVW1UWnFFVnExYW9WYXRXaFZ4S2pKUVJrWUdqaDgvanRtelorUGd3WU9RVXI1dXRWb2pqSzZySkpxbXJVUkJIeFVoaEJvVkZjVlJQK1NSMkdlRnFyeVltSmgxQUJLRUVMZXBxcnFvSXM1UmNPa0hreVpOZ3FxcURDcFZsTCsvUHpwMDZJREpreWNEQUlRUXd3MHVxVVNhcHExQVFWQUJvREdva0NkaldLSHF3T0Z3T01ZQWdCQmk5RzIzM2VaWEFlZm9DQUN0V3JXcWdFT1R1Mm5TcEluejVwMUcxbEVTVGRNK0JQQWs4b2NuVzZLam96azhtVHdhd3dwVkM3R3hzUWNBL0JlQWI2TkdqZjViM3NkM2RxWmxpMHIxVUxPbXErKzByNUYxWElPaXF1ckhBSjZTVXViYWJEYVZ3NU9wS21CWW9XckRicmRQS0xqWlIxWFZ1d3d0aHFqOEthcXFyaEJDUEY0UVZEckZ4OGZ6MGc5VkNRd3JWRzNFeGNVZEIvQW04cGVaK016WWFvaktsYUpwMm9kQ2lDZWtsTGtBT25ObVdxcEtHRmFvV2tsUFQvOFg4b2VhdHRNMGpjT01xU3BRTkUxYkRtQzBsREpQU3RtRmwzNm9xdkhvRldrMVRkc0JvTGZSZFZSblVzb0RWcXUxczlGMWxOYlJvMGZUVlZVZEpZUllJNlZjQ0dDRDBUVVIzUUxGWXJFc2xWSStLYVhNMDNXOVMyeHNiSXpSUlJHVk4wOXZXV0ZRTVpnUW9wUFJOZHdzUlZIK0s2VThDNkN4cG1sVGphNkhxSXlFcXFwTHBKUmpwSlI1aXFLRXhjYkdXbzB1aXFnaWVIVExpbE5VVkpUUkpWUkxGb3ZGNkJMS0pDb3F5dGF4WThjSFRTWlROSUQvQXpBZGdHNXdXVVEzUTJpYXRnVEEzd0RrQWJnM0tpb3EydUNhaUNxTXA3ZXNFSlZKUVZQNWR3QnFxNm9hYVhROVJEZkJWRERoMjFnQVdRNkhvNHZWYXYzRjZLS0lLaExEQ2xWWFVrcjVKQUFJSWZxb3F0ckE2SUtJU3NHa3F1cFM1TTlNbTJXMzI3dnowZzlWQnd3clZHMVpyZGFUVXNwL0kvOXk2SGRHMTBOMEF5WlZWWmNLSVo0Q2tBMmdSMXhjSEMvOVVMWEFzRUxWV25aMjlqUUFFa0M3ME5EUWU0MnVoNmdFSmxWVmx6aURpcFN5UjNSME5EdnJVYlhCc0VMVjJxRkRoeTRLSVo0VVFpaUtvbXd5dWg2aWF6QnBtdmFCRUdJTWdHeUh3eEhPUGlwVTNUQ3NVTFdYazVPekJrQ0dsTEtlcG1uUEdWMFBVU0dtME5EUVJjanZUSnR0dDl0N0ZheHpSVlN0TUt4UXRaZVltSmducGV3cmhCQUEzalc2SHFJQzV0RFEwR1dLb3Z4ZFNwa2hwZXdSRnhlMzMraWlpSXpBc0VJRXdHcTE3cGRTSmdLb29hcnFLcVByb1dyUHJLcnFFa1ZSbml3SUtyMTU2WWVxTTRZVm9ueDZYbDdlL1FDRUVPS3hWcTFhK1JoZEVGVmJabFZWRndzaG5wSlNadWk2Zmw5TVRNelBSaGRGWkNTR0ZhSUNpWW1KeVZMS3RRRE10V3ZYNXR3VlpBU3pxcW9mQ0NIR1NDa3pIQTdIL2V5alFsUkZwdHNuS2k5NWVYbGpmWHg4aGdGb0Z4SVMwakl1THU2NDBUVlJ0V0hXTkcwUmdMOFZCSlUrN0tPU2o0dldHcy9vUld2WnNrSlVTR0ppWW9hVWNnb0FtRXltL1FCTUJwZEUxWU01TkRUMGZRQmpwWlNaVXNvL3g4WEYvV1IwVVc2RVFjVmdSaTlheTVZVm9xc29pakpMU3ZtbUVLSkJhR2pva0ppWW1NK05yb21xTkpPcXFndUZFSDh2Q0NwOVkySmk5aHBkbER2aW9yWEdjSWRGYTlteVFuU1ZxS2dvbTVUeVBnQVFRbndhSEJ6c2JYUk5WR1Y1RlV5aC96U0FkSWZEY1IrRENsRnhEQ3RFMTJDMVdyK1hVdjRoaFBEMjl2Wit5K2g2cUVweWRxWjlDa0M2M1c3L00vdW9FRjBid3dwUkNXdzJtd1dBUXdqeGF1dldyUU9Ncm9lcUZOZW9Id0JYcEpRUHNJOEtVY2tZVm9oS2tKQ1FjRnBLdVJPQThQZjMvOHpvZXFqS01JZUdoaTRTUXZ3TndCVmQxeCt3V3EzN2pDNkt5SjB4ckJCZGg2SW9nd0hrQWVqVnNXUEgxa2JYUXg3UEhCb2ErcjZpS0dPUkgxVDZzWThLMFkweHJCQmRSMVJVVkJhQXBRQ2dLRW9rQ2cxbFZsVzFoMUYxZVpLY25Kd1M3OU4xdlJJck1aeFpWZFdGaXFMOEhjQVZoOFBSUHlZbVpvL1JSUkY1QW9ZVm9odUlqbzcrcDVUeXNoRGlUazNUZWxvc2xyYXFxbjRMNER1THhWS25zdXE0ZlBreVB2c3MvMnJVMGFOSGNlVElFZGQ5WDMzMUZSSVRFMHQxSEx2ZGp1WExsOFBoY09EbzBhTWw3dmY1NTljZXNmM0ZGMThVK1QwbEpRVm56NTRGQVBUczJSTUFjT3pZTVZ5NGNBRlpXVmtJRHc5SFhsN2VOWTkxNzczM0Z0dDJ6ejMzRlBudmpWeTRjQUdyVnEyQ2xMSlUrMWNHVlZYL2N0VW9Nck9xcWd1RUVFOUxLVE1BRElpTmpmM1JxUHFJUEEzRHlpMzR4ei8rZ1JkZmZQR2E5dzBlUEJqTGx5OHY4Ykh4OGZHd1dDekl5c3FxcVBLby9FZ3A1WE1GLzkwa3BZd1RRdHduaEZBQU5LNnNJcjc5OWxzY1Bud1lBSER5NUVuTW5EblRkZCtXTFZ2ZzcrOWY2bU45OE1FSHlNckt3c3laTXpGbHloVGs1dVlDQUJZdlhveEhIbmtFanp6eUNHYlBudTI2WGZobjFxeFpydHNBc0h2M2JreWJOczExYkNrbFpzNmNpWk1uVHlJK1BoN05taldEdDNmRmpmNzI4L1BEeG8wYmNlQ0FlOHhLSHhJUzBoTEFCaDhmbjAwdFdyU29nWUpGQ1lVUTR3Q2tBZWdiSFIyOTI5Z3FpVHdMSjRXN0JmMzY5Y08wYWRPUWtaRlI1SU1pTVRFUnAwK2ZScjkrL1F5c2pzcVJJb1RRQU9oQ2lDS0p3T0Z3QkFFNFZORUZTQ254MldlZjRZOC8vc0QrL2ZzeGQrNWNuRHg1RW12WHJzWEtsU3VSbnA2T2NlUEd1ZlovNjYyMzBLblR0U2VjTkp2TlVKVDg3eWxMbGl6QjdObXpjZjc4ZVRSdDJoVGp4bzF6SGFkYnQyNnVscHpDZXZic1dXVDdrQ0ZEc0d2WExpUWxKUUVBRGg0OGlKWXRXOEppc1dEdTNMa0lDUWtwZGd4ZDExMHRJUTZIQXlaVDZTWUt2bkxsQ3NMRHcxR25UdkVHcmRkZmY3M1l0alZyMWlBd01MQlV4eTR2SnBOcFlrR1FmYUJldlhvYi8vU25QNTB0R0o2Y3B1dDYvNWlZR0hhbUpicEpEQ3UzSUR3OEhETm56c1N1WGJzd2NPQkExL2J0Mjdlalk4ZU91UDMyMncyc2pzcURwbWt2QXBnRTRKcERsNFVRRHdEWVZ0RjFSRVpHd21ReVllZk9uUkJDQU1nUEdrMmFORUhidG0zeDVaZGZJanM3dTBnTFI3ZHUzYTU1TENrbHBKUkZ3dlJYWDMyRmNlUEdZZVRJa2E1dHVibTVHRDU4K0Exckd6cDBLQURndWVlZVExWldGcVpNbVFJQTJMdDNMN1p0MndadmIyOE1IRGdRbVptWnNObHNlUG5sbDVHWm1ZbTFhOWNpTHk4UGd3WU53dHk1Y3pGbXpCZzRISTRpeHc0TEN3TUE5T2pSQTdObXpYSnQzN2x6NXczck1rTDc5dTN2S0JpTzdQVG5ndjlmNmJxdUQyQm5XcUt5WVZpNUJYNStmZ2dQRDhmMjdkdGRZVVZLaVcrKytRWlBQZlVVQU9EQWdRTjQ3NzMzY096WU1UUnMyQkFUSjA1MHZRRTd4Y2ZIWS9UbzBkaTllemY4L1B5S2JOdTNieCs4dmIyUmw1ZUg5OTU3RDE5KytTVnNOaHQ2OU9pQmlSTW4zbFRUUDkyYzRPQmdieW5sUDRVUUpjNnhJb1FZQU9DZkZWM0xzbVhMRUJBUWdBY2ZmQkFBOFA3Nzc2Tk5tellBZ0QxNzlxQmJ0MjZZT25WcWtjZjgrT08xdTBSY3ZIZ1JEei84OEEwLzhIMThmTEJtelpwaTI1MzlVcHpXcjEvdnVpeDE3dHc1UFBEQUF4ZzVjaVEyYk5pQXk1Y3Y0NnV2dmtLREJnMndiTmt5WkdSazRLR0hIZ0lBakJ3NUVtRmhZWWlNakN4U2IrRytLdnYybGR3STBidjN0WmVMeWN6TWhOMXV4ODgvLyt4cVFhb3MzdDdla3dDSXE3ZExLYU12WExnUVhhbkZrRnVRVXVMNzc3OUhlSGk0MGFWNE5QWlp1VVg5K3ZYRC92MzdrWjZlRGdDSWlZbEJhbW9xK3ZidEN5RC9qWFB5NU1uWXZYczN3c1BEOGM0Nzc1VHBQRE5tek1DaFE0ZXdkdTFhUkVaRzR0S2xTNWc3ZDI2NVBZOWJvV25hMnREUTBIK3BxanBLMDdRUVZKSEYveElURS9PdVhMblNUa29aYzUzZGdqcDA2UENuaXE1bHhvd1pXTEZpQmJLeXNoQVpHWW1YWG5vSmQ5OTlONEQ4RC9TU0x2bGNTNjFhdFpDUmtYSEREcW5PbHBXcmZ3ckx5OHZEZ2dVTE1HM2FORXllUEJrK1BqNjQ4ODQ3TVc3Y09DUW5KK1B1dSsvR3NXUEhBT1IzdXIzampqdUtuZWZZc1dPNGRPbFNxZXQzMnJsekoxYXZYbzMyN2R0ajFxeFpXTE5tRFhyMjdJbTc3cm9MSzFhc3FQU2dVakMwL2NscjNTZUVDRy9Rb01HVzIyNjd6YTlTaTZKYlVoNmQyblZkeDhzdnYzekQvWGJ0MnNjMDkzd0FBQ0FBU1VSQlZJV1VsQlRYNzFkL3FkMjJiWnVySTN0MXhKYVZXOVNsU3hmVXJGa1QzMzMzSFFZTkdvU3Z2dm9LOTk1N0wyclhyZzBBNk5XckYzSnljbkRzMkRINCsvdmo3Tm16c052dE4zV09TNWN1WWR1MmJWaTllclhyK3Z2SWtTUHgrdXV2Ri9zMlhkbWtsQkJDREZVVXhSVlFORTF6QUxna3BVd0ZjQkhBQlNIRU1TbmxZUUFIQWZ4cXRWci9NS2prbTNMMDZORmNBSGVycXZxbEVLTFB0Zll4bVV6Tks3cU9xL3Q5ckYrLzN0V3ljUEhpUlF3ZVBCaFhybHh4WGRwWnQyNGRhdGV1N2JvVWxKMmREVjlmWHdDQXI2OHZhdGFzaWRUVVZOU3ZYNy9FYzVhbVpjWEx5d3Z0MnJYRGM4ODloN2x6NTJMS2xDbm8xYXNYN3I3N2J0U3FWUXZyMXEzRDd0MjdjYzg5OStDWFgzN0JQLzd4RDlkakR4MDZoTHk4UEx6ODhzdFlzR0FCK3ZmdlgreGN6amZzaVJNbjRzRUhINFNVc2tnSWFkU29FVjU2NlNXODk5NTcyTGR2SDE1KytXVzg4Y1licmt0bGxVbFJsTW5YdTE4SWNWK2pSbzNXbmp0MzdpK1ZWUlBkbXFzN3RYLzg4Y2Y0NktPUEFPUjNhbi9sbFZlSzdEOS8vbng4OWRWWDF6eld0Zm93ZnZubGwwVitIenQyTENJaUluRFhYWGU1dG1WbFpXSDI3Tms0ZVBBZ0lpSWlidW41ZURLR2xWdGtOcHZScDA4ZmJOKytIUTgrK0NCMjdOaFJwS1BmZ2dVTHNIbnpab1NFaE1ESHh3ZkF6Yzh0a1p5Y0RDbmxOZnNQMkd3MmVIbDUzZHFUdUFVRkh3cmpBZHdwcFd3dGhMaFRTdGxVQ0JGdzllV1RRaDhnVWxYVkxDRkVDb0R6VXNyekFNNEIrRTBJOFp2ZGJqOVNyMTY5WTd0MjdicTVWRmR4SEZhcnRhK3FxbXVFRU1PdXZsTUkwYXFpQzNCZVpyeHk1UW9HRGh5SVpjdVd1ZTV6dnVIMTd0MjcySnVmODlLS3hXTEI5dTNiWFpjWlI0NGNpVk9uVGhVTEs4NFJQa0QrWmM3dTNidWpjZVBHcmxhUjA2ZFBJeUFnd0xYZnM4OCtpMFdMRm1IaHdvVTRmZm8wOXUzYmgwV0xGZ0VBVnF4WWdWNjllbUg0OE9GbzJyUXBicnZ0TmxjL3J1WExsMlA3OXUzdzh2TENmLy83WDVoTUp0Y2xuK3RkQnNyT3pvYWZueDltenB5SjdkdTNGN25QNFhCZzBhSkZXTFJvRVJ3T0I3S3pzeXR0bGQ0T0hUcTBGVUk4ZnAxZHNnR3NGMEpjZS9nZ3VaMnlkR3AvNFlVWDhNSUxMeFE1anNQaFFLZE9uWXI5Mjd4YWVIZzQ2dGF0aTRNSER4WUpLMWFyRmJWcTFjS25uMzVhb2FQcTNCM0RTam5vMzc4L3hvNGRpKzNidDhOdXQ2Tjc5KzRBZ0RObnptRFZxbFg0L1BQUEVSUVVoSDM3OXVIcnI3OHU5bmpuQ3pBbko4ZjFZWktSa2VHNnYxNjllZ0NBclZ1M29sR2pSaFg5ZEc1YWRIVDBlNFYvdDFnc1hqazVPWTE5Zkh4dUEzQ2JsUEoyS1dWTFJWRmFBQWdDMEZJSVVidmdkdERWMzRMTlpqUFMwdEowVGROU0FKeVRVcDREY0U0SWNVcEsrYnV1Njc5bloyZi9mdVRJa1FzVjhIVE1xcXArcWV2NnU3R3hzVVUrRGExVzYzQlZWZjhBOEx3b1ZMUVFJcndDNmlqQzJhK2pkKy9lcnR0T3ptOXNoVnRXZ29LQzhQNzc3NWQ0dkRadDJpQWhJUUdxcWhiWi90bG5uMEZLaWMyYk4rUHJyNy9HeElrVDBhUkpFOWZJb01PSEQyUHAwcVVZTVdLRWE5bDRUZE13WXNRSXJGKy9IczJiTjhldnYvNktxVk9ub25idDJsQVVCZDI2ZGNPNzc3NkxmLzNyWDY3ekRCNDhHR1BHakVIWHJsMUxQUklJQUpLU2t0Q29VU05NbWpRSmt5Wk5jbTNQeTh0RFdGZ1l2di8rZXdENVh4SXFzOG5jeTh0cldnbDNaUU5ZbTVlWDkzcENRa0pLQ2Z1UUd5cExwL2F5R2pObVRKRkxvYXRYcjRiTlpzT1FJVU5jMi9ic3laOC9zRTJiTm1YdVR1REpHRmJLUVVoSUNBSURBN0Z3NFVMY2YvLzlydkRodk55VGxKU0VnSUNBYXphcEEwQ0xGaTNnNStlSHlNaElqQm8xQ3JtNXVmamtrMDljOXdjR0JrTFROTXlaTXdjVEpreEFRRUFBamgwN2hzdVhMOTlVWDRYS0VoVVZaUU53cXVEbm1vS0RnK3Q1ZVhrMUUwSTBFMEkwMVhXOW1SQ2lHUURuejIzSW44T2tzUkRDNG55Y0VBSW1rd24rL3Y1UVZUVkRDSEhhZVM0cDVTa0FwM1JkUCsxd09FNUpLVThuSmlaZWV6YXlFb1NFaE53aGhMamZaRExkcjJuYVR3Qm1SMGRIYndLZ0E0RFZhdjFuYUdob0VvQVpCY05USWFYc1g1bVhIZmJzMllNV0xWcTRmcjlleTBwSjdyNzdibXpZc0FHUFA1N2ZHTEIzNzE3NCt2cml4SWtUK095eno5QzFhMWRjdUhBQkV5Wk1BRkIwWkpERDRjRE9uVHZ4L3Z2dlk4S0VDYWhUcHc3YXQyK1BxVk9uWXZEZ3dmam9vNDh3ZGVwVUtJb0NYZGRkd2J2d3hIQUJBVVg3TEUrZlBoM2J0aFVmVk9XOERGUy9mbjFFUmtZaVBqNit5TGZPYTVGUzRzU0pFM2p0dGRkSzliZTRWYXFxZGdUdzhGVTE1QUw0cjY3cnI4VEd4bGJmamdZZXJDeWQyZ0VVR1JsNnZlMkRCZzNDMkxGakFRQWZmdmdoZ1B4Vzk5V3JWK1Bnd1lNNGQrNGN3c0xDWUxGWTBMMTdkME5iME4wQncwbzVFRUxnZ1FjZXdJb1ZLNHBjZDIvUm9nV0dEUnVHQ1JNbW9HSERoaGcyYkpnckhSZm00K09EbVRObllzNmNPZmppaXkvUW9FRUQ5T3JWQy92My8yKzErRm16WmlFaUlnSkRodzZGeldaRFVGQlFzZVpHVDVLWW1KZ0tJQlZBU1oxWFRlM2J0MjloTnB1REZFVUowblU5U0ZHVTI1RWZZbTREY0pzUW9oYUFkZ1Uvcm04L0pwUEorVzFkcXFwNlZnaHhYRXA1WEFqeE8vS0R6VG1ielhiT1pyT2RPM1RvME1YQ0oxVVVwVjJoWDdzQVdLOXBXanlBMmVucDZaOGZQWG8wTnlZbTVoMU4wMUlCTEFEZ0pZUm9XVDUvbGV2THpzNUdWbFlXZHU3Y2lRY2VlQUIydXgxdnYvMDJubm5tR2Z6cFQ4WDcrRjY1Y2dYbnpwMXp0VEJFUkVRZ0tTa0pKMDZjd0tlZmZvcTMzMzRiQ1FrSmFOKytQYjc2NmlzRUJRV2hUcDA2ZU9lZGQ5Q2lSWXNpL1V1NmRldFdMR3pIeHNhaWVmUG04UFB6dzdScDB6Qi8vbnpNblRzWE5XclV3T0hEaDlHK2ZYdE1uejRkbHk5Znh0eTVjekY1OG1Ta3A2Y1grYmJvTkdYS0ZOZVE1NUl1QSttNmpzMmJOK09mLy96ZjRLdWNuQno0K1BnZ0xTM04xWmRGQ0ZIWm5jL2ZMblE3RDhBbUtlVXJNVEV4SndwdE4xa3Nsb1kybTYyZDJXeit1NjdyYTJOaVlqWldacEYwYzJiTW1JR1FrQkQwN3QwYk8zZnV4SkFoUTNEcTFDbjg4c3N2MkxkdkgvNzJ0NzlkODNGWHQzdzZMd05kdmYxcWUvZnV4ZUxGaTlHaFF3ZE1uejRkMzMzM0hZWU1HWUwxNjlkai92ejU2TmF0R3dZUEhvdzc3N3l6M0o2ako2bjhYbWpsU05NMENhRFNya3RUVWM3TEFOSFIwWWE4anRxMmJWdS9aczJhclhSZGJ3M2dUaUZFa0pReVVBalJBRUFnZ0FhNDhjaWtUQ25sVVNIRUVWM1hmMU1VNVU1YzlTMjVrTk1PaCtOTnU5MytXV0ppWW9iRlloa3NwZnlpOERrcThyVjQ4dVJKekprekIvUG16Y09VS1ZQd2YvLzNmOWk0Y1NNaUl5T1JtWmtKTHk4dkNDSGdjRGd3Y09CQW5EcDFDbEZSVVdqWnNpVmF0bXlKRmkxYW9FV0xGbWpldkRtYU5XdUc1Y3VYWStQR2paZzRjU0ttVFp1R21UTm53bUt4Rk9tMzRuVDgrSEcwYkZrMGs5V3ZYeC92dnZzdTNuMzNYVVJGUmFGbno1NnU1dXc5ZS9iZ3h4OS9oSyt2TDk1NTV4MzQrZm5ocDU5K3dxdXZ2b3FYWG5vSkF3WU1RRTVPRGg1NDRJRmlBZjZlZSs3Qnp6Ly83UHF2azlWcXhadzVjL0RKSjUrNGdzbjA2ZE94ZWZObW1Fd205TzNidDF5YTVFdkxZckU0TzVnN04yMTJPQndUWW1Oamp3QVFiZHUycmVmbDVkWENiRFkvQWVESndoTUtTaW5EclZicjk1VldySWN6OHIzZUdWWUszM1plYnIxdzRZS3JsWERkdW5VWU1XSkVrY2M2SEE2Y1AzOGVBTkM0Y2ZISnJsOTg4VVYwNnRRSm8wYU5naEFDNDhlUGR5MUJzWExsU2p6NVpQN2dzdXpzYkVSR1J1TFRUejlGdzRZTnNXVEpra29kN1diMGV6M0FzRUszd0IxZXdEZWdoSVNFM0trb1Nqc2hSRnZrdDhEY0pvU29ENkMrbExJZWdKcmlKcS9oU0NrdlNTa24yKzMyTFNhVHFaWEpaTm9ncGF3amhLancxNkx6d3pFdExhM1lMSzU1ZVhuUWRSMktvc0RMeXdzT2h3Tm1jOG1OcDdxdVkvNzgrVmkzYmgyYU4yK08vL3puUDlmZHZ5US8vUEFET25YcWhCbzFhaFRaSGgwZERWVlZpNHpNU1VsSndaLys5Q2NzWHJ3WW4zenlDZnIzNzQrMzNucXJ5T05XckZpQnA1NTZ5dlhmd3E2ZUxkcEl6dGUvbFBKTGg4UHhTbXBxNnJHNmRlc0dlSGw1UFF6Z24wS0lFa2VKU1NtRHJWYnJ3Y3FxMWRNWjhWN3Z2R3lUa3BLQ3dNQkFMRnUyREk4OTlsaVIrWWtLQjVtcjZicU95Wk1uSXlVbEJUVnExTUJMTDcyRVZxMWF3ZUZ3WVAzNjllamF0YXVydzNsaVlpTGF0V3ZuQ2lDWExsM0N3dzgvakcrLy9iYllNWC85OVZjRUJ3ZFh4Rk11a1R1ODE3dnJoMHlwTUt3WXl4MWV3TGVxYmR1MjlYMTlmVU1WUlZGMVhWY0xKbmtyMWVLRVVzbzhJY1RMZHJzOTFtdzIvd0I0NW12UlpyUEJiRFliTXR6WGt6bGJWcVNVQTRVUWJ3Z2hTdDJCekc2M040MkxpMHNHSUpIZkg4cDlWbUYwUTU3UXNsSzRVM3RHUmdZbVQ1Nk05dTNiNDhrbm44VHg0OGV4ZmZ0MkJBVUZZZm55NWFoZnZ6NmVmZlpaZE96WUVVRHhZYzFaV1ZuSXlNaEFyVnExWEZNT09BVUdCbUxWcWxVVitaU0xjWWYzZXZaWm9XcXRvTS9Lam9JZmFKb1dCVUFyeldPRkVJcVVjcnJaYkU2NzZuS0FSNm51SGZkdWxSQmlwaERpK3IxK3IySTJtMDlyV3BHWG1VMUttU0tFU0paU25wTlNKaXVLa29UODBYREpVc29rWGRlVE1qSXlybmg1ZWVrK1BqNzZoUXNYcExlM3QxNnpaazA5TVRIUkdYb1lmQ3JBelhScTM3RmpCMWFzV0lGang0N2h2ZmZ5QjBxMmF0VUszMy8vUFpZc1dZS0lpQWhYUjkycmorZjB6RFBQb0g3OStqaHk1QWdXTDE3c0doRmFuVEdzRUJVaXBheGZRdWh3SUwvelpKYVVjcXZENGZnb0xpNXVGd3BHQ1RtLytWSDFJb1JBZEhSMGFIQndzTGVQajg5L0FWeDdLTWlOZVFraG1nQm9Jb1FvRW55ZHZ5dUtncnAxNjdxMkY1N0dvSER3a1ZMcUFNNERPQ3VFY0E3N1A2dnIrbGtoeERraHhGbHZiKyt6Ky9idFN5MWpyZFhHelhScWR6Z2NHRHQyTEx5OHZEQnYzanhYMzYrY25CeHMzNzRkRHovOE1LNWN1WUw1OCtkajVNaVI2Tnk1YzdGaCs3bTV1Wmc5ZXphRUVKZzJiUnJXcmwyTHh4OS9IQysvL0RKNjllcmxzVitJeWdQRENsRlJoV2RKeTVGU3JqT1pUTXQrK2VXWHZlQTNWaXBCd1JENUJ3R1lRMEpDN2pDWlRDdUVFRjFMMlAzSytmUG5Bd01EQTBWT1RvNlNtNXVyK1BqNG1IMThmQUlCTk5aMXZiRVFvaEVLaHU4TElScEpLUnNMSVJxakZKY29DNGJVTnlyNHNRQW8waEZZU29uYzNGeW9xaXFGRUhyK0pxbGY1M2FxbERJSlFCS0FaQ2xsVWtHclQxSnVibTZTeVdSS2lvdUwrd05WOE4vSCtmUG5jYzg5OStDMTExN0RsQ2xUOE1VWFgyRGp4bzE0NG9rbmtKbVpDVzl2Yi9UcjE4L1ZxZjNOTjk5RXMyYk5rSmVYaDd5OFBFeWVQQmw3OXV4eGpTcDY4Y1VYOGVPUFAyTEJnZ1Y0OWRWWHNYVHBVZ1FGQlNFdUxnNC8vZlFUdG03ZGlxNWR1MkxldkhsUUZBVWpSb3hBdTNidDhLOS8vUXZ2dmZjZWV2VG9nYnZ1dWdzOWV2UndtNzVibGNXall4cjdyQmpMSGE1amxqTnphR2hvdCt6czdDaXoyWng3TTNPMGxOZHIwV2F6WWUzYXRkaTJiUnRPbmp3SlhkZlJ1SEZqdlBQT08yamJ0dTB0SFJzb3VrRG1wVXVYOFBUVFQyUDkrdlczTkxLZzhFS2NWNjVjdWVWanBxU2tZT0hDaGRpM2J4L1MwdExnNStlSDRjT0hGNWt0MUIzYzZQWGZwRWtUM3dZTkdnd1ZRaXdHVUhoTm9EK2lvNk1iM3NLcEZRQ0t4V0lSYVdscGl0MXVGL1hyMTFkeWNuSVV1OTB1ZkgxOVRZcWlCTmp0OXNaZVhsNk5kRjF2alB3NWkyNlRValpTRktVeGdNWUZyWWpsOG05WDVpODBKWVVRZWtITFRySGJ5RytGdkZJbytDUUpJWkoxWFU5U0ZDWEplYWtyTmpZMkdma3RtUzVHdnRmZlRLZDI1NTh6S3lzTEw3NzRJbnIzN28xKy9mb1ZleHlRUDJsb2t5Wk5rSldWaGZIanh5TTRPQmdEQmd3b2NybXBzRU9IRHVINzc3OUhhbW9xWG4zMTFXbzNHb2d0SzBUL1k0K0ppZGxsMU1semNuTHc3TFBQUWtxSjhlUEhvME9IRHJEYjdZaVBqeS9XeWE0OEJBWUdZdVBHOHAzcTQrcGpuanAxQ2krODhBTFdyVnRYcXFuQzdYWTd4bzRkaTE2OWVtSGR1bldvVTZjT1RwOCtqWFBuenQxeWJUZGJ5NjA2YytaTTlwa3paejRCc0ViVHRCWlN5amxDaUVFRkU4YmRDaDJBWHZpRCs4U0pFMWZ2Y3huQTBWSWN5OXlxVlN0VG5UcDFUR2xwYVdaZlgxK1R0N2UzS1RjMzEyUXltY3gydTkzazQrTlRWOWYxUUVWUkFndW1CZ2dVUWdSS0tSdEpLUnNCQ0N4WVdzTUVRTG42RXRaVjZnb2htaGJlVUhoK0hKUEo1R3p4Y1VncEhVSUlCNjRLTHBYTitSeXVGVGhLZWgzNStmbGg2ZEtsMXoxdWt5Wk5YUHM2bDZpNG5yWnQyNWJMRnhaUHhiQkM1Q1lXTGx5STNOeGNyRnk1MHZVbTZPM3RqYzZkT3h0Y1dkbWxwYVhoMUtrU0p6SXU1dGl4WXpoNzlpeWVlT0lKVjZkQzV6d3hsVjFMT2JKSFIwY2ZCVEM0VFpzMnRmejgvTnJjOEJHVngzNzA2TkVicmNGVjJqK2FLVGc0MkpTV2xtYXFXYk9tMmRmWDE1U1RrMk15bTgxbUx5OHZrODFtTTNsN2UvczdnNDhRb3BHdTY0SElEenVCQUJvVmhLR0dBTHlGRVB4OG9xcEIwelNwYVpva1l6ai8va2EvRHR6QnJiNFdiVGFiN05hdG0venV1Kyt1dTkvKy9mdmw4T0hEWmFkT25lVEFnUVBsM3IxN3BaUlN4c1hGU1UzVDVLWk5tMlN2WHIza3UrKytLNldVTWkwdFRZNGZQMTZHaFlYSkFRTUd5R1hMbGtsTjAyUnVicTdyTVptWm1hN2JQLzMwa3h3K2ZManMzTG16ZlBqaGgrWEJnd2RMZmU3Q3g4bk16Q3p5R25IK1hMeDRVWGJ1M0ZuKytPT1BydU5tWjJmTDd0Mjd5NzE3OThxMHREVFp0V3RYT1hYcVZOY3hycGFYbHlmZmYvOTlPV0RBQU5tcFV5ZlpyMTgvdVhUcFV1bHdPSzc3dDdpNmxsdkYxMytGTXJkbzBhSkdtelp0YWdVSEI5ZmplNzJ4M09HMVhua1h2WWlvUktkT25VSldWaFk2ZE9odzNmMHlNek14ZWZKazdONjlHK0hoNGNVV05OdS9meisyYk5uaTZ0OHhkZXBVcEtXbFlmUG16VmkxYWxXeFZZeXZ0bjc5ZXZ6NzMvL0c5dTNiMGFoUkkweWZQcjNVNTc0VzUzd1ErL2J0UTFSVUZPclZxNGRldlhvVldRZG94NDRkcUZ1M0xycDA2WUxhdFd0ajFxeForT0dISC9DWHYvd0ZLMWFzUUZaV1ZwRmp6cHc1RTd0MjdjSzhlZk93Wjg4ZVJFUkVZTU9HRFZpeVpNbDEveFpYMTBKdXpYN2l4SW1jdzRjUFh5bFltb09xT1lZVklqZGdzOWtBNElZenlQYnExUXRCUVVFNGR1d1kvUDM5Y2Zic1dkZUNtUUF3YXRRbzFLeFpFLzcrL2toTlRjVVBQL3lBRjE5OEVRRUJBUWdJQ0NoeFBST241NTkvSGdFQkFhaGR1emFHRFJ1R0kwZU9RTmYxVXAyN3RJWU9IWXBkdTNhNVFzaVdMVnN3Wk1nUVY5K0FidDI2WWRPbVRSZzZkQ2crL3ZoakRCMDZGRWVPSEFFQVhMNThHWkdSa1pnMGFSSmF0MjROczltTWtKQVFqQnMzRHV2WHJ5OXluc0ovQzZyZWJEWWJQdm5rRXd3ZlBoeGR1M1pGbHk1ZDhOQkREK0hRb1VPSWo0K0h4V0lwRm9wVFVsSXdlUEJnMSt2L2VrbzZSbGs1ajVlWGwxY3U5VlVGREN0RWJxQng0OFlRUXVEbzBldjNpVnl3WUFFZWZQQkJMRisrSENkUG5nU0FJbTlXems1N1FQNmJHUUEwYTliTXRlMUdIOXoxNi85djVIYXRXclVncFhRRmtodWR1N1FzRmdzYU4yNk1uVHQzSWlrcENiR3hzUmcwYUZDUmZXclZxb1Z4NDhaaDgrYk5hTkdpQlNaT25BZ2dmd1Z6S1NXQ2dvS0s3TitzV1RPa3BxYVcrTGVnNmlzbkp3ZFBQLzAwZHU3Y2lmSGp4MlBYcmwzWXVYTW5YbnZ0dGV0MlhIZDJGcS9NVVRjM283VDFuVHAxQ2c4OTlGQ1JWYzg5RVRzd0VibUIyclZybzNQbnp2am9vNDljd3dTdmR1Yk1HYXhhdFFxZmYvNDVnb0tDc0cvZlBuejk5ZGRGOWlrOCtzSVpUTTZmUCsrNjdRd3dONnMwNTc0WlE0Y094ZGF0VzVHVWxJVGV2WHRmYzlWb0lQL3Y4dVNUVCtLWlo1NkJydXRvMEtBQmdQeEZIZHUzYjEra3ZzREF3Q0p2M05WNUFpMzZueHQxWEkrUGp6ZXl2QXBuWU1meWN1V2VrWkdvR25yMTFWZVJtSmlJVjE1NUJVZVBIb1hENFVCNmVqcSsrKzQ3SER0MnpOWENrWlNVaFBUMGRLeFpzK2E2eDJ2YXRDbUNnb0t3WU1FQ3BLZW40K3pacy9qNDQ0L0xWTnZObnR1cGR1M2FBSUNZbUJpa3A2ZTd0ZzhZTUFBSkNRbll0R2tUL3ZyWHY3cTIvL2JiYjFpMmJCbE9uVG9GaDhPQml4Y3ZZc09HRGVqVXFSTVVSVUZBUUFEdXUrOCt6Snc1RTcvOTloc2NEZ2NTRWhLd2VQRmlqQm8xcWt5MVVOVmx0OXV4YWRNbWpCMDc5cWFIcXhlKy9PSzh2WC8vZm93WU1RSmR1blRCSTQ4OGdsOS8vZldhajEyNGNDSDY5dTJMMDZkUEE4aWZqMlgyN05ubzFhc1h1blhyaG9rVEp5SWpJOE8xZjNwNk9pWk1tSUN1WGJ0aTRNQ0IyTDkvLzAzVkJ3QnIxNjVGMzc1OUVSWVdoamx6NXJqMkd6MTZOQUFnTEN5c3hDOUNub0JoaGNoTk5HdldEUC81ejMvZzcrK1A1NTkvSGwyNmRNSEFnUU5kcXlHM2FORUN3NFlOdzRRSkV6QnExQ2gwN1ZyU0JLbi9FeEVSZ1FzWExxQlBuejU0OWRWWE1XVElrRExWVnBaekEwRHo1czB4Wk1nUXZQRENDMFZDU2ExYXRkQ3JWeS80K3ZvV21TcStkdTNhaUlxS3doTlBQSUV1WGJyZ3NjY2VRODJhTll0MDVwMDJiUm9zRmd1ZWUrNDVoSVdGNFkwMzNzRG8wYU14Yk5pd010VkNWVmRwTzY2WDF2VTZvRHQ5OXRsbldMOStQVDc0NEFNMGJaby9wY3lNR1ROdzZOQWhyRjI3RnBHUmtiaDA2UkxtenAzcmVzek5kb1MvMnBrelovRHV1KzlpeG93WjJMRmpSNUdGRWRteDNBMXdPSnV4M0dFNG03dmdhL0htUGZyb28zTE5talZHbDFGbWZQMVhuckwrK3pwMDZKRFVORTFldm55NXhIMnVIbTUvcmUzTzI2ZE9uWExkdjJmUEhtbXhXS1RENFhEZHYyWExGdG16WjArWmtKRGcyaTgxTlZWYUxCWjUrUEJoMTdZZmYveFJkdS9lWFVvcDVjV0xGNldtYVRJeE1kRjEvOTY5ZTY4NXhVQko5U1VuSjB1THhTSTNiZHBVNHZQTHpjMHQ1Vit0T0hkNHJiUFBDaEZWcXJTME5Iejk5ZGU0ZVBFaS92S1h2eGhkRGxWaGhUdXVsOGNsa090MVFBZUErZlBubzIvZnZnZ09Eblp0UzA1T2hwUVN3NGNQTDNZOG04MVdwbzd3VndzTURNVDA2ZE14Zi81OGZQcnBwM2o5OWRlaHF1cE5IY1BkOFRJUUVWV3FCeDU0QUd2V3JNRzhlZlBnNStkMzR3Y1FsVkhoanV1VklTSWlBbDkrK1NVKy8veHoxemJuVE14YnQyNUZWRlJVa1I4dkw2OGlIZUdkeXRJUnZsKy9mdGl5WlFzNmQrNk1WMTU1NVJhZmlmdGhXQ0dpU3JWdjN6NXMyTENoM1BvUkVGM1BqVHF1TzEyNmRBa1hMMTdFeFlzWGtacGF0bm5vMnJWcmgxbXpabUh1M0xtdWlROERBd09oYVJybXpKbURsSlFVT0J3T0hEbHlCQWNPSEFCUStvN3cxNnN2S1NrSk1URXhFRUtnYWRPbXlNdkxnNVQ1VjIycVNzZHlYZ1lpSXFJcXk5bHhmZW5TcFhqKytlZHg4ZUpGK1ByNm9uWHIxcGd5WllwcnY4S1hKSDE5ZmZIQkJ4K1U2WHhkdTNiRjVNbVQ4ZFpiYjhIUHp3L2g0ZUdZTldzV0lpSWlNSFRvVU5oc05nUUZCZUdGRjE1d1BTWWlJZ0p2dnZrbSt2VHBnenZ2dkJORGh3NUZZbUppa2VOZXJ6Nkh3NEZwMDZiaDdObXp1UDMyMnpGanhnelgwUDNDSGN2OS9mM3h6VGZmbE9sNUdjMmpKeUl3dXNNUDVUTnkyWEIzWWVRUzltUU1aeDhJdnY0ckh2OTlHY3NkWHVzZWZSbElTbm5BNkJvSUNVWVhRRVJFVlp0SFh3YXlXcTJkamE2QmlJaUlLcFpIdDZ3UUVSRlIxY2V3UWtSRVJHNk5ZWVdJaUlqY0dzTUtFUkVSdVRXR0ZTSWlJbkpyREN0RVJFVGsxaGhXaUlpSXlLMHhyQkFSRVpGYlkxZ2hJaUlpdDhhd1FrUkVSRzdObzZmYkp5S2k2c081b0I1VlAyeFpJU0lpdDhaRmE5MkNvWXZXc21XRmlJamNHaGV0SmJhc0VCRVJrVnRqV0NFaUlpSzN4ckJDUkVSRWJvMWhoWWlJaU53YXd3b1JFUkc1TllZVklpSWljbXNNSzBUbEl3c0FNakl5aks2REtrRldWcGJ6Wm82UmRSQlZGd3dyUk9WQVNwa0lBTWVQSHplNkZLb0VTVWxKQUFBcDVlOEdsMEpVTFRDc0VKV1BGUUF3ZS9ac0hENThHSm1abVViWFF4VWdLeXNMeDQ0ZHc1dzVjNXlidmpDeUhxTHFRaGhkQUZFVjRhV3E2cGRDaVB1TUxvUXF6ZjdjM053ZWlZbUplVVlYUWxUVm1Zd3VnS2lLMEpPVGs5YzBhdFFvU3dqUkVFQnRBRjVHRjFVWnBKUVFvdHA4NzhtUlVoNEI4RUZlWHQ1VERDcEVSRVFlUU5PMFB6cDI3S2dhWFFjUlZWM3NzMEpFdDZxT3lXVDZ1RldyVmo1R0YwSkVWUlBEQ2hIZENqUHlMM2UxcjEyN2RvVFJ4UkJSMVZSdExqUVRVZmtMRGc3MjkvSHh1Vkx3cTExS0dXYTFXbjh4dENnaXFuTFlza0pFWlZhalJvMGFoWDQxQ3lFK0RBNE85amFzSUNLcWtoaFdpS2pNYkRaYmphczJoWGg3ZTA4enBCZ2lxcklZVm9pb3pNeG04OVZoQlVLSThSYUxSVE9pSGlLcW1oaFdpS2pNN0haN3NiQUN3S1RyT2tjSEVWRzVZVmdob2pJem1VelhDaXNRUWdUWHFsWHI3Y3F1aDRpcUpvWVZJaW96SVlUdmRlNStzV1BIanAwcXJSZ2lxcklZVm9pb3pLU1VKVjdxRVVJb2lxS3M0T2dnSXJwVkRDdEVWR2JYYTFtUlVsNEdrR1V5bVRwWFlrbEVWQVdaalM2QWlEeVhydXMxRk1YMW5jY3VwVlFBUUFneHdHcTFmbVZjWlVSVWxiQmxoWWpLVEFpaFN5a1BBSGdsTnpjM1VBaXhSd2loU0NuOWphNk5pSWlJcUJoVlZmOVAwelNwcXVvcW8yc2hvcXFETFN0RVZHNTBYZit1NEdhNGtYVVFVZFhDaFF5SnFEd0pWVlV2Q0NIcTJlMzJ0bkZ4Y1llTkxvaUlQQjliVm9pb1BFa2h4RVlBTUpsTUR4bGREQkZWRFF3clJGU3VwSlRiQUVBSTBjZm9Xb2lvYW1CWUlhTHk5b09VVWdmUWxSUENFVkY1WUZnaG9uSmx0VnIvQUhBQVFBMHZMNjkrUnRkRFJKNlBZWVdJS3NKR0FCQkNQR2gwSVVUaytSaFdpS2pjT1J5T1hRVTNleGhaQnhGVkRSeTZURVFWUVdpYWRobEFiWnZOZGtkOGZQenZSaGRFUko2TExTdEVWQkdrbEhJVEFKaE1waUZHRjBORW5vMWhoWWdxaEJCaUt3QW9pc0loekVSMFN4aFdpS2hDbUV5bTc2V1VFa0EzY0lWM0lyb0ZEQ3RFVkNGKy92bm5aQ0ZFTkFDLzBORFF2a2JYUTBTZWkyR0ZpQ3FNczkrS0VHS2cwYlVRa2VkaVdDR2lDaU9sM0FFQVFvaHdnMHNoSWcvR29jdEVWSkVVVlZXdkNDSDg4dkx5bWlVa0pKdzJ1aUFpOGp4c1dTR2lpcVFEMkFRQVhsNWVYSVdaaU1xRVlZV0lLcFNVY212QnpUOGJXZ2dSZVN5R0ZTS3FVTHF1TzRjdzl3QXZQUk5SR1RDc0VGR0Zpb3VMT3lPRVNCUkMrSWVFaFBReXVoNGk4andNSzBSVTRhU1U2d0hBWkRJTk5yb1dJdkk4REN0RVZCazRoSm1JeW96WGo0bW9NcGhVVmMwVVF2aVlUS2JHUC8vOGM3TFJCUkdSNTJETENoRlZCZ2VBTFFCZ3M5bTRDak1SM1JTR0ZTS3FGRUtJYlFCWFlTYWltOGV3UWtTVndtNjM3d0lBS1dXNHNaVVFrYWRoV0NHaVNoRVhGM2Njd0dFaFJOMlFrSkR1UnRkRFJKNkRZWVdJS2cySE1CTlJXVENzRUZHbFVSVGxHd0FRUW5CeU9DSXFOWVlWSXFwTVAwb3BiVkxLVUl2RkVtQjBNVVRrR1JoV2lLalNSRVZGMllRUVh3c2hoSzdyZnpHNkhpTHlEQXdyUkZTcGRGM2ZYSEN6djZHRkVKSEhZRmdob3NxMkN3Q0VFRDBOcm9PSVBBVERDaEZWcXBpWW1OK2tsTWNBQkdpYTFzWG9lb2pJL1RHc0VGR2xnNTUzTVFBQUJtNUpSRUZVRTBKc0FBQmQxeDh5dWhZaWNuOE1LMFJVNlhSZDN3NXdDRE1SbFE3RENoRlZ1dlBueis4QllCZENxQmFMcFk3UjlSQ1JlMk5ZSWFKS2QrN2N1U3dBM3dJd2N3Z3pFZDBJd3dvUkdVSkt1UmtBaEJBY3dreEUxOFd3UWtTR1VCVGx1NEtiNFViV1FVVHVqMkdGaUF3UkZSVjFXRXA1RWtDZ3Bta1dvK3NoSXZmRnNFSkVScEZDaUkwQUJJY3dFOUgxTUt3UWtXRjBYZWNxekVSMFF3d3JSR1NZN096c0h3QTRoQkQzdEduVHBwYlI5UkNSZTJKWUlTTERIRDU4K0lxVWNoY0FMejgvdndGRzEwTkU3b2xoaFlpTXRna0FoQkFNSzBSMFRRd3JSR1FvaDhQeEhRQklLY01OTG9XSTNCVERDaEVaS2k0dUxsRktlVllJY2J1bWFTRkcxME5FN29kaGhZaU1KZ0ZzQVNDa2xJT01Mb2FJM0EvRENoRVpUa3I1RlFBSUllNDN1aFlpY2o4TUswVGtEcjZYVXVwU3lzNjMzWGFibjlIRkVKRjdZVmdoSXNQRnhNUmNCdkNqRU1Jbk1EQ3duOUgxRUpGN1lWZ2hJcmRRTVBVK2hCQURqYTZGaU53THd3b1J1UVZkMXptRW1ZaXVpV0dGaU54Q1RFeE1uSlR5dkJDaWVjai90M2Yvb0ZYMUJ4akhuNnZSdHFEQlA1RmtrVmdjdXIxZ0xyUUdoV0toVG9wRVJWUWNET2dtT0xnRUY0WFh4YUNMRG9KREVDY25PMFF6Q0VxTGdpakVDQXFHYkFZQ3hpTFJLQTVSYzdyNEJ1d0xwVlN1NTVmMDgxbHl5Y201UEdlNWZEazNsL3ZUVDMrb2V3OVFEckVDbEdJK1h6L0N2SHo1Y3QvQ0RDd1FLMEF4R28zR3lOZWZmNjE3QzFBT3NRSVU0K1BIai8rb3FtbytTZSttVFp0K1cvY2VvQXhpQlNqRytQajRteVNQa3Z4dTdkcTFPK3ZlQTVSQnJBQkZhVFFhZi92NmNIZXRRNEJpaUJXZ0tQUHo4My8vK3ZEUGRlNEF5dEdvZXdEQXYybmJzbVhMZEtQUitFMVZWYjhmR3h2N1o5MkRnSHFKRlZpaWVucDY3aWI1UzkwNy9sZFZWYVhSV053dlVWVlZQUjRiRy90VDNUdGdzZk0yRUN4ZGl6WlVraXo2VUVtU1JxUHh4N28zd0ZMUVZ2Y0FvTFZHUjBmcm52Qi9xZGxzMWowQmxneDNWZ0NBb29rVkFLQm9ZZ1VBS0pwWUFRQ0tKbFlBZ0tLSkZRQ2dhR0lGQUNpYVdBRUFpaVpXQUlDaWlSVUFvR2hpQlFBb21sZ0JBSW9tVmdDQW9va1ZBS0JvWWdVQUtKcFlBUUNLSmxZQWdLS0pGUUNnYUdJRkFDaWFXQUVBaWlaV0FJQ2lpUldnZUpPVGsrbnI2OHZjM0Z6ZFU0QWFpQldnZU8vZXZjdms1R1RkTTRDYWlCV2c1ZDYrZlp0VHAwNmx0N2MzdTNmdnp0RFFVSnJONXNLZGtybTV1UXdPRG1iSGpoM1p2bjE3VHA4K25ROGZQaXljZi9UbzBTUkpiMjl2bXMxbWt1VFpzMmRwTnB0NTlPaFJEaDgrbksxYnQrYkFnUU41OGVMRkQ3OCtvTFhFQ3RCeVo4NmN5ZnYzN3pNOFBKeWhvYUhjdjMvL20rUG56cDNMK1BoNGJ0eTRrVnUzYm1WbVppWVhMMTVjT0g3dDJyVWt5Y09IRHpNNk92ck51VGR2M3N5bFM1ZHk1ODZkZEhWMTVlZWZmMjc1OVFBL2xsZ0JXbXBtWmlZUEhqekl5Wk1uMDlIUmtRMGJOdVQ0OGVQZkhCOFpHY25Bd0VBNk96dXpaczJhSERseUpIZnYzdjJ2bnYvRWlSUHA2T2hJZTN0N0RoNDhtSW1KaWN6UHo3ZnFjb0FhdE5VOUFGamFYcjE2bFNUcDd1NWUrTjNxMWF1L09WNVZWUTRkT3ZTcmN6OTkrcFFWSzFiOHgrZGZ2Mzc5Tjg5YlZWVStmLzZjbFN0WGZ1OTBvQkJpQldpcFZhdFdKVWxldjM2OThIaDZlbnJoK0xwMTY1SWt0Mi9mVGxkWDE0OGZDQlRQMjBCQVMyM2N1REdiTjIvTzVjdVhNenM3bTZtcHFWeS9mbjNoZUdkblozcDZlbkxod29WTVQwL255NWN2bVppWXlPUEhqeGYrcHIyOVBVbnk5T25Uek03Ty92QnJBT29sVm9DV08zLytmTjY4ZVpPZE8zZG1ZR0FnZlgxOVNaSzJ0cmFGNDh1V0xjdisvZnV6YmR1Mm5EMTdObFZWTFp6ZjNkMmR2WHYzNXVUSms5bTNiMTh0MXdEVXAxSDNBS0ExZW5wNnFpUy8rdlJNQ1lhSGgzUGx5cFdNakl6VVBhVmxmdm1JOVpNblQ3ek93bmR5WndWb3VYdjM3bVZxYWlwZnZueko4K2ZQYy9YcTFlelpzNmZ1V2NBaTRSOXNnWlo3K2ZKbEJnY0hNek16azQ2T2p1emF0U3ZIamgycmV4YXdTSWdWb09YNisvdlQzOTlmOXd4Z2tmSTJFQUJRTkxFQ0FCUk5yQUFBUlJNckFFRFJ4QW9BVURTeEFnQVVUYXdBQUVVVEt3QkEwY1FLQUZBMHNRSUFGRTJzQUFCRkV5c0FRTkhFQ2dCUU5MRUNBQlJOckFBQVJSTXJBRURSeEFvQVVMUzJ1Z2NBcmRWc051dWVBUEJkM0ZtQkphcXFxc2QxYnlEUDZ4NEFBQUFBQUFBQUFBQUFBQUFBQUFBQUFBQUFBQUFBQUFBQUFBQUFBQUFBQUFBQUFBQUFBQUFBQUFBQUFBQUFBQUFBQUFBQUFBQUFBQUFBQUFBQUFBQUFBQUFBUVBIK0JUdEZ4UVhmZkVZa0FBQUFBRWxGVGtTdVFtQ0MiLAoJIlRoZW1lIiA6ICIiLAoJIlR5cGUiIDogImZsb3ciLAoJIlZlcnNpb24iIDogIiIKfQo="/>
    </extobj>
    <extobj name="ECB019B1-382A-4266-B25C-5B523AA43C14-7">
      <extobjdata type="ECB019B1-382A-4266-B25C-5B523AA43C14" data="ewoJIkZpbGVJZCIgOiAiMjQyOTMzOTI5ODcyIiwKCSJHcm91cElkIiA6ICIxNTEwMjAwMDk3IiwKCSJJbWFnZSIgOiAiaVZCT1J3MEtHZ29BQUFBTlNVaEVVZ0FBQWxVQUFBQ0FDQVlBQUFBaWFwd0hBQUFBQ1hCSVdYTUFBQXNUQUFBTEV3RUFtcHdZQUFBTVIwbEVRVlI0bk8zY2YweFY5Ui9IOFJjL0lzUVVrYXltVFphd2tjMldYdVQ3ZFNuUk5ldVA1bUJFV0dOVTFyQ2F4Q29aaGZscmk3OWNQNkNhaytYc1ZqTkdwTEVZWTh1UTdpYVJGZHkyZ0dvMXkyZ2FPc0lGU3hwaWZQOXc5d3BmTDV5REhlNDU5L1o4L01VOVIrVDFPWjl6UHZkOTMvZmNLd0V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M0QWxGMkIzQXFsOHQxUk5KYXUzTUFBQkJKeHNiR3Z2ejY2Ni8vYTNlT21SQnRkd0FIbzZBQ0FNQmlVVkZSLzdFN3cweUp0VHVBMDNWMmR0b2Q0WXBVVjFkTGtwNTU1aG1iazh5TVNCeGZPSXpKcVJtZG1tdThjTWdZVERqbERxZXNVNG1VY1FTVGtaRmhkNFFaeGR0L2szQzVYR05TK0JaVi9oTTNYUE1iaWNUeGhjT1luSnJScWJuR0M0ZU13WVJUN25ES09wVklHVWN3L3JINWZMNklyRDk0K3c4QUFNQUNGRlVBQUFBV29LZ0NBQUN3QUVVVkFBQ0FCU2lxQUFBQUxFQlJCUUFBWUFHS0tnQUFBQXRRVkFFQUFGaUFvZ29BQU1BQ0ZGVUFBQUFXb0tnQ0FBQ3dBRVVWQUFDQUJTaXFBQUFBTEJCcmQ0Qi9pNjZ1THRYVTFPaWJiNzdSNk9pb1hDNlh0bTNicG9VTEYwcVNob2VIVlZOVG8wOCsrVVQ5L2YxS1RFeFVkbmEyU2t0TGxaaVlhSFA2eUdiMjJOZlgxNnUydGxaOWZYMWF1SENoTm0vZXJIWHIxdG1ZSEFEZ0pIU3FRcVM1dVZuOS9mM0t6YzNWVFRmZHBHUEhqbW5yMXEyQi9kdTNiOWVCQXdjVUh4K3Znb0lDSlNVbHFhR2hRZVhsNVRhbS9uY3djK3pyNnVxMGUvZHVqWXlNS0Q4L1g0T0RnNnFvcUZCSFI0ZU55UUVBVGtLbktrUnljbkpVWGw2dTZPaG8vZjc3Nzdybm5udlUzZDJ0NGVGaHpabzFTNTk5OXBra3FhcXFTaWtwS2VydDdWVmVYcDY2dXJwc1RuNUpiMit2dnYzMlczVjNkMnZ6NXMxS1NFZ0k3R3RxYXRKYmI3MmxreWRQS2k0dVRpNlhTMXUyYkZGS1NvcU5pYzB4Yyt4cmEyc2xTWldWbGNySXlGQm1acWJLeXNyMDdydnZhdVhLbGJia0RpWWpJK095YlVWRlJYcjIyV2N2MjE1WFY2ZVhYbnBKa25Ua3lCSE5temZQOW54R0hkMlorUHVTRkJVVk5hRkFuczV4RERXampxa1R1OTVHNjhOTXovdVZtT3I2Y1BMNU1kNVVhN1lrZFhSMHFMcTZXc2VQSDFkU1VwSUtDd3RWVkZRVTJPL0VlWEU2aXFvUVdicDBhZURuNk9pTERjSzR1RGhkZGRWVmtxVE16RXkxdDdmcjBLRkRLaTR1Vm4xOXZTVHB6anZ2REhuV1lOeHV0d1lIQndPUGk0dUxKMXlnUFQwOVNrdEwwNW8xYTlUUjBhRzJ0amI5OU5OUGFteHNWRlJVbEIyUlRUTno3UHY2K2lSSml4WXRraVRkZlBQTmtxVHU3dTdRaGpYcHdRY2ZWSHg4dkNUSjVYSmR0di9QUC8vVXZuMzdRaDByWUxKODR6dTZQcDh2ME5GOTU1MTNMUG03R3pkdW5QRDR4SWtUOG5xOWt4YkdSc2N4MVB4UDlOZGZmNzN5OC9QMThjY2ZxNktpUWpVMU5ZRXhiTisrWFY2dlZ5a3BLU29vS05CWFgzMmxob1lHOWZiMjZzMDMzN1FsdDlINk1OUHpQbDFtcncrbm5SL2pHYTNaeDQ4ZlYybHBxV0pqWTVXVGs2UFcxbFpWVlZWcC92ejV1dmZlZXlYTi9QVVlpU2lxYlBEKysrOUxrdGF0VzZmWTJJdFRzSHYzYnRYVTFLaTJ0amJRRmRtNGNhT2VlT0lKMjNLT3QzejVjaTFmdmx5dnYvNTYwUDFsWldXQnNRd09Ec3J0ZHV2VXFWTWFIaDYrN05XUjA1ZzU5b3NYTDliUFAvK3Nnd2NQNnJISEh0T0hIMzRvU1JvYUdySWxzNUZObXpaTjJYbnllRHlCK2JMRFpQbU1PcnIvVkdscDZZVEgyN1p0a3lUZGQ5OTkwOHBwRnpNZFV5ZDJ2WTNXaDVtZTkra3llMzA0N2Z3WXoyak5mdSs5OXpReU1xS1NraElWRlJWcDVjcVZxcWlvME1HREJ3TkZsZFBtSlJ4d1QxV0lIVHQyVFB2MzcxZHljcktlZnZycHdQWmZmdmxGTFMwdHV2cnFxNVdkbmEyWW1CZzFOamJxaHg5K3NESHRKVlZWVlhya2tVY20zZTlmZ1A3NjZ5OGRQbnhZa3JSaXhRckhGMVNTdVdOZlVsS2k2T2hvZVR3ZVpXVmxxYkd4VVpJMGUvWnN1Mkpmc1RObnpxaTJ0bFlQUC95dzNWRXVzM1RwMGtBbk4xaEgxMHI5L2YxcWFXbFJVbEtTM0c2MzVmLy9URERUTWMzTXpKUWtIVHAwU0lPRGc0N29laHV0RDZHY2R5Tk92ajZtdzJqTjd1enNsSFRwZkZteFlvVWs2YnZ2dnRQZmYvOHR5Vm56RWk3b1ZJWFE5OTkvci9MeWNzMmRPMWQ3OXV6UnRkZGVHOWkzYTljdW5UNTlXdFhWMWNyS3lsSkxTNHVlZi81NTdkeTVNOUFWY2JxMWE5ZnFqei8ra0NUZGRkZGQycmx6cDgySnpERno3TjF1dHc0Y09LQ2pSNDhxSVNGQjZlbnBldnp4eDdWa3lSS2Iwd2QzOTkxM2EvYnMyY3JLeWdxY2MzNTc5KzVWY25LeU5tellvRmRmZmRWeCtmeUNkWFN0OU1FSEgyaDBkRlRyMTYrZjlFbkNUTTVRTXRNeGRXclgyK3o2TU5QemJtUTYxNGZUem8vcE9IUG1qQ1FGbm9lU2twSWtTU01qSXhvZUhyN3NCYVBkOHhJdU9ESWg4dXV2djZxMHRGU3paczNTM3IxN2xacWFPbUYvYjIrdnBFdXZRUDM3Zi92dHQ5QUcvUWNLQ3d2VjE5Y25yOWVySTBlT0tEVTExZmFGM0F5enh6NDlQVjNwNmVtU3BKZGZmbG5TeFNjSEo4blB6MWRDUW9LR2hvYms5WHJWM055c2MrZk82WlZYWHBGMDhUNktwcVltVlZaVzJ2SnEweWlmMzJRZFhhdWNQMzgrVUpEazVlVmRjYzVRS3lrcDBYUFBQU2VQeHlPUHg2TUZDeFpJbXRneEhkOTVYYlZxbGRyYTJ0VFkyQ2kzMjYxbHk1YlpGZDNVK2pEVDgyN0U3UFhoMVBOak9rWkhSeVVwNkQydi9xNlVuOTN6RWs0b3FrS2twS1JFQXdNRGNydmRhbTV1RG16ZnRHbVQ0dVBqdFdyVktoMDllbFJidG16UjZ0V3I5Zm5ubjB1UzdyampEcnNpVDF0eGNiR2tpNitLYzNOejVmRjQ5T2lqanlvdUxzN21aRk16Yyt3Lyt1Z2p0YmUzNjRZYmJ0Q1BQLzZvTDc3NFFtbHBhU29vS0xBcmRsQXZ2UEJDNE9mNzc3OWZSVVZGYW05dkQyeDc3YlhYdEdqUkl0MTY2NjA2ZGVwVVlQdnAwNmREY20rSVVUNXA2bzZ1VlE0ZlBxeUJnUUZsWkdRRS9ZU3FtWngyTU5NeGRXclgyMmg5Q01XOEd6RjdmVGoxL0ppT2VmUG1hV0JnUUdmUG50WDgrZk4xOXV4WlNkSTExMXd6NFg0cEo4eExPS0dvQ3BHVEowOUtrajc5OU5NSjJ4OTY2Q0hGeDhlcnNySlMxZFhWOG5xOXFxK3YxM1hYWGFlaW9pSTkrZVNUZHNTZHRxR2hJYzJaTTJmQ3Rnc1hMdGlVWm5yTUhQdms1R1QxOVBUSTYvVnE3dHk1eXN2TDAxTlBQZVdvZ3ZIQ2hRdUtpWWtKUEQ1Ly9yd2tUWGhMd244VGMwNU96b1RmTFN3c0ROeGpZV2MrbzQ2dVZmeHZaUVM3UWQxTVRqc1pkVXlkMlBVMldoOUNOZTlHekZ3ZlRqOC96THJsbGx2VTF0YW1qbzRPcGFhbUJzWTMvbE9NVHBtWGNFSlJGU0pHVDFoejVzelJqaDA3dEdQSGpoQWxtcDQzM25oand1TjkrL1lwUGo0KzhHbXEzTnhjWldkbkt5RWhRVjZ2VjlMRmV5aWNWSFJNeHN5eFg3Tm1qWnFhbWtLWWF2bzhIbzk4UHAvUzB0STBORFNrMXRaV1NSZWZFUHorLysySnNySXlTZEtMTDc3b2lIeEdIVjByZEhWMXFhZW5SNG1KaVZxN2R1MFY1YlNMbVk2cEU3dmVSdXRES09iZEREUFhoNVBQai9HTTF1d0hIbmhBYlcxdDJyTm5qMDZjT0tHV2xoWkZSMGRQK05vUnA4eExPS0dvZ2lsdnYvMzJoTWQxZFhXU0xuMUVmZG15WldwdGJkVzVjK2UwWU1HQ3NPcXlSWXJGaXhlcnNiRlJIUjBkaW9tSjBaSWxTN1Jod3dibDV1WUcvczFrbndCYnZYcTFJL0laZFhTdDREOTMxNjlmSDdUb041UFRMbVk2cGs3c2VodXRENkdZZHpQTVhCOU9Qai9HTTFxemI3LzlkdTNhdFV2NzkrOVhRME9EYnJ6eFJtM2R1bFczM1haYjRIZWNNaS9oeE5uZnltZ2psOHMxSmhsM21KeksvNDIvNFpyZlNDU09MeHpHNU5TTVRzMDFYamhrRENhY2NvZFQxcWxFeWppQzhZL041L05GWlAzQjkxUUJBQUJZZ0tJS0FBREFBaFJWQUFBQUZxQ29BZ0FBc0FCRkZRQUFnQVVvcWdBQUFDeEFVUVVBQUdBQmlpb0FBQUFMVUZRQkFBQllnS0lLQUFEQUFoUlZBQUFBRnFDb0FnQUFzQUJGRlFBQWdBVW9xZ0FBQUN4QVVRVUFBR0FCaWlvQUFBQUxVRlFCQUFCWUlOYnVBQUR3YjlEWjJXbDNCQUF6TE1ydUFFN2xjcm5HN000QUFFQWs4dmw4RVZsLzhQYmZKTWJHeHI2ME93TUFBQkdvMis0QUFBQUFBQUFBQUFBQUFBQUFBQUFBQUFBQUFBQUFBQUFBQUFBQUFBQUFBQUFBQUFBQUFBQUFBQUFBQUFBQUFBQUFBQUFBQUFBQUFBQUFBQUFBQUFBQUFBQUFBQUFBQUFBQUFBQUFBQUFBQUFBQUFBQUFBQUFBQUFBQUFBQUFBQUFBQUFBQUFBQUFBQUFBQUFBZ0pQNEhORThJOURNQlRlY0FBQUFBU1VWT1JLNUNZSUk9IiwKCSJUaGVtZSIgOiAiIiwKCSJUeXBlIiA6ICJmbG93IiwKCSJWZXJzaW9uIiA6ICIiCn0K"/>
    </extobj>
    <extobj name="ECB019B1-382A-4266-B25C-5B523AA43C14-8">
      <extobjdata type="ECB019B1-382A-4266-B25C-5B523AA43C14" data="ewoJIkZpbGVJZCIgOiAiMjQyOTMyODk2MTA2IiwKCSJHcm91cElkIiA6ICIxNTEwMjAwMDk3IiwKCSJJbWFnZSIgOiAiaVZCT1J3MEtHZ29BQUFBTlNVaEVVZ0FBQXNVQUFBSElDQVlBQUFDbXZaZGJBQUFBQ1hCSVdYTUFBQXNUQUFBTEV3RUFtcHdZQUFBZ0FFbEVRVlI0bk96ZGVYd2taWjAvOEUvMVZYMmx1OU4zT3Vka2tzbUVEQU5wUlhFUEdjUmIxeEVYZFZrRkZBVmtFUlpYVkJSVUZqeDNoR1U5VVZ3OGZvRGlzU2k2dU82Nml1QzlrQUdkREpPWlRPN08wWjEwZDlKbjlWSDErMk82WTA5UGQ5SVpadExKNVBOK3ZmSksxMVBmZXVwYnp6eFQrYVpTWFEwUU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WRFcDF0TFNjcmZmNzFmcW5RY1JFUkhSVnFLcGR3Sm5xclVXdGtORFF5OUxKQkkvSzIwem04MjdkdXpZOGFkcTJ3d01EQWdubTkrWnhHdzJYOWpTMHJMUFlERHN5bWF6d1dBd2VIY3dHTHlyM25tdFJCVEZicVBSZUo3SlpIckIxTlRVaHdIRTZwMVROUWFENGZ6bTV1Wi9OcGxNTHdLZ1RTUVNqMDlOVFYyVFRxZkg2cDFiTFJ3T3grVmVyL2RET3AydVU1YmxkRHdlZjN4cWF1cTlraVFOMVR1M2NpNlg2NGJXMXRaL0E0Q0JnUUVYZ1BrNnAxUlZwWFBjM056Y25ZRkE0S1o2NUZNalkzTno4NjAybSsxU25VN1huTS9uSTZPam94ZkhZckhmMUR1eGs3SEN6eGxsWUdCQXRhN0puRHhUYzNQejdYYTcvVTBhamNhYnkrVVdGaGNYSDVtWW1QZ2dnSVY2SjFlTnkrVzZ6dTEyMzZqVDZkb3ltY3pvek16TWg4UGg4SGZyblJjOU55eUtUNU1LUDNBRlVSUjNWRmtIbFVxVjZ1dnJPNlRSYU53QTBOZlhkMmh5Y3ZLOWtVamtnWFZJZDlQUzZYUjkzZDNkUDFFVUpUcy9QMytmeldaN1EwdEx5NTNaYkRZWWlVVHVyM2QrbFp4enpqbGh0VnJkV0Z5ZW1wcjZHRFp3VWV4ME90K3ExV3FiRmhZVzdqT2J6UysyV0N3djcram8rUGFoUTRmT3IzZHV0VEFhalM5SXBWSUhscGFXSGpXYnpSZGFyZGJYNlBYNnZzSEJ3VTRBRyttdk1wYW1wcVlQMXp1SnRRb0dnNStWWlRrRkFQRjQvUEY2NTdNQ1ZYZDM5eU1ORFEwWHBWS3BwK2ZuNTMrZzBXaDhpcUxvNjUzWXlacWRuZjEwNmJMQllOaHB0VnIzTGkwdC9hSmVPYTNWOXUzYkg3QmFyWHNsU1RvY0NvVysyTkRROEJLbjAzbVZLSXJkUjQ0Y3ViRGUrVlhpY3JtdWIyMXQvV3dtazVrTWhVTDMyTzMyU3pzNk9oN0taREx6OFhoODA0dzluWWhGOFdreU9EaTRzNnpKN1BmN1kxWFdBWUJHRk1XZTRvSW9pajNaYkhaaGRIVDByYWN6ejgydXFhbnBud1JCRUFPQndDM0JZUERPUkNMeFdFZEh4ME51dC92YWpWb1V4Mkt4WHlXVHlWLzVmTDVQcng1ZGZ3c0xDMStibkp5OEFZQU13T3YzKzJlTVJ1TUxBWmdBSk9xYjNlb21KeWZmQXlCYldMVDcvZjRGVVJRN2NDei9lTjBTSzlQYzNIeXpvaWpaMVNNM2xxbXBxVHV3Z2E5b0Z6a2Nqc3NiR2hvdVdscGErdkh3OFBCZUhKdlBtOXIwOVBUTnBjc2RIUjBQQWtBNEhQNUtmVEphTzR2Rjhpb0FHQjRlZnAwa1NVT2lLSGIzOWZVZE5wdk5MNnAzYnRWNFBKNzNBTURZMk5obDhYajhsL0Y0L09lZG5aMC84SGc4TjdFbzN0eFlGTmVCd1dBNHY2R2hvVDhZREg2cHBEazNNREFnN055NTh5bWowZWdmR0JnUVZyc0Y0L0RodzJmSDQvRURwem5kRGMxc05sOEFBSWxFNG44QklCd09QOUhSMFFHOVh1OEhvTUlHL01FM01qTHlPZ0RZTEVWeE1wbDhxbVF4RHdDS29rZ0FNdlhKYU0yS2hhYlI2WFMrQ1FEaThmZ1QyRUFGc2NGZ2FIYTVYRGZPek16YzB0emN2S0Z2L2Rtc0doc2JMd09BVUNqME9iZmJmWTFLcFhJbkVvbi8yYXkzVGxUUTFOalllRWt1bHd1RncrR0g2NTFNcldLeDJNOHRGc3NyM1c3M05aT1RrM2U0WEs3ckFDQWFqZjZnM3JsVm85VnFXd0VnbjgrUEFvQWtTZnNCd0dReXZiQ2VlZEZ6eDZLNERycTZ1cjZyMVdwYmpFYmpYNCtOalYyRnd0VTJVUlMzRzQxR2Z5SE1XWHFiaFU2bjJ5WUlncTYwTFp2TlN1dWIrY2FqMCtsYUFDQ1JTTXdXbWtJQW9GYXI5UURNQUpicWxOb1p5ZWZ6dlJzQUN2Zk9iWnFybXJ0Mzc1N1hhRFFPQUloR285OGZHUmw1Ujcxekt1VjJ1Ky9JWnJOemMzTnpYOWhzUlhGL2YvK3NMTXV4YURUNjQvSHg4WDhFRUs1M1RwVVlqY1p6QWFDbHBlV0xvaWh1THpSL2RIUjA5QzJSU09SYmRVenRsUEQ1Zk5jS2dxQU5oOFBmd09iNWhSWER3OE52YkcxdHZkM2xjdDNvY3JsdUJJRFoyZGxQVFU5UDMxYm4xS3FTSk9tSVhxL3Z0ZHZ0N3dvRUFwK3cyV3hYQTRCYXJiYlZPemQ2YmpiTGpmaG5sSkdSa1Zkbk1wbFJ1OTErYVc5djcrK0tKMmluMDNsdE1lYWNjODQ1UERFeDhjN1IwZEhMQmdjSGQyY3ltVkhnMkswWGc0T0RGdzRPRHU2V0pPbEl2WTVoQXluK1lsZnBpbkIrUFJNNTAxbXQxcGQ3UEo1YnN0bnM3UGo0K1B2cm5jOWFCSVBCZjV1Zm43ODNsOHVGYkRiYjMvcDh2dmZVTzZjaXM5bTh5K0Z3WERFOVBYMExObEV4TXo4Ly8rVmdNUGlaaFlXRnJ5bUtrbk00SEcvdDdPejg5M3JuVlkxYXJiWUNRRFFhZldoZ1lLQWhFQWpjQWtEdytYd2ZyWE5xcDRMTzRYQmNEUUNoVU9qZWVpZXpGa2Fqc2NkcXRWNGl5M0lxR28zK3NEQ1gzbTR3R002dGQyN1ZURTlQMzZJb1N0N2o4WHpRNy9mSG5FN24yd0ZBbHVVTis5NFFxZzJMNGpwSUpCSi9PbkRnd0FzU2ljUnZEQWJEcnRiVzFxOEFNTHBjcm5mSnNwd0VnRlFxOVhRbWs1bnQ2ZWw1d3VQeFhGZmMxdWwwWHVQMyt3TTJtKzFWZFR1QURTU1h5ODBEZ0U2bmN4V2FYQUNReitjWHNRbnVkOTBzakVhanY2T2o0M3Y1ZkQ0eU1qTHlDZ0F6OWM1cExXWm5aKytZbUppNGVtaG82RVVBNFBGNFBnaEFySE5hQUFDdjEvc3ZraVNOcEZLcDMrcjErbzVpdTlGb2JLMWpXcXVhbUpoNDE5VFUxUHNtSmlhdUdoNGVmaVVBTkRRMHZMTGVlVlZUT0NjZ0hBN2ZBeUMrdExUMC93QkFwOU4xMWpXeFU4RGhjTHhacTlWNkVvbkVMeVZKT2x6dmZOYWl2YjM5NnpxZHJ2WG8wYU52SGhrWnVYaGtaT1R2dFZxdHA3T3o4eHYxenEyYWFEVDY4TkRRMEhuVDA5TWZDUVFDN3hrZEhmMTdBRWluMHdmcm5SczlOeXlLNjJkK2FHam9vbkE0L00ycHFhbXJBS1R5K1h3OEVvbDhId0FPSHo3OEVwUEo5R0pCRU1Sb05QcG9jYU5FSXZHb29paHlZMlBqcFhYTGZBTkpKcE5QQW9EVmFyMFFBQm9iR3k4QWdGZ3N0cEhmQmIrcGlLTFkxZFhWOVJOWmxoT0hEaDNhazBnay9sanZuTmFvMHA4MDFRQTJ4Q01OTFJiTHEwUlI3RHJyckxOR3pqcnJyTkZpKzg2ZE93ZnFtZGNxanJ2MVRsRVVIUURJc2h5cFR6cXJTeWFUZndBQXJWYmJCd0JxdFhvN0FHUXltY2w2NW5VcXVGeXU2d0VnR0F4dW1qZllGZW4xK3VKVG1VWUFJSlZLRFFLQVJxTnByMmRlcTBrbWsvdG5aMmZ2bUp1YnU5dG1zMTBNQU5GbzlIdjF6b3VlRzk1VFhGL3BzYkd4SzRvTGs1T1RWNXZONXBjVWw5MXU5OVhwZFByWjB2dUlVNm5VNU9MaTRvOHNGc3VyY2V4SzE1YStyemdVQ24zZWFyVyt4dWZ6ZlZ5djErOXNiR3g4bzZJbytWQW90R0hmeE9ieitUNVZ1dHpTMHZKaFdaWlQ1ZThrM3lpNnVycCtxdEZvM05GbzlHR24wM2xac1gxNmV2cDJBTWs2cGxhVDNidDNEeTh1TGo2aUtFcmNZckhzQllCb05Qb2ZBTkoxVGcwQU1ESXljbkhwY21kbjU4TUFNRDQrZm5sOU1scGRVMVBUeldheitZSjBPdjBubFVwbHM5bHNid0NBVUNoMGQ3MXpxMlptWnVaT2k4WHlpdmIyOXE5RklwSHZGQXVaamY1TTg5VVlESWJ6alViamVibGNicUY0VVdVemljVmkvMjJ4V0Y3YjNkMzl3OFhGeFVldFZ1c3JBR0JwYWVsSDljNnRHcnZkZnFYTlpudVZKRWtUQm9QaGJJdkY4ckpVS3ZXbnVibTVMNjIrTlcxa0xJbzNrR2cwK2tpeEtEWVlESzA2bmE0ckZBcDlDWUJlcFZJMUZPUEM0ZkRYckZicmE0MUc0OW5GSzZWYjFkTFMwbitOalkxZDJkVFVkSXZUNmJ4S2txU2pFeE1UMThaaXNWL1hPN2RxdkY3dkIwcVgzVzczRGNDSmoxZmFLRVJSN0FTQVloRlJORDA5L1Jsc2dxSTRrVWo4M21henZVR2xVcGx6dWR6TTNOemNYWUZBNENQMXpxdW8ycnZzRnhZV2ZyTGV1ZFJLa3FRakRvZmpTclBadkFkQVBwVktEUWFEd1MrRXcrSDc2cDFiTllsRTRtZGpZMk9YZXIzZTIxd3UxN1haYkhacWNuTHlobEFvOUlWNjUvWmNlRHllNndFZ0VvbDhFNXZ3SXNudzhQQmxiVzF0KzJ3MjIrdGRMdGQxMld3MlVQZ1FtQTE3cjNjdWw1c3pHbzNuV2EzV3ZmbDhQakkvUDMvdnhNVEVoN0JCZnRFbTJnek1mcjlmV2UweGEyVWY4Mnp3K1h5M0ZiZnI3Kzh2L29mVEdBeUd0dE9iTGhFUkVkSFd3U3ZGNnllZlRDWi92MXBRSkJMNVVUYWJMVDVlTExXNHVQZ3J1OTArcVNoS2FtRmhvZmpPN2x3cWxabzRmYWtTRVJFUkVSRVJFUkVSRVJFUkVSRVJFUkVSRVJFUkVSRVJFUkVSRVJFUkVSRVJFUkVSRVJFUkVSRVJFUkVSRVJFUkVSRVJFUkVSRVJFUkVSRVJFUkVSRVJFUkVSRVJFUkVSRVJIUkdVK29kd0pFUkVSMGN2YnMyYU5aV2xyNlYwVlJyQUFzZ2lCWUFGZ1ZSYkVVbHNXQmdRRmJuZE1rMmhSWUZCTVJFVzFlZ3Qvdnp3SlFWMW12Q0lJZ1B2WFVVOW4xVElwb005TFVPd0VpSWlJNmFRcUFmMUFVSlFWZ1VWR1VKVVZSRnZQNS9KSW9pb3NBRmxrUUV4RVJFUkVSRVJFUkVSRVJFUkVSRVJFUkVSRVJFUkd0amsrZm9BM0g3L2NyNVcxemMzTjNCZ0tCbXdEQVlEQ2MzOXpjL004bWsrbEZBTFNKUk9MeHFhbXBhOUxwOU5oNjV3b0FEb2ZqY3EvWCt5R2RUdGNweTNJNkhvOC9QalUxOVY1SmtvYUtNUzZYNnpxMzIzMmpUcWRyeTJReW96TXpNeDhPaDhQZnJVZSthMkJzYm02KzFXYXpYYXJUNlpyeitYeGtkSFQwNGxnczlodWc4cjlUZ1RJd01LQmF4enlQVTh0WXJ6Ykg2cTNXc1RXYnpSZTJ0TFRzTXhnTXU3TFpiREFZRE40ZERBYnZXcWMwYTJGcWJtNiszVzYzdjBtajBYaHp1ZHpDNHVMaUl4TVRFeDhFc0ZEdjVJRGF6aWNiZmI1VXN0bk9vMERONDd6aWVha2VOdVA4b01yNDlBbmFzSUxCNEdkbFdVNEJRRHdlZjd6WTduUTYzNnJWYXBzV0ZoYnVNNXZOTDdaWUxDL3Y2T2o0OXFGRGg4NnZSNTVHby9FRnFWVHF3TkxTMHFObXMvbENxOVg2R3IxZTN6YzRPTmdKUUhHNVhOZTN0clorTnBQSlRJWkNvWHZzZHZ1bEhSMGREMlV5bWZsNFBQNkxldVJjQTFWM2QvY2pEUTBORjZWU3FhZm41K2Qvb05Gb2ZJcWk2SXNCczdPem55N2R3R0F3N0xSYXJYdVhscGJxZGt4ckhldHFjNnplYWhsYm5VN1gxOTNkL1JORlViTHo4L1AzMld5Mk43UzB0TnlaeldhRGtVamsvdlhQK2tUYnQyOS93R3ExN3BVazZYQW9GUHBpUTBQRFM1eE81MVdpS0hZZk9YTGt3bnJuQjZ6dGZMSlI1OHRLTnN0NXROUUs0N3pxZWFtZU51UDhJRHFWcWwxcFA5Vlh5YW85Zi9LTTVQZjdsY0p2M3M1SzY0MUc0L1B3NXpIMmxzU2IxaXZITXRxUzEvYVNmTXdBc0d2WHJoRy8zNitZemVZTEFNQm1zKzMxKy8zSzl1M2IvN01leWRiQzRYQzh6ZS8zSzExZFhUOUNqZk81bzZQalFiL2ZyOWp0OWplZjV2U3FxbldzVjV0akcwMmxzVzF2Yi85M3Y5K3Z1TjN1OXdLQTNXNS9rOS92VjNwNmVuNWR2MHlQMTkvZkwvbjlma1VVeFI0QUVFV3gyKy8zSy8zOS9lbDY1MVpVeS9sa3M4MFhZRk9lUjFmTitXVE9TK3RoTTg0UHFtekRUS29Ob0ttdHJlMXJvaWh1cjNVRGo4ZHo4em5ubkJNMW1Vem5sRFNyKy9yNm50MnhZOGV2VnVwTEZNVWVrOG4wMHJKbVEyTmo0OStock5qdTdPejhYbmQzOS85VXkrSGNjOCtOMTVEcmU4NDY2NndEUHAvdms2dkZiblRKWlBJcEFISmhNUThBaXFKSUFESjFTcW40REZDajArbDhFd0RFNC9FbkFNUUJRS3ZWdGdKQVBwOGZCUUJKa3ZZRGdNbGtldUg2cDFxYnhzYkd5d0FnRkFwOXp1MTJYK1AxZWovYTBORHdGeXRzMHRUWTJIaEpMcGNMaGNQaGg5Y3B6Uk5zeHJHdVFjV3hMUmIraVVUaWZ3RWdIQTQvQVFCNnZkNlBEWEp1ajhWaVB3Y0F0OXQ5RFlCR2w4dDFIUUJFbzlFZjFEV3hFaHZ3ZkxJdU51TnhuOFI1aVdoTmVQdEVnZEZvYkdsc2JQeGJzOWw4M3ZqNCtGdDZlbnFlcmhZN01ERGdBekFqaXVJMnRWcHRUU1FTWThWMWpZMk5ieFJGY1VjNm5UNmtWcXZ0ZHJ2OWVlRncrRHVsMnhzTWhwYWVucDZuQkVIUUhqMTY5UFZMUzBzL0FRQ2Z6M2V6MSt2OWlNRmc2SjJlbnY1b0lWeFgrRlBSazZJb2J1L3Q3WDFHcFZLWkpFa2FVaFFscjlWcWZTcVZ5cmhyMTY0eEFEaHk1TWhGa2lRZGJXdHIrM3JaOGUzVzYvVjlEb2ZEcWRGb21rclg1WEs1bWVucDZROCtoK0U3TGZyNysyZGxXWTVGbzlFZmo0K1AveU9BY0htTXorZDdOd0FVN2htdDJ3UHFkKy9lUGEvUmFCd0FFSTFHdno4eU12S080anBKa283bzlmcGV1OTMrcmtBZzhBbWJ6WFkxQUtqVjZnMzcwYXRHby9GY0FHaHBhZmxpeVM5M0h4MGRIWDFMSkJMNVZubTh6K2U3VmhBRWJUZ2MvZ2JxK0VOMXJXTmR5eHlydDJwanE5UHBXZ0Fna1VqTUZwcENBS0JXcS9VNDlsZUtwZlhPdGR6dzhQQWJXMXRiYjNlNVhEZTZYSzRiQVdCMmR2WlQwOVBUdDlVNXRZcFdPNTlzaHZsU2JqT2RSNHVxNWJ6Vzg5SjYyNHp6ZzQ2M3BmNHNYMDFqWStPbFRxZnpNcFZLWlZDcjFZMHFsYW94bVV6K1h6S1pmTXBvTlBwbFdVNHRMQ3pjcDlQcE9sUXFsWEZtWnVhVExTMHRuN1JhcmE5U3FWUW1qVVpqdGxnc3I4eGtNcysydDdmZnB5aEsrdENoUTY5dGJXMjkwK1B4dkQ4Y0R2OUhQcDhQRmZlWHkrV1c4dm44b3RWcS9SdTlYdDg3UHovL2RaMU8xN050MjdiN001bk02TWpJeU5zQVNBQmdzOWxlNDNBNHJ0RHBkTnRzTnR2ZW9hR2h2OUxyOVQyS291UkdSa1l1VjZ2VmFvUEJjTzdJeU1pRmJyZjdnOUZvOU41TUpoUGN2bjM3dzBhajhkemlsMWFyYlFJQXRWcHRMbTB2ckhPRlFxSFAxMmYwVDZUVmFwdmk4ZmhqNlhUNmtGNnYzMkUybTg4M0dBdzlrVWprb2RJNHE5WDY4dGJXMWkvbmNybmc0Y09ITDBIaHltdzlDSUlnU3BJMHJOUHAyb3hHNC9NRlFaQmlzZGhqQUpETlpxZHROdHNsWnJQNXhVMU5UUi9TNi9WZGFyVzZRWmJscGJtNXVVK3YwblZkK0h5K1R3aUNvRnBZV0xqbjhPSERyNVpsT1dHeFdDNHlHbzI3S3N3VlhVZEh4LzFxdGRvOE5qYjI5bncrWDdjM1VOVTYxclhPc1EyZzZ0ZzJOVFhkSmdpQ2FtWm1aaCtBQkFCVlUxUFRSd0JnWm1ibTQ5Z0F4WTNSYUR5N3FhbnBka0VRdEl1TGk0K0tvdGlsMSt0M3htS3h4M0s1WEtEZStaVmE2WHl5aWViTHNzMTRIbDB0NXpXZWx6Wk0zclI1OE9rVEFKcWJtei9qOFhqZVcxeE9KcFAvZCtqUW9SY0FnTi92ejJjeW1mRURCdzUwOXZiMjdqY1lET2NPREF4WS9INy9DVmRoSXBISVF6YWI3ZUxoNGVFTFk3SFlRWnZOdHFlenMvUGhXQ3oyV1BGTkpTdThxL3dFQXdNRHJxNnVybStLb3RnN09EaTRIWUJzTkJxZnQzUG56djlEbFgrN3ljbko2ME9oME9mOWZyOGlTZExRNE9EZ3pwWDJVV3RjdlJTTzk4bDhQcDkrNXBsbkRDWHQvdTd1N3NjVVJaR09IajE2VVNLUitHTTk4eXdTUlhGN1gxL2ZzS0lvbWYzNzkxdFErT1hHYURUMld5eVcxeXFLRWtza0V2dDM3Tmp4V0NLUitNM1EwTkJmMWpubGluYnYzcjJnMFdqc3p6NzdiRnNxbFpvMEdBeXR2YjI5RTRxaVpQZnYzNjhyalhVNEhKZTF0N2QvTTVGSS9ISm9hR2hQblZKZXR0YXhyamJITm9LVnh2YnNzOCtlMVdxMW5nTUhEdXpLWkRLREFKcjhmdjkwUHA5ZmZPYVpaemJFWHlGNmUzdi9aREFZZGgwNWN1UnZZckhZajYxVzZ5WGJ0Mi8vN2tZNzU2emxmTEtSNTBzMW0rMDhDbFRPZVMzbnBYclpqUE9EL295M1R3QUlCQUkzQlFLQm0reDIrenM2T2pxK0dnNkhIOEt4b2xNTFFKWFA1eE1BSUFoQzhRMVZtWUdCQVkvZjc1K2JtNXY3UkQ2ZnovaDh2dHNzRnN0ZVFSQTAzZDNkVDZEa25yNkdob1k5TnB2dGRkRm85Skg1K2ZsdmxPL2Y2WFJla2MvbjB4VitxMHdEVUltaTJPSDMrL09KUk9LWGlxSUlpcUprQmdjSCswVlJiR3hzYkx6TWJyZGZjZlRvMFpkM2QzYy9rVXdtSHdlQXhjWEZIMll5bWFtVml2QURCdzcwUmlLUmh6S1p6RWE2WXFNQmtDc3VLSXFpQXdCWmxpUEZObEVVdTdxNnVuNGl5M0ppYUdqb3BZV0NvSjVzQUtKbGJXcVUvT0tTVENiM0o1UEovUURRMHRKeU53QkVvOUh2clZ1R2E1Uk1Kdjlnc1ZoZXFkVnErMUtwMUtSYXJkNE9BSmxNWnJJODF1VnlYUThBd1dEd0srdWRaeVUxalBXcWMyeWpXR2xzazhua2sxYXI5VFZXcS9YQ1VDZzAyTmpZZUFFQXhHS3hEZk91ZDcxZXZ3TUFKRWthQVlCVUtqVUlBQnFOcHIyZWVaV3E0WHl5YWVaTGljMTRIbDAxNTdXY2w5YlJacHdmVkFXTDRnS0R3ZERhMnRxNkw1bE1QcVBSYUN4bm5YWFc0UGo0K044RFFENmZYeXlFRlc4M3lWb3Nsdk1BSUpGSS9KL1ZhbjF0UHA5UEJ3S0JHL0w1ZkR5YnpjNENDTVhqOFFXRHdhRHQ2T2o0b1NBSUZnQ1ltSmg0VzltdUJhZlRlWVVzeTRzVjFpRVlEUDZyUnFQeFpyUFp3UFQwOUxXOXZiM2pBTEJyMTY2RGlxSklnaUNJQUZBb3hKSE5aak1BY1BUbzBkY0RnQ0FJNXRMK0dob2EvbG9VeGM1OFBoL1JhRFJMbzZPamYvZGN4KzVVYW1wcXV0bHNObCtRVHFmL3BGS3BiRGFiN1EwQUVBcUY3aTdHZEhWMS9WU2owYmlqMGVqRFRxZnpzbUw3OVBUMDdRQ1M2NTN6N3QyN2h4Y1hGeDlSRkNWdXNWajJBa0EwR3YwUEhQdWxCbmE3L1VxYnpmWXFTWkltREFiRDJSYUw1V1dwVk9wUGMzTnpYMXJ2WEdzMU16TnpwOFZpZVVWN2UvdlhJcEhJZDJ3MjI4VUFVUDRNWElQQmNMN1JhRHd2bDhzdFJDS1I3OWNuMnorclpheHJtV01id1dwakd3cUZQbSsxV2wvajgvaytydGZyZHpZMk5yNVJVWlI4S0JUYU1MZmt4R0t4LzdaWUxLL3Q3dTcrNGVMaTRxTldxL1VWQUxDMHRQU2pldWRXdE5yNVpMUE1sMUtiOFR4YVM4NjFucGMyV3Q2MGViQW9Qc2JSMGRIeFk3VmEzYWpWYWlXWHkvV2V1Ym01ajZId3p0eGNMaGNFamwwcFZoUWxEMEMyV0N3dkJvQm9OUHBicjlmN0VVbVNoblE2WGJOR28vRVdPN1hiN1FDQVJDTHgrMGdrY3IvVDZYeG5XMXZidlpVUzBHcTFua3BYZFE4ZVBMaXQrRHFmenh1ZmZmYlpWclZhdmFPN3UvdlIvZnYzNnowZXo4MU5UVTIzUHYzMDArYnliWUhqaW5CdFoyZm50MFZSN0l4RUlnK01qbzcrRTREZzJvZnE5SklrNllqRDRialNiRGJ2QVpCUHBWS0R3V0R3QytGdytMNWlqQ2lLblFCUVBDRVdUVTlQZndaMU9Ka25Fb25mMjJ5Mk42aFVLbk11bDV1Wm01dTdLeEFJZktTNFBwZkx6Um1OeHZPc1Z1dmVmRDRmbVorZnYzZGlZdUpES0JUTkcxRWlrZmpaMk5qWXBWNnY5emFYeTNWdE5wdWRtcHljdkNFVUNuMmhOTTdqOFZ3UEFKRkk1SnNvM0NwU1Q3V01kUzF6YkNOWWJXeVhscGIrYTJ4czdNcW1wcVpibkU3blZaSWtIWjJZbUxnMkZvdHRtRWV5RFE4UFg5YlcxcmJQWnJPOTN1VnlYWmZOWmdPRkR6WDQ2T3BicjQvVnppZWJaYjZVMm96bjBWcHlydlc4dE5IeXBzMkQ5eFFEYUcxdHZhdnd6bWhCbHVXRUlBamFpWW1KcTlWcXRiR2xwZVdMTXpNekg1K1ptYmwxMTY1ZDR4cU54dlgwMDA4YjI5cmE3bkU2bmRmTXo4OS8yZWwwWGowL1AvK1Zob2FHUGNYbmNaWWJHQmdRekdiemkrMTIrNVdsN1NhVDZSeUR3WEF1QU1SaXNaOUprblRjclF5Rk44TXRQL0p0ZUhqNGxZcWlKTFp0Mi9ZRGxVcWxGd1JCS3dpQ1RwYmxCQUFNRFEyOVRLdlZOcmEydHBiLzVxd1NSYkZiVVpSTUpwTVpMYzl2STkzZlIwUkVSTFRlZUtVWVFDd1crMlVta3hsdmJtNitPeHdPUDVEUDUrT1pUT1pvYzNOejhYN0VId0hIbmpCUWVJNGpKaVltM3EzUmFCeE9wL09hUXN3UEd4b2E5Z0RIQ3VCaTMzMTlmWWVLaFhJOEhuKzg3Rk51bkx0MjdYb1NnSUxDTHlnVEV4UHZSTW45U1FDd2MrZk8zMG1TTkJZS2hUNjJZOGVPWitibjU3OGlTZExReE1URWU1MU81MlVPaCtQdFEwTkRMd1dBVkNvMXJOZnJYMXF0T0JjRVFWZHRIUkVSRWRGV3hhSVlRRFFhZlFTQVVpaUNsVUFnOEY2SHcvRTJvOUg0dkhnOC9ydFVLdlY3QUhxTlJtUEw1WEx6aGMxeXdXRHc4emFiN1JJQUtONUhWQ3VUeWJTN3ZiMzlJWjFPMXo0M04zZW5LSW9kTnB2dGI3ZHYzLzdEbzBlUFhnbGdyalJlRUFTTldxMXVLdHovOWE1c05qdlYyOXY3MitMNjR1dmkweWNpa2NpM3kzWnA4L3Y5a1dReStkU2hRNGVldjdZUklpSWlJanF6c1NnKzVyaDdlYTFXNnlWdGJXMzNLSXFTblpxYXVyNjd1L3RuZXIyK1R4QUVNWnZOVGdHQXlXUTZ0N096OHpzQWxIUTZmYWl4c2ZGTnNpekhBS0N0cmUyZVlsOGFqY1pUMnJmUmFEelA2WFQrZzhQaGVLc2dDSnFGaFlXdkJRS0JEd0JvUE91c3MzWmFyZFpYbjN2dXVjUGhjUGorYURUNnc2V2xwWitxVktvR204MzJobncrdjFSODAxODhIdi90N096c25UcWR6bUl5bWY2cTVNTSt5ai9KU2dTUU5SZ01PeW9kS3hFUkVSR3hLSzdJWkRMdEZnUkJPejQrL281a012bWtKRWxIeldiekJabE1aaklRQ0h3TWdORGEybnFQU3FVeWo0Nk9YaGFKUkI2MldDd1h0TGEyL2lzQUZHK3BLR2N3R003ZnVYUG5yd0dvc3RuczNQVDA5UHNYRmhhK1dWZzlmL0Rnd1F1MmJkdjJoY2JHeGpjWHJnWXZMQzB0L1VLdFZsdm41K2Z2QlNBN25jNTNSU0tSQndSQk1QVDI5djRPZ0NMTGNzcnRkcjlQRUFUZHpNek1MYk96czh2dlBtOXJhOXZuZERxdkx5NW5zOW1OOVBnMUlpSWlJdHBvUEI3UHpSYUw1UlVBWURRYVMyOHhxUFNHUkxzb2l0MmxEUTZINDNLUHgzTmphWnZWYXIzRTZYUytzMlFmTjdwY3JuY0RNRmJMdzJnMDlydmQ3bjhxN2xldjEyOERJRml0MXI4dFhJWFdBSUFvaWoxMnUvMGRIby9uUXo2Zjd6YWZ6M2ViVHFjN3E3UXZtODMydXI2K3ZrTm5uWFhXczExZFhmK3QwK242YWhrTElpSWlJaUlpSWlJaUlpSWlJaUlpSWlJaUlpSWlJaUlpSWlJaUlpSWlJaUlpSWlJaUlpSWlJcXBaZjMvL3BmMzkvWmZXT3c4aW9wUEJEKzhnSXFKVFFoQ0VCd3N2djFYWFJJaUlUa0w1UndJVG5WSDhmdjgrdjkrL3I5NTVFQkVSMGNiR29wak9kRGNWdm9pSWlJaXFZbEZNUkVSRVJGc2VpMklpSWlJaTJ2SllGQk1SRVJIUmxzZWltSWlJaUlpMlBCYkZSRVJFUkxUbHNTZ21JaUlpb2kyUFJURVJFUkVSYlhrc2lvbUlpSWhveTJOUlRFUkVSRVJiSG90aUlpSWlJdHJ5V0JRVEVSRVIwWmJIb3BpSWlJaUl0anhOdlJNZ1dnOSt2eit2S0FvQVFCQUVCWUJTV0tVVTJwZVhTMkpPYUM4R1Y0a3J2aTZQWDI0djMvZHljRWxjYVorVmNxdVdZMWx1NVRISGJiL0tjWlRIcmhaWGZod25qRXVWNHp1c2dVMEFBQ0FBU1VSQlZDanZ0K0lZcjdUdjhuNHJ4Q3kvcm5HTWp6dW1WY2E0MXR6Sy8vM0wyMC9KSEpSbGVjWHRxb3p4aXNkN0VybmRKUWpDVjBGRXRBbXhLS1l0UVZFVUNJSWdGQmFGd3RleGhlWG0xYTBsZGkzeDFlSk9WMjdySGN2Y1RuK3NTbFg3SC81T1oyNkNJUHdjd0xNMWIwUkV0RUd3S0tZejJzREF3R28vMFNzVnlzS2VQWHNRaThVRUFFaW4wd0lBU0pJa0FFQXVseE55dWR4eXZ4NlBSd0NBYkRZckFFQStuMTllbjgvbkJRQ1FaVmtBQUl2RnN0eGViS3NVWnpLWmhQSTJSVkVFbzlHNHZDekw4bkY5S0lweVhMd29pa0xwdHVWOUZiL3JkTHJsUGlxdEwzNHZ4RmJzUzZ2Vm5wQkh0VDYwV20zVmRlVjlhRFNhU24yZDBLYlJhRkN5ZmRYOUE0QmFyVDdwUG9ydEtwV3FZaCtWdGkzc3IrTDYwamExV2wweHBscDdjYmwwM0NybFZXMjVFSHRDSDJYTFFxSFlYclhQWXE3WmJQWWdpSWlJaUlpSWlJaUlpSWcydGY3Ky9rdjcrL3N2clhjZVJMUytlUHNFRVJGUkNVRVFIaXk4L0ZaZEV5R2lkY1ZIc2hGdEFuNi9mNS9mNzk5WDd6eUlpSWpPVkN5S2lUYUhtd3BmUkVSRWRCcXdLQ1lpSWlLaUxZOUZNUkVSRVJGdGVTeUtpWWlJaUdqTFkxRk1SRVJFUkZzZWkySWlJaUlpMnZKWUZCTVJFUkhSbHNlaW1JaUlpSWkyUEJiRlJFUkVSTFRsc1NnbUlpSWlvaTJQUlRFUkVSRVJiWGtzaW9tSWlJaG95Mk5SVEVSRVJFUmJucWJlQ1JCUjdmeCtmMTVSRkFDQUlBZ0tBS1d3U2ltMEx5K1h4SnpRWGd5dUVsZDhYUjYvM0Y2KzcrWGdrcmpTUGl2bFZpM0hzdHpLWTQ3YmZwWGpLSTlkTGE3OE9FNFlseXJIVWQ1dnhURmVhZC9sL1ZhSVdYNWQ0eGdmZDB5cmpIR3R1WlgvKzVlM241STVLTXZ5aXR0VkdlTVZqL2NrY3J0TEVJU3Znb2kyRkJiRlJKdUlvaWdRQkVFb0xBcUZyMk1MeTgyclcwdnNXdUtyeFoydTNOWTdscm1kL2xpVnF2WS9ZSjdPM0FSQitEbUFaMnZlaUlnMlBSYkZSSnZBd01EQWFqL1JLeFhLd3A0OWV4Q0x4UVFBU0tmVEFnQklraVFBUUM2WEUzSzUzSEsvSG85SEFJQnNOaXNBUUQ2ZlgxNmZ6K2NGQUpCbFdRQUFpOFd5M0Y1c3F4Um5NcG1FOGpaRlVRU2owYmk4TE12eWNYMG9pbkpjdkNpS1F1bTI1WDBWdit0MHV1VStLcTB2ZmkvRVZ1eExxOVdla0VlMVByUmFiZFYxNVgxb05KcEtmWjNRcHRGb1VMSjkxZjBEZ0ZxdFB1aytpdTBxbGFwaUg1VzJMZXl2NHZyU05yVmFYVEdtV250eHVYVGNLdVZWYmJrUWUwSWZaY3RDb2RoZXRjOWlydGxzOWlDSWlJaUlpSWlJaUlpSWlEYTEvdjcrUy92Nyt5K3RkeDVFbXdWdm55QWlJam9EQ1lMd1lPSGx0K3FhQ05FbXdVZXlIU1AyOVBUOHZxZW41L2NBZENYdHB0N2Uzai82Zkw1L1BrWDdVZlgwOVB6YTUvTjlxcmhmbzlGNEhnRDA5ZlVOZDNWMS9SUUFqRVpqUDByZVFFVjBwdkQ3L2Z2OGZ2KytldWRCUkVSVWpsZUtBYlMwdFB5THlXUjZBUUQ0L1g2cDJCNEtoYjVnTUJqT05oZ01aM3U5M284VTJ3Y0dCaG9BeE5leUQ0UEIwR0sxV3Q5aE1wbitJcFBKVERtZHpuZWFUS1lYV2EzVzEvM3hqMy9zRkVWeE80Q2NLSXBkM2QzZHYxbFlXUGpLMU5UVVAxYnF5Ky8zSzRVOFhBRG0xM3E4eGUxTHpjM04zUmtJQkc1YWExOUVhMVNjWSsrcmF4WkVSRVJsdG54UjNOVFVkS3ZiN2I1aGZuNytHNmxVNnFuVzF0YlB6czdPZmlvZWovK3FxNnZya2NYRnhVY1ZSY21ZVEtZWGpvMk52Vm1TcEJDQXhGcjNvOVZxZC9sOHZ0c0FvTEd4OFUyTmpZMXZPbkRnUUovZGJyL0M3WFpmVXdnVE9qbzZIbENwVk9wSUpITGZxVHZLeW9MQjRHZGxXVTRCUUR3ZWYveDA3NCtJaUlob285cnlSYkdpS0VJdWx3dkg0L0VuQkVISVo3UFpHYVBSK0x4VUtqVVlEb2NmeW1ReVIyUlp6cGxNcHZORlVleUp4V0pQUEpmOUhUMTY5QlVtaytsQ3I5ZDdjeWFUQ1N3c0xId3hGb3Y5dXJCYXM3aTQrUDFFSXZIYlJDSng5QlFjM29xbXBxYnV3RWxjYVNZaUlpSTYwMno1b25oMmR2WmpCb1BoN0k2T2p1VlBMOUpxdFUwV2krVmw1YkZ0YlczM3pzL1BQNmRQT2RxK2ZmdFBpNjlkTHRkbFRxZnplcWZUZVQwQWlLTFk2ZlA1UGcwQWlVVGlkNUZJNU5zQVZNM056WGM0SEk2clZTcVZQaFFLZmE1U3Z5WDNLWjlnZW5yNjV1ZVNNeEVSRWRHWmJzc1h4UUNVUUNEd2tVZ2s4bUJwWTJkbjU4UFpiRFl3T1RuNWJnQm9iVzM5dkZhcmJRYUFob2FHdjJ4dmIzOWdMVHVabUpoNEYzRDhsZUxpdXFOSGo3NngrRm9VUlZkTFM4c1hpOHRlci9jbWo4ZnpvVnd1RjFwWVdQaTZ6V1o3SXlyd2VyMGZxTGJ2YWtWeGYzLy9yQ3pMc1dnMCt1UHg4ZkYvQkJCZXl6RVJFUkVSblNsWUZBUHdlcjAzTzUzT0s4cmJ0VnB0YzJkbjU4UGw3YklzRzNRNlhmdko3S3YwU25GSjIzZUxydzhkT25SZTZUcUh3M0UxQUV4TVRMd3pHbzArSW9waVYxOWYzNUh5UG1yNHhMTmw4L1B6WDVabE9hWlNxV3cybSszMURvZmpyV3ExMmp3eU1uTHgybzZHaUlpSTZNekFvaGlBMFdnOFcxR1UzSkVqUjE0QlFBYUFIVHQyL0NLVHlVeU9qWTFkWGhxcjArbDZFNG5FejlaU2hBSkFkM2YzejFaYVB6RXhjVzFiVzl1WHl0dUx4YmNrU1U4VnZvOVcybjR0dDA4VXIxb0R3UHo4L0QwN2QrNThzcUdoNFpVckh3RVJFUkhSbVl0Rk1hQVNSZkVzUVJBME8zYnMrTi9TRlRxZHJuWEhqaDIvS0cxTHA5TUhEeDQ4MkxmV25ZUkNvYzh0TFMzOVoxTlQwKzBxbGNwY3ZsNlc1WXEzTHVUeitZaEdvM0dwMWVvZUFJSENNNHhQc0liYkp6UUFjc1VGUlZGMGhmMUhhandVSWlJaW9qTU9pMkpBR0I0ZWZwRXN5enF2MTN0RFkyUGpXektaekxoT3AydVhKR2xzYkd6c1lnQXdHQXpudGJXMWZTV2Z6eStlekU2aTBlaWoyN1p0dTErbFVobWowZWozYkRiYkphWHJPem82SHFxeTNjTk9wL1BxYmR1MjNiKzR1UGk5aG9hR3Y2a1VWK3VWNjZhbXBwdk5adk1GNlhUNlQ0WGJKOTRBQUtGUTZPNjFIaE1SRVJIUm1XTExGOFdpS0hZMU5EVHNkYmxjVjJtMTJ1WmtNdm5rK1BqNHhiMjl2Wk1BSkwxZWY3Wk9wK3N4bTgxL0NRQ1pUR2JpWlBiVDJkbjVvTTFtdTJSNmV2bzJBS25Tb25obVp1Ymo0WEQ0NjVJa0xWa3Nsdk1BUUJBRUJRQW1KaWJlcDFhcmJWYXI5VytzVnVzYloyWm1QdHpXMW5idnlSNnZKRWxISEE3SGxXYXplUStBZkNxVkdnd0dnMThJaDhPbi9ibklSRVJFUkJ2VmxpK0tIUTdIMjcxZTd3ZGtXWTRIQW9GYjV1Ym05Z0hJRnRkcnRWcXYxK3U5V1ZHVVREcWRIZ3dHZzU4OG1mM0VZckVuWkZsT1dxM1dsNHVpMkMzTGNySzRibVptNXRhZE8zYythVFFhbjFkc3kyUXlvY0xMcGRIUjBUZVg5dlZjSGdzWERvY2ZDb2ZERmE5S0V4RVJFVzFWVzc0b25wNmUva1ErbjQvT3pjM2RDMkNoMkI2UHgzK2R5V1RHWjJkbjk4M096dTU3cnZzSmhVSmZEb1ZDbWE2dXJ2L001WElMNFhCNG55ekw4V3cyR3dDQWFEVDZJNVZLWlpCbE9SbVB4MzhkajhjZmU2NzdKQ0lpSWlJaW9nM0c3L2NyZnI5ZnFYY2VSRnNCLzc4UnJjMld2MUpNUk92UDcvZm5GZVhZeityQy9mUEZIOXhLb1gxNXVTVG1oUFppY0pXNDBtS2dOSDY1dlh6Znk4RWxjYVY5VnNxdFdvNWx1WlhISExmOUtzZFJIcnRhWFBseG5EQXVWWTZqdk4rS1k3elN2c3Y3clJDei9MckdNVDd1bUZZWjQxcHpLLy8zTDI4L0pYTlFsdVVWdDZzeXhpc2U3MG5rZHBjZ0NNL3BVMWlKdGhJV3hVUzA3aFJGZ1NBSXhTZW1DSVd2WXd0QzdZOEFYMHZzV3VLcnhaMnUzTlk3bHJtZC9saVZTcld1KzZzV0t3akN6d0U4Vy9OR1JGc1lpMklpV2pjMVBEcXdVcUVzN05tekI3RllUQUNBZERvdEFJQWtTUUlBNUhJNUlaZkxMZmZyOFhnRUFNaG1zd0lBNVBQNTVmWDVmRjRBQUZtV0JRQ3dXQ3pMN2NXMlNuRW1rMGtvYjFNVVJUQWFqY3ZMc2l3ZjE0ZWlLTWZGaTZJb2xHNWIzbGZ4dTA2blcrNmowdnJpOTBKc3hiNjBXdTBKZVZUclE2dlZWbDFYM29kR282blUxd2x0R28wR0pkdFgzVDhBcU5YcWsrNmoySzVTcVNyMlVXbmJ3djRxcmk5dFU2dlZGV09xdFJlWFM4ZXRVbDdWbGd1eEovUlJ0aXdVaXUxVit5em1tczFtRDRLSWlJaUlpSWlJaUlpSWFFUHE3KysvdEwrLy85SjY1MEZVeE5zbmlJaUlhTjBKZ3ZCZzRlVzM2cG9JVVVIdDd3UWdJanJEK2YzK2ZYNi8vemsvbDV5SWlEWWZGc1ZFUkg5MlUrR0xpSWkyR0JiRlJFUkVSTFRsc1NnbUlpSWlvaTJQUlRFUkVSRVJiWGtzaW9tSWlJaG95Mk5SVEVSRVJFUmJIb3RpSWlJaUl0cnlXQlFURVJFUjBaYkhvcGlJaUlpSXRqd1d4VVJFUkVTMDViRW9KaUlpSXFJdGowVXhFUkVSRVcxNUxJcUppSWlJYU12VDFEc0JJcUtOeHUvMzV4VkZBUUFJZ3FBQVVBcXJsRUw3OG5KSnpBbnR4ZUFxY2NYWDVmSEw3ZVg3WGc0dWlTdnRzMUp1MVhJc3k2MDg1cmp0VnptTzh0alY0c3FQNDRSeHFYSWM1ZjFXSE9PVjlsM2ViNFdZNWRjMWp2Rnh4N1RLR05lYVcvbS9mM243S1ptRHNpeXZ1RjJWTVY3eGVFOGl0N3NFUWZncWlEWUlGc1ZFUkdVVVJZRWdDRUpoVVNoOEhWdFlibDdkV21MWEVsOHQ3blRsdHQ2eHpPMzB4NnBVdGYraCtIVG1KZ2pDendFOFcvTkdSS2NSaTJJaW9vS0JnWUhWZnFKWEtwU0ZQWHYySUJhTENRQ1FUcWNGQUpBa1NRQ0FYQzRuNUhLNTVYNDlIbzhBQU5sc1ZnQ0FmRDYvdkQ2Znp3c0FJTXV5QUFBV2kyVzV2ZGhXS2M1a01nbmxiWXFpQ0VhamNYbFpsdVhqK2xBVTViaDRVUlNGMG0zTCt5cCsxK2wweTMxVVdsLzhYb2l0MkpkV3F6MGhqMnA5YUxYYXF1dksrOUJvTkpYNk9xRk5vOUdnWlB1cSt3Y0F0VnA5MG4wVTIxVXFWY1UrS20xYjJGL0Y5YVZ0YXJXNllreTE5dUp5NmJoVnlxdmFjaUgyaEQ3S2xvVkNzYjFxbjhWY3M5bnNRUkFSRVJFUkVSRVJFUkVSYlVqOS9mMlg5dmYzWDFydlBHajk4UFlKSWlJaW9qS0NJRHhZZVBtdHVpWkM2NGFQWkNNaTJpVDhmdjgrdjkrL3I5NTVFQkdkaVZnVUV4RnRIamNWdm9pSTZCUmpVVXhFUkVSRVd4NkxZaUlpSWlMYThsZ1VFeEVSRWRHV3g2S1lpSWlJaUxZOEZzVkVSRVJFdE9XeEtDWWlJaUtpTFk5Rk1SRVJFUkZ0ZVN5S2lZaUlpR2pMWTFGTVJFUkVSRnNlaTJJaUlpSWkydkpZRkJNUkVSSFJsc2VpbUlpSWlJaTJQRTI5RXlBaW9yWHgrLzE1UlZFQUFJSWdLQUNVd2lxbDBMNjhYQkp6UW5zeHVFcGM4WFY1L0hKNytiNlhnMHZpU3Z1c2xGdTFITXR5SzQ4NWJ2dFZqcU04ZHJXNDh1TTRZVnlxSEVkNXZ4WEhlS1Y5bC9kYklXYjVkWTFqZk53eHJUTEd0ZVpXL3U5ZjNuNUs1cUFzeXl0dVYyV01WenplazhqdExrRVF2Z3JhTWxnVUV4RnRNb3FpUUJBRW9iQW9GTDZPTFN3M3IyNHRzV3VKcnhaM3VuSmI3MWptZHZwalZhcmEvNUI5T25NVEJPSG5BSjZ0ZVNQYTFGZ1VFeEZ0RWdNREE2djlSSzlVS0F0Nzl1eEJMQllUQUNDZFRnc0FJRW1TQUFDNVhFN0k1WExML1hvOEhnRUFzdG1zQUFENWZINTVmVDZmRndCQWxtVUJBQ3dXeTNKN3NhMVNuTWxrRXNyYkZFVVJqRWJqOHJJc3k4ZjFvU2pLY2ZHaUtBcWwyNWIzVmZ5dTArbVcrNmkwdnZpOUVGdXhMNjFXZTBJZTFmclFhclZWMTVYM29kRm9LdlYxUXB0R28wSEo5bFgzRHdCcXRmcWsreWkycTFTcWluMVUycmF3djRyclM5dlVhblhGbUdydHhlWFNjYXVVVjdYbFF1d0pmWlF0QzRWaWU5VStpN2xtczltRElDSWlJaUlpSWlJaUlpSWlJaUlpSWlJaUlpSWlJaUlpSWlJaUlpSWlJaUlpSWlJaUlpSWlJaUlpSWlJaUlpSWlJaUlpSWlJaUlpSWlJaUlpSWpxekNhdUhFRzBxcHVibTV0dnRkdnViTkJxTk41ZkxMU3d1TGo0eU1USHhRUUFMOVU2dUVvUEJjSDV6Yy9NL20weW1Gd0hRSmhLSng2ZW1wcTVKcDlOanhSaS8zNitVYnpjM04zZG5JQkM0YVQxelhZdlZjcTdsdURlYUd2OGRqTTNOemJmYWJMWkxkVHBkY3o2Zmo0eU9qbDRjaThWK3M0NnByZ25uMS9wek9CeVhlNzNlRCtsMHVrNVpsdFB4ZVB6eHFhbXA5MHFTTkZTTWNibGMxN25kN2h0MU9sMWJKcE1ablptWitYQTRIUDd1T3FlNjRueXU5TzlRb0F3TURLaldNYy9qMURKMm0zSGUwK21scVhjQ1JLZlM5dTNiSDdCYXJYc2xTVG9jQ29XKzJORFE4QktuMDNtVktJcmRSNDRjdWJEZStWWGlkRHJmcXRWcW14WVdGdTR6bTgwdnRsZ3NMKy9vNlBqMm9VT0h6aStQRFFhRG41VmxPUVVBOFhqODhYVk1VOVBmMzMrWElBZ05pcUkwRkw2YlM1Yk5BTVNCZ1FGTHJUbXY1YmczbWhYK0hWVGQzZDJQTkRRMFhKUktwWjZlbjUvL2dVYWo4U21Lb3E5VHFtdFN4L2wxMGpici9ESWFqUzlJcFZJSGxwYVdIaldielJkYXJkYlg2UFg2dnNIQndVNEFpc3ZsdXI2MXRmV3ptVXhtTWhRSzNXTzMyeS90Nk9oNEtKUEp6TWZqOFYrc1U1cXJ6dWZaMmRsUGwyNWdNQmgyV3EzV3ZVdExTK3VWNHduV09uYWJjZDdUNmNHaW1NNG9Gb3ZsVlFBd1BEejhPa21TaGtSUjdPN3I2enRzTnB0ZlZPL2NxbGxZV1BqYTVPVGtEUUJrQUY2LzN6OWpOQnBmQ01BRUlGRWFPelUxZFFlQStUcWttUWR3SFFDVklCejdBMVA1ZHdES25qMTdOSTg5OWxpdWRNTnFPYS9sdURlYWFzZmtjRGd1YjJob3VHaHBhZW5IdzhQRGUzSHMyRGFOT3M2dms3Wlo1OWZrNU9SN0FHUUxpM2EvMzc4Z2ltSUhqdVVYOTNnODd3R0FzYkd4eStMeCtDL2o4ZmpQT3pzN2YrRHhlRzVhcjZLNGx2azhQVDE5YytseVIwZkhnd0FRRG9lL3NoNDVWckxXc2R1TTg1NU9EeGJGZEVhSnhXSS90MWdzcjNTNzNkZE1UazdlNFhLNXJnT0FhRFQ2ZzNyblZrMHltWHlxWkRFUEFJcWlTQUF5OWNtb0lnWEFkYklzcDFRcVZVeVc1WmhLcFlybDgvbVlScU9KWlRLWm1FNm5pNWNYeEN2WkpNZTlKbzJOalpjQlFDZ1UrcHpiN2I1R3BWSzVFNG5FLzJ6a1d5Zk9WSnRnZmhVTFlxUFQ2WHdUQU1UajhTY0F4QUZBcTlXMkFrQStueDhGQUVtUzlnT0F5V1I2NFhvbGVCTHp1YW14c2ZHU1hDNFhDb2ZERDY5WG51VTJ3dGpSNXNTaW1NNG93OFBEYjJ4dGJiM2Q1WExkNkhLNWJnU0EyZG5aVDAxUFQ5OVc1OVJxNHZQNTNnMEFoWHZmc3VYcisvdjdaMlZaamtXajBSK1BqNC8vSTREd2V1VzJmLy8rZTA1bXUxcHlYdTI0TjVwcXgyUTBHczhGZ0phV2xpK0tvcmk5RVA3UjBkSFJ0MFFpa1cvVks5OWExWE4rbmF6TlBMOTI3OTQ5cjlGb0hBQVFqVWEvUHpJeThvN2lPa21TanVqMStsNjczZjZ1UUNEd0Nadk5kalVBcU5WcTIzcmx0OWI1N1BQNXJoVUVRUnNPaDcrQk92N3lzZGF4MjR6em5rNFBkYjBUSURxVmpFYmoyVTFOVGJjTGdxQmRYRng4VkJURkxyMWV2ek1XaXoyV3krVUM5YzV2SlZhcjllV3RyYTFmenVWeXdjT0hEMStDd2hVakFOQnF0VTN4ZVB5eGREcDlTSy9YN3pDYnplY2JESWFlU0NUeVVCMVRYbEd0T2E5MDNCdk5hc2ZrOC9rK0lRaUNhbUZoNFo3RGh3Ky9XcGJsaE1WaXVjaG9OTzRLaFVLZnIzZisxWEIrMVljZ0NLSWtTY002bmE3TmFEUStYeEFFS1JhTFBRWUEyV3gyMm1helhXSTJtMS9jMU5UMEliMWUzNlZXcXh0a1dWNmFtNXY3OUNwZG54SnJuTSs2am82Tys5VnF0WGxzYk96dCtYeStibTlzcm5Yc051TzhKNktUdCtXZUx0TGIyL3Nudjkrdk5EUTB2QllBckZickpYNi9YK25yNnp0VTc5eFdZalFhL2VlY2M4N1M3dDI3UXlhVGFmY3FzYy96Ky8zS09lZWNrMXF2L0o2cmFqbXY1YmczbWtySHRIdjM3Z1cvMzY4WURJWldBREFZREsxK3YxL3A3Ky9mS0greVh4WG4xL29UUlhGN1laNUlBTVJpdTlGbzdQZDZ2Ui8yZUR3M21zM21DL3grdjlMVDAvUHI5Y3ByTGZQWjRYQmNWc2p2c2ZYS2J5VnJIYnZOT08vcDFEdFRiNThRZTNwNkhnZUFvYUdodjhhZi80eGo2dTN0L2UzaTR1TEQwOVBUSHowVk8ycHJhL3VhSUFqcThmSHh5d0hvYkRiYks2UFI2Q045ZlgySHBxZW43NGhFSWc5WXJkWkxGaGNYL3hkQXhPMTJ2OWZ0ZGw5LzVNaVJpeVJKT2dvY2V5eU1KRWxEc1Zqc2QwNm44NHFCZ1lFVmkxbUR3ZEJtczltdTF1bDB2dkh4OFN1cnhYVjJkbjR2bDh1Rkp5WW1ia1RKRzB1Syt4c2NITnhadmsxalkrUGYxWExja1VqazI3WEVyVGU5WHI4REFDUkpHZ0dBVkNvMUNBQWFqYWE5bm5tdFJCVEZycTZ1cnAvSXNwd1lHaHA2YVNhVEdTd0wwUUJZdmxkWFVSUWRBTWl5SEZuUFBOZG8xWnhyT082Tlp0VmpTaWFUZjdCWUxLL1VhclY5cVZScVVxMVdid2VBVENZenVlN1oxbzd6cXo1c0FLSmxiV3FVWE14SUpwUDdrOG5rZmdCb2FXbTVHd0NpMGVqMzFpdkJ0Y3hubDh0MVBRQUVnOEc2dmNHdVZBMWp0eG5uUFoxbVoyUlIzTkxTOGk4bWsra0ZBT0QzKzZWaWV5Z1Urb0xCWURqYllEQ2M3ZlY2UDFKc0h4Z1lhTURhLzZSbTkvbDhOMWdzbGdzQnFGd3UxdzFMUzB1UHRyZTNmMU90Vmw4dmltS1BLSW90MjdadHU5OW1zNzNwNk5HamY3TzB0UFJUdFZyZHFOUHAyaFZGMGRhNkk0L0g4MEd0VnVzcExxdlZhcnZENGJnTUFCUkZ5Y215bkN5dVcxaFkrSFlxbGZxZEtJcmROcHZ0OWZGNC9EZFl3enV0dDIzYlZ0TjlqeHUxS0k3Rll2OXRzVmhlMjkzZC9jUEZ4Y1ZIclZickt3QmdhV25wUi9YT3JacXVycTZmYWpRYWR6UWFmZGpwZEY1V2JKK2VucjRkUUxLcHFlbG1zOWw4UVRxZC9wTktwYkxaYkxZM0FFQW9GTHE3Ymttdm9wYWNWenZ1T3FTOW9scU9hV1ptNWs2THhmS0s5dmIycjBVaWtlL1liTGFMQVNBWURONVZyN3hYdy9sVkg3dDM3eDVlWEZ4OFJGR1V1TVZpMlFzQTBXajBQd0NrQWNCdXQxOXBzOWxlSlVuU2hNRmdPTnRpc2J3c2xVcjlhVzV1N2t2cmxXT3Q4OWxnTUp4dk5CclB5K1Z5QzVGSTVQdnJsVjgxdFl6ZFpwejNkUHFkY1VWeFUxUFRyVzYzKzRiNStmbHZwRktwcDFwYld6ODdPenY3cVhnOC9xdXVycTVIRmhjWEgxVVVKV015bVY0NE5qYjJaa21TUWppSngvT0lvbWozZXIzTFY1dmRidmNOb1ZEb3MrUGo0NWZMc3J6OFJnNVpscVhSMGRFM0xpMHQvZFJ1dDcram9hSGhMd0RBNVhKZGxVNm4vMmd5bVU1NGRtNWJXOXZYQVNBWURONldUcWZIbkU3bkZhSW85bFRLdytsMFhsVzZuRTZuRDZSU3FkOTV2ZDRQQXNEVTFOUS9BU2MrcEZ3VXhaNWltNklvK2YzNzl5L1BCVW1TaGdjSEIvKzZzTjFNNlhKZlg5OFRvaWgycldtdzF0SHc4UEJsYlcxdCsydzIyK3RkTHRkMTJXdzJVSGdZK3luNXk4RHBJSXBpSndBVWYrQVVUVTlQZndaQVVwS2tJdzZINDBxejJid0hRRDZWU2cwR2c4RXZoTVBoKytxUWJrMXF5WG0xNDE3WGhHdFF5ekVsRW9tZmpZMk5YZXIxZW05enVWelhaclBacWNuSnlSdENvZEFYNnBmNXlqaS82aU9SU1B6ZVpyTzlRYVZTbVhPNTNNemMzTnhkZ1VCZytXSk5McGViTXhxTjUxbXQxcjM1ZkQ0eVB6OS83OFRFeElkUUtKclhLY2VhNXJQSDQ3a2VBQ0tSeURjQlNCVTdXMGUxak4xbW5QZDArcDF4OTV4NnZkNFB1OTN1RzZlbXB0NHZDRUxlNS9OOUlwVktIVmhZV1BpbTFXcDlkU2FUT1NMTGNzN2xjdjNEek16TWgrZm41Ny82WFBiWDA5UHptS0lvbXNPSEQvK1YyKzIrcWFXbFpWK2x1S21wcWZjNW5jNjM2Zlg2dm1MYi9QejhsNTFPNXpVQVVIcjdSSEg5b1VPSHprc21rMC8yOWZVZEVrV3g1K0RCZzUyTmpZM3ZxTlIvMGN6TXpLMUdvL0g1TzNmdS9IMG9GUHB5TkJxOXY2V2w1VXVKUkdJZ204MEdBS0NwcWVtV1hDNjNFQXFGN2dFQVFSRHl4ZHRKVnZoMG91T3Nkb3NIRVJFUjBXWnl4bDBwbnAyZC9aakJZRGk3bzZOanVkalZhclZORm92bFplV3hiVzF0OTU1c1VXdzJtMTlpc1ZoZXJOVnFPd0NvZkQ3ZmJibGNMZzRBQnc0YzZDMk4zYlZyMTdNQWNQRGd3WXRhV2xvKzVIYTdiemg4K1BDZWVEeit5NG1KaVhlVkY2TFZDazZOUnRQZTFOUjB5MHA1emN6TTNHcTMyOThNUUdXMzI5L2lkRHJmS1VuU2tWd3VOMWR0bTBnazh1K2x5OWxzZG1wc2JPeGFBT2p1N3Y1UjZYSkhSOGVYdEZwdHkwbzVFQkVSRVcwMloxeFJERUFKQkFJZmlVUWlENVkyZG5aMlBwek5aZ09UazVQdkJvRFcxdGJQYTdYYVpnQm9hR2o0eS9iMjlnZldzcE9GaFlYN3ZWN3Zjb0hxOVhvL09qVTE5VDdnejBVd0FBd01EQmhLTnB2TDUvT3h3ajcvV3F2Vk5qYzBOTHk4dk8rMnRyYXZDNEtRSHg4ZlArNnFjRHdlZjJ4Z1lNQ3phOWV1UDBRaWtlOEhBb0gzaTZMWXVYMzc5a2YwZW4zUHpNek1Sd0FnRkFwOU5aUEp6THBjcnF0RVVleVptSmk0ZnNlT0hmOWIycGRHbzNFVUMreDRQUDVmQUNhSzY3UmFiVXQzZC9lUHFpMFRFUkVSblduT3hLSVlYcS8zNXRMYkVJcTBXbTF6WjJmbkNaK3lJOHV5UWFmVHJlbnBCRE16TXg4SGdGd3VOOXZhMnZxNWdZRUJsOXZ0Zmx0eC9jREFnTUh2OXgvM2FCZXIxZm95cTlYNlVnQm9hbXE2UFJRS2ZhbFNuazZuOHdwRlVVcUxZbzJpS1BuQzYzd3FsUnIwZUR6L1pES1pubTh3R0hZRDBJK05qZjFkT0J6K0RuRHNWb3hrTXRrc2ltSlBPQngrTUI2UC83elcyeDNHeDhmZlhycmMzdDcrdFd3Mk96czlQZjNCMmthR2lJaUlhUE01STR0aW85RjR0cUlvdVNOSGpyd0NoYzlxMzdGanh5OHltY3prMk5qWTVhV3hPcDJ1TjVGSS9Pd2s3cEYxTnpVMTNUSXpNM01yQVBqOS9sRHhTakVBOVBUMC9QS0VEZHp1RHhpTnhoY0NRQ0FRZU8vYzNOeS9UVTVPWHJmYTdSTXFsY3FzS0VySzUvUGRCZ0NwVk9vcGs4bjBmTFBaL0dJQVdGeGNmRlN2MTUvbDgvbHVpMGFqanlTVHljbU9qbzZ2QTBBK240ODBOemQvSnAvUEI5VnF0YnZTZ2VUeitlRHM3T3hYV2x0YlAxWnB2VXFsMGh1Tnh1ZVh0aG1OeHVjWHI3b1RFUkVSYlhabllsR3NFa1h4TEVFUU5PVzNET2gwdXRZZE8zYjhvclF0blU0ZlBIandZQi9XU0svWG13cDliZ09BMmRuWk80cnI4dm44WWlBUWVIOCtuNWNNQm9PejBDd3ZMQ3pjSzh0eTNHcTE3azJuMDROdGJXMFYzK1ZhZlByRXdzTEMvMHNrRW85ck5CcG5OcHVkS0gzYVJTbXIxZnBxcTlYNjZzTHhUT3AwdWphZFR0Y0tBQzZYNjdwVUt2VkhsVW9sVm51Q2hTUkpRNHVMaXcrNlhLN3JLcTFYcTlXMlN1dFlGQk1SRWRHWjRrd3Npb1hoNGVFWHliS3M4M3E5TnpRMk5yNGxrOG1NNjNTNmRrbVN4c2JHeGk0R0FJUEJjRjViVzl0WDh2bjg0c25zUkt2VitnREFicmRmQVFEVDA5T2ZMZDQrOGN3eno5aHNOdHZyZCt6WThUQnc3Rm5DcVZUcUQ3Rlk3RmVpS0o1dHRWcjNxbFFxZTZWYko0Qmp0MDhBUUNxVmVoSkFTQkFFdFNSSlJ3OGNPTkJaR2xmNklSeDJ1LzNLam82T2Y0L0g0Ny9MWkRKSFJrZEgzeXBKMHFGOFBoOVZxOVcyYmR1MlBRQ2NlQlc2ZUpVNmxVcE5GZGZwOWZwMnI5ZjdTWnZOdGxlbFVobGxXVTRJZ3FCWldscjY2Y3pNek8zSlpQS3BreGt6SWpyOVZuaUNqREl3TUtBcUxwak41Z3RiV2xyMkdReUdYZGxzTmhnTUJ1L2V5TTlUSmlJNjNjNjRvbGdVeGE2R2hvYTlMcGZyS3ExVzI1eE1KcDhjSHgrL3VMZTNkeEtBcE5mcno5YnBkRDFtcy9rdkFTQ1R5VXlzMG1XMS9ld0NvQWlDb0FJQWo4Znoxa1FpOFdUeG50eG9OUG8vdzhQRHI1UmxPWnZMNVk2bTArazU0Tml0Q0FDUVNDU2VMaGFoSzkwKzRmVjYzdzhjKzJTaFFwTUt4MjRKY1FPQW9pZ0tBR2kxV3N2OC9QdzNNcG5Nb04xdXY5THRpU1IwekFBQUlBQkpSRUZVZHI5YnA5TzFhelFhTy9EblQzaHJibTcrVEpWRE10bnQ5amMzTmpidXRWZ3NyODVrTWxPSER4L2VzM1Buemo5a3M5bXBpWW1KZDdhM3R6K3djK2ZPSjFPcDFCOWpzZGhQcDZhbTdnSXdlekxqUjBTbngrenM3S2RMbHcwR3cwNnIxYnAzYVdscCthOWtPcDJ1cjd1Nyt5ZUtvbVRuNStmdnM5bHNiMmhwYWJrem04MEdJNUhJL2V1Zk5SRlIvWjF4UmJIRDRYaTcxK3Y5Z0N6TDhVQWdjTXZjM053K0FNc2ZwcUhWYXIxZXIvZG1SVkV5NlhSNk1CZ01mdkprOW1NMEd2c2xTUnFmbnA2K3RhMnQ3ZlBOemMzL1dselgzdDUrSDRCaW9hc0NnRmdzOXBoS3BSSk5KdE9MQUNpWlRDWmM0MzcrQ2dDS254TGtjRGd1Sy9RUEFNaGtNdU1BTURjM3Qvd3BQQnFOUnRUcjlUdlQ2ZlNoZUR6KzMrbDArbkJqWStOYkFNRGo4YnkzeXE0eVRVMU5IOVJxdGQ1Z01QZ3ZnVURna3lqNWxMOVlMUGFyQXdjTzlEVTFOZDNvY3JtdXQ5dnRWMHhOVGQxYXl6RVEwZnFabnA2K3VYUzVvNlBqUVFBSWg4UExINy9iMU5UMC85dTc5L0EyempwZjROOFpYVWFTWlVtV0pWbnlQWWtUSnpnWEpOcWx3RUlwNWJhRlBhRThCYlpQS1lXeTVYSkt1ejNBQXIxQXV3VUtiSUZsdTJXaGxQdHB1N0FMcDV3Q1hicTdRRm9vQjNoYWh6UnhObzNUK0JMYmtpVmJrcTNyNkRKei9vakdWV1RabHRQRXN1WHY1M255UkhyZmQ5NzNONXBYOXMralZ6TWZGZ1JCbXB5Y3ZEVWNEbjhwbFVvZDZPM3QvYUhINC9rZ2sySWkycXdhTGltZW1wcTZxMWdzeHFlbnArOEhNS3VWSjVQSkozTzUzRmdvRkxvN0ZBcFZ2Y0hHYW95UGozL2M0L0VNeDJLeEIyT3gyTStjVHVjYlRTYlRMcDFPWjFOVlZWZmVWaFJGSVI2UC8wS3YxL3N5bWN4UUlwRjRIRUJZcXc4R2c1OVZGQ1VpeS9LcGZENC9VYjd0eVpNbnIyeHJhM3RmT3AwZUJJQlVLdlY0TkJwOVFGR1ViRDZmRDhmajhmc3FZd3VIdzk4S2g4UDNvZlFsUStEMGRaVkZVYlFlUG56WVc5NTJ6NTQ5b1h3K0h3R1FIeDRlM3AvTDVTWUF6R3YxYzNOelA4L244OXA5N3BQQllQQXp3V0R3ODVJa2JRT1FPOXZYajRqV2hLK2xwZVdLUXFFUWlVYWpDMWZlc1ZxdEZ3TkFLcFg2SlFCRW85SGY5UGIyd21ReUJmRDhwMUZFUkVSRVJCdGZlM3Y3bllGQVFLMjgwNmJmNzgrV2xtMXBmeVRyQTRHQVdpcXpyWG1nUkVUcmdMaHlFeUlpMm9DTXJhMnQ3d09BU0NSeWYwV2Q5aWxodFRQQ3hTcGxSRVFOajBreE5iUkFJSEIzSUJCNHdjdGxpRGFhMXRiV2R4Z01oclpVS3ZXNExNdkh5K3NLaGNJTUFCaU5SbmVweUEyY3Zwd2tnTlRhUmtwRXRENHdLYVpHOTlIU1A2Sk54ZTEyM3dBQTRYRDRHNVYxNlhUNktRQ3cyKzJYQUVCTFM4dkZBSkJJSko1WXl4aUppTmFUaHZ1aUhSSFJabWMybXkreVdDd1hGZ3FGV2UzS05lVWlrY2k5ZHJ2OVRlM3Q3WjgxbVV3N1cxcGEzcWFxYWpFU2lYeWhXbjlFUkpzQnp4UVRFVFdZdHJhMkd3QWdGb3Q5SDRCY1dUOC9QLytMMGRIUmF3dUZRc1RsY2wxWEtCUm1SMFpHM3A1SUpKNWM4MkEza0wxNzk3N0c3L2RmNmZmNzIrc2RDeEdkZThMS1RZZzJMdTNHS0pWMzhpTXF0Mi9mdmt0RVVmUXFpdkxFb1VPSEp1c2RENjFQZnIvL3Z3UkJ1QlRBWHc0T0R2NnMzdkhRMmdvRUFtOEZZQ2tVQ2c4Lzg4d3pYSHZmZ0xoOGdvZzJQVkVVYnhFRTRiV2lLTzRId0tTWWlCWlJWZlVmQlVIb0ZFVnhDL2lGMUliRTVSTkVSRVJFdE9reEtTWWlJaUtpVFk5Sk1SRVJFUkZ0ZWt5S2lZaUlpR2pUWTFKTVJFUkVSSnNlazJJaUlpSWkydlNZRkJNUkVSSFJwc2VrbUlpSWlJZzJQZDY4Z3pZRnY5Ly9XMEVRVkFBcUFLaXFxcFNxMU9YS1ZWVmRxQ3Y5WDk1ZXE2L3NSK3RyVWZ2eThzcXh5L3BUQlVGUUZVVlJBYUI4KzlMak05cFdsbGYyczF4NWFZeEZNV3JqVjhhM1hIbVZ1SlhLN2NyTHRiSEw5ckc4cnpNZWE5dFd2bVpWeWxmYWJ1RnhzVmhFV2R4ZHBUcjQvZjRuSzErVHBZNXorZnlvbUMrVisxWlpoK1g2S2U5anBiSEw5N1VlYzBWN3oxU1pRNHFpS0ZYTEsrTXRQNlpsYzJXaFhGRVVZUEhycytoeHhURTlZMyswUGlyS3k4ZGJWRi9lcHlpS2Z3ZWdvMVQzUmIvZmYzTXRjMktwMTdQOFo4MVo5ckhTenhSdDZwengzbHpGSENudmU5RXhybVYrbE1ZODQyZkJFckZvcitPU2M2UGFPRlYraHBRL1huUU1LL2Q1aFo4ZmkrYU1JQWhXVUVOalVreWJnaUFJcjZoNHZsUzdaWit2MVA1c3hsaXFUaFNYL3lEblhJeTkzQmhMMVMyM2phcXFWY2V1VnI3Uy9tbmJBVXZ2ejBwOUxGZXYwK2tXbFpWK0tiKzhTbm5WUGxZelg4NTEzV3Blei9QWi8zSjluODM4ZWlGejVXekdXNm11Mmp3QjBML2E5L2U1bUNzdnRQeHM1c2dMN2Z0c2ZvNVVxNnYycytDRnpvdXovZmxSS0JTS0t3NU1HOUx5di9HSkdzQ0xYL3ppbHdNUVZGVVZWRlVWZERxZGdOTGMxOHFxbGV0ME9rRlYxVVZ0dGI1SzdaY3RMeDhYZ0tEVDZjNG9GMFZSZXc4S3RaUnJzWlRxSytzZ2xuNktWNVlERUVSUlhOUkh0YjRGUVJBcnh5NzFxWFcvcUZ4ckw1eitqU1dVeGtOWnU4b3hGaDVYeGxsRGZYbWJsZXJQT0JabGNTNjBMZHQydmxnc2ZsUVV4WDNseDdMYUhGaHB2bWg5YXM4cmp0ZkNhMWF4M1JubFpkdEJWVld4Y3U1VUhQZXE1VlhHWGhSWExlV3JuQ3ZhSEs1YVh0a2ZucDgzbGNma2pINnFIZXZLN1NxTzlibWVKNjVTZVVvUWhLK3FxcHFwZk45WE8vN2xjMldsbnl0VjVvbWd6WW5LL3F2OVRLbDJuRmFZSTh2V2xmV0hKY3JMaitlaW56MlYrMU54dkt2K0hGbGlicFRISUZZZXQzTTlMNnJNMy9LK2hnOGVQUGhwRUJFUkVSRVJFUkdkTTM2Ly8wcS8zMzlsdmVNZ0lpSWlyaWttcWh0QkVCNHFQZnlYdWdaQ1JFUkV2Q1FiRVJFUkVSR1RZaUlpSWlMYTlKZ1VFeEVSRWRHbXh6WEZSRVFid0w1OSt5NFJSZEdyS01vVGh3NGRtcXgzUExTK2NiNFFyUjdQRkJNUmJRQ2lLTjRpQ01KRG9paStwTjZ4MFBySCtVSzBla3lLaVlpSWlHalRZMUpNUkVSRVJKc2VrMklpSWlJaTJ2U1lGQk1SRVJIUnBzZWttSWlJaUlnMlBTYkZSRVJFUkxUcE1Ta21JaUlpb2syUFNURVJFUkVSYlhwTWlvbUlpSWhvMCtOdG5vbldBYi9mL3lRQVZSQUVGWUFLQUtxcUtxWHFaY3RWVlYyb0svMWYzbDZycit4SDYydFIrL0x5eXJITCtsTUZRVkFWUlZFQm9IejcwdU16MmxhV1YvYXpYSGxwakVVeGF1Tlh4cmRjZVpXNGxjcnR5c3Uxc2N2MnNieXZNeDVyMjFhK1psWEtWOXB1NFhHeFdFUlozRjJsT3M2WFpjbzVYeGJQRnlLcURaTmlvam9aSEJ3VXRNZUNJTHk4c2w0UWhNcWlxdVZMdGF1bHZ0WXhscW9UeGVVL2JEb1hZeTgzeGxKMXkyMmpxbXJWc2F1VnI3Ui8ybmJBMHZ1elVoL0wxZXQwdWtWbHBRU004MldKY3M2WE01VWw4a1MwQWliRlJPdUFvaWl2QUNDb3FpcW9xaXJvZERvQmdBQUFXbG0xY3AxT0o2aXF1cWl0MWxlcC9iTGw1ZU1DRUhRNjNSbmxvaWhxdjcyRnBjb0JmTHUwSDlkcHNaVHF6OWltVkM1V2pxMzFJNHJpR2Z0VC9yeThYQkFFTFRPbzNIK3QrMFhsV252aGREWWlsTVpEV2J2S01SWWVWOFpaUTMxNW01WHF6emdXWlhFdXRDM2JkcjVZTFA1YUZNVU5QVitxSFZQT2wvTTNYMEJFUkVSckl4QUlxSUZBUUYyNUpSRVIwZnJFTDlvUkVSRVIwYWJIcEppSWlJaUlOajBteFVSRVJFUzA2VEVwSmlJaUlxSk5qMGt4RVJFUkVXMTZ2Q1FiRVJHdG1YMzc5bDBpaXFKWFVaUW5EaDA2TkZudmVHaDk0M3lodGNRenhVUkV0R1pFVWJ4RkVJU0hSRkY4U2Ixam9mV1A4NFhXRXBOaUlpSWlJdHIwbUJRVEVSRVIwYWJIcEppSWlJaUlOajBteFVSRVJFUzA2VEVwSmlJaUlxSk5qMGt4RVJFUkVXMTZ2RTR4RWIxZ2c0T0RRcjFqSUNJaWVpRjRwcGlJaUlpSU5qMG14VVJFUkVTMDZYSDVCQkdkTTM2Ly8wa0FxaUFJS2dBVkFGUlZWVXJWeTVhcnFycFFWL3EvdkwxV1g5bVAxdGVpOXVYbGxXT1g5YWNLZ3FBcWlxSUNRUG4ycGNkbnRLMHNyK3hudWZMU0dJdGkxTWF2akcrNThpcHhLNVhibFpkclk1ZnRZM2xmWnp6V3RxMTh6YXFVcjdUZHd1TmlzWWl5dUx0S2Rad3Z5NVJ6dml5ZUwwVG5HNU5pSWpwbkJFRjRlWld5cGRyVzFLNlcrbHJIV0twT0ZKZi8wT3hjakwzY0dFdlZMYmVOcXFwVng2NVd2dEwrYWRzQlMrL1BTbjBzVjYvVDZSYVZsUkl3enBjbHlqbGZ6bFNXeUJPZE4weUtpZWljVVJUbEZRQUVWVlVGVlZVRm5VNG5BQkFBUUN1clZxN1Q2UVJWVlJlMTFmb3F0Visydkh4Y0FJSk9wenVqWEJSRjdiZTNVRXU1Rmt1cHZySU9ZdW0zZW1VNUFFRVV4VVY5Vk90YkVBU3hjdXhTbjFyM2k4cTE5c0xwYkVRb2pZZXlkcFZqTER5dWpMT0crdkkySzlXZmNTeks0bHhvVzdidGZMRlkvTFVvaXB3dm5DODF6eGNRRVJFUkVSRVJFUkVSRVJFUkVSRVJFUkVSRVJFUkVSRVJFUkVSRVJFUkVSRVJFUkVSRVJFUkVSRVJFUkVSRVJFUkVSRVJFUkVSRVJFUkVSRVJFUkVSRVJFUm5RZEN2UU1nb3JyUysvMytMd3VDMEt5cWFuUHBmMnZaY3lzQWFYQncwRmJ2UUltSWlNNG5Kc1ZFbTV2Zzkvc0xnaUNJeTdSUmJUYWI4Y0NCQTRVMWk0cUlpR2lONmVzZEFCSFZsUXJnZWtWUk1xSW9KaFJGU1lpaW1DZ1dpd205WHAvSTVYSUpvOUdZWkVKTVJFUkVSRVJFUk5UZ3VIeUNHazFUUjBmSG5VNm44KzE2dmQ1YktCUm01K2JtSGhrZkg3OFp3R3k5ZzF0S0lCQlFLOHVtcDZlL05EazUrZEY2eEZPTGxXSTJtODBYZFhSMC9GMVRVOVBMQUJoU3FkUVRFeE1UNzg5bXM2TnJIV3N0V2x0YjMrWDFlbTh4R28xYkZVWEpKcFBKSnlZbUpqNGl5L0t6V2h1MzIzMjl4K081eVdnMGR1ZHl1WkZnTVBqSmFEVDZiL1dNZXptMUhBUE92ZnFvOFhXM2RIUjAzT1p3T0s0MEdvMGR4V0l4TmpJeWNua2lrZmpkR29hNmJBelY5cU5FSFJ3Y1hHNVoxbmxWeTN0MUk4NTlPcis0ZklJYXlyWnQyeDYwMiszN1pWaytIb2xFL3JtNXVmazFMcGZyT2ttU3RnOFBEMTlTNy9oV0VnNkg3MUVVSlFNQXlXVHlpWHJIVTR1bFluYTVYTzgwR0F5KzJkblpiMXV0MWxmWmJMYlg5L2IyL3VEWXNXTVgxUy9hcFZrc2xqL0xaREpINXVmbkg3VmFyWmZZN2ZZM21VeW1nYUdob2EwQVZMZmJmVU5YVjljOXVWenVWQ1FTK2JyVDZieXl0N2YzaDdsY2JpYVpUUDY2M3ZGWHM1cGp3TGxYSDh1ODd1TDI3ZHNmYVc1dXZqU1R5ZnhwWm1ibUozcTl2bDFWVmRNYWhyZGlES0ZRNkF2bEc1ak41cDEydTMzLy9QeDgzZDRUcTMydmJzUzVUMFMwSXIvZkx3Y0NBVldTcEg0QWtDUnBleUFRVVAxK2Y3YmVzUzBuRUFpb3BiTVdybnJIVXF1VllyWllMQzhCb0owcDhwYTFiMXFyR0ZmSlVQYllXUmF2RlFCMjc5NTlNaEFJcUZhcjlXSUFjRGdjK3dPQmdMcHQyN2FmMXlQWVd0UnlERGozNm1PbGZXaHRiWDEzSUJCUSsvcjZmb3JuOTJWTm5VME12YjI5RHdVQ0FkWHBkTDdqUEllM3BGcmZxeHR4N3RQNVZiZVBOb2pPaDBRaThTc0E4SGc4N3dmUTRuYTdyd2VBZUR6K2s3b0d0Z21sMCttbkFTaWxwMFVBVUZWVkJwQ3JXMURMeTVmK3Q3aGNycmNEUURLWi9BMkFKQUFZRElZdUFDZ1dpeU1BSU12eVFRQm9hbXA2NmRxSFdwc05lQXpPaVViWTc1YVdscXNCSUJLSi9KUEg0M20vMSt1OXZibTUrZVhyUEFaZlMwdkxGWVZDSVJLTlJoOWVvekFYMllqdlZWb2Z1SHlDR3NxSkV5ZmUxdFhWZGFmYjdiN0o3WGJmQkFDaFVPanpVMU5UZDlRNXRKcjQvZjZRb2lpSmVEeitzN0d4c2I4QkVLMTNUQ3VwSmViMjl2WVBBVUJwVFYrK3NuNjkyTHQzNzR4ZXIyOEZnSGc4L3VPVEowKytWNnVUWlhuWVpETHRjanFkSDVpY25Mekw0WEM4RHdCME9wMmpYdkd1eGtySGdIT3ZQcGJhQjR2RjhtSUE2T3pzL0dkSmtyYVZtdDgrTWpKeVZTd1crNWUxaUcyMU1iUzN0MzlRRUFSRE5CcjlIdXI0QjhocTM2c2JjZTdUK2FHcmR3QkU1NUxGWXRuajgvbnVGQVRCTURjMzk2Z2tTWDBtazJsbklwRTRVQ2dVSnVzZDMxSU1Cb012bVV3ZXlHYXp4MHdtMHc2cjFYcVIyV3p1ajhWaVA2eDNiRXVwTldhNzNmNzZycTZ1K3dxRlF2ajQ4ZU5Yb0hUbWRUMFNCRUdTWmZtRTBXanN0bGdzRndpQ0lDY1NpUU1Ba00vbnB4d094eFZXcS9WVlBwL3ZGcFBKMUtmVDZab1ZSWm1mbnA3K3dncGQxOVZ5eDRCenJ6NVcyb2YyOXZhN0JFRVFaMmRudjM3OCtQSExGRVZKMld5MlN5MFd5KzVJSkhMdldzUzR5aGlNdmIyOUQraDBPdXZvNk9oN2lzVmkzYjdZWE90N2RTUE9mU0k2ZTV2dTZpSzdkdTA2SEFnRTFPYm01amNEZ04xdXZ5SVFDS2dEQXdQSDZoMWJyU3dXeTBzQ2dZQzZiOSsrVEwxanFkVlNNVnNzbHNDK2Zmdm05KzdkRzJscWF0cGJyL2hXUzVLa2JhVzE2RElBU1N1M1dDeCtyOWY3eWJhMnRwdXNWdXZGZ1VCQTdlL3ZmN0tPb2E1b05jZUFjNjgrcXUzRDNyMTdad09CZ0dvMm03c0F3R3cyZDVYbTVKcWRnVjFOREsydHJWZVgzZzhIMWlxKzVhejJ2Ym9SNXo2ZGU0MjZmRUxxNys5L0FnQ2VmZmJaVitMNWozR2FkdTNhOWYvbTV1WWVucHFhdXYxY0ROVGQzZjBkUVJCMFkyTmo3d0pnZERnY2I0ekg0NDhNREF3Y201cWErblFzRm52UWJyZGZNVGMzOTBzQU1ZL0g4eEdQeDNQRDhQRHdwYklzUHdlY1h1d3Z5L0t6aVVUaTl5Nlg2NXJCd2NGbGsxbXoyZHp0Y0RqZVp6UWEyOGZHeHE1ZHF0M1dyVnQvVkNnVW91UGo0emNCU0dubDJuaERRME03SzdkcGFXbjVxMXIyT3hhTC9hQ1dkbXZOWkRMdEFBQlpsazhDUUNhVEdRSUF2VjdmVTgrNFZxQUhzSEJ6REZWVmpRQ2dLRXFzYmhHdGJNV1lKVW5xNit2ciszZEZVVkxQUHZ2c2EzTzUzRkFkNGx3TkI0QjRSWmtPWlg5Y3B0UHBnK2wwK2lBQWRIWjJmZ1VBNHZINGo5WXN3bFdxNFJodzd0WEhpdnVRVHFmL2FMUFozbWd3R0FZeW1jd3BuVTYzRFFCeXVkeXB0UXB5TlRHNDNlNGJBQ0FjRG45anJlSmJUZzN2MVkwNDkrazhhOGlrdUxPejgrK2JtcHIrREFBQ2dZQ3NsVWNpa2ErYXplWTlack41ajlmci9aUldQamc0Mkl6VmY2em1iRzl2djlGbXMxMENRSFM3M1RmT3o4OC8ydFBUODMyZFRuZURKRW45a2lSMWJ0bXk1UUdIdy9IMjU1NTc3aS9uNStjZjArbDBMVWFqc1VkVlZjT0tJNVMwdGJYZGJEQVkyclRuT3AzTzJkcmFlalVBcUtwYVVCUWxyZFhOenM3K0lKUEovRjZTcE8wT2grTXR5V1R5ZHloTGlGZXlaY3VXbXRhcXJkZWtPSkZJL0lmTlpudno5dTNiLysvYzNOeWpkcnY5RFFBd1B6Ly8wM3JIdGhTZnovY0pxOVY2Y1RhYlBTeUtvc1BoY0x3VkFDS1J5RmZxSGR0U2FvbTVyNi92TWIxZTc0bkg0dys3WEs2cnRmS3BxYWs3QWFTcmRGdFhlL2Z1UFRFM04vZUlxcXBKbTgyMkh3RGk4ZmovQVpBRkFLZlRlYTNENGZnTFdaYkh6V2J6SHB2TjlycE1Kbk40ZW5yNmEzVU5mQmtySFFQT3ZmcW9aUitDd2VDWGJEYmJHM3A2ZXI0VGk4WCsxZUZ3WEE0QTRYRDR5MnNWWjYweG1NM21peXdXeTRXRlFtRTJGb3Y5ZUszaVcwb3Q3OVdOT1BmcC9HdTRwTmpuODkzbThYaHVuSm1aK1Y0bWszbTZxNnZybmxBbzlQbGtNdm5idnI2K1IrYm01aDVWVlRYWDFOVDAwdEhSMFhmSXNod0JrR3B1Ym43ejl1M2JhMHFjQmdjSFd5UkpjbnE5M29XenpSNlA1OFpJSkhMUDJOall1eFJGV2ZneWg2SW84c2pJeU52bTUrY2ZjenFkNzlXK3VldDJ1Ni9MWnJQUE5EVTFMYnAyYm5kMzkzY0JJQndPMzVITlprZGRMdGMxMmlYR0tybGNydXZLbjJlejJTT1pUT2IzWHEvM1pnQ1ltSmo0TUxENEl1V1NKUFZyWmFxcUZnOGVQTGd3RjJSWlBqRTBOUFRLMG5iQjh1Y0RBd08va1NTcHI1YlhxUjVPbkRoeGRYZDM5OTBPaCtNdGJyZjcrbncrUDFtNkdQczUrV1RnZkpCbGViaTF0ZlZhcTlYNmFnREZUQ1l6RkE2SHZ4cU5ScjlkNzlpV1Vrdk1raVJ0QlFEdEY2bG1hbXJxaTFnSGlVbWxWQ3IxQjRmRDhWWlJGSzJGUWlFNFBUMzk1Y25KeVlVL25ndUZ3clRGWXJuUWJyZnZMeGFMc1ptWm1mdkh4OGR2UVNscFhvOVdPZ2FjZS9WUnl6NmtVcW4vR2gwZHZkTHI5ZDdoZHJzL21NL25KMDZkT25WakpCTDU2bHJGV1dzTWJXMXROd0JBTEJiN1BnQzVhbWRycUpiMzZrYWMrM1QrTmR5YVU2L1grMG1QeDNQVHhNVEV4d1JCS0xhM3Q5K1Z5V1NPek03T2Z0OXV0MStXeStXR0ZVVXB1TjN1L3hrTUJqODVNelB6VFFCb2FtcDY3ZGF0V3grb1pZekRody92QURBUEFQMzkvUWRVVmRVZlAzNzh6ejBlejBjN096dnZycmJOeE1URTM3cGNybmViVEtZQnJXeG1adVkrbDh2MWZnQW9YejZoMVI4N2R1ekNkRHI5MU1EQXdERkprdnFQSGoyNnRhV2w1YjNWK3RjRWc4SGJMQmJMQlR0Mzd2eERKQks1THg2UFA5RFoyZm0xVkNvMW1NL25Kd0hBNS9QZFdpZ1VaaU9SeU5jQlFCQ0VvcmFjWkptN0U1MWhwU1VlUkVSRVJCdEp3NTBwRG9WQ256R2J6WHQ2ZTN1L3FaVVpEQWFmeldaN1hXWGI3dTd1KzdXa09KVksvZGZodzRlOXRZNWp0VnBmWTdQWlhtVXdHSG9CaU8zdDdYY1VDb1VrQUJ3NWNtUlhlZHZkdTNmL053QWNQWHIwMHM3T3psczhIcytOeDQ4ZmYzVXltWHg4Zkh6OEE1V0o2RklKcDE2djcvSDVmTGN1RjFjd0dMeXRkTkYwMGVsMFh1Vnl1ZjVhbHVYaFFxRXd2ZFEyc1Zqc1crWFA4L244eE9qbzZBY0JZUHYyN1Q4dGY5N2IyL3MxZzhIUXVWd01SRVJFUkJ0Tnd5WEZBTlRKeWNsUHhXS3hoOG9MdDI3ZCtuQStuNTg4ZGVyVWh3Q2dxNnZyWG9QQjBIRzJnelEzTjcvRzYvVXVKS2hlci9mMmlZbUp2d1dlVDRJQllIQncwRnkyMlhTeFdFeVV0bitsd1dEb2FHNXVmbjFsMzkzZDNkOFZCS0U0TmpaMnhsbmhaREo1WUhCd3NHMzM3dDEvak1WaVA1NmNuUHlZSkVsYnQyM2I5b2pKWk9vUEJvT2ZBb0JJSlBMTlhDNFhjcnZkMTBtUzFEOCtQbjdEamgwN2ZsbmVsMTZ2YjlVUzdHUXkrUXNBNDFxZHdXRG9MRjlLVXZtY2lJaUlxTkUwWWxJTXI5ZjdpZkpsQ0JxRHdkQ3hkZXZXYzNLWG5XQXcrRmtBS0JRS29hNnVybjhhSEJ4MGV6eWVkMnYxZzRPRDVrQWdjTWFsWGV4MisrdnNkdnRyQWNEbjg5MFppVVMrVmkxT2w4dDFqYXFxNVVteFhsWFZZdWx4TVpQSkRMVzF0WDI0cWFucEFyUFp2QmVBYVhSMDlLK2kwZWkvQXFlWFlxVFQ2UTVKa3ZxajBlaER5V1R5VjdVdWR4Z2JHM3RQK2ZPZW5wN3Y1UFA1ME5UVTFNMjF2VEpFUkVSRUcwOURKc1VXaTJXUHFxcUY0ZUhoTjZCMHE4OGRPM2I4T3BmTG5Sb2RIWDFYZVZ1ajBiZ3JsOHY5ZDlXT2x0ZnM4L2x1RFFhRHR3RkFJQkNJYUdlS0FhQy92Ly94eWcwOEhzL0hMUmJMU3dGZ2NuTHlJOVBUMC85NDZ0U3A2MWRhUGlHS29sVlYxVXg3ZS9zZEFKREpaSjV1YW1xNndHcTF2Z29BNXVibUhqV1pUQzlxYjIrL0l4NlBQNUpPcDAvMTl2WitGd0NLeFdLc282UGppOFZpTWF6VDZUelZkcVJZTElaRG9kQTN1cnE2UGxPdFhoUkZrOFZpdWFDOHpHS3hYS0NkZFNjaUlpTGE2Qm94S1JZbFNYcVJJQWo2eWlVRFJxT3hhOGVPSGI4dUw4dG1zMGVQSGowNmdGVXltVXhOcFQ2M0FFQW9GUHEwVmxjc0Z1Y21KeWMvVml3V1piUFo3Q29WSzdPenMvY3JpcEswMiszN3M5bnNVSGQzZDlWdnVXcFhuNWlkbmYzZnFWVHFDYjFlNzhybjgrUGxWN3NvWjdmYkw3UGI3WmVWOXVlVTBXanNOaHFOWFFEZ2RydXZ6MlF5ejRpaUtDMTFCUXRabHArZG01dDd5TzEyWDErdFhxZlRPYXJWTVNrbUlpS2lSdEdJU2JGdzRzU0pseW1LWXZSNnZUZTJ0TFJjbGN2bHhveEdZNDhzeTZPam82T1hBNERaYkw2d3U3djdHOFZpY2M1aXNieWtyNi92c2RVTU1qSXlzaDhBbkU3bk5RQXdOVFYxajdaODR0Q2hRdzZIdy9HV0hUdDJQQXljdnBad0pwUDVZeUtSK0swa1NYdnNkdnQrVVJTZDFaWk9BS2VYVHdCQUpwTjVDa0JFRUFTZExNdlBIVGx5Wkd0NXUvS2JjRGlkem10N2UzdS9sVXdtZjUvTDVZWkhSa2JlS2N2eXNXS3hHTmZwZEk0dFc3WThDQ3crQzYyZHBjNWtNaE5hbmNsazZ2RjZ2Wjl6T0J6N1JWRzBLSXFTRWdSQlB6OC8vMWd3R0x3em5VNC92WnJYaW9qV3pqSlhrRkVIQndkRjdZblZhcjJrczdQemJyUFp2RHVmejRmRDRmQlgxdklhdUVSRTYwM0RKY1dTSlBVMU56ZnZkN3ZkMXhrTWhvNTBPdjNVMk5qWTVidDI3VG9GUURhWlRIdU1SbU8vMVdwOUJRRGtjcmx4VlZVTmVyMitkWlhqN0FhZ0NvSWdBa0JiVzlzN1U2blVVOXFhM0hnOC9wOG5UcHg0bzZJbytVS2g4RncybTUwR1RpOUZBSUJVS3ZVbkxRbGRidm1FMSt2OUdIRDZ6a0tsSWhHbmw0UjRBRUJWVlJVQURBYURiV1ptNW51NVhHN0k2WFJlNi9GNFBtUTBHbnYwZXIwVGVQNE9ieDBkSFY5Y1lwZWFuRTduTzFwYVd2YmJiTGJMY3JuY3hQSGp4MSs5YytmT1ArYnorWW54OGZHLzd1bnBlWERuenAxUFpUS1paeEtKeEdNVEV4TmZCaEJhemV0R1JPZFhLQlQ2UXZsenM5bTgwMjYzNzUrZm4xLzRsTXhvTkE1czM3NzkzMVZWemMvTXpIemI0WEM4dGJPejgwdjVmRDRjaThWcXVqUWxFVkdqYWJpa3VMVzE5VDFlci9mamlxSWtKeWNuYjUyZW5yNGJ3TUxOTkF3R2c5ZnI5WDVDVmRWY05wc2RDb2ZEbjh0a01vZFdlOTNkN3U3dXI4dXlQRFkxTlhWYmQzZjN2UjBkSGYrZzFmWDA5SHdiZ0pib2lnQ1FTQ1FPaUtJb05UVTF2UXlBbXN2bG9yV01ZN0ZZL2h3QXRMc0V0YmEyWGwzcUh3Q1F5K1hHQUdCNmVucmhMang2dlY0eW1VdzdzOW5zc1dReStSL1piUFo0UzB2TFZRRFExdGIya1NXR3l2bDh2cHNOQm9NM0hBNy8vZVRrNU9kUWRwZS9SQ0x4MnlOSGpnejRmTDZiM0c3M0RVNm44NXFKaVluYmF0a0hJbG83VTFOVG55aC8zdHZiK3hBQVJLUFJoZHZ2K255K0R3dUNJRTFPVHQ0YURvZS9sRXFsRHZUMjl2N1E0L0Y4a0VreEVXMVdEWmNVVDAxTjNWVXNGdVBUMDlQM0E1alZ5cFBKNUpPNVhHNHNGQXJkSFFxRnF0NWdZelhHeDhjLzd2RjRobU94MklPeFdPeG5UcWZ6alNhVGFaZE9wN09wcXFvcmJ5dUtvaENQeDMraDErdDltVXhtS0pGSVBBNGdyTlVIZzhIUEtvb1NrV1g1VkQ2Zm55amY5dVRKazFlMnRiVzlMNTFPRHdKQUtwVjZQQnFOUHFBb1NqYWZ6NGZqOGZoOWxiR0Z3K0Z2aGNQaCsxRDZraUZ3K3JyS29paGFLNi9GdkdmUG5sQStuNDhBeUE4UEQrL1A1WElUS04yWUJBRG01dVorbnMvbnRmdmNKNFBCNEdlQ3dlRG5KVW5hQmlCM3RxOGZFYTBKWDB0THl4V0ZRaUVTalVZWHJyeGp0Vm92Qm9CVUt2VkxBSWhHbzcvcDdlMkZ5V1FLNFBsUG80aUlpSWlJTnI3Mjl2WTdBNEdBV25tblRiL2ZueTB0MjlMK1NOWUhBZ0cxVkdaYjgwQ0ppTllCY2VVbVJFUzBBUmxiVzF2ZkJ3Q1JTT1QraWpydFU4SnFaNFNMVmNxSWlCb2VrMklpb2diVTJ0cjZEb1BCMEpaS3BSNlhaZmw0ZVYyaFVKZ0JBS1BSNkM0VnVZSFRsNU1Fa0ZyYlNJbUkxZ2NteFVSRURjanRkdDhBQU9GdytCdVZkZWwwK2lrQXNOdnRsd0JBUzB2THhRQ1FTQ1NlV01zWWlZaldrNGI3b2gwMUp1MnlkYXU5U2dqUlJ1YjMrNjhFZ0lNSEQvN0xhcll6bTgwWFdTeVdDd3VGd3F4MjVacHlrVWprWHJ2ZC9xYjI5dmJQbWt5bW5TMHRMVzlUVmJVWWlVUytVSzAvSXFMTmdHZUtpYWpoK1AxbUd5Mk9BQUFYcFVsRVFWVCtLN1dFY2lNVEJPRWhRUkFlV3UxMmJXMXROd0JBTEJiN1BnQzVzbjUrZnY0WG82T2oxeFlLaFlqTDVicXVVQ2pNam95TXZEMlJTRHg1RHNJK2Erdjl1REcrRjJhOXgwZkVNOFZFNThuWm51V3JwNDBZY3pWbGllU0czbyt6TlRvNmV0WG82T2hWeTdXSlJxUGZpVWFqMzFtcm1HcXgzbzhiNDN0aDFudDh5OW03ZDI4bkFJZkJZRGoxOU5OUHo5VTdIam8vZUthWTZEdzUyN044OWJRUll5WWlPdDkwT3QwWDlIcjk0V0t4K0taNngwTG5ENU5pSWlJaUl0cjBtQlFURVJFUjBhYkhwSmlJaUlpSU5qMG14VVJFUkVTMDZURXBKaUlpSXFKTmowa3hFUkVSRVcxNlRJcUppSWlJYU5OalVreEVSRVJFbXg2VFlpSWlJaUxhOUpnVUV4RVJFZEdteDZTWWlJaUlpRFk5SnNWRVJFUkV0T2t4S1NZaUlpS2lUWTlKTVJFUkVSRnRla3lLaVlpSWlHalRZMUpNUkVSRVJKc2VrMklpSWlJaTJ2U0VlZ2RBVkl0QUlLQUNnS3FxdVhySFFrUkVtNHNnQ0VZQVVCVGxxai85NlU4UDFUc2VPai8wOVE2QXFCYXFxdjVTRUlSTHRSOU1SRVJFYTBsVjFhUW9pbitzZHh4MC92Qk1NVzBZQXdNRFRJaUppS2d1aG9hR2lnQ0s5WTZEaUlpSWlJaUlpSWlJaUlpSWlJaUlpSWlJaUlpSWlJaUlpSWlJaUlpSWlJaUlpSWlJaUlpSWlJaUlpSWlJaUlpSWlJaUlpSWlJaUlpSWlJaUlpSWlJaUlpSWlJaUlpSWlJaUlpSWlJaUlpSWlJaUlpSWlJaUlpSWlJaUlpSWlJaUlpSWlJemhXaDNnRVFFZEVDdmQvdi83SWdDTTJxcWphWC9yZVdQYmNDa0FZSEIyMzFEcFNJcU5Fd0tTWWlXajhFdjk5ZkVBUkJYS2FOYXJQWmpBY09IQ2lzV1ZSRVJKdUF2dDRCRUJIUkFoWEE5WXFpWkVSUlRDaUtraEJGTVZFc0ZoTjZ2VDZSeStVU1JxTXh5WVNZaUlpSWlJaUlpTTQ1THArZ2hoVUlCTlRLc3VucDZTOU5UazUrdEI3eDFLQ3BvNlBqVHFmVCtYYTlYdTh0RkFxemMzTnpqNHlQajk4TVlMYmV3UUdBMld5K3FLT2o0KythbXBwZUJzQ1FTcVdlbUppWWVIODJteDNWMm15MDE3MjF0ZlZkWHEvM0ZxUFJ1RlZSbEd3eW1YeGlZbUxpSTdJc1A2dTFjYnZkMTNzOG5wdU1SbU4zTHBjYkNRYURuNHhHby85V3o3aFhzdEp4cU9WWXJqZU5zRTgxdmo4c0hSMGR0emtjaml1TlJtTkhzVmlNall5TVhKNUlKSDYzaHFFdUcwTzEvU2hSQndjSGwxditjOTdVR3BQVmFyMmtzN1B6YnJQWnZEdWZ6NGZENGZCWHd1SHdsOWNvVEZySHVIeUNHbDQ0SEw1SFVaUU1BQ1NUeVNmcUhjOVN0bTNiOXFEZGJ0OHZ5L0x4U0NUeXo4M056YTl4dVZ6WFNaSzBmWGg0K0pKNnh3Y0FMcGZyblFhRHdUYzdPL3R0cTlYNktwdk45dnJlM3Q0ZkhEdDI3S0xLdGh2bGRiZFlMSCtXeVdTT3pNL1BQMnExV2kreDIrMXZNcGxNQTBORFExc0JxRzYzKzRhdXJxNTdjcm5jcVVnazhuV24wM2xsYjIvdkQzTzUzRXd5bWZ4MXZlTmZ5VkxIWVRYSGNyMXBoSDFhNXYwaGJ0KysvWkhtNXVaTE01bk1uMlptWm42aTErdmJWVlUxcldGNEs4WVFDb1crVUw2QjJXemVhYmZiOTgvUHo5ZnRQVkZMVEVhamNXRDc5dTMvcnFwcWZtWm01dHNPaCtPdG5aMmRYOHJuOCtGWUxQYkEya2ROUkxRR0FvR0FXanB6NEtwM0xMWHcrLzF5SUJCUUpVbnFCd0JKa3JZSEFnSFY3L2RuNngyYnhtS3h2QVNBZHNiRlcvWWFOMmx0TnRyckRzQlE5dGhaRnI4VkFIYnYzbjB5RUFpb1ZxdjFZZ0J3T0J6N0E0R0F1bTNidHAvWEk5aGFyWFFjYWptVzYwMGo3Tk5LKzlEYTJ2cnVRQ0NnOXZYMS9SVFA3OHVhT3BzWWVudDdId29FQXFyVDZYekhlUTZ2WnRWaTZ1bnArVllnRUZBOUhzOUhBTURwZEw0OUVBaW8vZjM5VDlZdlVsb3Y2dktHSTZMRkVvbkVyd0RBNC9HOEgwQ0wyKzIrSGdEaThmaFA2aHBZbVhRNi9UUUFwZlMwQ0FDcXFzb0FjblVMNm9YTGwvNjN1Rnl1dHdOQU1wbjhEWUFrQUJnTWhpNEFLQmFMSXdBZ3kvSkJBR2hxYW5ycDJvZDY3alRpc1d5RWZXcHBhYmthQUNLUnlEOTVQSjczZTczZTI1dWJtMSsrem1Qd3RiUzBYRkVvRkNMUmFQVGhOUXB6SlZWajB2NjRUYVZTdndTQWFEVDZHd0F3bVV3Qk1DZmE5TGg4Z2hxZTMrOFBLWXFTaU1malB4c2JHL3NiQU5GNngxVE5pUk1uM3RiVjFYV24yKzIreWUxMjN3UUFvVkRvODFOVFUzZlVPYlNxMnR2YlB3UUFwYlcxK2NyNmpmSzZBOERldlh0bjlIcDlLd0RFNC9FZm56eDU4cjFhblN6THd5YVRhWmZUNmZ6QTVPVGtYUTZINDMwQW9OUHBIUFdLZHpWcU9RNHJIY3YxcGhIMmFhbDlzRmdzTHdhQXpzN09mNVlrYVZ1cCtlMGpJeU5YeFdLeGYxbUwyRlliUTN0Nyt3Y0ZRVEJFbzlIdllaMzhBYkpVVEVhanNSTUFVcWxVcUZRVUFRQ2RUbWZDNlUrSDV0YzZWbG8vZFBVT2dPaDhNUmdNdm1ReWVTQ2J6UjR6bVV3N3JGYnJSV2F6dVQ4V2kvMnczckZWWTdGWTl2aDh2anNGUVRETXpjMDlLa2xTbjhsazJwbElKQTRVQ29YSmVzZFh6bTYzdjc2cnErdStRcUVRUG43OCtCVW9uVlVGTnQ3ckRnQ0NJRWl5TEo4d0dvM2RGb3ZsQWtFUTVFUWljUUFBOHZuOGxNUGh1TUpxdGI3SzUvUGRZaktaK25RNlhiT2lLUFBUMDlOZldLSHJ1cW4xT0N4M0xOZWJSdGlubGZhaHZiMzlMa0VReE5uWjJhOGZQMzc4TWtWUlVqYWI3VktMeGJJN0VvbmN1eFl4cmpJR1kyOXY3d002bmM0Nk9qcjZubUt4dUI2K0ZMeGtURDZmN3c1QkVNUmdNSGczZ0JRQTBlZnpmUW9BZ3NIZ1o3RU8vNEFpb25PRFZ4Y3BzVmdzTHdrRUF1cStmZnN5OVk1bEtidDI3VG9jQ0FUVTV1Ym1Od09BM1c2L0loQUlxQU1EQThmcUhWczVpOFVTMkxkdjMvemV2WHNqVFUxTmUxZG91KzVmOTNLU0pHMHJyZU9XQVVoYXVjVmk4WHU5M2srMnRiWGRaTFZhTDk1b2F4Q1hPZzZyT1piclRTUHNVN1Y5Mkx0Mzcyd2dFRkROWm5NWEFKak41cTdTbkZ5ek03Q3JpYUcxdGZYcTB2dmh3RnJGdDVMbFl0cXpaMDhvRUFpb1JxTnhvRlRrS3gyRCtOcEdTZXRSbzY2ZmtmcjcrLy9RMzkvL0J3REdzdkttWGJ0MlBkUGUzdjUzNTJxZzd1N3U3L1QwOUh5LzlOVG9jRGorQndBTURBd2NhMmxwdVFvNG5kd0FhQUVBajhmemtkMjdkNCtXZlNRRkxmSHA3dTcrN2pLWGxGbGdOcHU3ZlQ3ZlozcDZlcjY5WEx1dFc3ZitxTHU3KzM1VWZNbGt1VVNycGFYbHIycjV0MUtNNjhBWlM0TlVWVFVDZ0tJb3NmcUVzektUeWJRREFHUlpQZ2tBbVV4bUNBRDBlbjFQUGVNcUowbFNYMTlmMzc4cmlwSTZkdXpZcTFPcDFETVZUVGJjNnc2ZzJqSUlIY3IrcUV5bjB3ZERvZENucDZlbnYrSndPQzRIZ0hnOC9xTzFDdkFzckhnY2FqaVc2MDBqN05PSys1Qk9wLzhJQUFhRFlRQUFkRHJkTmdESTVYS24xaXJJMWNUZ2RydHZBSUJ3T1B5TnRZcHZKY3ZGbEU2bm53SUF1OTErQ1FDMHRMUmNEQUNKUkdMZFhpR0gxazVEcmludTdPejgrNmFtcGo4RGdFQWdJR3Zsa1Vqa3EyYXplWS9aYk43ajlYby9wWlVQRGc0MmQzVjFmZHB1dDE5ZVMvOUhqaHpwQmVCc2IyKy8wV2F6WFFKQWRMdmROODdQenovYTA5UHpmWjFPZDRNa1NmMlNKSFZ1MmJMbEFZZkQ4ZmJubm52dUwrZm41eC9UNlhRdFJxT3hSMVZWd3dyRExHaHJhN3ZaWURDMGFjOTFPcDJ6dGJYMWFnQlFWYldnS0VwYXE1dWRuZjFCSnBQNXZTUkoyeDBPeDF1U3llVHZjUG9qb3BwczJiS2xwalZyc1Zqc0I3WDJXUTgrbis4VFZxdjE0bXcyZTFnVVJZZkQ0WGdyQUVRaWthL1VPN2FsSkJLSi83RFpiRy9ldm4zNy81MmJtM3ZVYnJlL0FRRG01K2QvV3UvWU5IMTlmWS9wOVhwUFBCNS8yT1Z5WGEyVlQwMU4zUWtndlJGZjk3MTc5NTZZbTV0N1JGWFZwTTFtMnc4QThYajgvd0RJQW9EVDZielc0WEQ4aFN6TDQyYXplWS9OWm50ZEpwTTVQRDA5L2JXNkJyNk1XbzdEU3NleURtRXZxeEgycVpaOUNBYURYN0xaYkcvbzZlbjVUaXdXKzFmdGo3QzF2STV1clRHWXplYUxMQmJMaFlWQ1lUWVdpLzE0cmVKYnprb3hSU0tSZSsxMis1dmEyOXMvYXpLWmRyYTB0THhOVmRWaUpCSlp0MHVoYU8wMFhGTHM4L2x1ODNnOE44N016SHd2azhrODNkWFZkVThvRlBwOE1wbjhiVjlmM3lOemMzT1BxcXFhYTJwcWV1bm82T2c3WkZtT0FFanA5WHEzMFdpcytZeWNKRWxPcjlkN3UvYmM0L0hjR0lsRTdoa2JHM3VYb2lnTGE1SVVSWkZIUmtiZU5qOC8vNWpUNlh5djlnMWV0OXQ5WFRhYmZhYXBxV25SOVdlN3U3dS9Dd0RoY1BpT2JEWTc2bks1cnRFdTAxWEo1WEpkVi80OG04MGV5V1F5di9kNnZUY0R3TVRFeEllQnhSYzFseVNwWHl0VFZiVjQ4T0RCaGJrZ3kvS0pvYUdoVjVhMkM1WS9IeGdZK0kwa1NYMjF2azcxSXN2eWNHdHI2N1ZXcS9YVkFJcVpUR1lvSEE1L05ScU5MbnQydlo1T25EaHhkWGQzOTkwT2grTXRicmY3K253K1AxbTZxUC90SzIrOU5pUkoyZ29BMmk5SnpkVFUxQmNCcERmaTY1NUtwZjdnY0RqZUtvcWl0VkFvQktlbnA3ODhPVG01OEVkem9WQ1l0bGdzRjlydDl2M0ZZakUyTXpOei8vajQrQzBvSmMzclVTM0hZYVZqdWFZQjE2QVI5cW1XZlVpbFV2ODFPanA2cGRmcnZjUHRkbjh3bjg5UG5EcDE2c1pJSlBMVnRZcXoxaGphMnRwdUFJQllMUFo5QUhMVnp0YllTakhOejgvL1luUjA5RnFmejNlcnkrVzZUcGJsNThiSHh6K1lTQ1EyekhJb09uOGFiczJwMSt2OXBNZmp1V2xpWXVKamdpQVUyOXZiNzhwa01rZG1aMmUvYjdmYkw4dmxjc09Lb2hUY2J2Zi9EQWFEbjV5Wm1mbm1DeG12djcvL2dLcXErdVBIai8rNXgrUDVhR2RuNTkzVjJrMU1UUHl0eStWNnQ4bGswdFl4WVdabTVqNlh5L1YrQUpCbCtkbEVJdkY3bDh0MWpWWi83Tml4QzlQcDlGTURBd1BISkVucVAzcjA2TmFXbHBiM1Z1dGZFd3dHYjdOWUxCZnMzTG56RDVGSTVMNTRQUDVBWjJmbjExS3AxR0ErbjU4RUFKL1BkMnVoVUppTlJDSmZCd0JCRUlwVFUxTzNBOHZlRWVnTWc0T0REVGQzaUlpSWFQTnF1RFBGb1ZEb00yYXplVTl2Yis5Q3Ntc3dHSHcybSsxMWxXMjd1N3Z2UDl1azJHcTF2c1ptczczS1lERDBBaERiMjl2dktCUUtTUUE0Y3VUSXJ2SzJ1M2Z2L204QU9IcjA2S1dkbloyM2VEeWVHNDhmUC83cVpETDUrUGo0K0FjcUU5R2xFazY5WHQvajgvbHVYUzZ1WURCNFcrbEM1YUxUNmJ6SzVYTDl0U3pMdzRWQ1lYcXBiV0t4MkxmS24rZnorWW5SMGRFUEFzRDI3ZHQvV3Y2OHQ3ZjNhd2FEb1hPNUdJaUlpSWcybW9aTGlnR29rNU9UbjRyRllnK1ZGMjdkdXZYaGZENC9lZXJVcVE4QlFGZFgxNzBHZzZHanZFMHQzL0lQaDhQM1JpS1JlNXVibTEvajlYb1hFbFN2MTN2N3hNVEUzd0xQSjhFQU1EZzRhQzdiZkxwWUxDWUFvTG01K1pVR2c2R2p1Ym41OVpWamRIZDNmMWNRaE9MWTJOZ1paNFdUeWVTQndjSEJ0dDI3ZC84eEZvdjllSEp5OG1PU0pHM2R0bTNiSXlhVHFUOFlESDRLQUNLUnlEZHp1VnpJN1haZkowbFMvL2o0K0EwN2R1ejRaWGxmZXIyK1ZVdXdrOG5rTHdDTWEzVUdnNkZ6Ky9idFAxM3FPUkVSRVZHamFjU2tHRjZ2OXhQbHl4QTBCb09oWSt2V3JVdmViV2VwZGJzVmZiaUFoZXNab2xBb2hMcTZ1djVwY0hEUTdmRjQzcTIxR3h3Y05BY0NnVE11RldTMzIxOW50OXRmQ3dBK24rL09TQ1R5dFdweHVseXVhMVJWTFUrSzlhcXFGa3VQaTVsTVpxaXRyZTNEVFUxTkY1ak41cjBBVEtPam8zOFZqVWIvRlRpOUZDT2RUbmRJa3RRZmpVWWZTaWFUdjZwMXVjUFkyTmg3eXAvMzlQUjhKNS9QaDZhbXBtNnVaWHNpSWlLaWphZ2hrMktMeGJKSFZkWEM4UER3RzFDNjVlZU9IVHQrbmN2bFRvMk9qcjZydkszUmFOeVZ5K1grRzFqMU90bG1uODkzYXpBWXZBMEFBb0ZBUkR0VERBRDkvZjJQVjI3ZzhYZytickZZWGdvQWs1T1RINW1lbnY3SFU2ZE9YYi9TOGdsUkZLMnFxbWJhMjl2dkFJQk1Kdk4wVTFQVEJWYXI5VlVBTURjMzk2akpaSHBSZTN2N0hmRjQvSkYwT24ycXQ3ZjN1d0JRTEJaakhSMGRYeXdXaTJHZFR1ZXB0aVBGWWpFY0NvVyswZFhWOVpscTlhSW9taXdXeXdYbFpSYUw1UUx0ckRzUkVSSFJSdGVJU2JFb1NkS0xCRUhRVnk0Wk1CcU5YVHQyN1BoMWVWazJtejE2OU9qUkFheVN5V1JxS3ZXNUJRQkNvZENudGJwaXNUZzNPVG41c1dLeEtKdk5abGVwV0ptZG5iMWZVWlNrM1c3Zm44MW1oN3E3dTZ0K0kxKzcrc1RzN096L1RxVlNUK2oxZWxjK254OHZ2OXBGT2J2ZGZwbmRicitzdEQrbmpFWmp0OUZvN0FJQXQ5dDlmU2FUZVVZVVJXbXBNK0d5TEQ4N056ZjNrTnZ0dnI1YXZVNm5jMVNyWTFKTVJFUkVqYUlSazJMaHhJa1RMMU1VeGVqMWVtOXNhV201S3BmTGpSbU54aDVabGtkSFIwY3ZCd0N6Mlh4aGQzZjNONHJGNHR6WkRHSXdHTm9Cd09sMFhnTUFVMU5UOTJqTEp3NGRPdVJ3T0J4djJiRmp4OFBBNldzSlp6S1pQeVlTaWQ5S2tyVEhicmZ2RjBYUldXM3BCSEI2K1FRQVpES1pwd0JFQkVIUXliTDgzSkVqUjdhV3R3c0VBcW9zeTg4T0RRM3RkRHFkMS9iMjluNHJtVXorUHBmTERZK01qTHhUbHVWanhXSXhydFBwSEZ1MmJIa1FXSHdXV2p0TG5jbGtKclE2azhuVTQvVjZQK2R3T1BhTG9taFJGQ1VsQ0lKK2ZuNytzV0F3ZUdjNm5YNzZiRjR6SWxvYmJyZjdlby9IYzVQUmFPek81WElqd1dEd2s5Rm85Ti9LMjFTNzBrenBFb0FmWGJ0SWlZaldqNFpMaWlWSjZtdHVidDd2ZHJ1dk14Z01IZWwwK3FteHNiSExkKzNhZFFxQWJES1o5aGlOeG42cjFmb0tBTWpsY3VOTlRVMnY3ZS92LzgvVmpETStQdjRCQUtvZ0NDSUF0TFcxdlRPVlNqMmxyY21OeCtQL2VlTEVpVGNxaXBJdkZBclBaYlBaYWVEMFVnUUFTS1ZTZjlLUzBPV1dUM2k5M284Qno5OWhDS2Z2UXFnQThBQ0FxcW9xQUJnTUJ0dk16TXozY3JuY2tOUHB2TmJqOFh6SWFEVDI2UFY2Si9EOFhkSTZPanErdU1RdU5UbWR6bmUwdExUc3Q5bHNsK1Z5dVluang0Ky9ldWZPblgvTTUvTVQ0K1BqZjkzVDAvUGd6cDA3bjhwa01zOGtFb25ISmlZbXZnd2d0SnJYallqT0w3ZmJmVU5YVjljOXVWenVWQ1FTK2JyVDZieXl0N2YzaDdsY2JpYVpUUDY2c24wNEhMNUhVWlFNQUNTVFNkN1ZpNGcycllaTGlsdGJXOS9qOVhvL3JpaEtjbkp5OHRicDZlbTdBU3pjVE1OZ01IaTlYdThuVkZYTlpiUFpvWEE0L0RsUkZKdTFhL2pXeW1LeCtHVlpIcHVhbXJxdHU3djczbzZPam4vUTZrcTNYOVlTWFJFQUVvbkVBVkVVcGFhbXBwY0JVSE81WExUR2NmNGNBTFE3ODdTMnRsNWRmbnZuWEM0M0JnRFQwOU1MZDBUUzYvV1N5V1RhbWMxbWp5V1R5Zi9JWnJQSHRWdE90N1cxZldTSm9YSStuKzltZzhIZ0RZZkRmejg1T2ZrNUFFbXRNcEZJL1BiSWtTTURQcC92SnJmYmZZUFQ2YnhtWW1MaXRscjJnWWpXVGx0YjIvOENnTkhSMGF1VHllVGp5V1R5VjF1M2J2MUpXMXZiUjZzbHhSTVRFNThHTUxQbWdSSVJyVE1ObHhSUFRVM2RWU3dXNDlQVDAvY0RtTlhLazhua2s3bGNiaXdVQ3QwZENvVVczV0RqOE9IRHE3MzJydDNqOFF6SFlyRUhZN0hZejV4TzV4dE5KdE11blU1blUxVlZWOTVRRkVVaEhvLy9RcS9YK3pLWnpGQWlrWGdjUUZpckR3YURuMVVVSlNMTDhxbDhQajlSdnUzSmt5ZXZiR3RyZTE4Nm5SNEVnRlFxOVhnMEduMUFVWlJzUHA4UHgrUHgreW9EQzRmRDN3cUh3L2VoOUNWRDRQUjFsVVZSdEI0K2ZOaGIzbmJQbmoyaGZENGZBWkFmSGg3ZW44dmxKZ0RNYS9WemMzTS96K2Z6MnYzdWs4Rmc4RFBCWVBEemtpUnRBNUJiNVd0R1JPZVp3V0RvQW9CaXNUZ0NBTElzSHdTQXBxYW1sOVl6TGlLaTlZNTNKU01pYWlBdmV0R0xqcHBNcGwzVDA5T2ZtNXljdk12bjgzM0M1L1BkV25rNzkvTGJ2Q3VLa29qSDR6OGJHeHY3R3dBMWZZcEZSTlJvbUJRVEVUVVFoOE54K1pZdFcvNU5FQVFkQU9UeitTbUR3ZEJlTEJiamh3NGRhdEhhZFhkM2YxMVJsSVFvaWc2SHcvRVd2Vjd2aXNmalB6bDU4dVRsOVl1ZWlLaCttQlFURVRVWWk4WGl0OWxzYjFaVk5aRktwUTd1MkxIalFDcVYrdDJ6eno3N2lpWGF2MlRuenAxUEZZdkY3S0ZEaDh6VjJoQVJOYnFHVzFOTVJMVFpwZFBwZytsMCtpQUFkSFoyZmdVQTR2SDRqOHFhNkFFVXRDZXFxaG9CUUZHVTJGckdTVVMwbmpBcEppSnFJRTZuODFxSHcvRVhzaXlQbTgzbVBUYWI3WFdaVE9idzlQVDAxN1EyUHAvdkUxYXI5ZUpzTm51NHRIemlyUUFRaVVTK3NuVFBSRVNOalVreEVWRURLUlFLMHhhTDVVSzczYjYvV0N6R1ptWm03aDhmSDc4RlFGWnJJOHZ5Y0d0cjY3VldxL1hWQUlxWlRHWW9IQTUvTlJxTlZyM0xKaE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WRIRzl2OEJ2Rm5aMFNIcCtHMEFBQUFBU1VWT1JLNUNZSUk9IiwKCSJUaGVtZSIgOiAiIiwKCSJUeXBlIiA6ICJmbG93IiwKCSJWZXJzaW9uIiA6ICIiCn0K"/>
    </extobj>
    <extobj name="ECB019B1-382A-4266-B25C-5B523AA43C14-9">
      <extobjdata type="ECB019B1-382A-4266-B25C-5B523AA43C14" data="ewoJIkZpbGVJZCIgOiAiMjQyOTM1NTEzMzE4IiwKCSJHcm91cElkIiA6ICIxNTEwMjAwMDk3IiwKCSJJbWFnZSIgOiAiaVZCT1J3MEtHZ29BQUFBTlNVaEVVZ0FBQWp3QUFBQ2lDQVlBQUFCRi9CZUFBQUFBQ1hCSVdYTUFBQXNUQUFBTEV3RUFtcHdZQUFBTFYwbEVRVlI0bk8zZGI0aFY5Ym9IOEdlNXh4eUxzcklrMUpNWHF3Tnk3YXByYnZjRVl1YkJmSEhPU1lsS3dwUjZrYmRJdkdWZDZmYm5Gc1Y1Y2J0UjJqLzBLdUVKUVN5b1FNSUxaU1YwTEttY29iU0lvRXVOWlJyV2l4RVZjdlplOTBYTzRKZ3plNC9qekY1N3plY0RBM3Z0Mzlydy9jMSsxcXhuLy9hZXRTTUFBQUFBQUFBQUFBQUFBQUFBQUFBQUFBQUFBQUFBQUFBQUFBQUFBQUFBQUFBQUFBQUFBQUFBQUFBQUFBQUFBQUFBQUFBQUFBQUFBQUFBQUFBQUFBQUFBQUFBQUFBQUFBQUFBQUFBQUFBQUFBQUFBQUFBQUFBQUFBQUFBQUFBQUFBQUFBQUFBQUFBQUFBQUFBQUFBQUFBQUFBQUFBQUFBQUFBQUFBQUFBQUFBQUFBQUFBQUFBQUFBQUFBQUFESW15bFRwbncyZGVyVS80dUlzNnJ0TzJyVXFDc3V1T0NDUlJNblRsd2RFZWNPZnJyQjA1OTUwN2VtZWdjQWdHcjI3OS8vMzZWUzZleUkrS1d2L2FaTm0vWnpxVlM2b0d2N3UrKysrMnRFSEJyc2ZJT2wxbmxUWFZMdkFBQndwa3llUEhuTGtTTkgvajUrL1Bnbkl5SmFXMXN2am9pRGRZNEZBRkJkbXFaWm1xWlpSRncwR1B2blZWSG1rUWNqNmgwQWdQeWFPblhxNzlJMHZiUGVPV0NnZklZSGdCNWFXbG91cTFRcWYwNlNaRkZFL09INDNmOVR6MHduR3o5Ky9IK2R1TDF2Mzc3L3FGY1dHb09HQjRCSTAzUktwVkw1UzVJa2k3SXNtNTRrK2Y2STV5V1hYUExBaWRzYUhxclI4QUFNVTJtYS9sTkVYQjhSdDBiRWxCRWpHdWRURHEydHJmbnV5TWdkRFEvQThKR2thWnBtV1RZL1NaSmJJK0t5V2grWXB1bWJXWmFWSXFJcFNaSlMxKzBUdDVNa2FZcUlVcFpsVFVtU2xDS2k2ZVRISE4rbjZmanRwTFcxOVl4ZVgrYmt0N29tVHB6NG41Vks1YWdWSURROEFNTkhVaTZYenhzeFlzVDRMTXVhKy9tMjFaOVAzUC9reC9ZMjF0ZnRMTXNxL1Fsd1hOYlg0TWx2ZFkwYk4rN2ZJZ3J4bGxlZjg2WTZEUS9BOEZINTlOTlAzNHVJOXlJaW1URmp4c05Ka2x5YVpkbDFTWkw4UTE4UHpMTHNUNVZLcFp4bFdXZXBWT3JNc3F4Y0twVTZ1KzRybDh2bGtTTkhkcGJMNVhLbFV1bHNhbW9xVnlxVnpzN096dkt4WThjNlI0MGFWZjdsbDE4Nkw3end3czZPam83eTU1OS8zaGtSdFRZOFk0OW5LRWVWaXdnVzdLMnVtdWROZFJvZWdPRXBhMnRyKzJ2WHhvd1pNLzQ1U1pKYnN5ejdVNUlrdno5NTU3YTJ0djhkMm5pL0dqTm16STBYWDN6eDBvaUlJMGVPL0QyR3lSV0hoK3U4QjVPR0I0Qm9hMnY3SkNJK2lZZ1ZMUzB0VjFZcWxWc2o0aTlKa3Z4alBYTTFOemYvN3R4enovM2o0Y09IUC9ybW0yLyt0WjVaaHRKd25UY0ExTVcwYWROK1AyUEdqTWZyblFNQUFBQUFBQUFBQU9pL05FMmZTdFAwcVhybmdBamZsbDVZYVpwbWFacTZVQlZRVC85Ky9BZnFya2dYYUJwMGFacStFeEYvckhjT0FCZ3NXWlo5MU5iVzlvZDY1empUclBEMGoyWUhnRUpMa3VSZjZwMWhNTGp3NEduWXRXdFh2U05VMWRMU0VoR05rYlcvVnE5ZUhSRVI5OTU3YjUyVERGd2pQRTh5RHE1R3psNk51VFdlcm5rVmtSVWVHczdHalJ0ajQ4YU45WTRCUUFQUjhBQUFoYWZoQVFBS1Q4TURBQlNlaGdjQUtEd05Ed0JRZUJvZUFLRHdORHdBUU9GcGVBQ0F3dFB3QUFDRnArRUJBQXBQd3dNQUZKNkdCd0FvUEEwUEFGQjRHaDRBb1BBMFBBQkE0V2w0QUlEQzAvQUFBSVhYVk84QXcwMTdlM3Q4OGNVWHNXZlBucmo3N3J2ajdMUFA3dGM0WjlidTNidGo3ZHExOGRsbm4wVm5aMmVrYVJvUFAveHdqQjgvdm51ZmxwYVczenh1OGVMRnNXTEZpcUdNZWtwNXpnYjAzK2JObStPcHA1NktpSWgzM25rbnpqLy8vTzR4NTRlQjBmQU1vVGx6NWtSSFIwZjM5aDEzM05HallLdU5jK1p0M2JvMURoNDhHQXNXTElqVzF0Yll1WE5uUFBqZ2cvSHl5eS8vWnQ5YmJya2xtcHViSXlJaVRkT2hqdHFuUEdjRGFuUDQ4T0ZZdjM3OUtjZWNId1pPd3pPRXBrK2ZIdE9uVDQvbm5udnV0TWJ6b0pZVmhVWjZGVEovL3Z4WXVYSmxqQmd4SW43NjZhZVlOMjllN05teko0NGVQUnFqUjQvdXNlL1NwVXQ3dk5yS2s3eGtxMVlmUjQ4ZWpiVnIxOGJiYjc4ZEJ3OGVqREZqeHNUczJiTmorZkxsTVdiTW1LR08yNjNhU2w4dEs0RjVVZTM0cS9ZYzVXMnV0ZFJNWHV1cXZ6WnMyQkJOVGFjK0xUZkMrU0h2TkR4RGFOV3FWUkVSdlJac3RmRTg2VzFGb2RGZWhVeVpNcVg3OW9nUnYzNms3YXl6em9xUkkwZldLMUloOUZZZmp6enlTR3pmdmowbVRab1VOOTk4YzN6ODhjZnh4aHR2Ukh0N2U2eGJ0NjVlY2F1dTlQVm5KYkNlK25QODlmWWM1VzJ1dGRSTVh1dXFQMzc4OGNmWXRHbFRMRnUyTEo1NTVwbmZqRGZTK1NHdk5EeWNsdDVXRkJyNVZjZ3JyN3dTRVJGejU4NDk1YXVzNjY2N0xzNDU1NXlZTld0V3JGeTVNczQ3Nzd5aGp0aXJ2R1hyclQ1MjdOZ1JFYi8rOFo0MGFWSzB0N2ZIRFRmY0VMdDM3eDdxaUQxVVcrbnJ6MHBnUGZYbitPdnRPY3JiWEd1cG1ieldWWCtzV2JNbXhvNGRHd3NYTGp4bHc4UEErUzh0enFoVnExYkZiYmZkVnU4WS9iWno1ODU0NmFXWFl1ellzWEhQUGZmMEdMdnh4aHRqeVpJbE1YLysvQ2lWU3JGMTY5WjQvUEhINjVTMHB6eG5PNVdycnJvcUlpSmVlKzIxNk9qb2lGZGZmVFVpSXE2OTl0bzZwdnAxcGE5cmhlOVVLMzNWeHZQaVRCeC9lWnRyTFRXVDE3cXExZGRmZngxdnZ2bG1MRnUyTEhjMVZTUldlRGd0ZVZ0UkdJZ3Z2L3l5ZXc0dnZ2aGlYSFRSUlQzR0gzcm9vZTdiTjkxMFV5eGV2RGcrK09DRG9ZNTVTbm5OMWx0OVBQbmtrN0YyN2RyWXRHbFRiTnEwS1NJaWJyLzk5cmp6emp2ckdiZUhhaXQ5MWNZYlJTM0hjQjdtV2t2Tk5FSmQ5ZVhaWjUrTkNSTW14SlZYWGhuNzl1M3J2di9BZ1FPNStHeGVVVmpob1Y4YWJVV2htcjE3OThieTVjdGo5T2pSc1c3ZHVyamlpaXQ2akpmTDVSN2J4NDRkaTRqSVJZT1h4MnpWNnVQYmI3K05iZHUyeGFoUm8yTDI3TmxSS3BWaXk1WXQ4ZFZYWDlVdDg0bjZXdW1yWmJ3UjFIb001Mld1dGRSTTN1dXFtaDA3ZHNUZXZYdGovdno1Y2YzMTEzZmZ2MmpSb2pxbUtwN0dmWG5TZ0o1Ly92a2UyK3ZYcjQvbTV1Wll2bng1VGVONWtOY1ZoZE8xYk5teStQbm5uMlBPbkRteGRldlc3dnVYTGwwYXpjM05zV0hEaG1odGJZM0xMNzg4RGgwNkZPKysrMjVFNU9NUFVSNnpWYXVQeHg1N0xBNGNPQkNyVjYrT1diTm14Ylp0MitLQkJ4NklSeDk5TkY1Ly9mVjZSTzVXYmFXdjJuaWpxT1VZenROY2E2bVpQTmRWTFo1Kyt1a2UyL2ZmZjM5RVJEenh4QlBkOXpYQytTSHZORHhENkc5LysxdVA3YzJiTjBkRWRCZHN0ZkY2SzVmTFVTcVZ1cmZ6c0tJd1VOOS8vMzFFUkx6MzNuczk3bCt5WkVrME56ZkhwWmRlR2x1MmJJbFBQdmtrU3FWU1RKNDhPUll1WEJnTEZpeW9SOXdlOHBhdGx2cG9iMitQaUlnSkV5WkVSTVJsbDEwV0VSRS8vUEREVU1VOHBSTlgrdGFzV2RPZHE5YnhSbEhMYzVTM3VkWlNNM210cTFyMTlsbWptVE5uZHQvTysvbWhFV2g0aHRDdVhic0dORjV2dGF3b05OcXJrR3EvODNuejVzVzhlZk9HS0UzLzVDMWJMZlZ4OWRWWHgvdnZ2eC8zM1hkZnpKdzVNejc4OE1PSWlMam1tbXZxa3JsTHRaVythdU41VWUzNHErVTV5dHRjYTZtWnZOYlY2VHJWMzZXOG54OGFRVkx2QUkwa1RkTXNvakVLcit2aVltY3k2MXR2dlJVdnZQQkM3TisvdjljVmhWTmQxT3hNNXhpTXVkVkxJOHlsMW95MTFNZWhRNGRpOWVyVnNYMzc5dWpvNkloeDQ4YkYzTGx6NDY2NzdoclF2endQOVBmWVc5MTJYZHEvMnZoQW5Na2FxSGI4RGVRWVBwMjVub201MVZJemcxVlhmV21FWS9kMGRNMnJ0YlcxY1AxQjRTWTBtSVo3dzVNWFJacGJJOHhGeHNIVnlObXJNYmZHVStTR3gzOXBBUUNGcCtFQkFBcFB3d01BRko2R0J3QW9QQTBQQUZCNEdoNEFvUEEwUEFCQTRXbDRBSURDODlVU05KeWlYZWdMZ01GbmhRY0FLRHdyUEFEUVR5dFdyS2gzQlBxcGNOK1ZNWmk2dmtzTEFJck1kMmtOYzFtV2ZWVHZEQUF3eVBiVU93QUFBQUFBQUFBQUFBQUFBQUFBQUFBQUFBQUFBQUFBQUFBQUFBQUFBQUFBQUFBQUFBQUFBQUFBQUFBQUFBQUFBQUFBQUFBQUFBQUFBQUFBQUFBQUFBQUFBQUFBQUFBQUFBQUFmZmgvRE4rTzhaMEE4cG9BQUFBQVNVVk9SSzVDWUlJPSIsCgkiVGhlbWUiIDogIiIsCgkiVHlwZSIgOiAiZmxvdyIsCgkiVmVyc2lvbiIgOiAiOSIKfQo="/>
    </extobj>
  </extobjs>
</s:customData>
</file>

<file path=customXml/itemProps24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17978</Words>
  <Application>WPS 演示</Application>
  <PresentationFormat>宽屏</PresentationFormat>
  <Paragraphs>854</Paragraphs>
  <Slides>50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50</vt:i4>
      </vt:variant>
    </vt:vector>
  </HeadingPairs>
  <TitlesOfParts>
    <vt:vector size="66" baseType="lpstr">
      <vt:lpstr>Arial</vt:lpstr>
      <vt:lpstr>宋体</vt:lpstr>
      <vt:lpstr>Wingdings</vt:lpstr>
      <vt:lpstr>汉仪雅酷黑 45W</vt:lpstr>
      <vt:lpstr>黑体</vt:lpstr>
      <vt:lpstr>微软雅黑</vt:lpstr>
      <vt:lpstr>汉仪刚艺体-95简</vt:lpstr>
      <vt:lpstr>Dubai Medium</vt:lpstr>
      <vt:lpstr>幼圆</vt:lpstr>
      <vt:lpstr>Courier New</vt:lpstr>
      <vt:lpstr>Consolas</vt:lpstr>
      <vt:lpstr>Times New Roman</vt:lpstr>
      <vt:lpstr>Arial Unicode MS</vt:lpstr>
      <vt:lpstr>Calibri</vt:lpstr>
      <vt:lpstr>Office 主题</vt:lpstr>
      <vt:lpstr>2_Office 主题​​</vt:lpstr>
      <vt:lpstr>数据结构课程设计</vt:lpstr>
      <vt:lpstr>任务</vt:lpstr>
      <vt:lpstr>PowerPoint 演示文稿</vt:lpstr>
      <vt:lpstr>PowerPoint 演示文稿</vt:lpstr>
      <vt:lpstr>1.建立一个空表</vt:lpstr>
      <vt:lpstr>2.在第i个位置插入新的元素x</vt:lpstr>
      <vt:lpstr>3.删除第i个位置上的元素（将第i处的值保存下来）</vt:lpstr>
      <vt:lpstr>4.取第i个位置上的元素 5.返回元素x第一次出现在双向循环链表中的位置号</vt:lpstr>
      <vt:lpstr>6.求双向循环链表的长度，即元素个数 7.输出双向循环链表中所有的元素值</vt:lpstr>
      <vt:lpstr>8.实现双向循环链表的就地逆置</vt:lpstr>
      <vt:lpstr>整体测试</vt:lpstr>
      <vt:lpstr>测试结果</vt:lpstr>
      <vt:lpstr>PowerPoint 演示文稿</vt:lpstr>
      <vt:lpstr>代码实现</vt:lpstr>
      <vt:lpstr>测试</vt:lpstr>
      <vt:lpstr>PowerPoint 演示文稿</vt:lpstr>
      <vt:lpstr>PowerPoint 演示文稿</vt:lpstr>
      <vt:lpstr>代码实现</vt:lpstr>
      <vt:lpstr>测试</vt:lpstr>
      <vt:lpstr>PowerPoint 演示文稿</vt:lpstr>
      <vt:lpstr>代码实现</vt:lpstr>
      <vt:lpstr>测试</vt:lpstr>
      <vt:lpstr>PowerPoint 演示文稿</vt:lpstr>
      <vt:lpstr>分治法实现快速排序</vt:lpstr>
      <vt:lpstr>代码实现</vt:lpstr>
      <vt:lpstr>测试</vt:lpstr>
      <vt:lpstr>PowerPoint 演示文稿</vt:lpstr>
      <vt:lpstr>PowerPoint 演示文稿</vt:lpstr>
      <vt:lpstr>测试</vt:lpstr>
      <vt:lpstr>PowerPoint 演示文稿</vt:lpstr>
      <vt:lpstr>PowerPoint 演示文稿</vt:lpstr>
      <vt:lpstr>代码实现</vt:lpstr>
      <vt:lpstr>测试</vt:lpstr>
      <vt:lpstr>PowerPoint 演示文稿</vt:lpstr>
      <vt:lpstr>PowerPoint 演示文稿</vt:lpstr>
      <vt:lpstr>1.二路归并</vt:lpstr>
      <vt:lpstr>2.直接归并排序（非递归归并排序）</vt:lpstr>
      <vt:lpstr>3.递归归并排序</vt:lpstr>
      <vt:lpstr>整体测试（利用递归归并排序）</vt:lpstr>
      <vt:lpstr>PowerPoint 演示文稿</vt:lpstr>
      <vt:lpstr>PowerPoint 演示文稿</vt:lpstr>
      <vt:lpstr>1.内部类（结点，链表）</vt:lpstr>
      <vt:lpstr>2.得到数据需要进行几次分配与收集getn（） 3.得到分配后的值（所对应的链表的索引）Value（）</vt:lpstr>
      <vt:lpstr>4.排序-分配与收集sort（）</vt:lpstr>
      <vt:lpstr>测试</vt:lpstr>
      <vt:lpstr>PowerPoint 演示文稿</vt:lpstr>
      <vt:lpstr>PowerPoint 演示文稿</vt:lpstr>
      <vt:lpstr>PowerPoint 演示文稿</vt:lpstr>
      <vt:lpstr>PowerPoint 演示文稿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Kiki怪</dc:creator>
  <cp:lastModifiedBy>Ki怪.</cp:lastModifiedBy>
  <cp:revision>27</cp:revision>
  <dcterms:created xsi:type="dcterms:W3CDTF">2023-07-15T00:37:00Z</dcterms:created>
  <dcterms:modified xsi:type="dcterms:W3CDTF">2023-07-18T01:25:37Z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02F0D5A10D4244A2BEB39FE0027A5C3A_12</vt:lpwstr>
  </property>
  <property fmtid="{D5CDD505-2E9C-101B-9397-08002B2CF9AE}" pid="3" name="KSOProductBuildVer">
    <vt:lpwstr>2052-11.1.0.14309</vt:lpwstr>
  </property>
</Properties>
</file>

<file path=[Content_Types].xml><?xml version="1.0" encoding="utf-8"?>
<Types xmlns="http://schemas.openxmlformats.org/package/2006/content-types">
  <Default Extension="png" ContentType="image/png"/>
  <Default Extension="bmp" ContentType="image/bmp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13.xml" ContentType="application/vnd.openxmlformats-officedocument.presentationml.comments+xml"/>
  <Override PartName="/ppt/comments/comment14.xml" ContentType="application/vnd.openxmlformats-officedocument.presentationml.comments+xml"/>
  <Override PartName="/ppt/comments/comment15.xml" ContentType="application/vnd.openxmlformats-officedocument.presentationml.comments+xml"/>
  <Override PartName="/ppt/comments/comment16.xml" ContentType="application/vnd.openxmlformats-officedocument.presentationml.comments+xml"/>
  <Override PartName="/ppt/comments/comment17.xml" ContentType="application/vnd.openxmlformats-officedocument.presentationml.comments+xml"/>
  <Override PartName="/ppt/comments/comment18.xml" ContentType="application/vnd.openxmlformats-officedocument.presentationml.comments+xml"/>
  <Override PartName="/ppt/comments/comment19.xml" ContentType="application/vnd.openxmlformats-officedocument.presentationml.comments+xml"/>
  <Override PartName="/ppt/comments/comment2.xml" ContentType="application/vnd.openxmlformats-officedocument.presentationml.comments+xml"/>
  <Override PartName="/ppt/comments/comment20.xml" ContentType="application/vnd.openxmlformats-officedocument.presentationml.comments+xml"/>
  <Override PartName="/ppt/comments/comment21.xml" ContentType="application/vnd.openxmlformats-officedocument.presentationml.comments+xml"/>
  <Override PartName="/ppt/comments/comment22.xml" ContentType="application/vnd.openxmlformats-officedocument.presentationml.comments+xml"/>
  <Override PartName="/ppt/comments/comment23.xml" ContentType="application/vnd.openxmlformats-officedocument.presentationml.comments+xml"/>
  <Override PartName="/ppt/comments/comment24.xml" ContentType="application/vnd.openxmlformats-officedocument.presentationml.comments+xml"/>
  <Override PartName="/ppt/comments/comment25.xml" ContentType="application/vnd.openxmlformats-officedocument.presentationml.comments+xml"/>
  <Override PartName="/ppt/comments/comment26.xml" ContentType="application/vnd.openxmlformats-officedocument.presentationml.comments+xml"/>
  <Override PartName="/ppt/comments/comment27.xml" ContentType="application/vnd.openxmlformats-officedocument.presentationml.comments+xml"/>
  <Override PartName="/ppt/comments/comment28.xml" ContentType="application/vnd.openxmlformats-officedocument.presentationml.comments+xml"/>
  <Override PartName="/ppt/comments/comment29.xml" ContentType="application/vnd.openxmlformats-officedocument.presentationml.comments+xml"/>
  <Override PartName="/ppt/comments/comment3.xml" ContentType="application/vnd.openxmlformats-officedocument.presentationml.comments+xml"/>
  <Override PartName="/ppt/comments/comment30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</p:sldIdLst>
  <p:sldSz cx="13004800" cy="9753600"/>
  <p:notesSz cx="6858000" cy="9144000"/>
  <p:custDataLst>
    <p:tags r:id="rId123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57785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defRPr kumimoji="0" sz="3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/>
        <a:ea typeface="Times New Roman" panose="02020603050405020304"/>
        <a:cs typeface="Times New Roman" panose="02020603050405020304"/>
        <a:sym typeface="Times New Roman" panose="02020603050405020304"/>
      </a:defRPr>
    </a:lvl1pPr>
    <a:lvl2pPr marL="0" marR="0" indent="57785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defRPr kumimoji="0" sz="3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/>
        <a:ea typeface="Times New Roman" panose="02020603050405020304"/>
        <a:cs typeface="Times New Roman" panose="02020603050405020304"/>
        <a:sym typeface="Times New Roman" panose="02020603050405020304"/>
      </a:defRPr>
    </a:lvl2pPr>
    <a:lvl3pPr marL="0" marR="0" indent="57785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defRPr kumimoji="0" sz="3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/>
        <a:ea typeface="Times New Roman" panose="02020603050405020304"/>
        <a:cs typeface="Times New Roman" panose="02020603050405020304"/>
        <a:sym typeface="Times New Roman" panose="02020603050405020304"/>
      </a:defRPr>
    </a:lvl3pPr>
    <a:lvl4pPr marL="0" marR="0" indent="57785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defRPr kumimoji="0" sz="3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/>
        <a:ea typeface="Times New Roman" panose="02020603050405020304"/>
        <a:cs typeface="Times New Roman" panose="02020603050405020304"/>
        <a:sym typeface="Times New Roman" panose="02020603050405020304"/>
      </a:defRPr>
    </a:lvl4pPr>
    <a:lvl5pPr marL="0" marR="0" indent="57785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defRPr kumimoji="0" sz="3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/>
        <a:ea typeface="Times New Roman" panose="02020603050405020304"/>
        <a:cs typeface="Times New Roman" panose="02020603050405020304"/>
        <a:sym typeface="Times New Roman" panose="02020603050405020304"/>
      </a:defRPr>
    </a:lvl5pPr>
    <a:lvl6pPr marL="0" marR="0" indent="57785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defRPr kumimoji="0" sz="3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/>
        <a:ea typeface="Times New Roman" panose="02020603050405020304"/>
        <a:cs typeface="Times New Roman" panose="02020603050405020304"/>
        <a:sym typeface="Times New Roman" panose="02020603050405020304"/>
      </a:defRPr>
    </a:lvl6pPr>
    <a:lvl7pPr marL="0" marR="0" indent="57785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defRPr kumimoji="0" sz="3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/>
        <a:ea typeface="Times New Roman" panose="02020603050405020304"/>
        <a:cs typeface="Times New Roman" panose="02020603050405020304"/>
        <a:sym typeface="Times New Roman" panose="02020603050405020304"/>
      </a:defRPr>
    </a:lvl7pPr>
    <a:lvl8pPr marL="0" marR="0" indent="57785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defRPr kumimoji="0" sz="3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/>
        <a:ea typeface="Times New Roman" panose="02020603050405020304"/>
        <a:cs typeface="Times New Roman" panose="02020603050405020304"/>
        <a:sym typeface="Times New Roman" panose="02020603050405020304"/>
      </a:defRPr>
    </a:lvl8pPr>
    <a:lvl9pPr marL="0" marR="0" indent="57785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defRPr kumimoji="0" sz="3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/>
        <a:ea typeface="Times New Roman" panose="02020603050405020304"/>
        <a:cs typeface="Times New Roman" panose="02020603050405020304"/>
        <a:sym typeface="Times New Roman" panose="02020603050405020304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盛恩" initials="李" lastIdx="3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C3C2611-4C71-4FC5-86AE-919BDF0F9419}" styleName="">
    <a:wholeTbl>
      <a:tcTxStyle b="on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2E8"/>
          </a:solidFill>
        </a:fill>
      </a:tcStyle>
    </a:wholeTbl>
    <a:band2H>
      <a:tcTxStyle/>
      <a:tcStyle>
        <a:tcBdr/>
        <a:fill>
          <a:solidFill>
            <a:srgbClr val="E6EAF4"/>
          </a:solidFill>
        </a:fill>
      </a:tcStyle>
    </a:band2H>
    <a:firstCol>
      <a:tcTxStyle b="on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wholeTbl>
      <a:tcTxStyle b="on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CDDE"/>
          </a:solidFill>
        </a:fill>
      </a:tcStyle>
    </a:wholeTbl>
    <a:band2H>
      <a:tcTxStyle/>
      <a:tcStyle>
        <a:tcBdr/>
        <a:fill>
          <a:solidFill>
            <a:srgbClr val="EBE8EF"/>
          </a:solidFill>
        </a:fill>
      </a:tcStyle>
    </a:band2H>
    <a:firstCol>
      <a:tcTxStyle b="on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3" Type="http://schemas.openxmlformats.org/officeDocument/2006/relationships/tags" Target="tags/tag1.xml"/><Relationship Id="rId122" Type="http://schemas.openxmlformats.org/officeDocument/2006/relationships/commentAuthors" Target="commentAuthors.xml"/><Relationship Id="rId121" Type="http://schemas.openxmlformats.org/officeDocument/2006/relationships/tableStyles" Target="tableStyles.xml"/><Relationship Id="rId120" Type="http://schemas.openxmlformats.org/officeDocument/2006/relationships/viewProps" Target="viewProps.xml"/><Relationship Id="rId12" Type="http://schemas.openxmlformats.org/officeDocument/2006/relationships/slide" Target="slides/slide10.xml"/><Relationship Id="rId119" Type="http://schemas.openxmlformats.org/officeDocument/2006/relationships/presProps" Target="presProps.xml"/><Relationship Id="rId118" Type="http://schemas.openxmlformats.org/officeDocument/2006/relationships/notesMaster" Target="notesMasters/notesMaster1.xml"/><Relationship Id="rId117" Type="http://schemas.openxmlformats.org/officeDocument/2006/relationships/slide" Target="slides/slide115.xml"/><Relationship Id="rId116" Type="http://schemas.openxmlformats.org/officeDocument/2006/relationships/slide" Target="slides/slide114.xml"/><Relationship Id="rId115" Type="http://schemas.openxmlformats.org/officeDocument/2006/relationships/slide" Target="slides/slide113.xml"/><Relationship Id="rId114" Type="http://schemas.openxmlformats.org/officeDocument/2006/relationships/slide" Target="slides/slide112.xml"/><Relationship Id="rId113" Type="http://schemas.openxmlformats.org/officeDocument/2006/relationships/slide" Target="slides/slide111.xml"/><Relationship Id="rId112" Type="http://schemas.openxmlformats.org/officeDocument/2006/relationships/slide" Target="slides/slide110.xml"/><Relationship Id="rId111" Type="http://schemas.openxmlformats.org/officeDocument/2006/relationships/slide" Target="slides/slide109.xml"/><Relationship Id="rId110" Type="http://schemas.openxmlformats.org/officeDocument/2006/relationships/slide" Target="slides/slide108.xml"/><Relationship Id="rId11" Type="http://schemas.openxmlformats.org/officeDocument/2006/relationships/slide" Target="slides/slide9.xml"/><Relationship Id="rId109" Type="http://schemas.openxmlformats.org/officeDocument/2006/relationships/slide" Target="slides/slide107.xml"/><Relationship Id="rId108" Type="http://schemas.openxmlformats.org/officeDocument/2006/relationships/slide" Target="slides/slide106.xml"/><Relationship Id="rId107" Type="http://schemas.openxmlformats.org/officeDocument/2006/relationships/slide" Target="slides/slide105.xml"/><Relationship Id="rId106" Type="http://schemas.openxmlformats.org/officeDocument/2006/relationships/slide" Target="slides/slide104.xml"/><Relationship Id="rId105" Type="http://schemas.openxmlformats.org/officeDocument/2006/relationships/slide" Target="slides/slide103.xml"/><Relationship Id="rId104" Type="http://schemas.openxmlformats.org/officeDocument/2006/relationships/slide" Target="slides/slide102.xml"/><Relationship Id="rId103" Type="http://schemas.openxmlformats.org/officeDocument/2006/relationships/slide" Target="slides/slide10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1-11-23T08:42:37.950" idx="1">
    <p:pos x="1595" y="4411"/>
    <p:text>序：全序、半序
Java中的接口：Comparable，Comparator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2-06T09:05:17.570" idx="2">
    <p:pos x="5311" y="772"/>
    <p:text>排序就是将逆序对变成正序对
稳定就是保证相对次序不变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1-11-14T11:36:09.228" idx="3">
    <p:pos x="3136" y="2512"/>
    <p:text>前4个是基于比较的排序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1T08:32:57.833" idx="4">
    <p:pos x="4771" y="2956"/>
    <p:text>通过比较，找到合适的位置（不是最终的位置，因为后面
还可能变化）
可以边比较边向后移动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1T14:57:31.472" idx="5">
    <p:pos x="4026" y="4763"/>
    <p:text>将待插入的值保存到临时变量，实现边比较边移动。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1-11-22T18:03:49.260" idx="6">
    <p:pos x="789" y="3834"/>
    <p:text>1、0号位置不用
2、将a[j]插入到1,…,j-1之前，让a[0] = a[j]
3、然后，和前面的插入过程一样
由于a[j]不大于a[0]，所以，a[j]向前插入的过程总是会停止，不会出现越界，这样，就不用判断j&gt;=0
本例的哨兵在位置0，实际应用时，根据具体情况，可以在任意位置。
哨兵就是起警戒作用(即数组下标不要越界)，明岗暗哨，可以任意布置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1T16:25:33.291" idx="7">
    <p:pos x="5706" y="2350"/>
    <p:text>移动的是什么？？？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1T16:51:29.413" idx="8">
    <p:pos x="4591" y="4569"/>
    <p:text>比较2种算法的比较次数和移动次数</p:tex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4T08:48:33.751" idx="9">
    <p:pos x="6104" y="4319"/>
    <p:text>看第1列，然后向上，接着看第2列
...</p:tex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4T08:54:21.482" idx="10">
    <p:pos x="1661" y="4057"/>
    <p:text>不同的颜色代表不同的子序列</p:tex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4T09:29:45.417" idx="11">
    <p:pos x="589" y="4706"/>
    <p:text>比较相邻的数据，将小的交换到左边
得到无序序列中的最小值</p:tex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4T09:29:45.417" idx="12">
    <p:pos x="589" y="4706"/>
    <p:text>比较相邻的数据，将大的交换到右边
得到无序序列中的最大值</p:text>
  </p:cm>
</p:cmLst>
</file>

<file path=ppt/comments/comment1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5T16:16:00.791" idx="13">
    <p:pos x="4104" y="4008"/>
    <p:text>每次划分，将一个数据放到了正确的位置</p:text>
  </p:cm>
</p:cmLst>
</file>

<file path=ppt/comments/comment1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5T16:22:17.084" idx="14">
    <p:pos x="4816" y="4712"/>
    <p:text>通过比较，在无序序列中找最小的</p:text>
  </p:cm>
</p:cmLst>
</file>

<file path=ppt/comments/comment1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4T10:29:26.519" idx="15">
    <p:pos x="1652" y="4620"/>
    <p:text>k数据最小的位置，通过交换将
最小数据放到应该去的位置</p:text>
  </p:cm>
</p:cmLst>
</file>

<file path=ppt/comments/comment1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4-09T15:56:27.965" idx="16">
    <p:pos x="6014" y="1849"/>
    <p:text>值小的胜</p:text>
  </p:cm>
</p:cmLst>
</file>

<file path=ppt/comments/comment1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4T11:28:52.905" idx="17">
    <p:pos x="5992" y="3463"/>
    <p:text>类似上半区、下半区的比赛
冠军在上半区的获胜者和下半区的获胜者
中产生。</p:text>
  </p:cm>
</p:cmLst>
</file>

<file path=ppt/comments/comment1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1-11-23T09:25:51.643" idx="18">
    <p:pos x="4886" y="125"/>
    <p:text>链表有引用头和尾的变量，方便将2个合并成一个链表</p:text>
  </p:cm>
</p:cmLst>
</file>

<file path=ppt/comments/comment1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3T17:51:43.743" idx="19">
    <p:pos x="4873" y="4249"/>
    <p:text>如果m = 10 ，则p = 60，时间复杂度为 60n + 600
如果m = 10^10, 则 p = 6, 时间复杂度为 6n + 6 × 10^10</p:text>
  </p:cm>
  <p:cm authorId="0" dt="2020-05-23T17:55:55.557" idx="20">
    <p:pos x="437" y="4336"/>
    <p:text>int 在 java 为二进制补码，如果关键字key为正数，取m=2^n
则个位 为 key &amp; n，key / m =&gt; key &gt;&gt;&gt; m</p:text>
  </p:cm>
</p:cmLst>
</file>

<file path=ppt/comments/comment2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4T07:05:24.061" idx="21">
    <p:pos x="5110" y="4416"/>
    <p:text>每个key，需要附加run号，参与比较的为&lt;run, key&gt;。
初始建树时，run=0;
输出最小值到相应的run后，从文件中读
一条数据替代冠军，如果该条数据的key比冠军大，则run
与冠军的相同，否则，run为冠军的run+1。
这样可以减少初始run的个数，从而减少归并的路数和趟数</p:text>
  </p:cm>
  <p:cm authorId="0" dt="2021-05-16T12:46:24.523" idx="22">
    <p:pos x="488" y="880"/>
    <p:text>败者树</p:text>
  </p:cm>
</p:cmLst>
</file>

<file path=ppt/comments/comment2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1-05-16T12:46:24.523" idx="23">
    <p:pos x="6074" y="1419"/>
    <p:text>败者树</p:text>
  </p:cm>
</p:cmLst>
</file>

<file path=ppt/comments/comment2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4T07:40:01.808" idx="24">
    <p:pos x="5405" y="4183"/>
    <p:text>不实用哨兵</p:text>
  </p:cm>
</p:cmLst>
</file>

<file path=ppt/comments/comment2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0T20:56:15.705" idx="25">
    <p:pos x="6047" y="2449"/>
    <p:text>一次插入2个，并使用自然的哨兵</p:text>
  </p:cm>
</p:cmLst>
</file>

<file path=ppt/comments/comment2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1T08:32:57.833" idx="26">
    <p:pos x="4771" y="2956"/>
    <p:text>通过比较，找到合适的位置（不是最终的位置，因为后面
还可能变化）
可以边比较边向后移动</p:text>
  </p:cm>
</p:cmLst>
</file>

<file path=ppt/comments/comment2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4T08:55:43.122" idx="27">
    <p:pos x="848" y="5264"/>
    <p:text>调整第1个子序列的前2个、第2个子序列的前2个、...、第k个子序列的前2个</p:text>
  </p:cm>
</p:cmLst>
</file>

<file path=ppt/comments/comment2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1T17:10:11.556" idx="28">
    <p:pos x="4018" y="3715"/>
    <p:text>比49大的，13就不用比了。</p:text>
  </p:cm>
</p:cmLst>
</file>

<file path=ppt/comments/comment2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4T09:29:45.417" idx="29">
    <p:pos x="589" y="4706"/>
    <p:text>比较相邻的数据，将大的交换到右边
得到无序序列中的最大值</p:text>
  </p:cm>
</p:cmLst>
</file>

<file path=ppt/comments/comment2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1T16:32:40.084" idx="30">
    <p:pos x="5939" y="4516"/>
    <p:text>虽然移动次数一样，
但移动占用空间大的对象，代价高
</p:text>
  </p:cm>
</p:cmLst>
</file>

<file path=ppt/comments/comment2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5T15:26:25.140" idx="31">
    <p:pos x="5042" y="1824"/>
    <p:text>链表插入一个结点，需要顺着指针找到前驱结点，
需要反复读出指针，再做简单指针调整
指针数组插入一个数据时，需要反复读出和写入指针</p:text>
  </p:cm>
</p:cmLst>
</file>

<file path=ppt/comments/comment3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5-21T17:10:11.556" idx="32">
    <p:pos x="2474" y="4861"/>
    <p:text>需要排序的数据少，比较的次数就少
类似于哈希表将数据分配到桶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96" name="Shape 9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200">
        <a:latin typeface="+mn-lt"/>
        <a:ea typeface="+mn-ea"/>
        <a:cs typeface="+mn-cs"/>
        <a:sym typeface="Lucida Grande"/>
      </a:defRPr>
    </a:lvl1pPr>
    <a:lvl2pPr indent="228600" defTabSz="457200" latinLnBrk="0">
      <a:defRPr sz="2200">
        <a:latin typeface="+mn-lt"/>
        <a:ea typeface="+mn-ea"/>
        <a:cs typeface="+mn-cs"/>
        <a:sym typeface="Lucida Grande"/>
      </a:defRPr>
    </a:lvl2pPr>
    <a:lvl3pPr indent="457200" defTabSz="457200" latinLnBrk="0">
      <a:defRPr sz="2200">
        <a:latin typeface="+mn-lt"/>
        <a:ea typeface="+mn-ea"/>
        <a:cs typeface="+mn-cs"/>
        <a:sym typeface="Lucida Grande"/>
      </a:defRPr>
    </a:lvl3pPr>
    <a:lvl4pPr indent="685800" defTabSz="457200" latinLnBrk="0">
      <a:defRPr sz="2200">
        <a:latin typeface="+mn-lt"/>
        <a:ea typeface="+mn-ea"/>
        <a:cs typeface="+mn-cs"/>
        <a:sym typeface="Lucida Grande"/>
      </a:defRPr>
    </a:lvl4pPr>
    <a:lvl5pPr indent="914400" defTabSz="457200" latinLnBrk="0">
      <a:defRPr sz="2200">
        <a:latin typeface="+mn-lt"/>
        <a:ea typeface="+mn-ea"/>
        <a:cs typeface="+mn-cs"/>
        <a:sym typeface="Lucida Grande"/>
      </a:defRPr>
    </a:lvl5pPr>
    <a:lvl6pPr indent="1143000" defTabSz="457200" latinLnBrk="0">
      <a:defRPr sz="2200">
        <a:latin typeface="+mn-lt"/>
        <a:ea typeface="+mn-ea"/>
        <a:cs typeface="+mn-cs"/>
        <a:sym typeface="Lucida Grande"/>
      </a:defRPr>
    </a:lvl6pPr>
    <a:lvl7pPr indent="1371600" defTabSz="457200" latinLnBrk="0">
      <a:defRPr sz="2200">
        <a:latin typeface="+mn-lt"/>
        <a:ea typeface="+mn-ea"/>
        <a:cs typeface="+mn-cs"/>
        <a:sym typeface="Lucida Grande"/>
      </a:defRPr>
    </a:lvl7pPr>
    <a:lvl8pPr indent="1600200" defTabSz="457200" latinLnBrk="0">
      <a:defRPr sz="2200">
        <a:latin typeface="+mn-lt"/>
        <a:ea typeface="+mn-ea"/>
        <a:cs typeface="+mn-cs"/>
        <a:sym typeface="Lucida Grande"/>
      </a:defRPr>
    </a:lvl8pPr>
    <a:lvl9pPr indent="1828800" defTabSz="457200" latinLnBrk="0">
      <a:defRPr sz="2200">
        <a:latin typeface="+mn-lt"/>
        <a:ea typeface="+mn-ea"/>
        <a:cs typeface="+mn-cs"/>
        <a:sym typeface="Lucida Grand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e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"/>
          <p:cNvSpPr/>
          <p:nvPr/>
        </p:nvSpPr>
        <p:spPr>
          <a:xfrm>
            <a:off x="591537" y="27093"/>
            <a:ext cx="625406" cy="675076"/>
          </a:xfrm>
          <a:prstGeom prst="rect">
            <a:avLst/>
          </a:prstGeom>
          <a:solidFill>
            <a:srgbClr val="F81F08"/>
          </a:solidFill>
          <a:ln w="12700">
            <a:miter lim="400000"/>
          </a:ln>
        </p:spPr>
        <p:txBody>
          <a:bodyPr lIns="72248" tIns="72248" rIns="72248" bIns="72248" anchor="ctr"/>
          <a:lstStyle/>
          <a:p>
            <a:pPr indent="81280" defTabSz="1293495">
              <a:lnSpc>
                <a:spcPct val="100000"/>
              </a:lnSpc>
              <a:spcBef>
                <a:spcPts val="1800"/>
              </a:spcBef>
              <a:defRPr sz="3000" b="1"/>
            </a:pPr>
          </a:p>
        </p:txBody>
      </p:sp>
      <p:sp>
        <p:nvSpPr>
          <p:cNvPr id="29" name="矩形"/>
          <p:cNvSpPr/>
          <p:nvPr/>
        </p:nvSpPr>
        <p:spPr>
          <a:xfrm>
            <a:off x="1142435" y="27093"/>
            <a:ext cx="467361" cy="675076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72248" tIns="72248" rIns="72248" bIns="72248" anchor="ctr"/>
          <a:lstStyle/>
          <a:p>
            <a:pPr indent="81280" defTabSz="1293495">
              <a:lnSpc>
                <a:spcPct val="100000"/>
              </a:lnSpc>
              <a:spcBef>
                <a:spcPts val="1800"/>
              </a:spcBef>
              <a:defRPr sz="3000" b="1"/>
            </a:pPr>
          </a:p>
        </p:txBody>
      </p:sp>
      <p:sp>
        <p:nvSpPr>
          <p:cNvPr id="30" name="矩形"/>
          <p:cNvSpPr/>
          <p:nvPr/>
        </p:nvSpPr>
        <p:spPr>
          <a:xfrm>
            <a:off x="767644" y="379306"/>
            <a:ext cx="602827" cy="675077"/>
          </a:xfrm>
          <a:prstGeom prst="rect">
            <a:avLst/>
          </a:prstGeom>
          <a:solidFill>
            <a:srgbClr val="3333CC"/>
          </a:solidFill>
          <a:ln w="12700">
            <a:miter lim="400000"/>
          </a:ln>
        </p:spPr>
        <p:txBody>
          <a:bodyPr lIns="72248" tIns="72248" rIns="72248" bIns="72248" anchor="ctr"/>
          <a:lstStyle/>
          <a:p>
            <a:pPr indent="81280" defTabSz="1293495">
              <a:lnSpc>
                <a:spcPct val="100000"/>
              </a:lnSpc>
              <a:spcBef>
                <a:spcPts val="1800"/>
              </a:spcBef>
              <a:defRPr sz="3000" b="1"/>
            </a:pPr>
          </a:p>
        </p:txBody>
      </p:sp>
      <p:sp>
        <p:nvSpPr>
          <p:cNvPr id="31" name="矩形"/>
          <p:cNvSpPr/>
          <p:nvPr/>
        </p:nvSpPr>
        <p:spPr>
          <a:xfrm>
            <a:off x="1293706" y="379306"/>
            <a:ext cx="521548" cy="675077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72248" tIns="72248" rIns="72248" bIns="72248" anchor="ctr"/>
          <a:lstStyle/>
          <a:p>
            <a:pPr indent="81280" defTabSz="1293495">
              <a:lnSpc>
                <a:spcPct val="100000"/>
              </a:lnSpc>
              <a:spcBef>
                <a:spcPts val="1800"/>
              </a:spcBef>
              <a:defRPr sz="3000" b="1"/>
            </a:pPr>
          </a:p>
        </p:txBody>
      </p:sp>
      <p:sp>
        <p:nvSpPr>
          <p:cNvPr id="32" name="矩形"/>
          <p:cNvSpPr/>
          <p:nvPr/>
        </p:nvSpPr>
        <p:spPr>
          <a:xfrm>
            <a:off x="189653" y="447039"/>
            <a:ext cx="796996" cy="600570"/>
          </a:xfrm>
          <a:prstGeom prst="rect">
            <a:avLst/>
          </a:prstGeom>
          <a:gradFill>
            <a:gsLst>
              <a:gs pos="0">
                <a:srgbClr val="FEE8F7"/>
              </a:gs>
              <a:gs pos="100000">
                <a:srgbClr val="FF0000"/>
              </a:gs>
            </a:gsLst>
            <a:lin ang="18900000"/>
          </a:gradFill>
          <a:ln w="12700">
            <a:miter lim="400000"/>
          </a:ln>
        </p:spPr>
        <p:txBody>
          <a:bodyPr lIns="72248" tIns="72248" rIns="72248" bIns="72248" anchor="ctr"/>
          <a:lstStyle/>
          <a:p>
            <a:pPr indent="81280" defTabSz="1293495">
              <a:lnSpc>
                <a:spcPct val="100000"/>
              </a:lnSpc>
              <a:spcBef>
                <a:spcPts val="1800"/>
              </a:spcBef>
              <a:defRPr sz="3000" b="1"/>
            </a:pPr>
          </a:p>
        </p:txBody>
      </p:sp>
      <p:sp>
        <p:nvSpPr>
          <p:cNvPr id="33" name="矩形"/>
          <p:cNvSpPr/>
          <p:nvPr/>
        </p:nvSpPr>
        <p:spPr>
          <a:xfrm>
            <a:off x="1131146" y="24835"/>
            <a:ext cx="45157" cy="107018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72248" tIns="72248" rIns="72248" bIns="72248" anchor="ctr"/>
          <a:lstStyle/>
          <a:p>
            <a:pPr indent="81280" defTabSz="1293495">
              <a:lnSpc>
                <a:spcPct val="100000"/>
              </a:lnSpc>
              <a:spcBef>
                <a:spcPts val="1800"/>
              </a:spcBef>
              <a:defRPr sz="3000" b="1"/>
            </a:pPr>
          </a:p>
        </p:txBody>
      </p:sp>
      <p:sp>
        <p:nvSpPr>
          <p:cNvPr id="34" name="矩形"/>
          <p:cNvSpPr/>
          <p:nvPr/>
        </p:nvSpPr>
        <p:spPr>
          <a:xfrm>
            <a:off x="627662" y="1022773"/>
            <a:ext cx="11702063" cy="45156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72248" tIns="72248" rIns="72248" bIns="72248" anchor="ctr"/>
          <a:lstStyle/>
          <a:p>
            <a:pPr indent="81280" defTabSz="1293495">
              <a:lnSpc>
                <a:spcPct val="100000"/>
              </a:lnSpc>
              <a:spcBef>
                <a:spcPts val="1800"/>
              </a:spcBef>
              <a:defRPr sz="3000" b="1"/>
            </a:pPr>
          </a:p>
        </p:txBody>
      </p:sp>
      <p:pic>
        <p:nvPicPr>
          <p:cNvPr id="35" name="image1.png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0524" y="27093"/>
            <a:ext cx="1074704" cy="100245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6" name="标题文本"/>
          <p:cNvSpPr txBox="1"/>
          <p:nvPr>
            <p:ph type="title" hasCustomPrompt="1"/>
          </p:nvPr>
        </p:nvSpPr>
        <p:spPr>
          <a:xfrm>
            <a:off x="1959750" y="40639"/>
            <a:ext cx="9396873" cy="1002455"/>
          </a:xfrm>
          <a:prstGeom prst="rect">
            <a:avLst/>
          </a:prstGeom>
        </p:spPr>
        <p:txBody>
          <a:bodyPr lIns="50798" tIns="50798" rIns="50798" bIns="50798" anchor="b"/>
          <a:lstStyle>
            <a:lvl1pPr marR="0" indent="81280" defTabSz="1293495">
              <a:defRPr sz="5600">
                <a:uFillTx/>
              </a:defRPr>
            </a:lvl1pPr>
          </a:lstStyle>
          <a:p>
            <a:r>
              <a:t>标题文本</a:t>
            </a:r>
          </a:p>
        </p:txBody>
      </p:sp>
      <p:sp>
        <p:nvSpPr>
          <p:cNvPr id="37" name="正文级别 1…"/>
          <p:cNvSpPr txBox="1"/>
          <p:nvPr>
            <p:ph type="body" sz="half" idx="1" hasCustomPrompt="1"/>
          </p:nvPr>
        </p:nvSpPr>
        <p:spPr>
          <a:xfrm>
            <a:off x="7258755" y="3467946"/>
            <a:ext cx="5093548" cy="6285654"/>
          </a:xfrm>
          <a:prstGeom prst="rect">
            <a:avLst/>
          </a:prstGeom>
        </p:spPr>
        <p:txBody>
          <a:bodyPr lIns="50798" tIns="50798" rIns="50798" bIns="50798"/>
          <a:lstStyle>
            <a:lvl1pPr marL="366395" marR="0" indent="-326390" defTabSz="1293495">
              <a:spcBef>
                <a:spcPts val="900"/>
              </a:spcBef>
              <a:defRPr sz="4200">
                <a:uFillTx/>
              </a:defRPr>
            </a:lvl1pPr>
            <a:lvl2pPr marL="1022985" marR="0" indent="-525780" defTabSz="1293495">
              <a:spcBef>
                <a:spcPts val="900"/>
              </a:spcBef>
              <a:defRPr sz="4200">
                <a:uFillTx/>
              </a:defRPr>
            </a:lvl2pPr>
            <a:lvl3pPr marL="1424305" marR="0" indent="-470535" defTabSz="1293495">
              <a:spcBef>
                <a:spcPts val="900"/>
              </a:spcBef>
              <a:defRPr sz="4200">
                <a:uFillTx/>
              </a:defRPr>
            </a:lvl3pPr>
            <a:lvl4pPr marL="1981835" marR="0" indent="-570230" defTabSz="1293495">
              <a:spcBef>
                <a:spcPts val="900"/>
              </a:spcBef>
              <a:defRPr sz="4200">
                <a:uFillTx/>
              </a:defRPr>
            </a:lvl4pPr>
            <a:lvl5pPr marL="2439035" marR="0" indent="-570230" defTabSz="1293495">
              <a:spcBef>
                <a:spcPts val="900"/>
              </a:spcBef>
              <a:defRPr sz="4200">
                <a:uFillTx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8" name="幻灯片编号"/>
          <p:cNvSpPr txBox="1"/>
          <p:nvPr>
            <p:ph type="sldNum" sz="quarter" idx="2"/>
          </p:nvPr>
        </p:nvSpPr>
        <p:spPr>
          <a:xfrm>
            <a:off x="6088522" y="9078524"/>
            <a:ext cx="825498" cy="884187"/>
          </a:xfrm>
          <a:prstGeom prst="rect">
            <a:avLst/>
          </a:prstGeom>
        </p:spPr>
        <p:txBody>
          <a:bodyPr lIns="50798" tIns="50798" rIns="50798" bIns="50798"/>
          <a:lstStyle>
            <a:lvl1pPr defTabSz="824230">
              <a:defRPr sz="5600">
                <a:uFillTx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Ble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"/>
          <p:cNvSpPr/>
          <p:nvPr/>
        </p:nvSpPr>
        <p:spPr>
          <a:xfrm>
            <a:off x="1143000" y="206304"/>
            <a:ext cx="467360" cy="675078"/>
          </a:xfrm>
          <a:prstGeom prst="rect">
            <a:avLst/>
          </a:prstGeom>
          <a:gradFill>
            <a:gsLst>
              <a:gs pos="0">
                <a:srgbClr val="F824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50" name="成组"/>
          <p:cNvGrpSpPr/>
          <p:nvPr/>
        </p:nvGrpSpPr>
        <p:grpSpPr>
          <a:xfrm>
            <a:off x="165099" y="206303"/>
            <a:ext cx="1435101" cy="1041403"/>
            <a:chOff x="0" y="0"/>
            <a:chExt cx="1435099" cy="1041401"/>
          </a:xfrm>
        </p:grpSpPr>
        <p:sp>
          <p:nvSpPr>
            <p:cNvPr id="46" name="正方形"/>
            <p:cNvSpPr/>
            <p:nvPr/>
          </p:nvSpPr>
          <p:spPr>
            <a:xfrm>
              <a:off x="364273" y="-1"/>
              <a:ext cx="545671" cy="548565"/>
            </a:xfrm>
            <a:prstGeom prst="rect">
              <a:avLst/>
            </a:prstGeom>
            <a:solidFill>
              <a:srgbClr val="F8240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7" name="矩形"/>
            <p:cNvSpPr/>
            <p:nvPr/>
          </p:nvSpPr>
          <p:spPr>
            <a:xfrm>
              <a:off x="518483" y="492836"/>
              <a:ext cx="525900" cy="548566"/>
            </a:xfrm>
            <a:prstGeom prst="rect">
              <a:avLst/>
            </a:prstGeom>
            <a:solidFill>
              <a:srgbClr val="3333C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8" name="矩形"/>
            <p:cNvSpPr/>
            <p:nvPr/>
          </p:nvSpPr>
          <p:spPr>
            <a:xfrm>
              <a:off x="979138" y="492836"/>
              <a:ext cx="455962" cy="548566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9" name="矩形"/>
            <p:cNvSpPr/>
            <p:nvPr/>
          </p:nvSpPr>
          <p:spPr>
            <a:xfrm>
              <a:off x="-1" y="403625"/>
              <a:ext cx="697904" cy="488022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26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51" name="矩形"/>
          <p:cNvSpPr/>
          <p:nvPr/>
        </p:nvSpPr>
        <p:spPr>
          <a:xfrm>
            <a:off x="1087402" y="-11572"/>
            <a:ext cx="45157" cy="13445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2" name="矩形"/>
          <p:cNvSpPr/>
          <p:nvPr/>
        </p:nvSpPr>
        <p:spPr>
          <a:xfrm>
            <a:off x="629919" y="973948"/>
            <a:ext cx="11699807" cy="45158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53" name="image1.png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5924" y="206304"/>
            <a:ext cx="800102" cy="76200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4" name="标题文本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Ble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"/>
          <p:cNvSpPr/>
          <p:nvPr/>
        </p:nvSpPr>
        <p:spPr>
          <a:xfrm>
            <a:off x="1143000" y="320604"/>
            <a:ext cx="467360" cy="675078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3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67" name="Group 7"/>
          <p:cNvGrpSpPr/>
          <p:nvPr/>
        </p:nvGrpSpPr>
        <p:grpSpPr>
          <a:xfrm>
            <a:off x="165099" y="320603"/>
            <a:ext cx="1435101" cy="1041403"/>
            <a:chOff x="0" y="0"/>
            <a:chExt cx="1435099" cy="1041401"/>
          </a:xfrm>
        </p:grpSpPr>
        <p:sp>
          <p:nvSpPr>
            <p:cNvPr id="63" name="Shape 3"/>
            <p:cNvSpPr/>
            <p:nvPr/>
          </p:nvSpPr>
          <p:spPr>
            <a:xfrm>
              <a:off x="364273" y="-1"/>
              <a:ext cx="545671" cy="548565"/>
            </a:xfrm>
            <a:prstGeom prst="rect">
              <a:avLst/>
            </a:prstGeom>
            <a:solidFill>
              <a:srgbClr val="F81F0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4" name="Shape 4"/>
            <p:cNvSpPr/>
            <p:nvPr/>
          </p:nvSpPr>
          <p:spPr>
            <a:xfrm>
              <a:off x="518483" y="492836"/>
              <a:ext cx="525900" cy="548566"/>
            </a:xfrm>
            <a:prstGeom prst="rect">
              <a:avLst/>
            </a:prstGeom>
            <a:solidFill>
              <a:srgbClr val="3333C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5" name="Shape 5"/>
            <p:cNvSpPr/>
            <p:nvPr/>
          </p:nvSpPr>
          <p:spPr>
            <a:xfrm>
              <a:off x="979138" y="492836"/>
              <a:ext cx="455962" cy="548566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6" name="Shape 6"/>
            <p:cNvSpPr/>
            <p:nvPr/>
          </p:nvSpPr>
          <p:spPr>
            <a:xfrm>
              <a:off x="-1" y="403625"/>
              <a:ext cx="697904" cy="488022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00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68" name="Shape 8"/>
          <p:cNvSpPr/>
          <p:nvPr/>
        </p:nvSpPr>
        <p:spPr>
          <a:xfrm>
            <a:off x="1087402" y="26528"/>
            <a:ext cx="45157" cy="14969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3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9" name="Shape 9"/>
          <p:cNvSpPr/>
          <p:nvPr/>
        </p:nvSpPr>
        <p:spPr>
          <a:xfrm>
            <a:off x="629919" y="1088248"/>
            <a:ext cx="11699807" cy="45158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3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70" name="tb.png" descr="t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5924" y="206304"/>
            <a:ext cx="800102" cy="76200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1" name="标题文本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500"/>
            </a:lvl1pPr>
          </a:lstStyle>
          <a:p>
            <a:r>
              <a:t>标题文本</a:t>
            </a:r>
          </a:p>
        </p:txBody>
      </p:sp>
      <p:sp>
        <p:nvSpPr>
          <p:cNvPr id="72" name="幻灯片编号"/>
          <p:cNvSpPr txBox="1"/>
          <p:nvPr>
            <p:ph type="sldNum" sz="quarter" idx="2"/>
          </p:nvPr>
        </p:nvSpPr>
        <p:spPr>
          <a:xfrm>
            <a:off x="6229773" y="9080500"/>
            <a:ext cx="546101" cy="565857"/>
          </a:xfrm>
          <a:prstGeom prst="rect">
            <a:avLst/>
          </a:prstGeom>
        </p:spPr>
        <p:txBody>
          <a:bodyPr/>
          <a:lstStyle>
            <a:lvl1pPr>
              <a:defRPr sz="34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Ble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2"/>
          <p:cNvSpPr/>
          <p:nvPr/>
        </p:nvSpPr>
        <p:spPr>
          <a:xfrm>
            <a:off x="1143000" y="320603"/>
            <a:ext cx="467360" cy="675080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85" indent="57785" defTabSz="1295400">
              <a:lnSpc>
                <a:spcPct val="100000"/>
              </a:lnSpc>
              <a:spcBef>
                <a:spcPts val="1900"/>
              </a:spcBef>
              <a:defRPr sz="28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84" name="Group 7"/>
          <p:cNvGrpSpPr/>
          <p:nvPr/>
        </p:nvGrpSpPr>
        <p:grpSpPr>
          <a:xfrm>
            <a:off x="165097" y="320601"/>
            <a:ext cx="1435104" cy="1041406"/>
            <a:chOff x="-1" y="-1"/>
            <a:chExt cx="1435102" cy="1041405"/>
          </a:xfrm>
        </p:grpSpPr>
        <p:sp>
          <p:nvSpPr>
            <p:cNvPr id="80" name="Shape 3"/>
            <p:cNvSpPr/>
            <p:nvPr/>
          </p:nvSpPr>
          <p:spPr>
            <a:xfrm>
              <a:off x="364273" y="-2"/>
              <a:ext cx="545672" cy="548567"/>
            </a:xfrm>
            <a:prstGeom prst="rect">
              <a:avLst/>
            </a:prstGeom>
            <a:solidFill>
              <a:srgbClr val="F81F0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" name="Shape 4"/>
            <p:cNvSpPr/>
            <p:nvPr/>
          </p:nvSpPr>
          <p:spPr>
            <a:xfrm>
              <a:off x="518483" y="492836"/>
              <a:ext cx="525901" cy="548568"/>
            </a:xfrm>
            <a:prstGeom prst="rect">
              <a:avLst/>
            </a:prstGeom>
            <a:solidFill>
              <a:srgbClr val="3333C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2" name="Shape 5"/>
            <p:cNvSpPr/>
            <p:nvPr/>
          </p:nvSpPr>
          <p:spPr>
            <a:xfrm>
              <a:off x="979139" y="492836"/>
              <a:ext cx="455963" cy="548568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3" name="Shape 6"/>
            <p:cNvSpPr/>
            <p:nvPr/>
          </p:nvSpPr>
          <p:spPr>
            <a:xfrm>
              <a:off x="-2" y="403625"/>
              <a:ext cx="697906" cy="488023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00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85" name="Shape 8"/>
          <p:cNvSpPr/>
          <p:nvPr/>
        </p:nvSpPr>
        <p:spPr>
          <a:xfrm>
            <a:off x="1087402" y="26528"/>
            <a:ext cx="45158" cy="14969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85" indent="57785" defTabSz="1295400">
              <a:lnSpc>
                <a:spcPct val="100000"/>
              </a:lnSpc>
              <a:spcBef>
                <a:spcPts val="1900"/>
              </a:spcBef>
              <a:defRPr sz="28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6" name="Shape 9"/>
          <p:cNvSpPr/>
          <p:nvPr/>
        </p:nvSpPr>
        <p:spPr>
          <a:xfrm>
            <a:off x="629919" y="1088248"/>
            <a:ext cx="11699807" cy="45159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85" indent="57785" defTabSz="1295400">
              <a:lnSpc>
                <a:spcPct val="100000"/>
              </a:lnSpc>
              <a:spcBef>
                <a:spcPts val="1900"/>
              </a:spcBef>
              <a:defRPr sz="28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87" name="tb.png" descr="t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5924" y="206304"/>
            <a:ext cx="800103" cy="76200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8" name="标题文本"/>
          <p:cNvSpPr txBox="1"/>
          <p:nvPr>
            <p:ph type="title" hasCustomPrompt="1"/>
          </p:nvPr>
        </p:nvSpPr>
        <p:spPr>
          <a:xfrm>
            <a:off x="1611487" y="125587"/>
            <a:ext cx="9448803" cy="952503"/>
          </a:xfrm>
          <a:prstGeom prst="rect">
            <a:avLst/>
          </a:prstGeom>
        </p:spPr>
        <p:txBody>
          <a:bodyPr/>
          <a:lstStyle>
            <a:lvl1pPr marR="57785" indent="57785"/>
          </a:lstStyle>
          <a:p>
            <a:r>
              <a:t>标题文本</a:t>
            </a:r>
          </a:p>
        </p:txBody>
      </p:sp>
      <p:sp>
        <p:nvSpPr>
          <p:cNvPr id="8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143000" y="320604"/>
            <a:ext cx="467360" cy="675078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7" name="Group 7"/>
          <p:cNvGrpSpPr/>
          <p:nvPr/>
        </p:nvGrpSpPr>
        <p:grpSpPr>
          <a:xfrm>
            <a:off x="165099" y="320603"/>
            <a:ext cx="1435101" cy="1041403"/>
            <a:chOff x="0" y="0"/>
            <a:chExt cx="1435099" cy="1041401"/>
          </a:xfrm>
        </p:grpSpPr>
        <p:sp>
          <p:nvSpPr>
            <p:cNvPr id="3" name="Shape 3"/>
            <p:cNvSpPr/>
            <p:nvPr/>
          </p:nvSpPr>
          <p:spPr>
            <a:xfrm>
              <a:off x="364273" y="-1"/>
              <a:ext cx="545671" cy="548565"/>
            </a:xfrm>
            <a:prstGeom prst="rect">
              <a:avLst/>
            </a:prstGeom>
            <a:solidFill>
              <a:srgbClr val="F81F0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" name="Shape 4"/>
            <p:cNvSpPr/>
            <p:nvPr/>
          </p:nvSpPr>
          <p:spPr>
            <a:xfrm>
              <a:off x="518483" y="492836"/>
              <a:ext cx="525900" cy="548566"/>
            </a:xfrm>
            <a:prstGeom prst="rect">
              <a:avLst/>
            </a:prstGeom>
            <a:solidFill>
              <a:srgbClr val="3333C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" name="Shape 5"/>
            <p:cNvSpPr/>
            <p:nvPr/>
          </p:nvSpPr>
          <p:spPr>
            <a:xfrm>
              <a:off x="979138" y="492836"/>
              <a:ext cx="455962" cy="548566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" name="Shape 6"/>
            <p:cNvSpPr/>
            <p:nvPr/>
          </p:nvSpPr>
          <p:spPr>
            <a:xfrm>
              <a:off x="-1" y="403625"/>
              <a:ext cx="697904" cy="488022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00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8" name="Shape 8"/>
          <p:cNvSpPr/>
          <p:nvPr/>
        </p:nvSpPr>
        <p:spPr>
          <a:xfrm>
            <a:off x="1087402" y="26528"/>
            <a:ext cx="45157" cy="14969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9" name="Shape 9"/>
          <p:cNvSpPr/>
          <p:nvPr/>
        </p:nvSpPr>
        <p:spPr>
          <a:xfrm>
            <a:off x="629919" y="1088248"/>
            <a:ext cx="11699807" cy="45158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10" name="tb.png" descr="t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5924" y="206304"/>
            <a:ext cx="800102" cy="76200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" name="标题文本"/>
          <p:cNvSpPr txBox="1"/>
          <p:nvPr>
            <p:ph type="title"/>
          </p:nvPr>
        </p:nvSpPr>
        <p:spPr>
          <a:xfrm>
            <a:off x="1611487" y="125587"/>
            <a:ext cx="9448802" cy="95250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12" name="正文级别 1…"/>
          <p:cNvSpPr txBox="1"/>
          <p:nvPr>
            <p:ph type="body" idx="1"/>
          </p:nvPr>
        </p:nvSpPr>
        <p:spPr>
          <a:xfrm>
            <a:off x="7258755" y="3467946"/>
            <a:ext cx="5093548" cy="628565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/>
          <p:nvPr>
            <p:ph type="sldNum" sz="quarter" idx="2"/>
          </p:nvPr>
        </p:nvSpPr>
        <p:spPr>
          <a:xfrm>
            <a:off x="6259830" y="9080500"/>
            <a:ext cx="469901" cy="49289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indent="0" algn="ctr" defTabSz="825500">
              <a:lnSpc>
                <a:spcPct val="100000"/>
              </a:lnSpc>
              <a:defRPr sz="2800" b="1">
                <a:uFill>
                  <a:solidFill>
                    <a:srgbClr val="000000"/>
                  </a:solidFill>
                </a:u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med"/>
  <p:txStyles>
    <p:titleStyle>
      <a:lvl1pPr marL="0" marR="57785" indent="57785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rial Black" panose="020B0A04020102020204"/>
          <a:ea typeface="Arial Black" panose="020B0A04020102020204"/>
          <a:cs typeface="Arial Black" panose="020B0A04020102020204"/>
          <a:sym typeface="Arial Black" panose="020B0A04020102020204"/>
        </a:defRPr>
      </a:lvl1pPr>
      <a:lvl2pPr marL="0" marR="57785" indent="57785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rial Black" panose="020B0A04020102020204"/>
          <a:ea typeface="Arial Black" panose="020B0A04020102020204"/>
          <a:cs typeface="Arial Black" panose="020B0A04020102020204"/>
          <a:sym typeface="Arial Black" panose="020B0A04020102020204"/>
        </a:defRPr>
      </a:lvl2pPr>
      <a:lvl3pPr marL="0" marR="57785" indent="57785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rial Black" panose="020B0A04020102020204"/>
          <a:ea typeface="Arial Black" panose="020B0A04020102020204"/>
          <a:cs typeface="Arial Black" panose="020B0A04020102020204"/>
          <a:sym typeface="Arial Black" panose="020B0A04020102020204"/>
        </a:defRPr>
      </a:lvl3pPr>
      <a:lvl4pPr marL="0" marR="57785" indent="57785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rial Black" panose="020B0A04020102020204"/>
          <a:ea typeface="Arial Black" panose="020B0A04020102020204"/>
          <a:cs typeface="Arial Black" panose="020B0A04020102020204"/>
          <a:sym typeface="Arial Black" panose="020B0A04020102020204"/>
        </a:defRPr>
      </a:lvl4pPr>
      <a:lvl5pPr marL="0" marR="57785" indent="57785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rial Black" panose="020B0A04020102020204"/>
          <a:ea typeface="Arial Black" panose="020B0A04020102020204"/>
          <a:cs typeface="Arial Black" panose="020B0A04020102020204"/>
          <a:sym typeface="Arial Black" panose="020B0A04020102020204"/>
        </a:defRPr>
      </a:lvl5pPr>
      <a:lvl6pPr marL="0" marR="57785" indent="57785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rial Black" panose="020B0A04020102020204"/>
          <a:ea typeface="Arial Black" panose="020B0A04020102020204"/>
          <a:cs typeface="Arial Black" panose="020B0A04020102020204"/>
          <a:sym typeface="Arial Black" panose="020B0A04020102020204"/>
        </a:defRPr>
      </a:lvl6pPr>
      <a:lvl7pPr marL="0" marR="57785" indent="57785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rial Black" panose="020B0A04020102020204"/>
          <a:ea typeface="Arial Black" panose="020B0A04020102020204"/>
          <a:cs typeface="Arial Black" panose="020B0A04020102020204"/>
          <a:sym typeface="Arial Black" panose="020B0A04020102020204"/>
        </a:defRPr>
      </a:lvl7pPr>
      <a:lvl8pPr marL="0" marR="57785" indent="57785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rial Black" panose="020B0A04020102020204"/>
          <a:ea typeface="Arial Black" panose="020B0A04020102020204"/>
          <a:cs typeface="Arial Black" panose="020B0A04020102020204"/>
          <a:sym typeface="Arial Black" panose="020B0A04020102020204"/>
        </a:defRPr>
      </a:lvl8pPr>
      <a:lvl9pPr marL="0" marR="57785" indent="57785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rial Black" panose="020B0A04020102020204"/>
          <a:ea typeface="Arial Black" panose="020B0A04020102020204"/>
          <a:cs typeface="Arial Black" panose="020B0A04020102020204"/>
          <a:sym typeface="Arial Black" panose="020B0A04020102020204"/>
        </a:defRPr>
      </a:lvl9pPr>
    </p:titleStyle>
    <p:bodyStyle>
      <a:lvl1pPr marL="383540" marR="57785" indent="-34290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60000"/>
        <a:buFontTx/>
        <a:buChar char="■"/>
        <a:defRPr sz="38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Tahoma" panose="020B0604030504040204"/>
          <a:ea typeface="Tahoma" panose="020B0604030504040204"/>
          <a:cs typeface="Tahoma" panose="020B0604030504040204"/>
          <a:sym typeface="Tahoma" panose="020B0604030504040204"/>
        </a:defRPr>
      </a:lvl1pPr>
      <a:lvl2pPr marL="817245" marR="57785" indent="-319405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■"/>
        <a:defRPr sz="38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Tahoma" panose="020B0604030504040204"/>
          <a:ea typeface="Tahoma" panose="020B0604030504040204"/>
          <a:cs typeface="Tahoma" panose="020B0604030504040204"/>
          <a:sym typeface="Tahoma" panose="020B0604030504040204"/>
        </a:defRPr>
      </a:lvl2pPr>
      <a:lvl3pPr marL="1265555" marR="57785" indent="-310515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defRPr sz="38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Tahoma" panose="020B0604030504040204"/>
          <a:ea typeface="Tahoma" panose="020B0604030504040204"/>
          <a:cs typeface="Tahoma" panose="020B0604030504040204"/>
          <a:sym typeface="Tahoma" panose="020B0604030504040204"/>
        </a:defRPr>
      </a:lvl3pPr>
      <a:lvl4pPr marL="1807210" marR="57785" indent="-39497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■"/>
        <a:defRPr sz="38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Tahoma" panose="020B0604030504040204"/>
          <a:ea typeface="Tahoma" panose="020B0604030504040204"/>
          <a:cs typeface="Tahoma" panose="020B0604030504040204"/>
          <a:sym typeface="Tahoma" panose="020B0604030504040204"/>
        </a:defRPr>
      </a:lvl4pPr>
      <a:lvl5pPr marL="2264410" marR="57785" indent="-39497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defRPr sz="38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Tahoma" panose="020B0604030504040204"/>
          <a:ea typeface="Tahoma" panose="020B0604030504040204"/>
          <a:cs typeface="Tahoma" panose="020B0604030504040204"/>
          <a:sym typeface="Tahoma" panose="020B0604030504040204"/>
        </a:defRPr>
      </a:lvl5pPr>
      <a:lvl6pPr marL="2264410" marR="57785" indent="-39497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defRPr sz="38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Tahoma" panose="020B0604030504040204"/>
          <a:ea typeface="Tahoma" panose="020B0604030504040204"/>
          <a:cs typeface="Tahoma" panose="020B0604030504040204"/>
          <a:sym typeface="Tahoma" panose="020B0604030504040204"/>
        </a:defRPr>
      </a:lvl6pPr>
      <a:lvl7pPr marL="2264410" marR="57785" indent="-39497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defRPr sz="38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Tahoma" panose="020B0604030504040204"/>
          <a:ea typeface="Tahoma" panose="020B0604030504040204"/>
          <a:cs typeface="Tahoma" panose="020B0604030504040204"/>
          <a:sym typeface="Tahoma" panose="020B0604030504040204"/>
        </a:defRPr>
      </a:lvl7pPr>
      <a:lvl8pPr marL="2264410" marR="57785" indent="-39497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defRPr sz="38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Tahoma" panose="020B0604030504040204"/>
          <a:ea typeface="Tahoma" panose="020B0604030504040204"/>
          <a:cs typeface="Tahoma" panose="020B0604030504040204"/>
          <a:sym typeface="Tahoma" panose="020B0604030504040204"/>
        </a:defRPr>
      </a:lvl8pPr>
      <a:lvl9pPr marL="2264410" marR="57785" indent="-39497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defRPr sz="3800" b="0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Tahoma" panose="020B0604030504040204"/>
          <a:ea typeface="Tahoma" panose="020B0604030504040204"/>
          <a:cs typeface="Tahoma" panose="020B0604030504040204"/>
          <a:sym typeface="Tahoma" panose="020B0604030504040204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 panose="02020603050405020304"/>
        </a:defRPr>
      </a:lvl1pPr>
      <a:lvl2pPr marL="0" marR="0" indent="57785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 panose="02020603050405020304"/>
        </a:defRPr>
      </a:lvl2pPr>
      <a:lvl3pPr marL="0" marR="0" indent="57785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 panose="02020603050405020304"/>
        </a:defRPr>
      </a:lvl3pPr>
      <a:lvl4pPr marL="0" marR="0" indent="57785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 panose="02020603050405020304"/>
        </a:defRPr>
      </a:lvl4pPr>
      <a:lvl5pPr marL="0" marR="0" indent="57785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 panose="02020603050405020304"/>
        </a:defRPr>
      </a:lvl5pPr>
      <a:lvl6pPr marL="0" marR="0" indent="57785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 panose="02020603050405020304"/>
        </a:defRPr>
      </a:lvl6pPr>
      <a:lvl7pPr marL="0" marR="0" indent="57785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 panose="02020603050405020304"/>
        </a:defRPr>
      </a:lvl7pPr>
      <a:lvl8pPr marL="0" marR="0" indent="57785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 panose="02020603050405020304"/>
        </a:defRPr>
      </a:lvl8pPr>
      <a:lvl9pPr marL="0" marR="0" indent="57785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 panose="020206030504050203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bmp"/><Relationship Id="rId1" Type="http://schemas.openxmlformats.org/officeDocument/2006/relationships/image" Target="../media/image3.bmp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bmp"/><Relationship Id="rId1" Type="http://schemas.openxmlformats.org/officeDocument/2006/relationships/image" Target="../media/image3.bm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bmp"/><Relationship Id="rId1" Type="http://schemas.openxmlformats.org/officeDocument/2006/relationships/image" Target="../media/image6.bmp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bmp"/><Relationship Id="rId1" Type="http://schemas.openxmlformats.org/officeDocument/2006/relationships/image" Target="../media/image6.bmp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3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bmp"/><Relationship Id="rId1" Type="http://schemas.openxmlformats.org/officeDocument/2006/relationships/image" Target="../media/image7.bmp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5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6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8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0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1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2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3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bmp"/><Relationship Id="rId1" Type="http://schemas.openxmlformats.org/officeDocument/2006/relationships/image" Target="../media/image3.bmp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5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6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2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bmp"/><Relationship Id="rId1" Type="http://schemas.openxmlformats.org/officeDocument/2006/relationships/image" Target="../media/image6.bmp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9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3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30"/>
          <p:cNvSpPr txBox="1"/>
          <p:nvPr/>
        </p:nvSpPr>
        <p:spPr>
          <a:xfrm>
            <a:off x="124174" y="1973862"/>
            <a:ext cx="12873657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marR="57785" defTabSz="1295400">
              <a:lnSpc>
                <a:spcPct val="130000"/>
              </a:lnSpc>
              <a:defRPr sz="3000">
                <a:uFill>
                  <a:solidFill>
                    <a:srgbClr val="000000"/>
                  </a:solidFill>
                </a:uFill>
              </a:defRPr>
            </a:pPr>
            <a:r>
              <a:t>排序是一种常用操作，其目的是将一组</a:t>
            </a:r>
            <a:r>
              <a:rPr>
                <a:solidFill>
                  <a:schemeClr val="accent1"/>
                </a:solidFill>
                <a:uFill>
                  <a:solidFill>
                    <a:srgbClr val="800000"/>
                  </a:solidFill>
                </a:uFill>
              </a:rPr>
              <a:t>无序</a:t>
            </a:r>
            <a:r>
              <a:t>的数据调整为</a:t>
            </a:r>
            <a:r>
              <a: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有序</a:t>
            </a:r>
            <a:r>
              <a:t>的数据。</a:t>
            </a:r>
          </a:p>
        </p:txBody>
      </p:sp>
      <p:sp>
        <p:nvSpPr>
          <p:cNvPr id="99" name="Shape 31"/>
          <p:cNvSpPr txBox="1"/>
          <p:nvPr/>
        </p:nvSpPr>
        <p:spPr>
          <a:xfrm>
            <a:off x="2594186" y="3142941"/>
            <a:ext cx="6801500" cy="6155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15000"/>
              </a:lnSpc>
              <a:defRPr sz="3600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</a:defRPr>
            </a:lvl1pPr>
          </a:lstStyle>
          <a:p>
            <a:r>
              <a:t>52, 49, 80, 36, 14, 58, 61, 23, 97, 75</a:t>
            </a:r>
          </a:p>
        </p:txBody>
      </p:sp>
      <p:sp>
        <p:nvSpPr>
          <p:cNvPr id="100" name="Shape 32"/>
          <p:cNvSpPr txBox="1"/>
          <p:nvPr/>
        </p:nvSpPr>
        <p:spPr>
          <a:xfrm>
            <a:off x="2580639" y="5258479"/>
            <a:ext cx="6801500" cy="6155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600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</a:defRPr>
            </a:lvl1pPr>
          </a:lstStyle>
          <a:p>
            <a:r>
              <a:t>14, 23, 36, 49, 52, 58, 61 ,75, 80, 97</a:t>
            </a:r>
          </a:p>
        </p:txBody>
      </p:sp>
      <p:sp>
        <p:nvSpPr>
          <p:cNvPr id="101" name="Shape 33"/>
          <p:cNvSpPr/>
          <p:nvPr/>
        </p:nvSpPr>
        <p:spPr>
          <a:xfrm>
            <a:off x="5842000" y="4032505"/>
            <a:ext cx="304800" cy="9271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6200"/>
                </a:moveTo>
                <a:lnTo>
                  <a:pt x="5400" y="162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6200"/>
                </a:lnTo>
                <a:lnTo>
                  <a:pt x="21600" y="162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2" name="Shape 34"/>
          <p:cNvSpPr txBox="1"/>
          <p:nvPr/>
        </p:nvSpPr>
        <p:spPr>
          <a:xfrm>
            <a:off x="1986844" y="101317"/>
            <a:ext cx="8242302" cy="9525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排序问题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47"/>
          <p:cNvSpPr txBox="1"/>
          <p:nvPr/>
        </p:nvSpPr>
        <p:spPr>
          <a:xfrm>
            <a:off x="1275644" y="63217"/>
            <a:ext cx="10655301" cy="9525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排序的基本概念</a:t>
            </a:r>
          </a:p>
        </p:txBody>
      </p:sp>
      <p:sp>
        <p:nvSpPr>
          <p:cNvPr id="105" name="Shape 48"/>
          <p:cNvSpPr txBox="1"/>
          <p:nvPr/>
        </p:nvSpPr>
        <p:spPr>
          <a:xfrm>
            <a:off x="81279" y="1549116"/>
            <a:ext cx="11366503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40000"/>
              </a:lnSpc>
              <a:defRPr sz="3000"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一、内部排序和外部排序</a:t>
            </a:r>
          </a:p>
        </p:txBody>
      </p:sp>
      <p:sp>
        <p:nvSpPr>
          <p:cNvPr id="106" name="Shape 49"/>
          <p:cNvSpPr txBox="1"/>
          <p:nvPr/>
        </p:nvSpPr>
        <p:spPr>
          <a:xfrm>
            <a:off x="578836" y="2400300"/>
            <a:ext cx="11125203" cy="635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marR="57785" defTabSz="1295400">
              <a:lnSpc>
                <a:spcPct val="140000"/>
              </a:lnSpc>
              <a:defRPr sz="3000">
                <a:uFill>
                  <a:solidFill>
                    <a:srgbClr val="333399"/>
                  </a:solidFill>
                </a:uFill>
              </a:defRPr>
            </a:pPr>
            <a:r>
              <a:t>1.内部排序：</a:t>
            </a:r>
            <a:r>
              <a:rPr>
                <a:uFill>
                  <a:solidFill>
                    <a:srgbClr val="000000"/>
                  </a:solidFill>
                </a:uFill>
              </a:rPr>
              <a:t>对内存中的数据排序。　 　</a:t>
            </a:r>
            <a:endParaRPr>
              <a:uFill>
                <a:solidFill>
                  <a:srgbClr val="000000"/>
                </a:solidFill>
              </a:uFill>
            </a:endParaRPr>
          </a:p>
        </p:txBody>
      </p:sp>
      <p:sp>
        <p:nvSpPr>
          <p:cNvPr id="107" name="Shape 50"/>
          <p:cNvSpPr txBox="1"/>
          <p:nvPr/>
        </p:nvSpPr>
        <p:spPr>
          <a:xfrm>
            <a:off x="578836" y="3158630"/>
            <a:ext cx="11074403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marR="57785" defTabSz="1295400">
              <a:lnSpc>
                <a:spcPct val="140000"/>
              </a:lnSpc>
              <a:defRPr sz="3000">
                <a:uFill>
                  <a:solidFill>
                    <a:srgbClr val="333399"/>
                  </a:solidFill>
                </a:uFill>
              </a:defRPr>
            </a:pPr>
            <a:r>
              <a:t>2.外部排序：</a:t>
            </a:r>
            <a:r>
              <a:rPr>
                <a:uFill>
                  <a:solidFill>
                    <a:srgbClr val="000000"/>
                  </a:solidFill>
                </a:uFill>
              </a:rPr>
              <a:t>对</a:t>
            </a:r>
            <a:r>
              <a:t>外存中的数据排序。</a:t>
            </a:r>
          </a:p>
        </p:txBody>
      </p:sp>
      <p:sp>
        <p:nvSpPr>
          <p:cNvPr id="108" name="用于串行计算机、并行计算机、量子计算机的排序算法。"/>
          <p:cNvSpPr txBox="1"/>
          <p:nvPr/>
        </p:nvSpPr>
        <p:spPr>
          <a:xfrm>
            <a:off x="578836" y="5034844"/>
            <a:ext cx="9062100" cy="6096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用于串行计算机、并行计算机、量子计算机的排序算法。</a:t>
            </a:r>
          </a:p>
        </p:txBody>
      </p:sp>
      <p:sp>
        <p:nvSpPr>
          <p:cNvPr id="109" name="Shape 48"/>
          <p:cNvSpPr txBox="1"/>
          <p:nvPr/>
        </p:nvSpPr>
        <p:spPr>
          <a:xfrm>
            <a:off x="81279" y="4089892"/>
            <a:ext cx="11366503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40000"/>
              </a:lnSpc>
              <a:defRPr sz="3000"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二、串行排序、并行排序和量子排序？？？</a:t>
            </a:r>
          </a:p>
        </p:txBody>
      </p:sp>
      <p:sp>
        <p:nvSpPr>
          <p:cNvPr id="110" name="Shape 45"/>
          <p:cNvSpPr txBox="1"/>
          <p:nvPr/>
        </p:nvSpPr>
        <p:spPr>
          <a:xfrm>
            <a:off x="578836" y="6668160"/>
            <a:ext cx="12424887" cy="139794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marR="57785" defTabSz="1295400">
              <a:lnSpc>
                <a:spcPct val="140000"/>
              </a:lnSpc>
              <a:defRPr sz="3000">
                <a:uFill>
                  <a:solidFill>
                    <a:srgbClr val="000000"/>
                  </a:solidFill>
                </a:uFill>
              </a:defRPr>
            </a:pPr>
            <a:r>
              <a:rPr>
                <a:uFill>
                  <a:solidFill>
                    <a:srgbClr val="800000"/>
                  </a:solidFill>
                </a:uFill>
              </a:rPr>
              <a:t>对任意的</a:t>
            </a:r>
            <a:r>
              <a: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R</a:t>
            </a:r>
            <a:r>
              <a:rPr baseline="-60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i</a:t>
            </a:r>
            <a:r>
              <a:t>和</a:t>
            </a:r>
            <a:r>
              <a: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R</a:t>
            </a:r>
            <a:r>
              <a:rPr baseline="-60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j</a:t>
            </a:r>
            <a:r>
              <a: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,</a:t>
            </a:r>
            <a:r>
              <a:t>  </a:t>
            </a:r>
            <a:r>
              <a: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如果R</a:t>
            </a:r>
            <a:r>
              <a:rPr baseline="-60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i</a:t>
            </a:r>
            <a:r>
              <a:t>= </a:t>
            </a:r>
            <a:r>
              <a: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R</a:t>
            </a:r>
            <a:r>
              <a:rPr baseline="-60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j</a:t>
            </a:r>
            <a:r>
              <a: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,</a:t>
            </a:r>
            <a:r>
              <a:t> 在排序之前, </a:t>
            </a:r>
            <a:r>
              <a: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R</a:t>
            </a:r>
            <a:r>
              <a:rPr baseline="-60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i</a:t>
            </a:r>
            <a:r>
              <a:t>在</a:t>
            </a:r>
            <a:r>
              <a: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R</a:t>
            </a:r>
            <a:r>
              <a:rPr baseline="-60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j</a:t>
            </a:r>
            <a:r>
              <a:t>的前面，</a:t>
            </a:r>
          </a:p>
          <a:p>
            <a:pPr marR="57785" defTabSz="1295400">
              <a:lnSpc>
                <a:spcPct val="140000"/>
              </a:lnSpc>
              <a:defRPr sz="3000">
                <a:uFill>
                  <a:solidFill>
                    <a:srgbClr val="000000"/>
                  </a:solidFill>
                </a:uFill>
              </a:defRPr>
            </a:pPr>
            <a:r>
              <a:t>如果在排序之后, </a:t>
            </a:r>
            <a:r>
              <a: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R</a:t>
            </a:r>
            <a:r>
              <a:rPr baseline="-60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i</a:t>
            </a:r>
            <a:r>
              <a:t>仍然排在</a:t>
            </a:r>
            <a:r>
              <a: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R</a:t>
            </a:r>
            <a:r>
              <a:rPr baseline="-60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rPr>
              <a:t>j</a:t>
            </a:r>
            <a:r>
              <a:t>前面,  则为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稳定</a:t>
            </a:r>
            <a:r>
              <a:t>算法，否则为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不稳定</a:t>
            </a:r>
            <a:r>
              <a:rPr>
                <a:uFill>
                  <a:solidFill>
                    <a:srgbClr val="333399"/>
                  </a:solidFill>
                </a:uFill>
              </a:rPr>
              <a:t>算法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。</a:t>
            </a:r>
            <a:endParaRPr>
              <a:solidFill>
                <a:srgbClr val="333399"/>
              </a:solidFill>
              <a:uFill>
                <a:solidFill>
                  <a:srgbClr val="333399"/>
                </a:solidFill>
              </a:uFill>
            </a:endParaRPr>
          </a:p>
        </p:txBody>
      </p:sp>
      <p:sp>
        <p:nvSpPr>
          <p:cNvPr id="111" name="Shape 48"/>
          <p:cNvSpPr txBox="1"/>
          <p:nvPr/>
        </p:nvSpPr>
        <p:spPr>
          <a:xfrm>
            <a:off x="81279" y="5983956"/>
            <a:ext cx="11366503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40000"/>
              </a:lnSpc>
              <a:defRPr sz="3000"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三、稳定和非稳定算法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48"/>
          <p:cNvSpPr txBox="1"/>
          <p:nvPr/>
        </p:nvSpPr>
        <p:spPr>
          <a:xfrm>
            <a:off x="89022" y="1508689"/>
            <a:ext cx="11366503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marR="57785" defTabSz="1295400">
              <a:lnSpc>
                <a:spcPct val="140000"/>
              </a:lnSpc>
              <a:defRPr sz="3000">
                <a:uFill>
                  <a:solidFill>
                    <a:srgbClr val="333399"/>
                  </a:solidFill>
                </a:uFill>
              </a:defRPr>
            </a:pPr>
            <a:r>
              <a:t>四、排序算法的主要操作是</a:t>
            </a:r>
            <a:r>
              <a:rPr>
                <a:solidFill>
                  <a:schemeClr val="accent1"/>
                </a:solidFill>
              </a:rPr>
              <a:t>比较</a:t>
            </a:r>
            <a:r>
              <a:t>和</a:t>
            </a:r>
            <a:r>
              <a:rPr>
                <a:solidFill>
                  <a:schemeClr val="accent5"/>
                </a:solidFill>
              </a:rPr>
              <a:t>复制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14" name="Shape 47"/>
          <p:cNvSpPr txBox="1"/>
          <p:nvPr/>
        </p:nvSpPr>
        <p:spPr>
          <a:xfrm>
            <a:off x="1275644" y="63217"/>
            <a:ext cx="10655301" cy="9525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排序的基本概念</a:t>
            </a:r>
          </a:p>
        </p:txBody>
      </p:sp>
      <p:sp>
        <p:nvSpPr>
          <p:cNvPr id="115" name="Shape 45"/>
          <p:cNvSpPr txBox="1"/>
          <p:nvPr/>
        </p:nvSpPr>
        <p:spPr>
          <a:xfrm>
            <a:off x="468313" y="3020235"/>
            <a:ext cx="12424887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marR="57785" defTabSz="1295400">
              <a:lnSpc>
                <a:spcPct val="140000"/>
              </a:lnSpc>
              <a:defRPr sz="3000">
                <a:uFill>
                  <a:solidFill>
                    <a:srgbClr val="800000"/>
                  </a:solidFill>
                </a:uFill>
              </a:defRPr>
            </a:pPr>
            <a:r>
              <a:t>基于比较的排序，一般的排序算法O(n</a:t>
            </a:r>
            <a:r>
              <a:rPr baseline="32000"/>
              <a:t>2</a:t>
            </a:r>
            <a:r>
              <a:t>)，典型的排序算法O(nlogn)</a:t>
            </a:r>
          </a:p>
        </p:txBody>
      </p:sp>
      <p:sp>
        <p:nvSpPr>
          <p:cNvPr id="116" name="Shape 48"/>
          <p:cNvSpPr txBox="1"/>
          <p:nvPr/>
        </p:nvSpPr>
        <p:spPr>
          <a:xfrm>
            <a:off x="66445" y="2247131"/>
            <a:ext cx="11366502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40000"/>
              </a:lnSpc>
              <a:defRPr sz="3000"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五、时间复杂度</a:t>
            </a:r>
          </a:p>
        </p:txBody>
      </p:sp>
      <p:sp>
        <p:nvSpPr>
          <p:cNvPr id="117" name="Shape 45"/>
          <p:cNvSpPr txBox="1"/>
          <p:nvPr/>
        </p:nvSpPr>
        <p:spPr>
          <a:xfrm>
            <a:off x="468313" y="3793338"/>
            <a:ext cx="12424887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40000"/>
              </a:lnSpc>
              <a:defRPr sz="3000">
                <a:uFill>
                  <a:solidFill>
                    <a:srgbClr val="800000"/>
                  </a:solidFill>
                </a:uFill>
              </a:defRPr>
            </a:lvl1pPr>
          </a:lstStyle>
          <a:p>
            <a:r>
              <a:t>基于数据分布的，O(n)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47"/>
          <p:cNvSpPr txBox="1"/>
          <p:nvPr/>
        </p:nvSpPr>
        <p:spPr>
          <a:xfrm>
            <a:off x="1275644" y="63217"/>
            <a:ext cx="10655301" cy="9525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排序算法的分类</a:t>
            </a:r>
          </a:p>
        </p:txBody>
      </p:sp>
      <p:sp>
        <p:nvSpPr>
          <p:cNvPr id="120" name="插入排序…"/>
          <p:cNvSpPr txBox="1"/>
          <p:nvPr/>
        </p:nvSpPr>
        <p:spPr>
          <a:xfrm>
            <a:off x="1742750" y="1644649"/>
            <a:ext cx="2243222" cy="445770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marL="351155" indent="-351155">
              <a:buSzPct val="60000"/>
              <a:buBlip>
                <a:blip r:embed="rId1"/>
              </a:buBlip>
            </a:pPr>
            <a:r>
              <a:t>插入排序</a:t>
            </a:r>
          </a:p>
          <a:p>
            <a:pPr marL="351155" indent="-351155">
              <a:buSzPct val="60000"/>
              <a:buBlip>
                <a:blip r:embed="rId1"/>
              </a:buBlip>
            </a:pPr>
            <a:r>
              <a:t>交换排序</a:t>
            </a:r>
          </a:p>
          <a:p>
            <a:pPr marL="351155" indent="-351155">
              <a:buSzPct val="60000"/>
              <a:buBlip>
                <a:blip r:embed="rId1"/>
              </a:buBlip>
            </a:pPr>
            <a:r>
              <a:t>选择排序</a:t>
            </a:r>
          </a:p>
          <a:p>
            <a:pPr marL="351155" indent="-351155">
              <a:buSzPct val="60000"/>
              <a:buBlip>
                <a:blip r:embed="rId1"/>
              </a:buBlip>
            </a:pPr>
            <a:r>
              <a:t>归并排序</a:t>
            </a:r>
          </a:p>
          <a:p>
            <a:pPr marL="351155" indent="-351155">
              <a:buSzPct val="60000"/>
              <a:buBlip>
                <a:blip r:embed="rId1"/>
              </a:buBlip>
            </a:pPr>
            <a:r>
              <a:t>基数排序</a:t>
            </a:r>
          </a:p>
          <a:p>
            <a:pPr marL="351155" indent="-351155">
              <a:buSzPct val="60000"/>
              <a:buBlip>
                <a:blip r:embed="rId1"/>
              </a:buBlip>
            </a:pPr>
            <a:r>
              <a:t>计数排序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基于比较的排序的基本思想"/>
          <p:cNvSpPr txBox="1"/>
          <p:nvPr>
            <p:ph type="title"/>
          </p:nvPr>
        </p:nvSpPr>
        <p:spPr>
          <a:xfrm>
            <a:off x="1687688" y="125587"/>
            <a:ext cx="9448801" cy="952502"/>
          </a:xfrm>
          <a:prstGeom prst="rect">
            <a:avLst/>
          </a:prstGeom>
        </p:spPr>
        <p:txBody>
          <a:bodyPr/>
          <a:lstStyle/>
          <a:p>
            <a:r>
              <a:t>基于比较的排序的基本思想</a:t>
            </a:r>
          </a:p>
        </p:txBody>
      </p:sp>
      <p:grpSp>
        <p:nvGrpSpPr>
          <p:cNvPr id="125" name="成组"/>
          <p:cNvGrpSpPr/>
          <p:nvPr/>
        </p:nvGrpSpPr>
        <p:grpSpPr>
          <a:xfrm>
            <a:off x="663603" y="1842627"/>
            <a:ext cx="4768428" cy="1043095"/>
            <a:chOff x="0" y="0"/>
            <a:chExt cx="4768426" cy="1043093"/>
          </a:xfrm>
        </p:grpSpPr>
        <p:sp>
          <p:nvSpPr>
            <p:cNvPr id="123" name="矩形"/>
            <p:cNvSpPr/>
            <p:nvPr/>
          </p:nvSpPr>
          <p:spPr>
            <a:xfrm>
              <a:off x="0" y="0"/>
              <a:ext cx="4768427" cy="1043094"/>
            </a:xfrm>
            <a:prstGeom prst="rect">
              <a:avLst/>
            </a:prstGeom>
            <a:blipFill rotWithShape="1">
              <a:blip r:embed="rId1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</a:p>
          </p:txBody>
        </p:sp>
        <p:sp>
          <p:nvSpPr>
            <p:cNvPr id="124" name="有序序列R[0..i-1]"/>
            <p:cNvSpPr txBox="1"/>
            <p:nvPr/>
          </p:nvSpPr>
          <p:spPr>
            <a:xfrm>
              <a:off x="516638" y="119972"/>
              <a:ext cx="3735150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有序序列</a:t>
              </a:r>
              <a:r>
                <a:t>R[0..i-1]</a:t>
              </a:r>
            </a:p>
          </p:txBody>
        </p:sp>
      </p:grpSp>
      <p:grpSp>
        <p:nvGrpSpPr>
          <p:cNvPr id="128" name="成组"/>
          <p:cNvGrpSpPr/>
          <p:nvPr/>
        </p:nvGrpSpPr>
        <p:grpSpPr>
          <a:xfrm>
            <a:off x="5432030" y="1842627"/>
            <a:ext cx="6719147" cy="1043095"/>
            <a:chOff x="0" y="0"/>
            <a:chExt cx="6719146" cy="1043093"/>
          </a:xfrm>
        </p:grpSpPr>
        <p:sp>
          <p:nvSpPr>
            <p:cNvPr id="126" name="矩形"/>
            <p:cNvSpPr/>
            <p:nvPr/>
          </p:nvSpPr>
          <p:spPr>
            <a:xfrm>
              <a:off x="0" y="0"/>
              <a:ext cx="6719147" cy="1043094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</a:p>
          </p:txBody>
        </p:sp>
        <p:sp>
          <p:nvSpPr>
            <p:cNvPr id="127" name="无序序列 R[i..n]"/>
            <p:cNvSpPr txBox="1"/>
            <p:nvPr/>
          </p:nvSpPr>
          <p:spPr>
            <a:xfrm>
              <a:off x="1625962" y="119972"/>
              <a:ext cx="3467222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无序序列 </a:t>
              </a:r>
              <a:r>
                <a:t>R[i..n]</a:t>
              </a:r>
            </a:p>
          </p:txBody>
        </p:sp>
      </p:grpSp>
      <p:sp>
        <p:nvSpPr>
          <p:cNvPr id="129" name="线条"/>
          <p:cNvSpPr/>
          <p:nvPr/>
        </p:nvSpPr>
        <p:spPr>
          <a:xfrm flipH="1">
            <a:off x="6502217" y="1842628"/>
            <a:ext cx="13547" cy="1043094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132" name="成组"/>
          <p:cNvGrpSpPr/>
          <p:nvPr/>
        </p:nvGrpSpPr>
        <p:grpSpPr>
          <a:xfrm>
            <a:off x="647798" y="4063999"/>
            <a:ext cx="5852162" cy="1025032"/>
            <a:chOff x="0" y="0"/>
            <a:chExt cx="5852160" cy="1025031"/>
          </a:xfrm>
        </p:grpSpPr>
        <p:sp>
          <p:nvSpPr>
            <p:cNvPr id="130" name="矩形"/>
            <p:cNvSpPr/>
            <p:nvPr/>
          </p:nvSpPr>
          <p:spPr>
            <a:xfrm>
              <a:off x="0" y="0"/>
              <a:ext cx="5852161" cy="1025032"/>
            </a:xfrm>
            <a:prstGeom prst="rect">
              <a:avLst/>
            </a:prstGeom>
            <a:blipFill rotWithShape="1">
              <a:blip r:embed="rId1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</a:p>
          </p:txBody>
        </p:sp>
        <p:sp>
          <p:nvSpPr>
            <p:cNvPr id="131" name="有序序列R[0..i]"/>
            <p:cNvSpPr txBox="1"/>
            <p:nvPr/>
          </p:nvSpPr>
          <p:spPr>
            <a:xfrm>
              <a:off x="1259510" y="110941"/>
              <a:ext cx="3333140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有序序列</a:t>
              </a:r>
              <a:r>
                <a:t>R[0..i]</a:t>
              </a:r>
            </a:p>
          </p:txBody>
        </p:sp>
      </p:grpSp>
      <p:grpSp>
        <p:nvGrpSpPr>
          <p:cNvPr id="135" name="成组"/>
          <p:cNvGrpSpPr/>
          <p:nvPr/>
        </p:nvGrpSpPr>
        <p:grpSpPr>
          <a:xfrm>
            <a:off x="6499959" y="4063999"/>
            <a:ext cx="5635414" cy="1025032"/>
            <a:chOff x="0" y="0"/>
            <a:chExt cx="5635413" cy="1025031"/>
          </a:xfrm>
        </p:grpSpPr>
        <p:sp>
          <p:nvSpPr>
            <p:cNvPr id="133" name="矩形"/>
            <p:cNvSpPr/>
            <p:nvPr/>
          </p:nvSpPr>
          <p:spPr>
            <a:xfrm>
              <a:off x="0" y="0"/>
              <a:ext cx="5635414" cy="1025032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</a:p>
          </p:txBody>
        </p:sp>
        <p:sp>
          <p:nvSpPr>
            <p:cNvPr id="134" name="无序序列 R[i+1..n]"/>
            <p:cNvSpPr txBox="1"/>
            <p:nvPr/>
          </p:nvSpPr>
          <p:spPr>
            <a:xfrm>
              <a:off x="827361" y="110941"/>
              <a:ext cx="3980691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无序序列 </a:t>
              </a:r>
              <a:r>
                <a:t>R[i+1..n]</a:t>
              </a:r>
            </a:p>
          </p:txBody>
        </p:sp>
      </p:grp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基于插入的排序"/>
          <p:cNvSpPr txBox="1"/>
          <p:nvPr>
            <p:ph type="title"/>
          </p:nvPr>
        </p:nvSpPr>
        <p:spPr>
          <a:xfrm>
            <a:off x="1687688" y="125587"/>
            <a:ext cx="9448801" cy="952502"/>
          </a:xfrm>
          <a:prstGeom prst="rect">
            <a:avLst/>
          </a:prstGeom>
        </p:spPr>
        <p:txBody>
          <a:bodyPr/>
          <a:lstStyle/>
          <a:p>
            <a:r>
              <a:t>基于插入的排序</a:t>
            </a:r>
          </a:p>
        </p:txBody>
      </p:sp>
      <p:grpSp>
        <p:nvGrpSpPr>
          <p:cNvPr id="140" name="成组"/>
          <p:cNvGrpSpPr/>
          <p:nvPr/>
        </p:nvGrpSpPr>
        <p:grpSpPr>
          <a:xfrm>
            <a:off x="1133503" y="2909427"/>
            <a:ext cx="4768428" cy="1043095"/>
            <a:chOff x="0" y="0"/>
            <a:chExt cx="4768426" cy="1043093"/>
          </a:xfrm>
        </p:grpSpPr>
        <p:sp>
          <p:nvSpPr>
            <p:cNvPr id="138" name="矩形"/>
            <p:cNvSpPr/>
            <p:nvPr/>
          </p:nvSpPr>
          <p:spPr>
            <a:xfrm>
              <a:off x="0" y="0"/>
              <a:ext cx="4768427" cy="1043094"/>
            </a:xfrm>
            <a:prstGeom prst="rect">
              <a:avLst/>
            </a:prstGeom>
            <a:blipFill rotWithShape="1">
              <a:blip r:embed="rId1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</a:p>
          </p:txBody>
        </p:sp>
        <p:sp>
          <p:nvSpPr>
            <p:cNvPr id="139" name="有序序列R[0..i-1]"/>
            <p:cNvSpPr txBox="1"/>
            <p:nvPr/>
          </p:nvSpPr>
          <p:spPr>
            <a:xfrm>
              <a:off x="516638" y="119972"/>
              <a:ext cx="3735150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有序序列</a:t>
              </a:r>
              <a:r>
                <a:t>R[0..i-1]</a:t>
              </a:r>
            </a:p>
          </p:txBody>
        </p:sp>
      </p:grpSp>
      <p:grpSp>
        <p:nvGrpSpPr>
          <p:cNvPr id="143" name="成组"/>
          <p:cNvGrpSpPr/>
          <p:nvPr/>
        </p:nvGrpSpPr>
        <p:grpSpPr>
          <a:xfrm>
            <a:off x="5901930" y="2909427"/>
            <a:ext cx="6719147" cy="1043095"/>
            <a:chOff x="0" y="0"/>
            <a:chExt cx="6719146" cy="1043093"/>
          </a:xfrm>
        </p:grpSpPr>
        <p:sp>
          <p:nvSpPr>
            <p:cNvPr id="141" name="矩形"/>
            <p:cNvSpPr/>
            <p:nvPr/>
          </p:nvSpPr>
          <p:spPr>
            <a:xfrm>
              <a:off x="0" y="0"/>
              <a:ext cx="6719147" cy="1043094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</a:p>
          </p:txBody>
        </p:sp>
        <p:sp>
          <p:nvSpPr>
            <p:cNvPr id="142" name="无序序列 R[i..n]"/>
            <p:cNvSpPr txBox="1"/>
            <p:nvPr/>
          </p:nvSpPr>
          <p:spPr>
            <a:xfrm>
              <a:off x="1625962" y="119972"/>
              <a:ext cx="3467222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无序序列 </a:t>
              </a:r>
              <a:r>
                <a:t>R[i..n]</a:t>
              </a:r>
            </a:p>
          </p:txBody>
        </p:sp>
      </p:grpSp>
      <p:sp>
        <p:nvSpPr>
          <p:cNvPr id="144" name="线条"/>
          <p:cNvSpPr/>
          <p:nvPr/>
        </p:nvSpPr>
        <p:spPr>
          <a:xfrm flipH="1">
            <a:off x="6972117" y="2909428"/>
            <a:ext cx="13547" cy="1043094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147" name="成组"/>
          <p:cNvGrpSpPr/>
          <p:nvPr/>
        </p:nvGrpSpPr>
        <p:grpSpPr>
          <a:xfrm>
            <a:off x="1117698" y="6819899"/>
            <a:ext cx="5852162" cy="1025032"/>
            <a:chOff x="0" y="0"/>
            <a:chExt cx="5852160" cy="1025031"/>
          </a:xfrm>
        </p:grpSpPr>
        <p:sp>
          <p:nvSpPr>
            <p:cNvPr id="145" name="矩形"/>
            <p:cNvSpPr/>
            <p:nvPr/>
          </p:nvSpPr>
          <p:spPr>
            <a:xfrm>
              <a:off x="0" y="0"/>
              <a:ext cx="5852161" cy="1025032"/>
            </a:xfrm>
            <a:prstGeom prst="rect">
              <a:avLst/>
            </a:prstGeom>
            <a:blipFill rotWithShape="1">
              <a:blip r:embed="rId1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</a:p>
          </p:txBody>
        </p:sp>
        <p:sp>
          <p:nvSpPr>
            <p:cNvPr id="146" name="有序序列R[0..i]"/>
            <p:cNvSpPr txBox="1"/>
            <p:nvPr/>
          </p:nvSpPr>
          <p:spPr>
            <a:xfrm>
              <a:off x="1259510" y="110941"/>
              <a:ext cx="3333140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有序序列</a:t>
              </a:r>
              <a:r>
                <a:t>R[0..i]</a:t>
              </a:r>
            </a:p>
          </p:txBody>
        </p:sp>
      </p:grpSp>
      <p:grpSp>
        <p:nvGrpSpPr>
          <p:cNvPr id="150" name="成组"/>
          <p:cNvGrpSpPr/>
          <p:nvPr/>
        </p:nvGrpSpPr>
        <p:grpSpPr>
          <a:xfrm>
            <a:off x="6969859" y="6819899"/>
            <a:ext cx="5635414" cy="1025032"/>
            <a:chOff x="0" y="0"/>
            <a:chExt cx="5635413" cy="1025031"/>
          </a:xfrm>
        </p:grpSpPr>
        <p:sp>
          <p:nvSpPr>
            <p:cNvPr id="148" name="矩形"/>
            <p:cNvSpPr/>
            <p:nvPr/>
          </p:nvSpPr>
          <p:spPr>
            <a:xfrm>
              <a:off x="0" y="0"/>
              <a:ext cx="5635414" cy="1025032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</a:p>
          </p:txBody>
        </p:sp>
        <p:sp>
          <p:nvSpPr>
            <p:cNvPr id="149" name="无序序列 R[i+1..n]"/>
            <p:cNvSpPr txBox="1"/>
            <p:nvPr/>
          </p:nvSpPr>
          <p:spPr>
            <a:xfrm>
              <a:off x="827361" y="110941"/>
              <a:ext cx="3980691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无序序列 </a:t>
              </a:r>
              <a:r>
                <a:t>R[i+1..n]</a:t>
              </a:r>
            </a:p>
          </p:txBody>
        </p:sp>
      </p:grpSp>
      <p:sp>
        <p:nvSpPr>
          <p:cNvPr id="151" name="初始时，有序序列为R[0]"/>
          <p:cNvSpPr txBox="1"/>
          <p:nvPr/>
        </p:nvSpPr>
        <p:spPr>
          <a:xfrm>
            <a:off x="1148704" y="1590604"/>
            <a:ext cx="4987372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初始时，有序序列为R[0]</a:t>
            </a:r>
          </a:p>
        </p:txBody>
      </p:sp>
      <p:sp>
        <p:nvSpPr>
          <p:cNvPr id="152" name="线条"/>
          <p:cNvSpPr/>
          <p:nvPr/>
        </p:nvSpPr>
        <p:spPr>
          <a:xfrm flipV="1">
            <a:off x="6412088" y="3471377"/>
            <a:ext cx="1" cy="1496909"/>
          </a:xfrm>
          <a:prstGeom prst="line">
            <a:avLst/>
          </a:prstGeom>
          <a:ln w="508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53" name="线条"/>
          <p:cNvSpPr/>
          <p:nvPr/>
        </p:nvSpPr>
        <p:spPr>
          <a:xfrm>
            <a:off x="4096546" y="4937581"/>
            <a:ext cx="2308966" cy="1"/>
          </a:xfrm>
          <a:prstGeom prst="line">
            <a:avLst/>
          </a:prstGeom>
          <a:ln w="508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54" name="线条"/>
          <p:cNvSpPr/>
          <p:nvPr/>
        </p:nvSpPr>
        <p:spPr>
          <a:xfrm flipV="1">
            <a:off x="4079999" y="3961403"/>
            <a:ext cx="1" cy="1005397"/>
          </a:xfrm>
          <a:prstGeom prst="line">
            <a:avLst/>
          </a:prstGeom>
          <a:ln w="508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1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38"/>
          <p:cNvSpPr txBox="1"/>
          <p:nvPr/>
        </p:nvSpPr>
        <p:spPr>
          <a:xfrm>
            <a:off x="3739726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157" name="65"/>
          <p:cNvSpPr txBox="1"/>
          <p:nvPr/>
        </p:nvSpPr>
        <p:spPr>
          <a:xfrm>
            <a:off x="4762500" y="4513862"/>
            <a:ext cx="676148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158" name="97"/>
          <p:cNvSpPr txBox="1"/>
          <p:nvPr/>
        </p:nvSpPr>
        <p:spPr>
          <a:xfrm>
            <a:off x="5889131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159" name="76"/>
          <p:cNvSpPr txBox="1"/>
          <p:nvPr/>
        </p:nvSpPr>
        <p:spPr>
          <a:xfrm>
            <a:off x="6914162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160" name="13"/>
          <p:cNvSpPr txBox="1"/>
          <p:nvPr/>
        </p:nvSpPr>
        <p:spPr>
          <a:xfrm>
            <a:off x="7936935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161" name="27"/>
          <p:cNvSpPr txBox="1"/>
          <p:nvPr/>
        </p:nvSpPr>
        <p:spPr>
          <a:xfrm>
            <a:off x="9072598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162" name="49"/>
          <p:cNvSpPr txBox="1"/>
          <p:nvPr/>
        </p:nvSpPr>
        <p:spPr>
          <a:xfrm>
            <a:off x="2707922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163" name="0          1         2          3          4          5          6          7"/>
          <p:cNvSpPr txBox="1"/>
          <p:nvPr/>
        </p:nvSpPr>
        <p:spPr>
          <a:xfrm>
            <a:off x="2406791" y="3935870"/>
            <a:ext cx="8602134" cy="521343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     0          1         2          3          4          5          6          7</a:t>
            </a:r>
          </a:p>
        </p:txBody>
      </p:sp>
      <p:grpSp>
        <p:nvGrpSpPr>
          <p:cNvPr id="176" name="成组"/>
          <p:cNvGrpSpPr/>
          <p:nvPr/>
        </p:nvGrpSpPr>
        <p:grpSpPr>
          <a:xfrm>
            <a:off x="2510648" y="4443871"/>
            <a:ext cx="8498277" cy="824089"/>
            <a:chOff x="0" y="0"/>
            <a:chExt cx="8498275" cy="824088"/>
          </a:xfrm>
        </p:grpSpPr>
        <p:grpSp>
          <p:nvGrpSpPr>
            <p:cNvPr id="168" name="成组"/>
            <p:cNvGrpSpPr/>
            <p:nvPr/>
          </p:nvGrpSpPr>
          <p:grpSpPr>
            <a:xfrm>
              <a:off x="0" y="4515"/>
              <a:ext cx="8498276" cy="819574"/>
              <a:chOff x="0" y="0"/>
              <a:chExt cx="8498275" cy="819573"/>
            </a:xfrm>
          </p:grpSpPr>
          <p:sp>
            <p:nvSpPr>
              <p:cNvPr id="164" name="线条"/>
              <p:cNvSpPr/>
              <p:nvPr/>
            </p:nvSpPr>
            <p:spPr>
              <a:xfrm>
                <a:off x="0" y="819573"/>
                <a:ext cx="8498276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165" name="线条"/>
              <p:cNvSpPr/>
              <p:nvPr/>
            </p:nvSpPr>
            <p:spPr>
              <a:xfrm>
                <a:off x="0" y="0"/>
                <a:ext cx="8498276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166" name="线条"/>
              <p:cNvSpPr/>
              <p:nvPr/>
            </p:nvSpPr>
            <p:spPr>
              <a:xfrm>
                <a:off x="8498275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167" name="线条"/>
              <p:cNvSpPr/>
              <p:nvPr/>
            </p:nvSpPr>
            <p:spPr>
              <a:xfrm flipH="1">
                <a:off x="0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sp>
          <p:nvSpPr>
            <p:cNvPr id="169" name="线条"/>
            <p:cNvSpPr/>
            <p:nvPr/>
          </p:nvSpPr>
          <p:spPr>
            <a:xfrm flipH="1">
              <a:off x="102503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0" name="线条"/>
            <p:cNvSpPr/>
            <p:nvPr/>
          </p:nvSpPr>
          <p:spPr>
            <a:xfrm>
              <a:off x="2050062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1" name="线条"/>
            <p:cNvSpPr/>
            <p:nvPr/>
          </p:nvSpPr>
          <p:spPr>
            <a:xfrm>
              <a:off x="3072835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2" name="线条"/>
            <p:cNvSpPr/>
            <p:nvPr/>
          </p:nvSpPr>
          <p:spPr>
            <a:xfrm>
              <a:off x="4097866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3" name="线条"/>
            <p:cNvSpPr/>
            <p:nvPr/>
          </p:nvSpPr>
          <p:spPr>
            <a:xfrm>
              <a:off x="5224497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4" name="线条"/>
            <p:cNvSpPr/>
            <p:nvPr/>
          </p:nvSpPr>
          <p:spPr>
            <a:xfrm>
              <a:off x="624727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5" name="线条"/>
            <p:cNvSpPr/>
            <p:nvPr/>
          </p:nvSpPr>
          <p:spPr>
            <a:xfrm>
              <a:off x="7371644" y="0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177" name="直接插入排序(straight insertion sort)"/>
          <p:cNvSpPr txBox="1"/>
          <p:nvPr>
            <p:ph type="title"/>
          </p:nvPr>
        </p:nvSpPr>
        <p:spPr>
          <a:xfrm>
            <a:off x="1687688" y="125587"/>
            <a:ext cx="9448801" cy="952502"/>
          </a:xfrm>
          <a:prstGeom prst="rect">
            <a:avLst/>
          </a:prstGeom>
        </p:spPr>
        <p:txBody>
          <a:bodyPr/>
          <a:lstStyle>
            <a:lvl1pPr marR="52705" indent="52705" defTabSz="1178560">
              <a:defRPr sz="3820"/>
            </a:lvl1pPr>
          </a:lstStyle>
          <a:p>
            <a:r>
              <a:t>直接插入排序(straight insertion sort)</a:t>
            </a:r>
          </a:p>
        </p:txBody>
      </p:sp>
      <p:sp>
        <p:nvSpPr>
          <p:cNvPr id="178" name="30"/>
          <p:cNvSpPr txBox="1"/>
          <p:nvPr/>
        </p:nvSpPr>
        <p:spPr>
          <a:xfrm>
            <a:off x="10088598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179" name="第1趟："/>
          <p:cNvSpPr txBox="1"/>
          <p:nvPr/>
        </p:nvSpPr>
        <p:spPr>
          <a:xfrm>
            <a:off x="506768" y="1490000"/>
            <a:ext cx="172785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第1趟：</a:t>
            </a:r>
          </a:p>
        </p:txBody>
      </p:sp>
      <p:sp>
        <p:nvSpPr>
          <p:cNvPr id="180" name="38"/>
          <p:cNvSpPr txBox="1"/>
          <p:nvPr/>
        </p:nvSpPr>
        <p:spPr>
          <a:xfrm>
            <a:off x="2685626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181" name="49"/>
          <p:cNvSpPr txBox="1"/>
          <p:nvPr/>
        </p:nvSpPr>
        <p:spPr>
          <a:xfrm>
            <a:off x="3711222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grpSp>
        <p:nvGrpSpPr>
          <p:cNvPr id="184" name="成组"/>
          <p:cNvGrpSpPr/>
          <p:nvPr/>
        </p:nvGrpSpPr>
        <p:grpSpPr>
          <a:xfrm>
            <a:off x="3935039" y="2390075"/>
            <a:ext cx="292526" cy="1639147"/>
            <a:chOff x="0" y="0"/>
            <a:chExt cx="292525" cy="1639146"/>
          </a:xfrm>
        </p:grpSpPr>
        <p:sp>
          <p:nvSpPr>
            <p:cNvPr id="182" name="线条"/>
            <p:cNvSpPr/>
            <p:nvPr/>
          </p:nvSpPr>
          <p:spPr>
            <a:xfrm flipH="1">
              <a:off x="116120" y="717973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3" name="i"/>
            <p:cNvSpPr/>
            <p:nvPr/>
          </p:nvSpPr>
          <p:spPr>
            <a:xfrm>
              <a:off x="0" y="0"/>
              <a:ext cx="292526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i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dur="indefinite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" grpId="2" animBg="1" advAuto="0"/>
      <p:bldP spid="156" grpId="1" animBg="1" advAuto="0"/>
      <p:bldP spid="181" grpId="4" animBg="1" advAuto="0"/>
      <p:bldP spid="180" grpId="3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65"/>
          <p:cNvSpPr txBox="1"/>
          <p:nvPr/>
        </p:nvSpPr>
        <p:spPr>
          <a:xfrm>
            <a:off x="4762500" y="4513862"/>
            <a:ext cx="676148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187" name="97"/>
          <p:cNvSpPr txBox="1"/>
          <p:nvPr/>
        </p:nvSpPr>
        <p:spPr>
          <a:xfrm>
            <a:off x="5889131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188" name="76"/>
          <p:cNvSpPr txBox="1"/>
          <p:nvPr/>
        </p:nvSpPr>
        <p:spPr>
          <a:xfrm>
            <a:off x="6914162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189" name="13"/>
          <p:cNvSpPr txBox="1"/>
          <p:nvPr/>
        </p:nvSpPr>
        <p:spPr>
          <a:xfrm>
            <a:off x="7936935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190" name="27"/>
          <p:cNvSpPr txBox="1"/>
          <p:nvPr/>
        </p:nvSpPr>
        <p:spPr>
          <a:xfrm>
            <a:off x="9072598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191" name="0          1         2          3          4          5          6          7"/>
          <p:cNvSpPr txBox="1"/>
          <p:nvPr/>
        </p:nvSpPr>
        <p:spPr>
          <a:xfrm>
            <a:off x="2406791" y="3935870"/>
            <a:ext cx="8602134" cy="521343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     0          1         2          3          4          5          6          7</a:t>
            </a:r>
          </a:p>
        </p:txBody>
      </p:sp>
      <p:grpSp>
        <p:nvGrpSpPr>
          <p:cNvPr id="204" name="成组"/>
          <p:cNvGrpSpPr/>
          <p:nvPr/>
        </p:nvGrpSpPr>
        <p:grpSpPr>
          <a:xfrm>
            <a:off x="2510648" y="4443871"/>
            <a:ext cx="8498277" cy="824089"/>
            <a:chOff x="0" y="0"/>
            <a:chExt cx="8498275" cy="824088"/>
          </a:xfrm>
        </p:grpSpPr>
        <p:grpSp>
          <p:nvGrpSpPr>
            <p:cNvPr id="196" name="成组"/>
            <p:cNvGrpSpPr/>
            <p:nvPr/>
          </p:nvGrpSpPr>
          <p:grpSpPr>
            <a:xfrm>
              <a:off x="0" y="4515"/>
              <a:ext cx="8498276" cy="819574"/>
              <a:chOff x="0" y="0"/>
              <a:chExt cx="8498275" cy="819573"/>
            </a:xfrm>
          </p:grpSpPr>
          <p:sp>
            <p:nvSpPr>
              <p:cNvPr id="192" name="线条"/>
              <p:cNvSpPr/>
              <p:nvPr/>
            </p:nvSpPr>
            <p:spPr>
              <a:xfrm>
                <a:off x="0" y="819573"/>
                <a:ext cx="8498276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193" name="线条"/>
              <p:cNvSpPr/>
              <p:nvPr/>
            </p:nvSpPr>
            <p:spPr>
              <a:xfrm>
                <a:off x="0" y="0"/>
                <a:ext cx="8498276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194" name="线条"/>
              <p:cNvSpPr/>
              <p:nvPr/>
            </p:nvSpPr>
            <p:spPr>
              <a:xfrm>
                <a:off x="8498275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195" name="线条"/>
              <p:cNvSpPr/>
              <p:nvPr/>
            </p:nvSpPr>
            <p:spPr>
              <a:xfrm flipH="1">
                <a:off x="0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sp>
          <p:nvSpPr>
            <p:cNvPr id="197" name="线条"/>
            <p:cNvSpPr/>
            <p:nvPr/>
          </p:nvSpPr>
          <p:spPr>
            <a:xfrm flipH="1">
              <a:off x="102503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98" name="线条"/>
            <p:cNvSpPr/>
            <p:nvPr/>
          </p:nvSpPr>
          <p:spPr>
            <a:xfrm>
              <a:off x="2050062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99" name="线条"/>
            <p:cNvSpPr/>
            <p:nvPr/>
          </p:nvSpPr>
          <p:spPr>
            <a:xfrm>
              <a:off x="3072835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00" name="线条"/>
            <p:cNvSpPr/>
            <p:nvPr/>
          </p:nvSpPr>
          <p:spPr>
            <a:xfrm>
              <a:off x="4097866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01" name="线条"/>
            <p:cNvSpPr/>
            <p:nvPr/>
          </p:nvSpPr>
          <p:spPr>
            <a:xfrm>
              <a:off x="5224497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02" name="线条"/>
            <p:cNvSpPr/>
            <p:nvPr/>
          </p:nvSpPr>
          <p:spPr>
            <a:xfrm>
              <a:off x="624727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03" name="线条"/>
            <p:cNvSpPr/>
            <p:nvPr/>
          </p:nvSpPr>
          <p:spPr>
            <a:xfrm>
              <a:off x="7371644" y="0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205" name="直接插入排序(straight insertion sort)"/>
          <p:cNvSpPr txBox="1"/>
          <p:nvPr>
            <p:ph type="title"/>
          </p:nvPr>
        </p:nvSpPr>
        <p:spPr>
          <a:xfrm>
            <a:off x="1687688" y="125587"/>
            <a:ext cx="9448801" cy="952502"/>
          </a:xfrm>
          <a:prstGeom prst="rect">
            <a:avLst/>
          </a:prstGeom>
        </p:spPr>
        <p:txBody>
          <a:bodyPr/>
          <a:lstStyle>
            <a:lvl1pPr marR="52705" indent="52705" defTabSz="1178560">
              <a:defRPr sz="3820"/>
            </a:lvl1pPr>
          </a:lstStyle>
          <a:p>
            <a:r>
              <a:t>直接插入排序(straight insertion sort)</a:t>
            </a:r>
          </a:p>
        </p:txBody>
      </p:sp>
      <p:sp>
        <p:nvSpPr>
          <p:cNvPr id="206" name="30"/>
          <p:cNvSpPr txBox="1"/>
          <p:nvPr/>
        </p:nvSpPr>
        <p:spPr>
          <a:xfrm>
            <a:off x="10088598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207" name="第2趟："/>
          <p:cNvSpPr txBox="1"/>
          <p:nvPr/>
        </p:nvSpPr>
        <p:spPr>
          <a:xfrm>
            <a:off x="506768" y="1490000"/>
            <a:ext cx="172785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第2趟：</a:t>
            </a:r>
          </a:p>
        </p:txBody>
      </p:sp>
      <p:sp>
        <p:nvSpPr>
          <p:cNvPr id="208" name="38"/>
          <p:cNvSpPr txBox="1"/>
          <p:nvPr/>
        </p:nvSpPr>
        <p:spPr>
          <a:xfrm>
            <a:off x="2685626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209" name="49"/>
          <p:cNvSpPr txBox="1"/>
          <p:nvPr/>
        </p:nvSpPr>
        <p:spPr>
          <a:xfrm>
            <a:off x="3711222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grpSp>
        <p:nvGrpSpPr>
          <p:cNvPr id="212" name="成组"/>
          <p:cNvGrpSpPr/>
          <p:nvPr/>
        </p:nvGrpSpPr>
        <p:grpSpPr>
          <a:xfrm>
            <a:off x="4954311" y="2278175"/>
            <a:ext cx="292526" cy="1639147"/>
            <a:chOff x="0" y="0"/>
            <a:chExt cx="292525" cy="1639146"/>
          </a:xfrm>
        </p:grpSpPr>
        <p:sp>
          <p:nvSpPr>
            <p:cNvPr id="210" name="线条"/>
            <p:cNvSpPr/>
            <p:nvPr/>
          </p:nvSpPr>
          <p:spPr>
            <a:xfrm flipH="1">
              <a:off x="116120" y="717973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11" name="i"/>
            <p:cNvSpPr/>
            <p:nvPr/>
          </p:nvSpPr>
          <p:spPr>
            <a:xfrm>
              <a:off x="0" y="0"/>
              <a:ext cx="292526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i</a:t>
              </a:r>
            </a:p>
          </p:txBody>
        </p:sp>
      </p:grp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65"/>
          <p:cNvSpPr txBox="1"/>
          <p:nvPr/>
        </p:nvSpPr>
        <p:spPr>
          <a:xfrm>
            <a:off x="4762500" y="4513862"/>
            <a:ext cx="676148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215" name="97"/>
          <p:cNvSpPr txBox="1"/>
          <p:nvPr/>
        </p:nvSpPr>
        <p:spPr>
          <a:xfrm>
            <a:off x="5889131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216" name="76"/>
          <p:cNvSpPr txBox="1"/>
          <p:nvPr/>
        </p:nvSpPr>
        <p:spPr>
          <a:xfrm>
            <a:off x="6914162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217" name="13"/>
          <p:cNvSpPr txBox="1"/>
          <p:nvPr/>
        </p:nvSpPr>
        <p:spPr>
          <a:xfrm>
            <a:off x="7936935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218" name="27"/>
          <p:cNvSpPr txBox="1"/>
          <p:nvPr/>
        </p:nvSpPr>
        <p:spPr>
          <a:xfrm>
            <a:off x="9072598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219" name="0          1         2          3          4          5          6          7"/>
          <p:cNvSpPr txBox="1"/>
          <p:nvPr/>
        </p:nvSpPr>
        <p:spPr>
          <a:xfrm>
            <a:off x="2406791" y="3935870"/>
            <a:ext cx="8602134" cy="521343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     0          1         2          3          4          5          6          7</a:t>
            </a:r>
          </a:p>
        </p:txBody>
      </p:sp>
      <p:grpSp>
        <p:nvGrpSpPr>
          <p:cNvPr id="232" name="成组"/>
          <p:cNvGrpSpPr/>
          <p:nvPr/>
        </p:nvGrpSpPr>
        <p:grpSpPr>
          <a:xfrm>
            <a:off x="2510648" y="4443871"/>
            <a:ext cx="8498277" cy="824089"/>
            <a:chOff x="0" y="0"/>
            <a:chExt cx="8498275" cy="824088"/>
          </a:xfrm>
        </p:grpSpPr>
        <p:grpSp>
          <p:nvGrpSpPr>
            <p:cNvPr id="224" name="成组"/>
            <p:cNvGrpSpPr/>
            <p:nvPr/>
          </p:nvGrpSpPr>
          <p:grpSpPr>
            <a:xfrm>
              <a:off x="0" y="4515"/>
              <a:ext cx="8498276" cy="819574"/>
              <a:chOff x="0" y="0"/>
              <a:chExt cx="8498275" cy="819573"/>
            </a:xfrm>
          </p:grpSpPr>
          <p:sp>
            <p:nvSpPr>
              <p:cNvPr id="220" name="线条"/>
              <p:cNvSpPr/>
              <p:nvPr/>
            </p:nvSpPr>
            <p:spPr>
              <a:xfrm>
                <a:off x="0" y="819573"/>
                <a:ext cx="8498276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21" name="线条"/>
              <p:cNvSpPr/>
              <p:nvPr/>
            </p:nvSpPr>
            <p:spPr>
              <a:xfrm>
                <a:off x="0" y="0"/>
                <a:ext cx="8498276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22" name="线条"/>
              <p:cNvSpPr/>
              <p:nvPr/>
            </p:nvSpPr>
            <p:spPr>
              <a:xfrm>
                <a:off x="8498275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23" name="线条"/>
              <p:cNvSpPr/>
              <p:nvPr/>
            </p:nvSpPr>
            <p:spPr>
              <a:xfrm flipH="1">
                <a:off x="0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sp>
          <p:nvSpPr>
            <p:cNvPr id="225" name="线条"/>
            <p:cNvSpPr/>
            <p:nvPr/>
          </p:nvSpPr>
          <p:spPr>
            <a:xfrm flipH="1">
              <a:off x="102503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26" name="线条"/>
            <p:cNvSpPr/>
            <p:nvPr/>
          </p:nvSpPr>
          <p:spPr>
            <a:xfrm>
              <a:off x="2050062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27" name="线条"/>
            <p:cNvSpPr/>
            <p:nvPr/>
          </p:nvSpPr>
          <p:spPr>
            <a:xfrm>
              <a:off x="3072835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28" name="线条"/>
            <p:cNvSpPr/>
            <p:nvPr/>
          </p:nvSpPr>
          <p:spPr>
            <a:xfrm>
              <a:off x="4097866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29" name="线条"/>
            <p:cNvSpPr/>
            <p:nvPr/>
          </p:nvSpPr>
          <p:spPr>
            <a:xfrm>
              <a:off x="5224497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30" name="线条"/>
            <p:cNvSpPr/>
            <p:nvPr/>
          </p:nvSpPr>
          <p:spPr>
            <a:xfrm>
              <a:off x="624727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31" name="线条"/>
            <p:cNvSpPr/>
            <p:nvPr/>
          </p:nvSpPr>
          <p:spPr>
            <a:xfrm>
              <a:off x="7371644" y="0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233" name="直接插入排序(straight insertion sort)"/>
          <p:cNvSpPr txBox="1"/>
          <p:nvPr>
            <p:ph type="title"/>
          </p:nvPr>
        </p:nvSpPr>
        <p:spPr>
          <a:xfrm>
            <a:off x="1687688" y="125587"/>
            <a:ext cx="9448801" cy="952502"/>
          </a:xfrm>
          <a:prstGeom prst="rect">
            <a:avLst/>
          </a:prstGeom>
        </p:spPr>
        <p:txBody>
          <a:bodyPr/>
          <a:lstStyle>
            <a:lvl1pPr marR="52705" indent="52705" defTabSz="1178560">
              <a:defRPr sz="3820"/>
            </a:lvl1pPr>
          </a:lstStyle>
          <a:p>
            <a:r>
              <a:t>直接插入排序(straight insertion sort)</a:t>
            </a:r>
          </a:p>
        </p:txBody>
      </p:sp>
      <p:sp>
        <p:nvSpPr>
          <p:cNvPr id="234" name="30"/>
          <p:cNvSpPr txBox="1"/>
          <p:nvPr/>
        </p:nvSpPr>
        <p:spPr>
          <a:xfrm>
            <a:off x="10088598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235" name="第3趟："/>
          <p:cNvSpPr txBox="1"/>
          <p:nvPr/>
        </p:nvSpPr>
        <p:spPr>
          <a:xfrm>
            <a:off x="506768" y="1490000"/>
            <a:ext cx="172785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第3趟：</a:t>
            </a:r>
          </a:p>
        </p:txBody>
      </p:sp>
      <p:sp>
        <p:nvSpPr>
          <p:cNvPr id="236" name="38"/>
          <p:cNvSpPr txBox="1"/>
          <p:nvPr/>
        </p:nvSpPr>
        <p:spPr>
          <a:xfrm>
            <a:off x="2685626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237" name="49"/>
          <p:cNvSpPr txBox="1"/>
          <p:nvPr/>
        </p:nvSpPr>
        <p:spPr>
          <a:xfrm>
            <a:off x="3711222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grpSp>
        <p:nvGrpSpPr>
          <p:cNvPr id="240" name="成组"/>
          <p:cNvGrpSpPr/>
          <p:nvPr/>
        </p:nvGrpSpPr>
        <p:grpSpPr>
          <a:xfrm>
            <a:off x="5979342" y="2367342"/>
            <a:ext cx="292526" cy="1639148"/>
            <a:chOff x="0" y="0"/>
            <a:chExt cx="292525" cy="1639146"/>
          </a:xfrm>
        </p:grpSpPr>
        <p:sp>
          <p:nvSpPr>
            <p:cNvPr id="238" name="线条"/>
            <p:cNvSpPr/>
            <p:nvPr/>
          </p:nvSpPr>
          <p:spPr>
            <a:xfrm flipH="1">
              <a:off x="116120" y="717973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39" name="i"/>
            <p:cNvSpPr/>
            <p:nvPr/>
          </p:nvSpPr>
          <p:spPr>
            <a:xfrm>
              <a:off x="0" y="0"/>
              <a:ext cx="292526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i</a:t>
              </a:r>
            </a:p>
          </p:txBody>
        </p:sp>
      </p:grp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65"/>
          <p:cNvSpPr txBox="1"/>
          <p:nvPr/>
        </p:nvSpPr>
        <p:spPr>
          <a:xfrm>
            <a:off x="4762500" y="4513862"/>
            <a:ext cx="676148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243" name="97"/>
          <p:cNvSpPr txBox="1"/>
          <p:nvPr/>
        </p:nvSpPr>
        <p:spPr>
          <a:xfrm>
            <a:off x="5800231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244" name="76"/>
          <p:cNvSpPr txBox="1"/>
          <p:nvPr/>
        </p:nvSpPr>
        <p:spPr>
          <a:xfrm>
            <a:off x="6876062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245" name="13"/>
          <p:cNvSpPr txBox="1"/>
          <p:nvPr/>
        </p:nvSpPr>
        <p:spPr>
          <a:xfrm>
            <a:off x="7936935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246" name="27"/>
          <p:cNvSpPr txBox="1"/>
          <p:nvPr/>
        </p:nvSpPr>
        <p:spPr>
          <a:xfrm>
            <a:off x="9072598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247" name="0          1         2          3          4          5          6          7"/>
          <p:cNvSpPr txBox="1"/>
          <p:nvPr/>
        </p:nvSpPr>
        <p:spPr>
          <a:xfrm>
            <a:off x="2406791" y="3935870"/>
            <a:ext cx="8602134" cy="521343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     0          1         2          3          4          5          6          7</a:t>
            </a:r>
          </a:p>
        </p:txBody>
      </p:sp>
      <p:grpSp>
        <p:nvGrpSpPr>
          <p:cNvPr id="260" name="成组"/>
          <p:cNvGrpSpPr/>
          <p:nvPr/>
        </p:nvGrpSpPr>
        <p:grpSpPr>
          <a:xfrm>
            <a:off x="2510648" y="4443871"/>
            <a:ext cx="8498277" cy="824089"/>
            <a:chOff x="0" y="0"/>
            <a:chExt cx="8498275" cy="824088"/>
          </a:xfrm>
        </p:grpSpPr>
        <p:grpSp>
          <p:nvGrpSpPr>
            <p:cNvPr id="252" name="成组"/>
            <p:cNvGrpSpPr/>
            <p:nvPr/>
          </p:nvGrpSpPr>
          <p:grpSpPr>
            <a:xfrm>
              <a:off x="0" y="4515"/>
              <a:ext cx="8498276" cy="819574"/>
              <a:chOff x="0" y="0"/>
              <a:chExt cx="8498275" cy="819573"/>
            </a:xfrm>
          </p:grpSpPr>
          <p:sp>
            <p:nvSpPr>
              <p:cNvPr id="248" name="线条"/>
              <p:cNvSpPr/>
              <p:nvPr/>
            </p:nvSpPr>
            <p:spPr>
              <a:xfrm>
                <a:off x="0" y="819573"/>
                <a:ext cx="8498276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49" name="线条"/>
              <p:cNvSpPr/>
              <p:nvPr/>
            </p:nvSpPr>
            <p:spPr>
              <a:xfrm>
                <a:off x="0" y="0"/>
                <a:ext cx="8498276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50" name="线条"/>
              <p:cNvSpPr/>
              <p:nvPr/>
            </p:nvSpPr>
            <p:spPr>
              <a:xfrm>
                <a:off x="8498275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51" name="线条"/>
              <p:cNvSpPr/>
              <p:nvPr/>
            </p:nvSpPr>
            <p:spPr>
              <a:xfrm flipH="1">
                <a:off x="0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sp>
          <p:nvSpPr>
            <p:cNvPr id="253" name="线条"/>
            <p:cNvSpPr/>
            <p:nvPr/>
          </p:nvSpPr>
          <p:spPr>
            <a:xfrm flipH="1">
              <a:off x="102503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54" name="线条"/>
            <p:cNvSpPr/>
            <p:nvPr/>
          </p:nvSpPr>
          <p:spPr>
            <a:xfrm>
              <a:off x="2050062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55" name="线条"/>
            <p:cNvSpPr/>
            <p:nvPr/>
          </p:nvSpPr>
          <p:spPr>
            <a:xfrm>
              <a:off x="3072835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56" name="线条"/>
            <p:cNvSpPr/>
            <p:nvPr/>
          </p:nvSpPr>
          <p:spPr>
            <a:xfrm>
              <a:off x="4097866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57" name="线条"/>
            <p:cNvSpPr/>
            <p:nvPr/>
          </p:nvSpPr>
          <p:spPr>
            <a:xfrm>
              <a:off x="5224497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58" name="线条"/>
            <p:cNvSpPr/>
            <p:nvPr/>
          </p:nvSpPr>
          <p:spPr>
            <a:xfrm>
              <a:off x="624727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59" name="线条"/>
            <p:cNvSpPr/>
            <p:nvPr/>
          </p:nvSpPr>
          <p:spPr>
            <a:xfrm>
              <a:off x="7371644" y="0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261" name="直接插入排序(straight insertion sort)"/>
          <p:cNvSpPr txBox="1"/>
          <p:nvPr>
            <p:ph type="title"/>
          </p:nvPr>
        </p:nvSpPr>
        <p:spPr>
          <a:xfrm>
            <a:off x="1687688" y="125587"/>
            <a:ext cx="9448801" cy="952502"/>
          </a:xfrm>
          <a:prstGeom prst="rect">
            <a:avLst/>
          </a:prstGeom>
        </p:spPr>
        <p:txBody>
          <a:bodyPr/>
          <a:lstStyle>
            <a:lvl1pPr marR="52705" indent="52705" defTabSz="1178560">
              <a:defRPr sz="3820"/>
            </a:lvl1pPr>
          </a:lstStyle>
          <a:p>
            <a:r>
              <a:t>直接插入排序(straight insertion sort)</a:t>
            </a:r>
          </a:p>
        </p:txBody>
      </p:sp>
      <p:sp>
        <p:nvSpPr>
          <p:cNvPr id="262" name="30"/>
          <p:cNvSpPr txBox="1"/>
          <p:nvPr/>
        </p:nvSpPr>
        <p:spPr>
          <a:xfrm>
            <a:off x="10088598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263" name="第4趟："/>
          <p:cNvSpPr txBox="1"/>
          <p:nvPr/>
        </p:nvSpPr>
        <p:spPr>
          <a:xfrm>
            <a:off x="506768" y="1490000"/>
            <a:ext cx="172785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第4趟：</a:t>
            </a:r>
          </a:p>
        </p:txBody>
      </p:sp>
      <p:sp>
        <p:nvSpPr>
          <p:cNvPr id="264" name="38"/>
          <p:cNvSpPr txBox="1"/>
          <p:nvPr/>
        </p:nvSpPr>
        <p:spPr>
          <a:xfrm>
            <a:off x="2685626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265" name="49"/>
          <p:cNvSpPr txBox="1"/>
          <p:nvPr/>
        </p:nvSpPr>
        <p:spPr>
          <a:xfrm>
            <a:off x="3711222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266" name="97"/>
          <p:cNvSpPr txBox="1"/>
          <p:nvPr/>
        </p:nvSpPr>
        <p:spPr>
          <a:xfrm>
            <a:off x="6876274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267" name="76"/>
          <p:cNvSpPr txBox="1"/>
          <p:nvPr/>
        </p:nvSpPr>
        <p:spPr>
          <a:xfrm>
            <a:off x="5825631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grpSp>
        <p:nvGrpSpPr>
          <p:cNvPr id="270" name="成组"/>
          <p:cNvGrpSpPr/>
          <p:nvPr/>
        </p:nvGrpSpPr>
        <p:grpSpPr>
          <a:xfrm>
            <a:off x="7128428" y="2371692"/>
            <a:ext cx="292526" cy="1639147"/>
            <a:chOff x="0" y="0"/>
            <a:chExt cx="292525" cy="1639146"/>
          </a:xfrm>
        </p:grpSpPr>
        <p:sp>
          <p:nvSpPr>
            <p:cNvPr id="268" name="线条"/>
            <p:cNvSpPr/>
            <p:nvPr/>
          </p:nvSpPr>
          <p:spPr>
            <a:xfrm flipH="1">
              <a:off x="116120" y="717973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69" name="i"/>
            <p:cNvSpPr/>
            <p:nvPr/>
          </p:nvSpPr>
          <p:spPr>
            <a:xfrm>
              <a:off x="0" y="0"/>
              <a:ext cx="292526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i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dur="indefinite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" grpId="2" animBg="1" advAuto="0"/>
      <p:bldP spid="267" grpId="3" animBg="1" advAuto="0"/>
      <p:bldP spid="243" grpId="1" animBg="1" advAuto="0"/>
      <p:bldP spid="266" grpId="4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65"/>
          <p:cNvSpPr txBox="1"/>
          <p:nvPr/>
        </p:nvSpPr>
        <p:spPr>
          <a:xfrm>
            <a:off x="4762500" y="4513862"/>
            <a:ext cx="676148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273" name="13"/>
          <p:cNvSpPr txBox="1"/>
          <p:nvPr/>
        </p:nvSpPr>
        <p:spPr>
          <a:xfrm>
            <a:off x="7936935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274" name="27"/>
          <p:cNvSpPr txBox="1"/>
          <p:nvPr/>
        </p:nvSpPr>
        <p:spPr>
          <a:xfrm>
            <a:off x="9072598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275" name="0          1         2          3          4          5          6          7"/>
          <p:cNvSpPr txBox="1"/>
          <p:nvPr/>
        </p:nvSpPr>
        <p:spPr>
          <a:xfrm>
            <a:off x="2406791" y="3935870"/>
            <a:ext cx="8602134" cy="521343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     0          1         2          3          4          5          6          7</a:t>
            </a:r>
          </a:p>
        </p:txBody>
      </p:sp>
      <p:grpSp>
        <p:nvGrpSpPr>
          <p:cNvPr id="288" name="成组"/>
          <p:cNvGrpSpPr/>
          <p:nvPr/>
        </p:nvGrpSpPr>
        <p:grpSpPr>
          <a:xfrm>
            <a:off x="2510648" y="4443871"/>
            <a:ext cx="8498277" cy="824089"/>
            <a:chOff x="0" y="0"/>
            <a:chExt cx="8498275" cy="824088"/>
          </a:xfrm>
        </p:grpSpPr>
        <p:grpSp>
          <p:nvGrpSpPr>
            <p:cNvPr id="280" name="成组"/>
            <p:cNvGrpSpPr/>
            <p:nvPr/>
          </p:nvGrpSpPr>
          <p:grpSpPr>
            <a:xfrm>
              <a:off x="0" y="4515"/>
              <a:ext cx="8498276" cy="819574"/>
              <a:chOff x="0" y="0"/>
              <a:chExt cx="8498275" cy="819573"/>
            </a:xfrm>
          </p:grpSpPr>
          <p:sp>
            <p:nvSpPr>
              <p:cNvPr id="276" name="线条"/>
              <p:cNvSpPr/>
              <p:nvPr/>
            </p:nvSpPr>
            <p:spPr>
              <a:xfrm>
                <a:off x="0" y="819573"/>
                <a:ext cx="8498276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77" name="线条"/>
              <p:cNvSpPr/>
              <p:nvPr/>
            </p:nvSpPr>
            <p:spPr>
              <a:xfrm>
                <a:off x="0" y="0"/>
                <a:ext cx="8498276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78" name="线条"/>
              <p:cNvSpPr/>
              <p:nvPr/>
            </p:nvSpPr>
            <p:spPr>
              <a:xfrm>
                <a:off x="8498275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79" name="线条"/>
              <p:cNvSpPr/>
              <p:nvPr/>
            </p:nvSpPr>
            <p:spPr>
              <a:xfrm flipH="1">
                <a:off x="0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sp>
          <p:nvSpPr>
            <p:cNvPr id="281" name="线条"/>
            <p:cNvSpPr/>
            <p:nvPr/>
          </p:nvSpPr>
          <p:spPr>
            <a:xfrm flipH="1">
              <a:off x="102503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82" name="线条"/>
            <p:cNvSpPr/>
            <p:nvPr/>
          </p:nvSpPr>
          <p:spPr>
            <a:xfrm>
              <a:off x="2050062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83" name="线条"/>
            <p:cNvSpPr/>
            <p:nvPr/>
          </p:nvSpPr>
          <p:spPr>
            <a:xfrm>
              <a:off x="3072835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84" name="线条"/>
            <p:cNvSpPr/>
            <p:nvPr/>
          </p:nvSpPr>
          <p:spPr>
            <a:xfrm>
              <a:off x="4097866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85" name="线条"/>
            <p:cNvSpPr/>
            <p:nvPr/>
          </p:nvSpPr>
          <p:spPr>
            <a:xfrm>
              <a:off x="5224497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86" name="线条"/>
            <p:cNvSpPr/>
            <p:nvPr/>
          </p:nvSpPr>
          <p:spPr>
            <a:xfrm>
              <a:off x="624727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87" name="线条"/>
            <p:cNvSpPr/>
            <p:nvPr/>
          </p:nvSpPr>
          <p:spPr>
            <a:xfrm>
              <a:off x="7371644" y="0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289" name="直接插入排序(straight insertion sort)"/>
          <p:cNvSpPr txBox="1"/>
          <p:nvPr>
            <p:ph type="title"/>
          </p:nvPr>
        </p:nvSpPr>
        <p:spPr>
          <a:xfrm>
            <a:off x="1687688" y="125587"/>
            <a:ext cx="9448801" cy="952502"/>
          </a:xfrm>
          <a:prstGeom prst="rect">
            <a:avLst/>
          </a:prstGeom>
        </p:spPr>
        <p:txBody>
          <a:bodyPr/>
          <a:lstStyle>
            <a:lvl1pPr marR="52705" indent="52705" defTabSz="1178560">
              <a:defRPr sz="3820"/>
            </a:lvl1pPr>
          </a:lstStyle>
          <a:p>
            <a:r>
              <a:t>直接插入排序(straight insertion sort)</a:t>
            </a:r>
          </a:p>
        </p:txBody>
      </p:sp>
      <p:sp>
        <p:nvSpPr>
          <p:cNvPr id="290" name="30"/>
          <p:cNvSpPr txBox="1"/>
          <p:nvPr/>
        </p:nvSpPr>
        <p:spPr>
          <a:xfrm>
            <a:off x="10088598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grpSp>
        <p:nvGrpSpPr>
          <p:cNvPr id="293" name="成组"/>
          <p:cNvGrpSpPr/>
          <p:nvPr/>
        </p:nvGrpSpPr>
        <p:grpSpPr>
          <a:xfrm>
            <a:off x="8144428" y="2371692"/>
            <a:ext cx="292526" cy="1639147"/>
            <a:chOff x="0" y="0"/>
            <a:chExt cx="292525" cy="1639146"/>
          </a:xfrm>
        </p:grpSpPr>
        <p:sp>
          <p:nvSpPr>
            <p:cNvPr id="291" name="线条"/>
            <p:cNvSpPr/>
            <p:nvPr/>
          </p:nvSpPr>
          <p:spPr>
            <a:xfrm flipH="1">
              <a:off x="116120" y="717973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92" name="i"/>
            <p:cNvSpPr/>
            <p:nvPr/>
          </p:nvSpPr>
          <p:spPr>
            <a:xfrm>
              <a:off x="0" y="0"/>
              <a:ext cx="292526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i</a:t>
              </a:r>
            </a:p>
          </p:txBody>
        </p:sp>
      </p:grpSp>
      <p:sp>
        <p:nvSpPr>
          <p:cNvPr id="294" name="第5趟："/>
          <p:cNvSpPr txBox="1"/>
          <p:nvPr/>
        </p:nvSpPr>
        <p:spPr>
          <a:xfrm>
            <a:off x="506768" y="1490000"/>
            <a:ext cx="172785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第5趟：</a:t>
            </a:r>
          </a:p>
        </p:txBody>
      </p:sp>
      <p:sp>
        <p:nvSpPr>
          <p:cNvPr id="295" name="38"/>
          <p:cNvSpPr txBox="1"/>
          <p:nvPr/>
        </p:nvSpPr>
        <p:spPr>
          <a:xfrm>
            <a:off x="2685626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296" name="49"/>
          <p:cNvSpPr txBox="1"/>
          <p:nvPr/>
        </p:nvSpPr>
        <p:spPr>
          <a:xfrm>
            <a:off x="3711222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297" name="97"/>
          <p:cNvSpPr txBox="1"/>
          <p:nvPr/>
        </p:nvSpPr>
        <p:spPr>
          <a:xfrm>
            <a:off x="6876274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298" name="76"/>
          <p:cNvSpPr txBox="1"/>
          <p:nvPr/>
        </p:nvSpPr>
        <p:spPr>
          <a:xfrm>
            <a:off x="5825631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299" name="13"/>
          <p:cNvSpPr txBox="1"/>
          <p:nvPr/>
        </p:nvSpPr>
        <p:spPr>
          <a:xfrm>
            <a:off x="5817087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00" name="13"/>
          <p:cNvSpPr txBox="1"/>
          <p:nvPr/>
        </p:nvSpPr>
        <p:spPr>
          <a:xfrm>
            <a:off x="4757900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01" name="13"/>
          <p:cNvSpPr txBox="1"/>
          <p:nvPr/>
        </p:nvSpPr>
        <p:spPr>
          <a:xfrm>
            <a:off x="3724060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02" name="13"/>
          <p:cNvSpPr txBox="1"/>
          <p:nvPr/>
        </p:nvSpPr>
        <p:spPr>
          <a:xfrm>
            <a:off x="2685626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03" name="38"/>
          <p:cNvSpPr txBox="1"/>
          <p:nvPr/>
        </p:nvSpPr>
        <p:spPr>
          <a:xfrm>
            <a:off x="3692557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304" name="49"/>
          <p:cNvSpPr txBox="1"/>
          <p:nvPr/>
        </p:nvSpPr>
        <p:spPr>
          <a:xfrm>
            <a:off x="4755550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305" name="65"/>
          <p:cNvSpPr txBox="1"/>
          <p:nvPr/>
        </p:nvSpPr>
        <p:spPr>
          <a:xfrm>
            <a:off x="5814105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06" name="97"/>
          <p:cNvSpPr txBox="1"/>
          <p:nvPr/>
        </p:nvSpPr>
        <p:spPr>
          <a:xfrm>
            <a:off x="7949635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307" name="13"/>
          <p:cNvSpPr txBox="1"/>
          <p:nvPr/>
        </p:nvSpPr>
        <p:spPr>
          <a:xfrm>
            <a:off x="6876274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08" name="76"/>
          <p:cNvSpPr txBox="1"/>
          <p:nvPr/>
        </p:nvSpPr>
        <p:spPr>
          <a:xfrm>
            <a:off x="6870523" y="45138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dur="indefinite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dur="indefinite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1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dur="indefinite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1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1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dur="indefinite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1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dur="indefinite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1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" dur="indefinite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2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dur="indefinite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" grpId="19" animBg="1" advAuto="0"/>
      <p:bldP spid="273" grpId="2" animBg="1" advAuto="0"/>
      <p:bldP spid="304" grpId="16" animBg="1" advAuto="0"/>
      <p:bldP spid="298" grpId="5" animBg="1" advAuto="0"/>
      <p:bldP spid="296" grpId="13" animBg="1" advAuto="0"/>
      <p:bldP spid="301" grpId="15" animBg="1" advAuto="0"/>
      <p:bldP spid="301" grpId="17" animBg="1" advAuto="0"/>
      <p:bldP spid="307" grpId="4" animBg="1" advAuto="0"/>
      <p:bldP spid="307" grpId="6" animBg="1" advAuto="0"/>
      <p:bldP spid="308" grpId="8" animBg="1" advAuto="0"/>
      <p:bldP spid="305" grpId="11" animBg="1" advAuto="0"/>
      <p:bldP spid="303" grpId="20" animBg="1" advAuto="0"/>
      <p:bldP spid="295" grpId="18" animBg="1" advAuto="0"/>
      <p:bldP spid="299" grpId="7" animBg="1" advAuto="0"/>
      <p:bldP spid="300" grpId="12" animBg="1" advAuto="0"/>
      <p:bldP spid="306" grpId="3" animBg="1" advAuto="0"/>
      <p:bldP spid="272" grpId="10" animBg="1" advAuto="0"/>
      <p:bldP spid="300" grpId="14" animBg="1" advAuto="0"/>
      <p:bldP spid="299" grpId="9" animBg="1" advAuto="0"/>
      <p:bldP spid="297" grpId="1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ublic static &lt;T&gt; T[] insertSort(T[] a) {…"/>
          <p:cNvSpPr txBox="1"/>
          <p:nvPr/>
        </p:nvSpPr>
        <p:spPr>
          <a:xfrm>
            <a:off x="365744" y="1575074"/>
            <a:ext cx="12353789" cy="401421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&lt;T&gt; T[] insertSort(T[]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) {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1;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 {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T </a:t>
            </a:r>
            <a:r>
              <a:rPr>
                <a:solidFill>
                  <a:srgbClr val="7E504F"/>
                </a:solidFill>
              </a:rPr>
              <a:t>e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];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j</a:t>
            </a:r>
            <a:r>
              <a:t> = </a:t>
            </a:r>
            <a:r>
              <a:rPr>
                <a:solidFill>
                  <a:srgbClr val="7E504F"/>
                </a:solidFill>
              </a:rPr>
              <a:t>i</a:t>
            </a:r>
            <a:r>
              <a:t> - 1;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(; </a:t>
            </a:r>
            <a:r>
              <a:rPr>
                <a:solidFill>
                  <a:srgbClr val="7E504F"/>
                </a:solidFill>
              </a:rPr>
              <a:t>j</a:t>
            </a:r>
            <a:r>
              <a:t> &gt;= 0 &amp;&amp; ((Comparable&lt;T&gt;) </a:t>
            </a:r>
            <a:r>
              <a:rPr>
                <a:solidFill>
                  <a:srgbClr val="7E504F"/>
                </a:solidFill>
              </a:rPr>
              <a:t>e</a:t>
            </a:r>
            <a:r>
              <a:t>).compareTo(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]) &lt; 0; </a:t>
            </a:r>
            <a:r>
              <a:rPr>
                <a:solidFill>
                  <a:srgbClr val="7E504F"/>
                </a:solidFill>
              </a:rPr>
              <a:t>j</a:t>
            </a:r>
            <a:r>
              <a:t>--)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 + 1]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];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 + 1] = </a:t>
            </a:r>
            <a:r>
              <a:rPr>
                <a:solidFill>
                  <a:srgbClr val="7E504F"/>
                </a:solidFill>
              </a:rPr>
              <a:t>e</a:t>
            </a:r>
            <a:r>
              <a:t>;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311" name="直接插入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直接插入排序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38"/>
          <p:cNvSpPr txBox="1"/>
          <p:nvPr/>
        </p:nvSpPr>
        <p:spPr>
          <a:xfrm>
            <a:off x="4730326" y="26850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314" name="65"/>
          <p:cNvSpPr txBox="1"/>
          <p:nvPr/>
        </p:nvSpPr>
        <p:spPr>
          <a:xfrm>
            <a:off x="5753100" y="2685062"/>
            <a:ext cx="676148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15" name="97"/>
          <p:cNvSpPr txBox="1"/>
          <p:nvPr/>
        </p:nvSpPr>
        <p:spPr>
          <a:xfrm>
            <a:off x="6879731" y="26850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316" name="76"/>
          <p:cNvSpPr txBox="1"/>
          <p:nvPr/>
        </p:nvSpPr>
        <p:spPr>
          <a:xfrm>
            <a:off x="7904762" y="26850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17" name="13"/>
          <p:cNvSpPr txBox="1"/>
          <p:nvPr/>
        </p:nvSpPr>
        <p:spPr>
          <a:xfrm>
            <a:off x="8927535" y="26850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18" name="27"/>
          <p:cNvSpPr txBox="1"/>
          <p:nvPr/>
        </p:nvSpPr>
        <p:spPr>
          <a:xfrm>
            <a:off x="10063198" y="26850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19" name="49"/>
          <p:cNvSpPr txBox="1"/>
          <p:nvPr/>
        </p:nvSpPr>
        <p:spPr>
          <a:xfrm>
            <a:off x="3698522" y="26850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320" name="0          1         2          3          4          5          6          7"/>
          <p:cNvSpPr txBox="1"/>
          <p:nvPr/>
        </p:nvSpPr>
        <p:spPr>
          <a:xfrm>
            <a:off x="2406791" y="2107070"/>
            <a:ext cx="8602134" cy="521343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     0          1         2          3          4          5          6          7</a:t>
            </a:r>
          </a:p>
        </p:txBody>
      </p:sp>
      <p:grpSp>
        <p:nvGrpSpPr>
          <p:cNvPr id="333" name="成组"/>
          <p:cNvGrpSpPr/>
          <p:nvPr/>
        </p:nvGrpSpPr>
        <p:grpSpPr>
          <a:xfrm>
            <a:off x="2510648" y="2615071"/>
            <a:ext cx="8498277" cy="824089"/>
            <a:chOff x="0" y="0"/>
            <a:chExt cx="8498275" cy="824088"/>
          </a:xfrm>
        </p:grpSpPr>
        <p:grpSp>
          <p:nvGrpSpPr>
            <p:cNvPr id="325" name="成组"/>
            <p:cNvGrpSpPr/>
            <p:nvPr/>
          </p:nvGrpSpPr>
          <p:grpSpPr>
            <a:xfrm>
              <a:off x="0" y="4515"/>
              <a:ext cx="8498276" cy="819574"/>
              <a:chOff x="0" y="0"/>
              <a:chExt cx="8498275" cy="819573"/>
            </a:xfrm>
          </p:grpSpPr>
          <p:sp>
            <p:nvSpPr>
              <p:cNvPr id="321" name="线条"/>
              <p:cNvSpPr/>
              <p:nvPr/>
            </p:nvSpPr>
            <p:spPr>
              <a:xfrm>
                <a:off x="0" y="819573"/>
                <a:ext cx="8498276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22" name="线条"/>
              <p:cNvSpPr/>
              <p:nvPr/>
            </p:nvSpPr>
            <p:spPr>
              <a:xfrm>
                <a:off x="0" y="0"/>
                <a:ext cx="8498276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23" name="线条"/>
              <p:cNvSpPr/>
              <p:nvPr/>
            </p:nvSpPr>
            <p:spPr>
              <a:xfrm>
                <a:off x="8498275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24" name="线条"/>
              <p:cNvSpPr/>
              <p:nvPr/>
            </p:nvSpPr>
            <p:spPr>
              <a:xfrm flipH="1">
                <a:off x="0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sp>
          <p:nvSpPr>
            <p:cNvPr id="326" name="线条"/>
            <p:cNvSpPr/>
            <p:nvPr/>
          </p:nvSpPr>
          <p:spPr>
            <a:xfrm flipH="1">
              <a:off x="102503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27" name="线条"/>
            <p:cNvSpPr/>
            <p:nvPr/>
          </p:nvSpPr>
          <p:spPr>
            <a:xfrm>
              <a:off x="2050062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28" name="线条"/>
            <p:cNvSpPr/>
            <p:nvPr/>
          </p:nvSpPr>
          <p:spPr>
            <a:xfrm>
              <a:off x="3072835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29" name="线条"/>
            <p:cNvSpPr/>
            <p:nvPr/>
          </p:nvSpPr>
          <p:spPr>
            <a:xfrm>
              <a:off x="4097866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30" name="线条"/>
            <p:cNvSpPr/>
            <p:nvPr/>
          </p:nvSpPr>
          <p:spPr>
            <a:xfrm>
              <a:off x="5224497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31" name="线条"/>
            <p:cNvSpPr/>
            <p:nvPr/>
          </p:nvSpPr>
          <p:spPr>
            <a:xfrm>
              <a:off x="624727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32" name="线条"/>
            <p:cNvSpPr/>
            <p:nvPr/>
          </p:nvSpPr>
          <p:spPr>
            <a:xfrm>
              <a:off x="7371644" y="0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334" name="直接插入排序(straight insertion sort)"/>
          <p:cNvSpPr txBox="1"/>
          <p:nvPr>
            <p:ph type="title"/>
          </p:nvPr>
        </p:nvSpPr>
        <p:spPr>
          <a:xfrm>
            <a:off x="1687688" y="125587"/>
            <a:ext cx="9448801" cy="952502"/>
          </a:xfrm>
          <a:prstGeom prst="rect">
            <a:avLst/>
          </a:prstGeom>
        </p:spPr>
        <p:txBody>
          <a:bodyPr/>
          <a:lstStyle>
            <a:lvl1pPr marR="52705" indent="52705" defTabSz="1178560">
              <a:defRPr sz="3820"/>
            </a:lvl1pPr>
          </a:lstStyle>
          <a:p>
            <a:r>
              <a:t>直接插入排序(straight insertion sort)</a:t>
            </a:r>
          </a:p>
        </p:txBody>
      </p:sp>
      <p:sp>
        <p:nvSpPr>
          <p:cNvPr id="335" name="哨兵："/>
          <p:cNvSpPr txBox="1"/>
          <p:nvPr/>
        </p:nvSpPr>
        <p:spPr>
          <a:xfrm>
            <a:off x="506768" y="1490000"/>
            <a:ext cx="150560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哨兵：</a:t>
            </a:r>
          </a:p>
        </p:txBody>
      </p:sp>
      <p:sp>
        <p:nvSpPr>
          <p:cNvPr id="336" name="38"/>
          <p:cNvSpPr txBox="1"/>
          <p:nvPr/>
        </p:nvSpPr>
        <p:spPr>
          <a:xfrm>
            <a:off x="4730326" y="4493891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337" name="65"/>
          <p:cNvSpPr txBox="1"/>
          <p:nvPr/>
        </p:nvSpPr>
        <p:spPr>
          <a:xfrm>
            <a:off x="5753100" y="4493891"/>
            <a:ext cx="676148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38" name="97"/>
          <p:cNvSpPr txBox="1"/>
          <p:nvPr/>
        </p:nvSpPr>
        <p:spPr>
          <a:xfrm>
            <a:off x="6879731" y="4493891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339" name="76"/>
          <p:cNvSpPr txBox="1"/>
          <p:nvPr/>
        </p:nvSpPr>
        <p:spPr>
          <a:xfrm>
            <a:off x="7904762" y="4493891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40" name="13"/>
          <p:cNvSpPr txBox="1"/>
          <p:nvPr/>
        </p:nvSpPr>
        <p:spPr>
          <a:xfrm>
            <a:off x="8927535" y="4493891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41" name="27"/>
          <p:cNvSpPr txBox="1"/>
          <p:nvPr/>
        </p:nvSpPr>
        <p:spPr>
          <a:xfrm>
            <a:off x="10063198" y="4493891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42" name="49"/>
          <p:cNvSpPr txBox="1"/>
          <p:nvPr/>
        </p:nvSpPr>
        <p:spPr>
          <a:xfrm>
            <a:off x="3698522" y="4493891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343" name="0          1         2          3          4          5          6          7"/>
          <p:cNvSpPr txBox="1"/>
          <p:nvPr/>
        </p:nvSpPr>
        <p:spPr>
          <a:xfrm>
            <a:off x="2406791" y="3915900"/>
            <a:ext cx="8602134" cy="521343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     0          1         2          3          4          5          6          7</a:t>
            </a:r>
          </a:p>
        </p:txBody>
      </p:sp>
      <p:grpSp>
        <p:nvGrpSpPr>
          <p:cNvPr id="356" name="成组"/>
          <p:cNvGrpSpPr/>
          <p:nvPr/>
        </p:nvGrpSpPr>
        <p:grpSpPr>
          <a:xfrm>
            <a:off x="2510648" y="4423900"/>
            <a:ext cx="8498277" cy="824090"/>
            <a:chOff x="0" y="0"/>
            <a:chExt cx="8498275" cy="824088"/>
          </a:xfrm>
        </p:grpSpPr>
        <p:grpSp>
          <p:nvGrpSpPr>
            <p:cNvPr id="348" name="成组"/>
            <p:cNvGrpSpPr/>
            <p:nvPr/>
          </p:nvGrpSpPr>
          <p:grpSpPr>
            <a:xfrm>
              <a:off x="0" y="4515"/>
              <a:ext cx="8498276" cy="819574"/>
              <a:chOff x="0" y="0"/>
              <a:chExt cx="8498275" cy="819573"/>
            </a:xfrm>
          </p:grpSpPr>
          <p:sp>
            <p:nvSpPr>
              <p:cNvPr id="344" name="线条"/>
              <p:cNvSpPr/>
              <p:nvPr/>
            </p:nvSpPr>
            <p:spPr>
              <a:xfrm>
                <a:off x="0" y="819573"/>
                <a:ext cx="8498276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45" name="线条"/>
              <p:cNvSpPr/>
              <p:nvPr/>
            </p:nvSpPr>
            <p:spPr>
              <a:xfrm>
                <a:off x="0" y="0"/>
                <a:ext cx="8498276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46" name="线条"/>
              <p:cNvSpPr/>
              <p:nvPr/>
            </p:nvSpPr>
            <p:spPr>
              <a:xfrm>
                <a:off x="8498275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47" name="线条"/>
              <p:cNvSpPr/>
              <p:nvPr/>
            </p:nvSpPr>
            <p:spPr>
              <a:xfrm flipH="1">
                <a:off x="0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sp>
          <p:nvSpPr>
            <p:cNvPr id="349" name="线条"/>
            <p:cNvSpPr/>
            <p:nvPr/>
          </p:nvSpPr>
          <p:spPr>
            <a:xfrm flipH="1">
              <a:off x="102503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50" name="线条"/>
            <p:cNvSpPr/>
            <p:nvPr/>
          </p:nvSpPr>
          <p:spPr>
            <a:xfrm>
              <a:off x="2050062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51" name="线条"/>
            <p:cNvSpPr/>
            <p:nvPr/>
          </p:nvSpPr>
          <p:spPr>
            <a:xfrm>
              <a:off x="3072835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52" name="线条"/>
            <p:cNvSpPr/>
            <p:nvPr/>
          </p:nvSpPr>
          <p:spPr>
            <a:xfrm>
              <a:off x="4097866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53" name="线条"/>
            <p:cNvSpPr/>
            <p:nvPr/>
          </p:nvSpPr>
          <p:spPr>
            <a:xfrm>
              <a:off x="5224497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54" name="线条"/>
            <p:cNvSpPr/>
            <p:nvPr/>
          </p:nvSpPr>
          <p:spPr>
            <a:xfrm>
              <a:off x="624727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55" name="线条"/>
            <p:cNvSpPr/>
            <p:nvPr/>
          </p:nvSpPr>
          <p:spPr>
            <a:xfrm>
              <a:off x="7371644" y="0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357" name="38"/>
          <p:cNvSpPr txBox="1"/>
          <p:nvPr/>
        </p:nvSpPr>
        <p:spPr>
          <a:xfrm>
            <a:off x="2749126" y="4468491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chemeClr val="accent5"/>
                </a:solidFill>
              </a:defRPr>
            </a:lvl1pPr>
          </a:lstStyle>
          <a:p>
            <a:r>
              <a:t>38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直接插入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直接插入排序</a:t>
            </a:r>
          </a:p>
        </p:txBody>
      </p:sp>
      <p:sp>
        <p:nvSpPr>
          <p:cNvPr id="360" name="使用哨兵的示意性代码："/>
          <p:cNvSpPr txBox="1"/>
          <p:nvPr/>
        </p:nvSpPr>
        <p:spPr>
          <a:xfrm>
            <a:off x="371654" y="1384738"/>
            <a:ext cx="4363100" cy="635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3000"/>
            </a:lvl1pPr>
          </a:lstStyle>
          <a:p>
            <a:r>
              <a:t>使用哨兵的示意性代码：</a:t>
            </a:r>
          </a:p>
        </p:txBody>
      </p:sp>
      <p:sp>
        <p:nvSpPr>
          <p:cNvPr id="361" name="public static &lt;T&gt; T[] insertSortSentinel(T a[]) {…"/>
          <p:cNvSpPr txBox="1"/>
          <p:nvPr/>
        </p:nvSpPr>
        <p:spPr>
          <a:xfrm>
            <a:off x="770366" y="2271071"/>
            <a:ext cx="11393513" cy="38469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&lt;T&gt; T[] insertSortSentinel(T </a:t>
            </a:r>
            <a:r>
              <a:rPr>
                <a:solidFill>
                  <a:srgbClr val="7E504F"/>
                </a:solidFill>
              </a:rPr>
              <a:t>a</a:t>
            </a:r>
            <a:r>
              <a:t>[]) {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2, </a:t>
            </a:r>
            <a:r>
              <a:rPr>
                <a:solidFill>
                  <a:srgbClr val="7E504F"/>
                </a:solidFill>
              </a:rPr>
              <a:t>j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 {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[0]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 = </a:t>
            </a:r>
            <a:r>
              <a:rPr>
                <a:solidFill>
                  <a:srgbClr val="7E504F"/>
                </a:solidFill>
              </a:rPr>
              <a:t>i</a:t>
            </a:r>
            <a:r>
              <a:t>];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(((Comparable&lt;T&gt;) </a:t>
            </a:r>
            <a:r>
              <a:rPr>
                <a:solidFill>
                  <a:srgbClr val="7E504F"/>
                </a:solidFill>
              </a:rPr>
              <a:t>a</a:t>
            </a:r>
            <a:r>
              <a:t>[0]).compareTo(</a:t>
            </a:r>
            <a:r>
              <a:rPr>
                <a:solidFill>
                  <a:srgbClr val="7E504F"/>
                </a:solidFill>
              </a:rPr>
              <a:t>a</a:t>
            </a:r>
            <a:r>
              <a:t>[--</a:t>
            </a:r>
            <a:r>
              <a:rPr>
                <a:solidFill>
                  <a:srgbClr val="7E504F"/>
                </a:solidFill>
              </a:rPr>
              <a:t>j</a:t>
            </a:r>
            <a:r>
              <a:t>]) &lt; 0)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 + 1]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];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 + 1]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[0];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202"/>
          <p:cNvSpPr txBox="1"/>
          <p:nvPr/>
        </p:nvSpPr>
        <p:spPr>
          <a:xfrm>
            <a:off x="3159461" y="384783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25</a:t>
            </a:r>
          </a:p>
        </p:txBody>
      </p:sp>
      <p:sp>
        <p:nvSpPr>
          <p:cNvPr id="364" name="Shape 203"/>
          <p:cNvSpPr txBox="1"/>
          <p:nvPr/>
        </p:nvSpPr>
        <p:spPr>
          <a:xfrm>
            <a:off x="4184492" y="384783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365" name="Shape 204"/>
          <p:cNvSpPr txBox="1"/>
          <p:nvPr/>
        </p:nvSpPr>
        <p:spPr>
          <a:xfrm>
            <a:off x="5308865" y="384783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sp>
        <p:nvSpPr>
          <p:cNvPr id="366" name="Shape 205"/>
          <p:cNvSpPr txBox="1"/>
          <p:nvPr/>
        </p:nvSpPr>
        <p:spPr>
          <a:xfrm>
            <a:off x="6333896" y="384783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367" name="Shape 206"/>
          <p:cNvSpPr txBox="1"/>
          <p:nvPr/>
        </p:nvSpPr>
        <p:spPr>
          <a:xfrm>
            <a:off x="7356669" y="384783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368" name="Shape 207"/>
          <p:cNvSpPr txBox="1"/>
          <p:nvPr/>
        </p:nvSpPr>
        <p:spPr>
          <a:xfrm>
            <a:off x="8492332" y="384783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369" name="Shape 208"/>
          <p:cNvSpPr txBox="1"/>
          <p:nvPr/>
        </p:nvSpPr>
        <p:spPr>
          <a:xfrm>
            <a:off x="2127656" y="384783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12</a:t>
            </a:r>
          </a:p>
        </p:txBody>
      </p:sp>
      <p:sp>
        <p:nvSpPr>
          <p:cNvPr id="370" name="Shape 209"/>
          <p:cNvSpPr txBox="1"/>
          <p:nvPr/>
        </p:nvSpPr>
        <p:spPr>
          <a:xfrm>
            <a:off x="1877325" y="3269840"/>
            <a:ext cx="8610602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   0           1         2         3          4          5         6          7</a:t>
            </a:r>
          </a:p>
        </p:txBody>
      </p:sp>
      <p:grpSp>
        <p:nvGrpSpPr>
          <p:cNvPr id="383" name="Group 222"/>
          <p:cNvGrpSpPr/>
          <p:nvPr/>
        </p:nvGrpSpPr>
        <p:grpSpPr>
          <a:xfrm>
            <a:off x="1987391" y="3777841"/>
            <a:ext cx="8498281" cy="826350"/>
            <a:chOff x="0" y="0"/>
            <a:chExt cx="8498279" cy="826349"/>
          </a:xfrm>
        </p:grpSpPr>
        <p:grpSp>
          <p:nvGrpSpPr>
            <p:cNvPr id="375" name="Group 214"/>
            <p:cNvGrpSpPr/>
            <p:nvPr/>
          </p:nvGrpSpPr>
          <p:grpSpPr>
            <a:xfrm>
              <a:off x="0" y="4514"/>
              <a:ext cx="8498280" cy="821836"/>
              <a:chOff x="0" y="0"/>
              <a:chExt cx="8498279" cy="821834"/>
            </a:xfrm>
          </p:grpSpPr>
          <p:sp>
            <p:nvSpPr>
              <p:cNvPr id="371" name="Shape 210"/>
              <p:cNvSpPr/>
              <p:nvPr/>
            </p:nvSpPr>
            <p:spPr>
              <a:xfrm>
                <a:off x="0" y="819575"/>
                <a:ext cx="8498280" cy="226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72" name="Shape 211"/>
              <p:cNvSpPr/>
              <p:nvPr/>
            </p:nvSpPr>
            <p:spPr>
              <a:xfrm>
                <a:off x="0" y="-1"/>
                <a:ext cx="8498280" cy="226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73" name="Shape 212"/>
              <p:cNvSpPr/>
              <p:nvPr/>
            </p:nvSpPr>
            <p:spPr>
              <a:xfrm>
                <a:off x="8492069" y="0"/>
                <a:ext cx="2260" cy="81957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74" name="Shape 213"/>
              <p:cNvSpPr/>
              <p:nvPr/>
            </p:nvSpPr>
            <p:spPr>
              <a:xfrm>
                <a:off x="-1" y="0"/>
                <a:ext cx="2260" cy="81957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376" name="Shape 215"/>
            <p:cNvSpPr/>
            <p:nvPr/>
          </p:nvSpPr>
          <p:spPr>
            <a:xfrm>
              <a:off x="1018822" y="4515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7" name="Shape 216"/>
            <p:cNvSpPr/>
            <p:nvPr/>
          </p:nvSpPr>
          <p:spPr>
            <a:xfrm>
              <a:off x="2043853" y="4515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8" name="Shape 217"/>
            <p:cNvSpPr/>
            <p:nvPr/>
          </p:nvSpPr>
          <p:spPr>
            <a:xfrm>
              <a:off x="3066627" y="4515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9" name="Shape 218"/>
            <p:cNvSpPr/>
            <p:nvPr/>
          </p:nvSpPr>
          <p:spPr>
            <a:xfrm>
              <a:off x="4091659" y="4515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0" name="Shape 219"/>
            <p:cNvSpPr/>
            <p:nvPr/>
          </p:nvSpPr>
          <p:spPr>
            <a:xfrm>
              <a:off x="5218291" y="4515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1" name="Shape 220"/>
            <p:cNvSpPr/>
            <p:nvPr/>
          </p:nvSpPr>
          <p:spPr>
            <a:xfrm>
              <a:off x="6241064" y="4515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2" name="Shape 221"/>
            <p:cNvSpPr/>
            <p:nvPr/>
          </p:nvSpPr>
          <p:spPr>
            <a:xfrm>
              <a:off x="7365437" y="0"/>
              <a:ext cx="2261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384" name="Shape 207"/>
          <p:cNvSpPr txBox="1"/>
          <p:nvPr/>
        </p:nvSpPr>
        <p:spPr>
          <a:xfrm>
            <a:off x="9559132" y="386053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30</a:t>
            </a:r>
          </a:p>
        </p:txBody>
      </p:sp>
      <p:sp>
        <p:nvSpPr>
          <p:cNvPr id="385" name="直接插入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直接插入排序</a:t>
            </a:r>
          </a:p>
        </p:txBody>
      </p:sp>
      <p:sp>
        <p:nvSpPr>
          <p:cNvPr id="386" name="成对插入，大掩护小，例如，一次插入13和27"/>
          <p:cNvSpPr txBox="1"/>
          <p:nvPr/>
        </p:nvSpPr>
        <p:spPr>
          <a:xfrm>
            <a:off x="352100" y="1818587"/>
            <a:ext cx="906210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成对插入，大掩护小，例如，一次插入13和27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直接插入排序分析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直接插入排序分析</a:t>
            </a:r>
          </a:p>
        </p:txBody>
      </p:sp>
      <p:sp>
        <p:nvSpPr>
          <p:cNvPr id="389" name="直接排序的空间复杂度： O(1)"/>
          <p:cNvSpPr txBox="1"/>
          <p:nvPr/>
        </p:nvSpPr>
        <p:spPr>
          <a:xfrm>
            <a:off x="178268" y="7150430"/>
            <a:ext cx="5177748" cy="635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r>
              <a:t>直接排序的空间复杂度： O(1)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0" name="直接排序的时间复杂度与数据的分布有关：…"/>
              <p:cNvSpPr txBox="1"/>
              <p:nvPr/>
            </p:nvSpPr>
            <p:spPr>
              <a:xfrm>
                <a:off x="178268" y="1508460"/>
                <a:ext cx="8428344" cy="529231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50800" tIns="50800" rIns="50800" bIns="50800" anchor="ctr">
                <a:spAutoFit/>
              </a:bodyPr>
              <a:lstStyle/>
              <a:p>
                <a:pPr>
                  <a:defRPr sz="3000"/>
                </a:pPr>
                <a:r>
                  <a:t>直接排序的时间复杂度与数据的分布有关：</a:t>
                </a:r>
              </a:p>
              <a:p>
                <a:pPr marL="681990" lvl="1" indent="-300990">
                  <a:buSzPct val="60000"/>
                  <a:buBlip>
                    <a:blip r:embed="rId1"/>
                  </a:buBlip>
                  <a:defRPr sz="3000"/>
                </a:pPr>
                <a:r>
                  <a:t>正序，每趟比较1次， 移动2次； n - 1趟：</a:t>
                </a:r>
              </a:p>
              <a:p>
                <a:pPr lvl="1" indent="228600">
                  <a:defRPr sz="3000"/>
                </a:pPr>
                <a:r>
                  <a:t>                 比较 ： n - 1      移动: 2(n - 1)</a:t>
                </a:r>
              </a:p>
              <a:p>
                <a:pPr marL="681990" lvl="1" indent="-300990">
                  <a:buSzPct val="60000"/>
                  <a:buBlip>
                    <a:blip r:embed="rId1"/>
                  </a:buBlip>
                  <a:defRPr sz="3000"/>
                </a:pPr>
                <a:r>
                  <a:t>逆序，第i趟比较i次，移动i + 2次；n - 1趟:</a:t>
                </a:r>
              </a:p>
              <a:p>
                <a:pPr lvl="1" indent="228600">
                  <a:defRPr sz="3000"/>
                </a:pPr>
                <a:r>
                  <a:t>                 比较：(1 + 2 + 3 + ... + n - 1 ) = </a:t>
                </a:r>
                <a14:m>
                  <m:oMath xmlns:m="http://schemas.openxmlformats.org/officeDocument/2006/math">
                    <m:f>
                      <m:fPr>
                        <m:ctrlP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lvl="1" indent="228600">
                  <a:defRPr sz="3000"/>
                </a:pPr>
                <a:r>
                  <a:t>                 移动： </a:t>
                </a:r>
                <a14:m>
                  <m:oMath xmlns:m="http://schemas.openxmlformats.org/officeDocument/2006/math">
                    <m:f>
                      <m:fPr>
                        <m:ctrlP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sz="3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t>  + 2(n - 1) </a:t>
                </a:r>
              </a:p>
              <a:p>
                <a:pPr marL="681990" lvl="1" indent="-300990">
                  <a:buSzPct val="60000"/>
                  <a:buBlip>
                    <a:blip r:embed="rId1"/>
                  </a:buBlip>
                  <a:defRPr sz="3000"/>
                </a:pPr>
                <a:r>
                  <a:t>随机分布： O(n</a:t>
                </a:r>
                <a:r>
                  <a:rPr sz="3100" baseline="32000"/>
                  <a:t>2</a:t>
                </a:r>
                <a:r>
                  <a:t>)</a:t>
                </a:r>
              </a:p>
            </p:txBody>
          </p:sp>
        </mc:Choice>
        <mc:Fallback>
          <p:sp>
            <p:nvSpPr>
              <p:cNvPr id="390" name="直接排序的时间复杂度与数据的分布有关：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68" y="1508460"/>
                <a:ext cx="8428344" cy="5292316"/>
              </a:xfrm>
              <a:prstGeom prst="rect">
                <a:avLst/>
              </a:prstGeom>
              <a:blipFill rotWithShape="1">
                <a:blip r:embed="rId2"/>
                <a:stretch>
                  <a:fillRect l="-6" t="-6" r="5" b="1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1" name="稳定排序"/>
          <p:cNvSpPr txBox="1"/>
          <p:nvPr/>
        </p:nvSpPr>
        <p:spPr>
          <a:xfrm>
            <a:off x="178268" y="7922590"/>
            <a:ext cx="1696100" cy="635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chemeClr val="accent1"/>
                </a:solidFill>
              </a:defRPr>
            </a:lvl1pPr>
          </a:lstStyle>
          <a:p>
            <a:r>
              <a:t>稳定排序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252"/>
          <p:cNvSpPr txBox="1"/>
          <p:nvPr/>
        </p:nvSpPr>
        <p:spPr>
          <a:xfrm>
            <a:off x="2405944" y="139700"/>
            <a:ext cx="7581902" cy="98375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插入排序-希尔排序</a:t>
            </a:r>
          </a:p>
        </p:txBody>
      </p:sp>
      <p:sp>
        <p:nvSpPr>
          <p:cNvPr id="394" name="Shape 254"/>
          <p:cNvSpPr txBox="1"/>
          <p:nvPr/>
        </p:nvSpPr>
        <p:spPr>
          <a:xfrm>
            <a:off x="872771" y="1595299"/>
            <a:ext cx="11214103" cy="194753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>
              <a:defRPr sz="3000"/>
            </a:pPr>
            <a:r>
              <a:t>D. L. Shell在1959年提出，又称为缩小增量排序。</a:t>
            </a:r>
          </a:p>
          <a:p>
            <a:pPr>
              <a:defRPr sz="3000"/>
            </a:pPr>
            <a:r>
              <a:t>基本思想：“跳跃式”的插入排序，在数据基本有序时，可以减少</a:t>
            </a:r>
          </a:p>
          <a:p>
            <a:pPr>
              <a:defRPr sz="3000"/>
            </a:pPr>
            <a:r>
              <a:t>比较和复制的次数。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Shape 52"/>
          <p:cNvSpPr txBox="1"/>
          <p:nvPr/>
        </p:nvSpPr>
        <p:spPr>
          <a:xfrm>
            <a:off x="1707444" y="63217"/>
            <a:ext cx="9283702" cy="9525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希尔排序的基本思想</a:t>
            </a:r>
          </a:p>
        </p:txBody>
      </p:sp>
      <p:grpSp>
        <p:nvGrpSpPr>
          <p:cNvPr id="411" name="成组"/>
          <p:cNvGrpSpPr/>
          <p:nvPr/>
        </p:nvGrpSpPr>
        <p:grpSpPr>
          <a:xfrm>
            <a:off x="780908" y="2655428"/>
            <a:ext cx="5230999" cy="819578"/>
            <a:chOff x="0" y="0"/>
            <a:chExt cx="5230998" cy="819577"/>
          </a:xfrm>
        </p:grpSpPr>
        <p:grpSp>
          <p:nvGrpSpPr>
            <p:cNvPr id="405" name="成组"/>
            <p:cNvGrpSpPr/>
            <p:nvPr/>
          </p:nvGrpSpPr>
          <p:grpSpPr>
            <a:xfrm>
              <a:off x="-1" y="0"/>
              <a:ext cx="5231000" cy="819578"/>
              <a:chOff x="0" y="0"/>
              <a:chExt cx="5230998" cy="819577"/>
            </a:xfrm>
          </p:grpSpPr>
          <p:sp>
            <p:nvSpPr>
              <p:cNvPr id="397" name="Shape 96"/>
              <p:cNvSpPr/>
              <p:nvPr/>
            </p:nvSpPr>
            <p:spPr>
              <a:xfrm>
                <a:off x="0" y="817318"/>
                <a:ext cx="5230999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98" name="Shape 97"/>
              <p:cNvSpPr/>
              <p:nvPr/>
            </p:nvSpPr>
            <p:spPr>
              <a:xfrm>
                <a:off x="0" y="0"/>
                <a:ext cx="5230999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99" name="Shape 99"/>
              <p:cNvSpPr/>
              <p:nvPr/>
            </p:nvSpPr>
            <p:spPr>
              <a:xfrm>
                <a:off x="0" y="1"/>
                <a:ext cx="2260" cy="81957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00" name="Shape 101"/>
              <p:cNvSpPr/>
              <p:nvPr/>
            </p:nvSpPr>
            <p:spPr>
              <a:xfrm>
                <a:off x="1025031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01" name="Shape 102"/>
              <p:cNvSpPr/>
              <p:nvPr/>
            </p:nvSpPr>
            <p:spPr>
              <a:xfrm>
                <a:off x="2050062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02" name="Shape 103"/>
              <p:cNvSpPr/>
              <p:nvPr/>
            </p:nvSpPr>
            <p:spPr>
              <a:xfrm>
                <a:off x="30781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03" name="Shape 104"/>
              <p:cNvSpPr/>
              <p:nvPr/>
            </p:nvSpPr>
            <p:spPr>
              <a:xfrm>
                <a:off x="4097867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04" name="Shape 105"/>
              <p:cNvSpPr/>
              <p:nvPr/>
            </p:nvSpPr>
            <p:spPr>
              <a:xfrm>
                <a:off x="52244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406" name="4"/>
            <p:cNvSpPr txBox="1"/>
            <p:nvPr/>
          </p:nvSpPr>
          <p:spPr>
            <a:xfrm>
              <a:off x="3014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407" name="5"/>
            <p:cNvSpPr txBox="1"/>
            <p:nvPr/>
          </p:nvSpPr>
          <p:spPr>
            <a:xfrm>
              <a:off x="13682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</a:t>
              </a:r>
            </a:p>
          </p:txBody>
        </p:sp>
        <p:sp>
          <p:nvSpPr>
            <p:cNvPr id="408" name="3"/>
            <p:cNvSpPr txBox="1"/>
            <p:nvPr/>
          </p:nvSpPr>
          <p:spPr>
            <a:xfrm>
              <a:off x="23588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409" name="2"/>
            <p:cNvSpPr txBox="1"/>
            <p:nvPr/>
          </p:nvSpPr>
          <p:spPr>
            <a:xfrm>
              <a:off x="33875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410" name="1"/>
            <p:cNvSpPr txBox="1"/>
            <p:nvPr/>
          </p:nvSpPr>
          <p:spPr>
            <a:xfrm>
              <a:off x="44543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26" name="成组"/>
          <p:cNvGrpSpPr/>
          <p:nvPr/>
        </p:nvGrpSpPr>
        <p:grpSpPr>
          <a:xfrm>
            <a:off x="6940408" y="2655428"/>
            <a:ext cx="5230999" cy="819578"/>
            <a:chOff x="0" y="0"/>
            <a:chExt cx="5230998" cy="819577"/>
          </a:xfrm>
        </p:grpSpPr>
        <p:grpSp>
          <p:nvGrpSpPr>
            <p:cNvPr id="420" name="成组"/>
            <p:cNvGrpSpPr/>
            <p:nvPr/>
          </p:nvGrpSpPr>
          <p:grpSpPr>
            <a:xfrm>
              <a:off x="-1" y="0"/>
              <a:ext cx="5231000" cy="819578"/>
              <a:chOff x="0" y="0"/>
              <a:chExt cx="5230998" cy="819577"/>
            </a:xfrm>
          </p:grpSpPr>
          <p:sp>
            <p:nvSpPr>
              <p:cNvPr id="412" name="Shape 96"/>
              <p:cNvSpPr/>
              <p:nvPr/>
            </p:nvSpPr>
            <p:spPr>
              <a:xfrm>
                <a:off x="0" y="817318"/>
                <a:ext cx="5230999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3" name="Shape 97"/>
              <p:cNvSpPr/>
              <p:nvPr/>
            </p:nvSpPr>
            <p:spPr>
              <a:xfrm>
                <a:off x="0" y="0"/>
                <a:ext cx="5230999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4" name="Shape 99"/>
              <p:cNvSpPr/>
              <p:nvPr/>
            </p:nvSpPr>
            <p:spPr>
              <a:xfrm>
                <a:off x="0" y="1"/>
                <a:ext cx="2260" cy="81957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5" name="Shape 101"/>
              <p:cNvSpPr/>
              <p:nvPr/>
            </p:nvSpPr>
            <p:spPr>
              <a:xfrm>
                <a:off x="1025031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6" name="Shape 102"/>
              <p:cNvSpPr/>
              <p:nvPr/>
            </p:nvSpPr>
            <p:spPr>
              <a:xfrm>
                <a:off x="2050062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7" name="Shape 103"/>
              <p:cNvSpPr/>
              <p:nvPr/>
            </p:nvSpPr>
            <p:spPr>
              <a:xfrm>
                <a:off x="30781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8" name="Shape 104"/>
              <p:cNvSpPr/>
              <p:nvPr/>
            </p:nvSpPr>
            <p:spPr>
              <a:xfrm>
                <a:off x="4097867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9" name="Shape 105"/>
              <p:cNvSpPr/>
              <p:nvPr/>
            </p:nvSpPr>
            <p:spPr>
              <a:xfrm>
                <a:off x="52244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421" name="2"/>
            <p:cNvSpPr txBox="1"/>
            <p:nvPr/>
          </p:nvSpPr>
          <p:spPr>
            <a:xfrm>
              <a:off x="3014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422" name="1"/>
            <p:cNvSpPr txBox="1"/>
            <p:nvPr/>
          </p:nvSpPr>
          <p:spPr>
            <a:xfrm>
              <a:off x="13682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423" name="3"/>
            <p:cNvSpPr txBox="1"/>
            <p:nvPr/>
          </p:nvSpPr>
          <p:spPr>
            <a:xfrm>
              <a:off x="23588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424" name="5"/>
            <p:cNvSpPr txBox="1"/>
            <p:nvPr/>
          </p:nvSpPr>
          <p:spPr>
            <a:xfrm>
              <a:off x="33875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chemeClr val="accent1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</a:t>
              </a:r>
            </a:p>
          </p:txBody>
        </p:sp>
        <p:sp>
          <p:nvSpPr>
            <p:cNvPr id="425" name="4"/>
            <p:cNvSpPr txBox="1"/>
            <p:nvPr/>
          </p:nvSpPr>
          <p:spPr>
            <a:xfrm>
              <a:off x="44543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441" name="成组"/>
          <p:cNvGrpSpPr/>
          <p:nvPr/>
        </p:nvGrpSpPr>
        <p:grpSpPr>
          <a:xfrm>
            <a:off x="780908" y="3646027"/>
            <a:ext cx="5230999" cy="819579"/>
            <a:chOff x="0" y="0"/>
            <a:chExt cx="5230998" cy="819577"/>
          </a:xfrm>
        </p:grpSpPr>
        <p:grpSp>
          <p:nvGrpSpPr>
            <p:cNvPr id="435" name="成组"/>
            <p:cNvGrpSpPr/>
            <p:nvPr/>
          </p:nvGrpSpPr>
          <p:grpSpPr>
            <a:xfrm>
              <a:off x="-1" y="0"/>
              <a:ext cx="5231000" cy="819578"/>
              <a:chOff x="0" y="0"/>
              <a:chExt cx="5230998" cy="819577"/>
            </a:xfrm>
          </p:grpSpPr>
          <p:sp>
            <p:nvSpPr>
              <p:cNvPr id="427" name="Shape 96"/>
              <p:cNvSpPr/>
              <p:nvPr/>
            </p:nvSpPr>
            <p:spPr>
              <a:xfrm>
                <a:off x="0" y="817318"/>
                <a:ext cx="5230999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28" name="Shape 97"/>
              <p:cNvSpPr/>
              <p:nvPr/>
            </p:nvSpPr>
            <p:spPr>
              <a:xfrm>
                <a:off x="0" y="0"/>
                <a:ext cx="5230999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29" name="Shape 99"/>
              <p:cNvSpPr/>
              <p:nvPr/>
            </p:nvSpPr>
            <p:spPr>
              <a:xfrm>
                <a:off x="0" y="1"/>
                <a:ext cx="2260" cy="81957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30" name="Shape 101"/>
              <p:cNvSpPr/>
              <p:nvPr/>
            </p:nvSpPr>
            <p:spPr>
              <a:xfrm>
                <a:off x="1025031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31" name="Shape 102"/>
              <p:cNvSpPr/>
              <p:nvPr/>
            </p:nvSpPr>
            <p:spPr>
              <a:xfrm>
                <a:off x="2050062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32" name="Shape 103"/>
              <p:cNvSpPr/>
              <p:nvPr/>
            </p:nvSpPr>
            <p:spPr>
              <a:xfrm>
                <a:off x="30781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33" name="Shape 104"/>
              <p:cNvSpPr/>
              <p:nvPr/>
            </p:nvSpPr>
            <p:spPr>
              <a:xfrm>
                <a:off x="4097867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34" name="Shape 105"/>
              <p:cNvSpPr/>
              <p:nvPr/>
            </p:nvSpPr>
            <p:spPr>
              <a:xfrm>
                <a:off x="52244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436" name="3"/>
            <p:cNvSpPr txBox="1"/>
            <p:nvPr/>
          </p:nvSpPr>
          <p:spPr>
            <a:xfrm>
              <a:off x="3014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437" name="4"/>
            <p:cNvSpPr txBox="1"/>
            <p:nvPr/>
          </p:nvSpPr>
          <p:spPr>
            <a:xfrm>
              <a:off x="13682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438" name="5"/>
            <p:cNvSpPr txBox="1"/>
            <p:nvPr/>
          </p:nvSpPr>
          <p:spPr>
            <a:xfrm>
              <a:off x="23588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</a:t>
              </a:r>
            </a:p>
          </p:txBody>
        </p:sp>
        <p:sp>
          <p:nvSpPr>
            <p:cNvPr id="439" name="2"/>
            <p:cNvSpPr txBox="1"/>
            <p:nvPr/>
          </p:nvSpPr>
          <p:spPr>
            <a:xfrm>
              <a:off x="33875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440" name="1"/>
            <p:cNvSpPr txBox="1"/>
            <p:nvPr/>
          </p:nvSpPr>
          <p:spPr>
            <a:xfrm>
              <a:off x="44543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56" name="成组"/>
          <p:cNvGrpSpPr/>
          <p:nvPr/>
        </p:nvGrpSpPr>
        <p:grpSpPr>
          <a:xfrm>
            <a:off x="780908" y="4662027"/>
            <a:ext cx="5230999" cy="819579"/>
            <a:chOff x="0" y="0"/>
            <a:chExt cx="5230998" cy="819577"/>
          </a:xfrm>
        </p:grpSpPr>
        <p:grpSp>
          <p:nvGrpSpPr>
            <p:cNvPr id="450" name="成组"/>
            <p:cNvGrpSpPr/>
            <p:nvPr/>
          </p:nvGrpSpPr>
          <p:grpSpPr>
            <a:xfrm>
              <a:off x="-1" y="0"/>
              <a:ext cx="5231000" cy="819578"/>
              <a:chOff x="0" y="0"/>
              <a:chExt cx="5230998" cy="819577"/>
            </a:xfrm>
          </p:grpSpPr>
          <p:sp>
            <p:nvSpPr>
              <p:cNvPr id="442" name="Shape 96"/>
              <p:cNvSpPr/>
              <p:nvPr/>
            </p:nvSpPr>
            <p:spPr>
              <a:xfrm>
                <a:off x="0" y="817318"/>
                <a:ext cx="5230999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43" name="Shape 97"/>
              <p:cNvSpPr/>
              <p:nvPr/>
            </p:nvSpPr>
            <p:spPr>
              <a:xfrm>
                <a:off x="0" y="0"/>
                <a:ext cx="5230999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44" name="Shape 99"/>
              <p:cNvSpPr/>
              <p:nvPr/>
            </p:nvSpPr>
            <p:spPr>
              <a:xfrm>
                <a:off x="0" y="1"/>
                <a:ext cx="2260" cy="81957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45" name="Shape 101"/>
              <p:cNvSpPr/>
              <p:nvPr/>
            </p:nvSpPr>
            <p:spPr>
              <a:xfrm>
                <a:off x="1025031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46" name="Shape 102"/>
              <p:cNvSpPr/>
              <p:nvPr/>
            </p:nvSpPr>
            <p:spPr>
              <a:xfrm>
                <a:off x="2050062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47" name="Shape 103"/>
              <p:cNvSpPr/>
              <p:nvPr/>
            </p:nvSpPr>
            <p:spPr>
              <a:xfrm>
                <a:off x="30781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48" name="Shape 104"/>
              <p:cNvSpPr/>
              <p:nvPr/>
            </p:nvSpPr>
            <p:spPr>
              <a:xfrm>
                <a:off x="4097867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49" name="Shape 105"/>
              <p:cNvSpPr/>
              <p:nvPr/>
            </p:nvSpPr>
            <p:spPr>
              <a:xfrm>
                <a:off x="52244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451" name="2"/>
            <p:cNvSpPr txBox="1"/>
            <p:nvPr/>
          </p:nvSpPr>
          <p:spPr>
            <a:xfrm>
              <a:off x="3014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452" name="3"/>
            <p:cNvSpPr txBox="1"/>
            <p:nvPr/>
          </p:nvSpPr>
          <p:spPr>
            <a:xfrm>
              <a:off x="13682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453" name="4"/>
            <p:cNvSpPr txBox="1"/>
            <p:nvPr/>
          </p:nvSpPr>
          <p:spPr>
            <a:xfrm>
              <a:off x="23588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454" name="5"/>
            <p:cNvSpPr txBox="1"/>
            <p:nvPr/>
          </p:nvSpPr>
          <p:spPr>
            <a:xfrm>
              <a:off x="33875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</a:t>
              </a:r>
            </a:p>
          </p:txBody>
        </p:sp>
        <p:sp>
          <p:nvSpPr>
            <p:cNvPr id="455" name="1"/>
            <p:cNvSpPr txBox="1"/>
            <p:nvPr/>
          </p:nvSpPr>
          <p:spPr>
            <a:xfrm>
              <a:off x="44543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71" name="成组"/>
          <p:cNvGrpSpPr/>
          <p:nvPr/>
        </p:nvGrpSpPr>
        <p:grpSpPr>
          <a:xfrm>
            <a:off x="780908" y="5678027"/>
            <a:ext cx="5230999" cy="819579"/>
            <a:chOff x="0" y="0"/>
            <a:chExt cx="5230998" cy="819577"/>
          </a:xfrm>
        </p:grpSpPr>
        <p:grpSp>
          <p:nvGrpSpPr>
            <p:cNvPr id="465" name="成组"/>
            <p:cNvGrpSpPr/>
            <p:nvPr/>
          </p:nvGrpSpPr>
          <p:grpSpPr>
            <a:xfrm>
              <a:off x="-1" y="0"/>
              <a:ext cx="5231000" cy="819578"/>
              <a:chOff x="0" y="0"/>
              <a:chExt cx="5230998" cy="819577"/>
            </a:xfrm>
          </p:grpSpPr>
          <p:sp>
            <p:nvSpPr>
              <p:cNvPr id="457" name="Shape 96"/>
              <p:cNvSpPr/>
              <p:nvPr/>
            </p:nvSpPr>
            <p:spPr>
              <a:xfrm>
                <a:off x="0" y="817318"/>
                <a:ext cx="5230999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58" name="Shape 97"/>
              <p:cNvSpPr/>
              <p:nvPr/>
            </p:nvSpPr>
            <p:spPr>
              <a:xfrm>
                <a:off x="0" y="0"/>
                <a:ext cx="5230999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59" name="Shape 99"/>
              <p:cNvSpPr/>
              <p:nvPr/>
            </p:nvSpPr>
            <p:spPr>
              <a:xfrm>
                <a:off x="0" y="1"/>
                <a:ext cx="2260" cy="81957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60" name="Shape 101"/>
              <p:cNvSpPr/>
              <p:nvPr/>
            </p:nvSpPr>
            <p:spPr>
              <a:xfrm>
                <a:off x="1025031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61" name="Shape 102"/>
              <p:cNvSpPr/>
              <p:nvPr/>
            </p:nvSpPr>
            <p:spPr>
              <a:xfrm>
                <a:off x="2050062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62" name="Shape 103"/>
              <p:cNvSpPr/>
              <p:nvPr/>
            </p:nvSpPr>
            <p:spPr>
              <a:xfrm>
                <a:off x="30781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63" name="Shape 104"/>
              <p:cNvSpPr/>
              <p:nvPr/>
            </p:nvSpPr>
            <p:spPr>
              <a:xfrm>
                <a:off x="4097867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64" name="Shape 105"/>
              <p:cNvSpPr/>
              <p:nvPr/>
            </p:nvSpPr>
            <p:spPr>
              <a:xfrm>
                <a:off x="52244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466" name="1"/>
            <p:cNvSpPr txBox="1"/>
            <p:nvPr/>
          </p:nvSpPr>
          <p:spPr>
            <a:xfrm>
              <a:off x="3014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467" name="2"/>
            <p:cNvSpPr txBox="1"/>
            <p:nvPr/>
          </p:nvSpPr>
          <p:spPr>
            <a:xfrm>
              <a:off x="13682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468" name="3"/>
            <p:cNvSpPr txBox="1"/>
            <p:nvPr/>
          </p:nvSpPr>
          <p:spPr>
            <a:xfrm>
              <a:off x="23588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469" name="4"/>
            <p:cNvSpPr txBox="1"/>
            <p:nvPr/>
          </p:nvSpPr>
          <p:spPr>
            <a:xfrm>
              <a:off x="33875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470" name="5"/>
            <p:cNvSpPr txBox="1"/>
            <p:nvPr/>
          </p:nvSpPr>
          <p:spPr>
            <a:xfrm>
              <a:off x="44543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486" name="成组"/>
          <p:cNvGrpSpPr/>
          <p:nvPr/>
        </p:nvGrpSpPr>
        <p:grpSpPr>
          <a:xfrm>
            <a:off x="6940408" y="1692910"/>
            <a:ext cx="5230999" cy="819578"/>
            <a:chOff x="0" y="0"/>
            <a:chExt cx="5230998" cy="819577"/>
          </a:xfrm>
        </p:grpSpPr>
        <p:grpSp>
          <p:nvGrpSpPr>
            <p:cNvPr id="480" name="成组"/>
            <p:cNvGrpSpPr/>
            <p:nvPr/>
          </p:nvGrpSpPr>
          <p:grpSpPr>
            <a:xfrm>
              <a:off x="-1" y="0"/>
              <a:ext cx="5231000" cy="819578"/>
              <a:chOff x="0" y="0"/>
              <a:chExt cx="5230998" cy="819577"/>
            </a:xfrm>
          </p:grpSpPr>
          <p:sp>
            <p:nvSpPr>
              <p:cNvPr id="472" name="Shape 96"/>
              <p:cNvSpPr/>
              <p:nvPr/>
            </p:nvSpPr>
            <p:spPr>
              <a:xfrm>
                <a:off x="0" y="817318"/>
                <a:ext cx="5230999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3" name="Shape 97"/>
              <p:cNvSpPr/>
              <p:nvPr/>
            </p:nvSpPr>
            <p:spPr>
              <a:xfrm>
                <a:off x="0" y="0"/>
                <a:ext cx="5230999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4" name="Shape 99"/>
              <p:cNvSpPr/>
              <p:nvPr/>
            </p:nvSpPr>
            <p:spPr>
              <a:xfrm>
                <a:off x="0" y="1"/>
                <a:ext cx="2260" cy="81957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5" name="Shape 101"/>
              <p:cNvSpPr/>
              <p:nvPr/>
            </p:nvSpPr>
            <p:spPr>
              <a:xfrm>
                <a:off x="1025031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6" name="Shape 102"/>
              <p:cNvSpPr/>
              <p:nvPr/>
            </p:nvSpPr>
            <p:spPr>
              <a:xfrm>
                <a:off x="2050062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7" name="Shape 103"/>
              <p:cNvSpPr/>
              <p:nvPr/>
            </p:nvSpPr>
            <p:spPr>
              <a:xfrm>
                <a:off x="30781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8" name="Shape 104"/>
              <p:cNvSpPr/>
              <p:nvPr/>
            </p:nvSpPr>
            <p:spPr>
              <a:xfrm>
                <a:off x="4097867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9" name="Shape 105"/>
              <p:cNvSpPr/>
              <p:nvPr/>
            </p:nvSpPr>
            <p:spPr>
              <a:xfrm>
                <a:off x="52244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481" name="5"/>
            <p:cNvSpPr txBox="1"/>
            <p:nvPr/>
          </p:nvSpPr>
          <p:spPr>
            <a:xfrm>
              <a:off x="3014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chemeClr val="accent1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</a:t>
              </a:r>
            </a:p>
          </p:txBody>
        </p:sp>
        <p:sp>
          <p:nvSpPr>
            <p:cNvPr id="482" name="4"/>
            <p:cNvSpPr txBox="1"/>
            <p:nvPr/>
          </p:nvSpPr>
          <p:spPr>
            <a:xfrm>
              <a:off x="13682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483" name="3"/>
            <p:cNvSpPr txBox="1"/>
            <p:nvPr/>
          </p:nvSpPr>
          <p:spPr>
            <a:xfrm>
              <a:off x="23588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484" name="2"/>
            <p:cNvSpPr txBox="1"/>
            <p:nvPr/>
          </p:nvSpPr>
          <p:spPr>
            <a:xfrm>
              <a:off x="33875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chemeClr val="accent1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485" name="1"/>
            <p:cNvSpPr txBox="1"/>
            <p:nvPr/>
          </p:nvSpPr>
          <p:spPr>
            <a:xfrm>
              <a:off x="44543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501" name="成组"/>
          <p:cNvGrpSpPr/>
          <p:nvPr/>
        </p:nvGrpSpPr>
        <p:grpSpPr>
          <a:xfrm>
            <a:off x="6940408" y="3646027"/>
            <a:ext cx="5230999" cy="819579"/>
            <a:chOff x="0" y="0"/>
            <a:chExt cx="5230998" cy="819577"/>
          </a:xfrm>
        </p:grpSpPr>
        <p:grpSp>
          <p:nvGrpSpPr>
            <p:cNvPr id="495" name="成组"/>
            <p:cNvGrpSpPr/>
            <p:nvPr/>
          </p:nvGrpSpPr>
          <p:grpSpPr>
            <a:xfrm>
              <a:off x="-1" y="0"/>
              <a:ext cx="5231000" cy="819578"/>
              <a:chOff x="0" y="0"/>
              <a:chExt cx="5230998" cy="819577"/>
            </a:xfrm>
          </p:grpSpPr>
          <p:sp>
            <p:nvSpPr>
              <p:cNvPr id="487" name="Shape 96"/>
              <p:cNvSpPr/>
              <p:nvPr/>
            </p:nvSpPr>
            <p:spPr>
              <a:xfrm>
                <a:off x="0" y="817318"/>
                <a:ext cx="5230999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88" name="Shape 97"/>
              <p:cNvSpPr/>
              <p:nvPr/>
            </p:nvSpPr>
            <p:spPr>
              <a:xfrm>
                <a:off x="0" y="0"/>
                <a:ext cx="5230999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89" name="Shape 99"/>
              <p:cNvSpPr/>
              <p:nvPr/>
            </p:nvSpPr>
            <p:spPr>
              <a:xfrm>
                <a:off x="0" y="1"/>
                <a:ext cx="2260" cy="81957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90" name="Shape 101"/>
              <p:cNvSpPr/>
              <p:nvPr/>
            </p:nvSpPr>
            <p:spPr>
              <a:xfrm>
                <a:off x="1025031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91" name="Shape 102"/>
              <p:cNvSpPr/>
              <p:nvPr/>
            </p:nvSpPr>
            <p:spPr>
              <a:xfrm>
                <a:off x="2050062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92" name="Shape 103"/>
              <p:cNvSpPr/>
              <p:nvPr/>
            </p:nvSpPr>
            <p:spPr>
              <a:xfrm>
                <a:off x="30781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93" name="Shape 104"/>
              <p:cNvSpPr/>
              <p:nvPr/>
            </p:nvSpPr>
            <p:spPr>
              <a:xfrm>
                <a:off x="4097867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94" name="Shape 105"/>
              <p:cNvSpPr/>
              <p:nvPr/>
            </p:nvSpPr>
            <p:spPr>
              <a:xfrm>
                <a:off x="52244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496" name="1"/>
            <p:cNvSpPr txBox="1"/>
            <p:nvPr/>
          </p:nvSpPr>
          <p:spPr>
            <a:xfrm>
              <a:off x="3014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497" name="2"/>
            <p:cNvSpPr txBox="1"/>
            <p:nvPr/>
          </p:nvSpPr>
          <p:spPr>
            <a:xfrm>
              <a:off x="13682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498" name="3"/>
            <p:cNvSpPr txBox="1"/>
            <p:nvPr/>
          </p:nvSpPr>
          <p:spPr>
            <a:xfrm>
              <a:off x="23588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499" name="5"/>
            <p:cNvSpPr txBox="1"/>
            <p:nvPr/>
          </p:nvSpPr>
          <p:spPr>
            <a:xfrm>
              <a:off x="33875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chemeClr val="accent1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</a:t>
              </a:r>
            </a:p>
          </p:txBody>
        </p:sp>
        <p:sp>
          <p:nvSpPr>
            <p:cNvPr id="500" name="4"/>
            <p:cNvSpPr txBox="1"/>
            <p:nvPr/>
          </p:nvSpPr>
          <p:spPr>
            <a:xfrm>
              <a:off x="44543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516" name="成组"/>
          <p:cNvGrpSpPr/>
          <p:nvPr/>
        </p:nvGrpSpPr>
        <p:grpSpPr>
          <a:xfrm>
            <a:off x="6940408" y="4662027"/>
            <a:ext cx="5230999" cy="819579"/>
            <a:chOff x="0" y="0"/>
            <a:chExt cx="5230998" cy="819577"/>
          </a:xfrm>
        </p:grpSpPr>
        <p:grpSp>
          <p:nvGrpSpPr>
            <p:cNvPr id="510" name="成组"/>
            <p:cNvGrpSpPr/>
            <p:nvPr/>
          </p:nvGrpSpPr>
          <p:grpSpPr>
            <a:xfrm>
              <a:off x="-1" y="0"/>
              <a:ext cx="5231000" cy="819578"/>
              <a:chOff x="0" y="0"/>
              <a:chExt cx="5230998" cy="819577"/>
            </a:xfrm>
          </p:grpSpPr>
          <p:sp>
            <p:nvSpPr>
              <p:cNvPr id="502" name="Shape 96"/>
              <p:cNvSpPr/>
              <p:nvPr/>
            </p:nvSpPr>
            <p:spPr>
              <a:xfrm>
                <a:off x="0" y="817318"/>
                <a:ext cx="5230999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03" name="Shape 97"/>
              <p:cNvSpPr/>
              <p:nvPr/>
            </p:nvSpPr>
            <p:spPr>
              <a:xfrm>
                <a:off x="0" y="0"/>
                <a:ext cx="5230999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04" name="Shape 99"/>
              <p:cNvSpPr/>
              <p:nvPr/>
            </p:nvSpPr>
            <p:spPr>
              <a:xfrm>
                <a:off x="0" y="1"/>
                <a:ext cx="2260" cy="81957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05" name="Shape 101"/>
              <p:cNvSpPr/>
              <p:nvPr/>
            </p:nvSpPr>
            <p:spPr>
              <a:xfrm>
                <a:off x="1025031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06" name="Shape 102"/>
              <p:cNvSpPr/>
              <p:nvPr/>
            </p:nvSpPr>
            <p:spPr>
              <a:xfrm>
                <a:off x="2050062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07" name="Shape 103"/>
              <p:cNvSpPr/>
              <p:nvPr/>
            </p:nvSpPr>
            <p:spPr>
              <a:xfrm>
                <a:off x="30781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08" name="Shape 104"/>
              <p:cNvSpPr/>
              <p:nvPr/>
            </p:nvSpPr>
            <p:spPr>
              <a:xfrm>
                <a:off x="4097867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09" name="Shape 105"/>
              <p:cNvSpPr/>
              <p:nvPr/>
            </p:nvSpPr>
            <p:spPr>
              <a:xfrm>
                <a:off x="52244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511" name="1"/>
            <p:cNvSpPr txBox="1"/>
            <p:nvPr/>
          </p:nvSpPr>
          <p:spPr>
            <a:xfrm>
              <a:off x="3014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512" name="2"/>
            <p:cNvSpPr txBox="1"/>
            <p:nvPr/>
          </p:nvSpPr>
          <p:spPr>
            <a:xfrm>
              <a:off x="13682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513" name="3"/>
            <p:cNvSpPr txBox="1"/>
            <p:nvPr/>
          </p:nvSpPr>
          <p:spPr>
            <a:xfrm>
              <a:off x="23588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514" name="4"/>
            <p:cNvSpPr txBox="1"/>
            <p:nvPr/>
          </p:nvSpPr>
          <p:spPr>
            <a:xfrm>
              <a:off x="33875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515" name="5"/>
            <p:cNvSpPr txBox="1"/>
            <p:nvPr/>
          </p:nvSpPr>
          <p:spPr>
            <a:xfrm>
              <a:off x="44543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chemeClr val="accent1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</a:t>
              </a:r>
            </a:p>
          </p:txBody>
        </p:sp>
      </p:grpSp>
      <p:sp>
        <p:nvSpPr>
          <p:cNvPr id="517" name="希尔排序：先增量3，再增量1"/>
          <p:cNvSpPr txBox="1"/>
          <p:nvPr/>
        </p:nvSpPr>
        <p:spPr>
          <a:xfrm>
            <a:off x="7437142" y="6215497"/>
            <a:ext cx="4134500" cy="5207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希尔排序：先增量3，再增量1</a:t>
            </a:r>
          </a:p>
        </p:txBody>
      </p:sp>
      <p:sp>
        <p:nvSpPr>
          <p:cNvPr id="518" name="直接插入排序：1次移动1个位置，慢慢…"/>
          <p:cNvSpPr txBox="1"/>
          <p:nvPr/>
        </p:nvSpPr>
        <p:spPr>
          <a:xfrm>
            <a:off x="885966" y="6919239"/>
            <a:ext cx="5353700" cy="119404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t>直接插入排序：1次移动1个位置，慢慢</a:t>
            </a:r>
          </a:p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t>向最终的位置靠拢</a:t>
            </a:r>
          </a:p>
        </p:txBody>
      </p:sp>
      <p:grpSp>
        <p:nvGrpSpPr>
          <p:cNvPr id="533" name="成组"/>
          <p:cNvGrpSpPr/>
          <p:nvPr/>
        </p:nvGrpSpPr>
        <p:grpSpPr>
          <a:xfrm>
            <a:off x="780908" y="1692910"/>
            <a:ext cx="5230999" cy="819578"/>
            <a:chOff x="0" y="0"/>
            <a:chExt cx="5230998" cy="819577"/>
          </a:xfrm>
        </p:grpSpPr>
        <p:grpSp>
          <p:nvGrpSpPr>
            <p:cNvPr id="527" name="成组"/>
            <p:cNvGrpSpPr/>
            <p:nvPr/>
          </p:nvGrpSpPr>
          <p:grpSpPr>
            <a:xfrm>
              <a:off x="-1" y="0"/>
              <a:ext cx="5231000" cy="819578"/>
              <a:chOff x="0" y="0"/>
              <a:chExt cx="5230998" cy="819577"/>
            </a:xfrm>
          </p:grpSpPr>
          <p:sp>
            <p:nvSpPr>
              <p:cNvPr id="519" name="Shape 96"/>
              <p:cNvSpPr/>
              <p:nvPr/>
            </p:nvSpPr>
            <p:spPr>
              <a:xfrm>
                <a:off x="0" y="817318"/>
                <a:ext cx="5230999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20" name="Shape 97"/>
              <p:cNvSpPr/>
              <p:nvPr/>
            </p:nvSpPr>
            <p:spPr>
              <a:xfrm>
                <a:off x="0" y="0"/>
                <a:ext cx="5230999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21" name="Shape 99"/>
              <p:cNvSpPr/>
              <p:nvPr/>
            </p:nvSpPr>
            <p:spPr>
              <a:xfrm>
                <a:off x="0" y="1"/>
                <a:ext cx="2260" cy="81957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22" name="Shape 101"/>
              <p:cNvSpPr/>
              <p:nvPr/>
            </p:nvSpPr>
            <p:spPr>
              <a:xfrm>
                <a:off x="1025031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23" name="Shape 102"/>
              <p:cNvSpPr/>
              <p:nvPr/>
            </p:nvSpPr>
            <p:spPr>
              <a:xfrm>
                <a:off x="2050062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24" name="Shape 103"/>
              <p:cNvSpPr/>
              <p:nvPr/>
            </p:nvSpPr>
            <p:spPr>
              <a:xfrm>
                <a:off x="30781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25" name="Shape 104"/>
              <p:cNvSpPr/>
              <p:nvPr/>
            </p:nvSpPr>
            <p:spPr>
              <a:xfrm>
                <a:off x="4097867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26" name="Shape 105"/>
              <p:cNvSpPr/>
              <p:nvPr/>
            </p:nvSpPr>
            <p:spPr>
              <a:xfrm>
                <a:off x="5224498" y="1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528" name="5"/>
            <p:cNvSpPr txBox="1"/>
            <p:nvPr/>
          </p:nvSpPr>
          <p:spPr>
            <a:xfrm>
              <a:off x="3014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</a:t>
              </a:r>
            </a:p>
          </p:txBody>
        </p:sp>
        <p:sp>
          <p:nvSpPr>
            <p:cNvPr id="529" name="4"/>
            <p:cNvSpPr txBox="1"/>
            <p:nvPr/>
          </p:nvSpPr>
          <p:spPr>
            <a:xfrm>
              <a:off x="13682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530" name="3"/>
            <p:cNvSpPr txBox="1"/>
            <p:nvPr/>
          </p:nvSpPr>
          <p:spPr>
            <a:xfrm>
              <a:off x="23588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531" name="2"/>
            <p:cNvSpPr txBox="1"/>
            <p:nvPr/>
          </p:nvSpPr>
          <p:spPr>
            <a:xfrm>
              <a:off x="33875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532" name="1"/>
            <p:cNvSpPr txBox="1"/>
            <p:nvPr/>
          </p:nvSpPr>
          <p:spPr>
            <a:xfrm>
              <a:off x="4454342" y="206712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</p:grp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Shape 256"/>
          <p:cNvSpPr txBox="1"/>
          <p:nvPr/>
        </p:nvSpPr>
        <p:spPr>
          <a:xfrm>
            <a:off x="991163" y="1338861"/>
            <a:ext cx="11366503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>
              <a:lnSpc>
                <a:spcPct val="100000"/>
              </a:lnSpc>
              <a:defRPr sz="3000"/>
            </a:lvl1pPr>
          </a:lstStyle>
          <a:p>
            <a:r>
              <a:t>将数据序列分成若干子序列，分别对每个子序列进行插入排序。</a:t>
            </a:r>
          </a:p>
        </p:txBody>
      </p:sp>
      <p:sp>
        <p:nvSpPr>
          <p:cNvPr id="536" name="Shape 257"/>
          <p:cNvSpPr txBox="1"/>
          <p:nvPr/>
        </p:nvSpPr>
        <p:spPr>
          <a:xfrm>
            <a:off x="1820916" y="2218125"/>
            <a:ext cx="8033574" cy="311871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/>
          <a:p>
            <a:pPr>
              <a:defRPr sz="3000"/>
            </a:pPr>
            <a:r>
              <a:t>例如：将 n 个数据分成 d 个子序列：</a:t>
            </a:r>
            <a:endParaRPr>
              <a:solidFill>
                <a:srgbClr val="800000"/>
              </a:solidFill>
              <a:uFill>
                <a:solidFill>
                  <a:srgbClr val="800000"/>
                </a:solidFill>
              </a:uFill>
            </a:endParaRPr>
          </a:p>
          <a:p>
            <a:pPr>
              <a:defRPr sz="3000"/>
            </a:pPr>
            <a:r>
              <a:rPr>
                <a:solidFill>
                  <a:schemeClr val="accent1"/>
                </a:solidFill>
                <a:uFill>
                  <a:solidFill>
                    <a:srgbClr val="800000"/>
                  </a:solidFill>
                </a:uFill>
              </a:rPr>
              <a:t>1:</a:t>
            </a:r>
            <a:r>
              <a:t>  R[0]，   R[0+d]，   R[0+2d]，…，  R[0+kd] </a:t>
            </a:r>
            <a:endParaRPr>
              <a:solidFill>
                <a:srgbClr val="800000"/>
              </a:solidFill>
              <a:uFill>
                <a:solidFill>
                  <a:srgbClr val="800000"/>
                </a:solidFill>
              </a:uFill>
            </a:endParaRPr>
          </a:p>
          <a:p>
            <a:pPr>
              <a:defRPr sz="3000"/>
            </a:pPr>
            <a:r>
              <a:rPr>
                <a:solidFill>
                  <a:schemeClr val="accent1"/>
                </a:solidFill>
              </a:rPr>
              <a:t>2:</a:t>
            </a:r>
            <a:r>
              <a:t>  R[1]，   R[1+d]，   R[1+2d]，…，  R[1+kd] </a:t>
            </a:r>
            <a:endParaRPr>
              <a:solidFill>
                <a:srgbClr val="800000"/>
              </a:solidFill>
              <a:uFill>
                <a:solidFill>
                  <a:srgbClr val="800000"/>
                </a:solidFill>
              </a:uFill>
            </a:endParaRPr>
          </a:p>
          <a:p>
            <a:pPr>
              <a:defRPr sz="3000"/>
            </a:pPr>
            <a:r>
              <a:t>      …</a:t>
            </a:r>
            <a:endParaRPr>
              <a:solidFill>
                <a:srgbClr val="800000"/>
              </a:solidFill>
              <a:uFill>
                <a:solidFill>
                  <a:srgbClr val="800000"/>
                </a:solidFill>
              </a:uFill>
            </a:endParaRPr>
          </a:p>
          <a:p>
            <a:pPr>
              <a:defRPr sz="3000"/>
            </a:pPr>
            <a:r>
              <a:rPr>
                <a:solidFill>
                  <a:schemeClr val="accent1"/>
                </a:solidFill>
              </a:rPr>
              <a:t>d:</a:t>
            </a:r>
            <a:r>
              <a:t>  R[d-1]，R[d-1+d]，R[d-1+2d]，…, R[d-1+kd]</a:t>
            </a:r>
          </a:p>
        </p:txBody>
      </p:sp>
      <p:sp>
        <p:nvSpPr>
          <p:cNvPr id="537" name="Shape 258"/>
          <p:cNvSpPr txBox="1"/>
          <p:nvPr/>
        </p:nvSpPr>
        <p:spPr>
          <a:xfrm>
            <a:off x="775263" y="5982546"/>
            <a:ext cx="11798303" cy="129126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>
              <a:defRPr sz="3000"/>
            </a:pPr>
            <a:r>
              <a:t>其中，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d</a:t>
            </a:r>
            <a:r>
              <a:t> 称为增量，它的值在排序过程中从大到小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逐渐缩小</a:t>
            </a:r>
            <a:r>
              <a:t>，</a:t>
            </a:r>
          </a:p>
          <a:p>
            <a:pPr>
              <a:defRPr sz="3000"/>
            </a:pPr>
            <a:r>
              <a:t>直至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最后一趟</a:t>
            </a:r>
            <a:r>
              <a:t>排序减为 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1</a:t>
            </a:r>
            <a:r>
              <a:t>。</a:t>
            </a:r>
          </a:p>
        </p:txBody>
      </p:sp>
      <p:sp>
        <p:nvSpPr>
          <p:cNvPr id="538" name="Shape 259"/>
          <p:cNvSpPr txBox="1"/>
          <p:nvPr/>
        </p:nvSpPr>
        <p:spPr>
          <a:xfrm>
            <a:off x="2405944" y="139700"/>
            <a:ext cx="75819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希尔排序的基本思想</a:t>
            </a:r>
          </a:p>
        </p:txBody>
      </p:sp>
      <p:sp>
        <p:nvSpPr>
          <p:cNvPr id="539" name="线条"/>
          <p:cNvSpPr/>
          <p:nvPr/>
        </p:nvSpPr>
        <p:spPr>
          <a:xfrm flipV="1">
            <a:off x="7211066" y="3269890"/>
            <a:ext cx="942443" cy="1613624"/>
          </a:xfrm>
          <a:prstGeom prst="line">
            <a:avLst/>
          </a:prstGeom>
          <a:ln w="25400">
            <a:solidFill>
              <a:schemeClr val="accent5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40" name="线条"/>
          <p:cNvSpPr/>
          <p:nvPr/>
        </p:nvSpPr>
        <p:spPr>
          <a:xfrm flipV="1">
            <a:off x="4889926" y="3320590"/>
            <a:ext cx="942443" cy="1613623"/>
          </a:xfrm>
          <a:prstGeom prst="line">
            <a:avLst/>
          </a:prstGeom>
          <a:ln w="25400">
            <a:solidFill>
              <a:schemeClr val="accent5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41" name="线条"/>
          <p:cNvSpPr/>
          <p:nvPr/>
        </p:nvSpPr>
        <p:spPr>
          <a:xfrm flipV="1">
            <a:off x="2947749" y="3295290"/>
            <a:ext cx="942443" cy="1613624"/>
          </a:xfrm>
          <a:prstGeom prst="line">
            <a:avLst/>
          </a:prstGeom>
          <a:ln w="25400">
            <a:solidFill>
              <a:schemeClr val="accent5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indefinite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0" grpId="2" animBg="1" advAuto="0"/>
      <p:bldP spid="539" grpId="3" animBg="1" advAuto="0"/>
      <p:bldP spid="541" grpId="1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Shape 261"/>
          <p:cNvSpPr txBox="1"/>
          <p:nvPr/>
        </p:nvSpPr>
        <p:spPr>
          <a:xfrm>
            <a:off x="2406791" y="1496906"/>
            <a:ext cx="648796" cy="43155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d=5</a:t>
            </a:r>
          </a:p>
        </p:txBody>
      </p:sp>
      <p:grpSp>
        <p:nvGrpSpPr>
          <p:cNvPr id="558" name="Group 276"/>
          <p:cNvGrpSpPr/>
          <p:nvPr/>
        </p:nvGrpSpPr>
        <p:grpSpPr>
          <a:xfrm>
            <a:off x="1657489" y="2580356"/>
            <a:ext cx="10241285" cy="930209"/>
            <a:chOff x="0" y="0"/>
            <a:chExt cx="10241284" cy="930207"/>
          </a:xfrm>
        </p:grpSpPr>
        <p:grpSp>
          <p:nvGrpSpPr>
            <p:cNvPr id="548" name="Group 266"/>
            <p:cNvGrpSpPr/>
            <p:nvPr/>
          </p:nvGrpSpPr>
          <p:grpSpPr>
            <a:xfrm>
              <a:off x="-1" y="-1"/>
              <a:ext cx="10241285" cy="930209"/>
              <a:chOff x="0" y="0"/>
              <a:chExt cx="10241284" cy="930207"/>
            </a:xfrm>
          </p:grpSpPr>
          <p:sp>
            <p:nvSpPr>
              <p:cNvPr id="544" name="Shape 262"/>
              <p:cNvSpPr/>
              <p:nvPr/>
            </p:nvSpPr>
            <p:spPr>
              <a:xfrm>
                <a:off x="0" y="927949"/>
                <a:ext cx="10239026" cy="225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45" name="Shape 263"/>
              <p:cNvSpPr/>
              <p:nvPr/>
            </p:nvSpPr>
            <p:spPr>
              <a:xfrm>
                <a:off x="0" y="0"/>
                <a:ext cx="10239026" cy="225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46" name="Shape 264"/>
              <p:cNvSpPr/>
              <p:nvPr/>
            </p:nvSpPr>
            <p:spPr>
              <a:xfrm>
                <a:off x="10239025" y="-1"/>
                <a:ext cx="2260" cy="92795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47" name="Shape 265"/>
              <p:cNvSpPr/>
              <p:nvPr/>
            </p:nvSpPr>
            <p:spPr>
              <a:xfrm>
                <a:off x="0" y="-1"/>
                <a:ext cx="2259" cy="92795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549" name="Shape 267"/>
            <p:cNvSpPr/>
            <p:nvPr/>
          </p:nvSpPr>
          <p:spPr>
            <a:xfrm>
              <a:off x="1024804" y="0"/>
              <a:ext cx="2261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50" name="Shape 268"/>
            <p:cNvSpPr/>
            <p:nvPr/>
          </p:nvSpPr>
          <p:spPr>
            <a:xfrm>
              <a:off x="2049610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51" name="Shape 269"/>
            <p:cNvSpPr/>
            <p:nvPr/>
          </p:nvSpPr>
          <p:spPr>
            <a:xfrm>
              <a:off x="3072158" y="0"/>
              <a:ext cx="2259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52" name="Shape 270"/>
            <p:cNvSpPr/>
            <p:nvPr/>
          </p:nvSpPr>
          <p:spPr>
            <a:xfrm>
              <a:off x="4096963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53" name="Shape 271"/>
            <p:cNvSpPr/>
            <p:nvPr/>
          </p:nvSpPr>
          <p:spPr>
            <a:xfrm>
              <a:off x="5223346" y="0"/>
              <a:ext cx="2261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54" name="Shape 272"/>
            <p:cNvSpPr/>
            <p:nvPr/>
          </p:nvSpPr>
          <p:spPr>
            <a:xfrm>
              <a:off x="6245895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55" name="Shape 273"/>
            <p:cNvSpPr/>
            <p:nvPr/>
          </p:nvSpPr>
          <p:spPr>
            <a:xfrm>
              <a:off x="7270700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56" name="Shape 274"/>
            <p:cNvSpPr/>
            <p:nvPr/>
          </p:nvSpPr>
          <p:spPr>
            <a:xfrm>
              <a:off x="8191669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57" name="Shape 275"/>
            <p:cNvSpPr/>
            <p:nvPr/>
          </p:nvSpPr>
          <p:spPr>
            <a:xfrm>
              <a:off x="9216474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559" name="Shape 277"/>
          <p:cNvSpPr txBox="1"/>
          <p:nvPr/>
        </p:nvSpPr>
        <p:spPr>
          <a:xfrm>
            <a:off x="1553633" y="2117512"/>
            <a:ext cx="10452101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   0          1         2          3          4          5          6         7        8          9</a:t>
            </a:r>
          </a:p>
        </p:txBody>
      </p:sp>
      <p:sp>
        <p:nvSpPr>
          <p:cNvPr id="560" name="Shape 278"/>
          <p:cNvSpPr txBox="1"/>
          <p:nvPr/>
        </p:nvSpPr>
        <p:spPr>
          <a:xfrm>
            <a:off x="3806895" y="268675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561" name="Shape 279"/>
          <p:cNvSpPr txBox="1"/>
          <p:nvPr/>
        </p:nvSpPr>
        <p:spPr>
          <a:xfrm>
            <a:off x="4927600" y="2686754"/>
            <a:ext cx="7054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562" name="Shape 280"/>
          <p:cNvSpPr txBox="1"/>
          <p:nvPr/>
        </p:nvSpPr>
        <p:spPr>
          <a:xfrm>
            <a:off x="5958558" y="2686754"/>
            <a:ext cx="7054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CC33"/>
                </a:solidFill>
                <a:uFill>
                  <a:solidFill>
                    <a:srgbClr val="33CC33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sp>
        <p:nvSpPr>
          <p:cNvPr id="563" name="Shape 281"/>
          <p:cNvSpPr txBox="1"/>
          <p:nvPr/>
        </p:nvSpPr>
        <p:spPr>
          <a:xfrm>
            <a:off x="6981331" y="268675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81F08"/>
                </a:solidFill>
                <a:uFill>
                  <a:solidFill>
                    <a:srgbClr val="F81F08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564" name="Shape 282"/>
          <p:cNvSpPr txBox="1"/>
          <p:nvPr/>
        </p:nvSpPr>
        <p:spPr>
          <a:xfrm>
            <a:off x="8123766" y="268675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565" name="Shape 283"/>
          <p:cNvSpPr txBox="1"/>
          <p:nvPr/>
        </p:nvSpPr>
        <p:spPr>
          <a:xfrm>
            <a:off x="9038166" y="268675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 u="sng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566" name="Shape 284"/>
          <p:cNvSpPr txBox="1"/>
          <p:nvPr/>
        </p:nvSpPr>
        <p:spPr>
          <a:xfrm>
            <a:off x="9952566" y="268675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55</a:t>
            </a:r>
          </a:p>
        </p:txBody>
      </p:sp>
      <p:sp>
        <p:nvSpPr>
          <p:cNvPr id="567" name="Shape 285"/>
          <p:cNvSpPr txBox="1"/>
          <p:nvPr/>
        </p:nvSpPr>
        <p:spPr>
          <a:xfrm>
            <a:off x="11076940" y="2686754"/>
            <a:ext cx="4388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CC33"/>
                </a:solidFill>
                <a:uFill>
                  <a:solidFill>
                    <a:srgbClr val="33CC33"/>
                  </a:solidFill>
                </a:uFill>
              </a:defRPr>
            </a:lvl1pPr>
          </a:lstStyle>
          <a:p>
            <a:r>
              <a:t>4</a:t>
            </a:r>
          </a:p>
        </p:txBody>
      </p:sp>
      <p:sp>
        <p:nvSpPr>
          <p:cNvPr id="568" name="Shape 286"/>
          <p:cNvSpPr/>
          <p:nvPr/>
        </p:nvSpPr>
        <p:spPr>
          <a:xfrm>
            <a:off x="1759091" y="2686754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81F08"/>
                </a:solidFill>
                <a:uFill>
                  <a:solidFill>
                    <a:srgbClr val="F81F08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569" name="Shape 287"/>
          <p:cNvSpPr/>
          <p:nvPr/>
        </p:nvSpPr>
        <p:spPr>
          <a:xfrm>
            <a:off x="2781300" y="2686754"/>
            <a:ext cx="705499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570" name="Shape 288"/>
          <p:cNvSpPr txBox="1"/>
          <p:nvPr/>
        </p:nvSpPr>
        <p:spPr>
          <a:xfrm>
            <a:off x="767643" y="1496906"/>
            <a:ext cx="1549403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r>
              <a:t>第1趟</a:t>
            </a:r>
          </a:p>
        </p:txBody>
      </p:sp>
      <p:grpSp>
        <p:nvGrpSpPr>
          <p:cNvPr id="585" name="Group 303"/>
          <p:cNvGrpSpPr/>
          <p:nvPr/>
        </p:nvGrpSpPr>
        <p:grpSpPr>
          <a:xfrm>
            <a:off x="1657489" y="4531076"/>
            <a:ext cx="10241285" cy="927951"/>
            <a:chOff x="0" y="0"/>
            <a:chExt cx="10241284" cy="927950"/>
          </a:xfrm>
        </p:grpSpPr>
        <p:grpSp>
          <p:nvGrpSpPr>
            <p:cNvPr id="575" name="Group 293"/>
            <p:cNvGrpSpPr/>
            <p:nvPr/>
          </p:nvGrpSpPr>
          <p:grpSpPr>
            <a:xfrm>
              <a:off x="-1" y="-1"/>
              <a:ext cx="10241285" cy="927952"/>
              <a:chOff x="0" y="0"/>
              <a:chExt cx="10241284" cy="927950"/>
            </a:xfrm>
          </p:grpSpPr>
          <p:sp>
            <p:nvSpPr>
              <p:cNvPr id="571" name="Shape 289"/>
              <p:cNvSpPr/>
              <p:nvPr/>
            </p:nvSpPr>
            <p:spPr>
              <a:xfrm>
                <a:off x="0" y="923434"/>
                <a:ext cx="10239026" cy="225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72" name="Shape 290"/>
              <p:cNvSpPr/>
              <p:nvPr/>
            </p:nvSpPr>
            <p:spPr>
              <a:xfrm>
                <a:off x="0" y="0"/>
                <a:ext cx="10239026" cy="225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73" name="Shape 291"/>
              <p:cNvSpPr/>
              <p:nvPr/>
            </p:nvSpPr>
            <p:spPr>
              <a:xfrm>
                <a:off x="10239025" y="-1"/>
                <a:ext cx="2260" cy="92795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74" name="Shape 292"/>
              <p:cNvSpPr/>
              <p:nvPr/>
            </p:nvSpPr>
            <p:spPr>
              <a:xfrm>
                <a:off x="0" y="-1"/>
                <a:ext cx="2259" cy="92795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576" name="Shape 294"/>
            <p:cNvSpPr/>
            <p:nvPr/>
          </p:nvSpPr>
          <p:spPr>
            <a:xfrm>
              <a:off x="1024804" y="0"/>
              <a:ext cx="2261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77" name="Shape 295"/>
            <p:cNvSpPr/>
            <p:nvPr/>
          </p:nvSpPr>
          <p:spPr>
            <a:xfrm>
              <a:off x="2049610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78" name="Shape 296"/>
            <p:cNvSpPr/>
            <p:nvPr/>
          </p:nvSpPr>
          <p:spPr>
            <a:xfrm>
              <a:off x="3072158" y="0"/>
              <a:ext cx="2259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79" name="Shape 297"/>
            <p:cNvSpPr/>
            <p:nvPr/>
          </p:nvSpPr>
          <p:spPr>
            <a:xfrm>
              <a:off x="4096963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80" name="Shape 298"/>
            <p:cNvSpPr/>
            <p:nvPr/>
          </p:nvSpPr>
          <p:spPr>
            <a:xfrm>
              <a:off x="5223346" y="0"/>
              <a:ext cx="2261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81" name="Shape 299"/>
            <p:cNvSpPr/>
            <p:nvPr/>
          </p:nvSpPr>
          <p:spPr>
            <a:xfrm>
              <a:off x="6245895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82" name="Shape 300"/>
            <p:cNvSpPr/>
            <p:nvPr/>
          </p:nvSpPr>
          <p:spPr>
            <a:xfrm>
              <a:off x="7270700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83" name="Shape 301"/>
            <p:cNvSpPr/>
            <p:nvPr/>
          </p:nvSpPr>
          <p:spPr>
            <a:xfrm>
              <a:off x="8191669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84" name="Shape 302"/>
            <p:cNvSpPr/>
            <p:nvPr/>
          </p:nvSpPr>
          <p:spPr>
            <a:xfrm>
              <a:off x="9216474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586" name="Shape 305"/>
          <p:cNvSpPr txBox="1"/>
          <p:nvPr/>
        </p:nvSpPr>
        <p:spPr>
          <a:xfrm>
            <a:off x="3806895" y="4645659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 u="sng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587" name="Shape 306"/>
          <p:cNvSpPr txBox="1"/>
          <p:nvPr/>
        </p:nvSpPr>
        <p:spPr>
          <a:xfrm>
            <a:off x="4927600" y="4645659"/>
            <a:ext cx="705499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55</a:t>
            </a:r>
          </a:p>
        </p:txBody>
      </p:sp>
      <p:sp>
        <p:nvSpPr>
          <p:cNvPr id="588" name="Shape 307"/>
          <p:cNvSpPr txBox="1"/>
          <p:nvPr/>
        </p:nvSpPr>
        <p:spPr>
          <a:xfrm>
            <a:off x="6060158" y="4645659"/>
            <a:ext cx="438799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CC33"/>
                </a:solidFill>
                <a:uFill>
                  <a:solidFill>
                    <a:srgbClr val="33CC33"/>
                  </a:solidFill>
                </a:uFill>
              </a:defRPr>
            </a:lvl1pPr>
          </a:lstStyle>
          <a:p>
            <a:r>
              <a:t>4</a:t>
            </a:r>
          </a:p>
        </p:txBody>
      </p:sp>
      <p:sp>
        <p:nvSpPr>
          <p:cNvPr id="589" name="Shape 308"/>
          <p:cNvSpPr txBox="1"/>
          <p:nvPr/>
        </p:nvSpPr>
        <p:spPr>
          <a:xfrm>
            <a:off x="6981331" y="4645659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81F08"/>
                </a:solidFill>
                <a:uFill>
                  <a:solidFill>
                    <a:srgbClr val="F81F08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590" name="Shape 309"/>
          <p:cNvSpPr txBox="1"/>
          <p:nvPr/>
        </p:nvSpPr>
        <p:spPr>
          <a:xfrm>
            <a:off x="8123766" y="4645659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591" name="Shape 310"/>
          <p:cNvSpPr txBox="1"/>
          <p:nvPr/>
        </p:nvSpPr>
        <p:spPr>
          <a:xfrm>
            <a:off x="9038166" y="4645659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592" name="Shape 311"/>
          <p:cNvSpPr txBox="1"/>
          <p:nvPr/>
        </p:nvSpPr>
        <p:spPr>
          <a:xfrm>
            <a:off x="9952566" y="4645659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593" name="Shape 312"/>
          <p:cNvSpPr txBox="1"/>
          <p:nvPr/>
        </p:nvSpPr>
        <p:spPr>
          <a:xfrm>
            <a:off x="10975340" y="4645659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CC33"/>
                </a:solidFill>
                <a:uFill>
                  <a:solidFill>
                    <a:srgbClr val="33CC33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sp>
        <p:nvSpPr>
          <p:cNvPr id="594" name="Shape 313"/>
          <p:cNvSpPr/>
          <p:nvPr/>
        </p:nvSpPr>
        <p:spPr>
          <a:xfrm>
            <a:off x="1759091" y="4645659"/>
            <a:ext cx="705500" cy="6885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81F08"/>
                </a:solidFill>
                <a:uFill>
                  <a:solidFill>
                    <a:srgbClr val="F81F08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595" name="Shape 314"/>
          <p:cNvSpPr/>
          <p:nvPr/>
        </p:nvSpPr>
        <p:spPr>
          <a:xfrm>
            <a:off x="2781300" y="4645659"/>
            <a:ext cx="705499" cy="6885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596" name="Shape 315"/>
          <p:cNvSpPr txBox="1"/>
          <p:nvPr/>
        </p:nvSpPr>
        <p:spPr>
          <a:xfrm>
            <a:off x="2405944" y="139700"/>
            <a:ext cx="75819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希尔排序</a:t>
            </a:r>
          </a:p>
        </p:txBody>
      </p:sp>
      <p:sp>
        <p:nvSpPr>
          <p:cNvPr id="597" name="Shape 277"/>
          <p:cNvSpPr txBox="1"/>
          <p:nvPr/>
        </p:nvSpPr>
        <p:spPr>
          <a:xfrm>
            <a:off x="1579033" y="4047912"/>
            <a:ext cx="10452101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   0          1         2          3          4          5          6         7        8          9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Shape 317"/>
          <p:cNvSpPr txBox="1"/>
          <p:nvPr/>
        </p:nvSpPr>
        <p:spPr>
          <a:xfrm>
            <a:off x="2302933" y="1611206"/>
            <a:ext cx="648796" cy="43155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d=3</a:t>
            </a:r>
          </a:p>
        </p:txBody>
      </p:sp>
      <p:sp>
        <p:nvSpPr>
          <p:cNvPr id="600" name="Shape 318"/>
          <p:cNvSpPr txBox="1"/>
          <p:nvPr/>
        </p:nvSpPr>
        <p:spPr>
          <a:xfrm>
            <a:off x="356727" y="1600764"/>
            <a:ext cx="1549403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r>
              <a:t>第2趟</a:t>
            </a:r>
          </a:p>
        </p:txBody>
      </p:sp>
      <p:grpSp>
        <p:nvGrpSpPr>
          <p:cNvPr id="615" name="Group 333"/>
          <p:cNvGrpSpPr/>
          <p:nvPr/>
        </p:nvGrpSpPr>
        <p:grpSpPr>
          <a:xfrm>
            <a:off x="1632089" y="2623536"/>
            <a:ext cx="10241285" cy="930209"/>
            <a:chOff x="0" y="0"/>
            <a:chExt cx="10241284" cy="930207"/>
          </a:xfrm>
        </p:grpSpPr>
        <p:grpSp>
          <p:nvGrpSpPr>
            <p:cNvPr id="605" name="Group 323"/>
            <p:cNvGrpSpPr/>
            <p:nvPr/>
          </p:nvGrpSpPr>
          <p:grpSpPr>
            <a:xfrm>
              <a:off x="-1" y="-1"/>
              <a:ext cx="10241285" cy="930209"/>
              <a:chOff x="0" y="0"/>
              <a:chExt cx="10241284" cy="930207"/>
            </a:xfrm>
          </p:grpSpPr>
          <p:sp>
            <p:nvSpPr>
              <p:cNvPr id="601" name="Shape 319"/>
              <p:cNvSpPr/>
              <p:nvPr/>
            </p:nvSpPr>
            <p:spPr>
              <a:xfrm>
                <a:off x="0" y="927949"/>
                <a:ext cx="10239026" cy="225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02" name="Shape 320"/>
              <p:cNvSpPr/>
              <p:nvPr/>
            </p:nvSpPr>
            <p:spPr>
              <a:xfrm>
                <a:off x="0" y="0"/>
                <a:ext cx="10239026" cy="225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03" name="Shape 321"/>
              <p:cNvSpPr/>
              <p:nvPr/>
            </p:nvSpPr>
            <p:spPr>
              <a:xfrm>
                <a:off x="10239025" y="-1"/>
                <a:ext cx="2260" cy="92795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04" name="Shape 322"/>
              <p:cNvSpPr/>
              <p:nvPr/>
            </p:nvSpPr>
            <p:spPr>
              <a:xfrm>
                <a:off x="0" y="-1"/>
                <a:ext cx="2259" cy="92795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606" name="Shape 324"/>
            <p:cNvSpPr/>
            <p:nvPr/>
          </p:nvSpPr>
          <p:spPr>
            <a:xfrm>
              <a:off x="1024804" y="0"/>
              <a:ext cx="2261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07" name="Shape 325"/>
            <p:cNvSpPr/>
            <p:nvPr/>
          </p:nvSpPr>
          <p:spPr>
            <a:xfrm>
              <a:off x="2049610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08" name="Shape 326"/>
            <p:cNvSpPr/>
            <p:nvPr/>
          </p:nvSpPr>
          <p:spPr>
            <a:xfrm>
              <a:off x="3072158" y="0"/>
              <a:ext cx="2259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09" name="Shape 327"/>
            <p:cNvSpPr/>
            <p:nvPr/>
          </p:nvSpPr>
          <p:spPr>
            <a:xfrm>
              <a:off x="4096963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10" name="Shape 328"/>
            <p:cNvSpPr/>
            <p:nvPr/>
          </p:nvSpPr>
          <p:spPr>
            <a:xfrm>
              <a:off x="5223346" y="0"/>
              <a:ext cx="2261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11" name="Shape 329"/>
            <p:cNvSpPr/>
            <p:nvPr/>
          </p:nvSpPr>
          <p:spPr>
            <a:xfrm>
              <a:off x="6245895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12" name="Shape 330"/>
            <p:cNvSpPr/>
            <p:nvPr/>
          </p:nvSpPr>
          <p:spPr>
            <a:xfrm>
              <a:off x="7270700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13" name="Shape 331"/>
            <p:cNvSpPr/>
            <p:nvPr/>
          </p:nvSpPr>
          <p:spPr>
            <a:xfrm>
              <a:off x="8191669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14" name="Shape 332"/>
            <p:cNvSpPr/>
            <p:nvPr/>
          </p:nvSpPr>
          <p:spPr>
            <a:xfrm>
              <a:off x="9216474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616" name="Shape 335"/>
          <p:cNvSpPr txBox="1"/>
          <p:nvPr/>
        </p:nvSpPr>
        <p:spPr>
          <a:xfrm>
            <a:off x="3781495" y="278073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 u="sng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617" name="Shape 336"/>
          <p:cNvSpPr txBox="1"/>
          <p:nvPr/>
        </p:nvSpPr>
        <p:spPr>
          <a:xfrm>
            <a:off x="4902200" y="2780734"/>
            <a:ext cx="7054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81F08"/>
                </a:solidFill>
                <a:uFill>
                  <a:solidFill>
                    <a:srgbClr val="F81F08"/>
                  </a:solidFill>
                </a:uFill>
              </a:defRPr>
            </a:lvl1pPr>
          </a:lstStyle>
          <a:p>
            <a:r>
              <a:t>55</a:t>
            </a:r>
          </a:p>
        </p:txBody>
      </p:sp>
      <p:sp>
        <p:nvSpPr>
          <p:cNvPr id="618" name="Shape 337"/>
          <p:cNvSpPr txBox="1"/>
          <p:nvPr/>
        </p:nvSpPr>
        <p:spPr>
          <a:xfrm>
            <a:off x="6047458" y="2780734"/>
            <a:ext cx="4387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</a:t>
            </a:r>
          </a:p>
        </p:txBody>
      </p:sp>
      <p:sp>
        <p:nvSpPr>
          <p:cNvPr id="619" name="Shape 338"/>
          <p:cNvSpPr txBox="1"/>
          <p:nvPr/>
        </p:nvSpPr>
        <p:spPr>
          <a:xfrm>
            <a:off x="6955931" y="278073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620" name="Shape 339"/>
          <p:cNvSpPr txBox="1"/>
          <p:nvPr/>
        </p:nvSpPr>
        <p:spPr>
          <a:xfrm>
            <a:off x="8098366" y="278073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81F08"/>
                </a:solidFill>
                <a:uFill>
                  <a:solidFill>
                    <a:srgbClr val="F81F08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621" name="Shape 340"/>
          <p:cNvSpPr txBox="1"/>
          <p:nvPr/>
        </p:nvSpPr>
        <p:spPr>
          <a:xfrm>
            <a:off x="9012766" y="278073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622" name="Shape 341"/>
          <p:cNvSpPr txBox="1"/>
          <p:nvPr/>
        </p:nvSpPr>
        <p:spPr>
          <a:xfrm>
            <a:off x="9927166" y="278073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623" name="Shape 342"/>
          <p:cNvSpPr txBox="1"/>
          <p:nvPr/>
        </p:nvSpPr>
        <p:spPr>
          <a:xfrm>
            <a:off x="10949940" y="278073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81F08"/>
                </a:solidFill>
                <a:uFill>
                  <a:solidFill>
                    <a:srgbClr val="F81F08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sp>
        <p:nvSpPr>
          <p:cNvPr id="624" name="Shape 343"/>
          <p:cNvSpPr/>
          <p:nvPr/>
        </p:nvSpPr>
        <p:spPr>
          <a:xfrm>
            <a:off x="1733691" y="2780734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81F08"/>
                </a:solidFill>
                <a:uFill>
                  <a:solidFill>
                    <a:srgbClr val="F81F08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625" name="Shape 344"/>
          <p:cNvSpPr/>
          <p:nvPr/>
        </p:nvSpPr>
        <p:spPr>
          <a:xfrm>
            <a:off x="2755900" y="2780734"/>
            <a:ext cx="705499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grpSp>
        <p:nvGrpSpPr>
          <p:cNvPr id="640" name="Group 359"/>
          <p:cNvGrpSpPr/>
          <p:nvPr/>
        </p:nvGrpSpPr>
        <p:grpSpPr>
          <a:xfrm>
            <a:off x="1632089" y="4978398"/>
            <a:ext cx="10241285" cy="933878"/>
            <a:chOff x="0" y="0"/>
            <a:chExt cx="10241284" cy="933876"/>
          </a:xfrm>
        </p:grpSpPr>
        <p:grpSp>
          <p:nvGrpSpPr>
            <p:cNvPr id="630" name="Group 349"/>
            <p:cNvGrpSpPr/>
            <p:nvPr/>
          </p:nvGrpSpPr>
          <p:grpSpPr>
            <a:xfrm>
              <a:off x="-1" y="-1"/>
              <a:ext cx="10241285" cy="933878"/>
              <a:chOff x="0" y="0"/>
              <a:chExt cx="10241284" cy="933876"/>
            </a:xfrm>
          </p:grpSpPr>
          <p:sp>
            <p:nvSpPr>
              <p:cNvPr id="626" name="Shape 345"/>
              <p:cNvSpPr/>
              <p:nvPr/>
            </p:nvSpPr>
            <p:spPr>
              <a:xfrm>
                <a:off x="0" y="931618"/>
                <a:ext cx="10239026" cy="225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27" name="Shape 346"/>
              <p:cNvSpPr/>
              <p:nvPr/>
            </p:nvSpPr>
            <p:spPr>
              <a:xfrm>
                <a:off x="0" y="0"/>
                <a:ext cx="10239026" cy="225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28" name="Shape 347"/>
              <p:cNvSpPr/>
              <p:nvPr/>
            </p:nvSpPr>
            <p:spPr>
              <a:xfrm>
                <a:off x="10239025" y="-1"/>
                <a:ext cx="2260" cy="92795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29" name="Shape 348"/>
              <p:cNvSpPr/>
              <p:nvPr/>
            </p:nvSpPr>
            <p:spPr>
              <a:xfrm>
                <a:off x="0" y="-1"/>
                <a:ext cx="2259" cy="92795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631" name="Shape 350"/>
            <p:cNvSpPr/>
            <p:nvPr/>
          </p:nvSpPr>
          <p:spPr>
            <a:xfrm>
              <a:off x="1024804" y="-1"/>
              <a:ext cx="2261" cy="927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32" name="Shape 351"/>
            <p:cNvSpPr/>
            <p:nvPr/>
          </p:nvSpPr>
          <p:spPr>
            <a:xfrm>
              <a:off x="2049610" y="-1"/>
              <a:ext cx="2260" cy="927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33" name="Shape 352"/>
            <p:cNvSpPr/>
            <p:nvPr/>
          </p:nvSpPr>
          <p:spPr>
            <a:xfrm>
              <a:off x="3072158" y="-1"/>
              <a:ext cx="2259" cy="927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34" name="Shape 353"/>
            <p:cNvSpPr/>
            <p:nvPr/>
          </p:nvSpPr>
          <p:spPr>
            <a:xfrm>
              <a:off x="4096963" y="-1"/>
              <a:ext cx="2260" cy="927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35" name="Shape 354"/>
            <p:cNvSpPr/>
            <p:nvPr/>
          </p:nvSpPr>
          <p:spPr>
            <a:xfrm>
              <a:off x="5223346" y="-1"/>
              <a:ext cx="2261" cy="927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36" name="Shape 355"/>
            <p:cNvSpPr/>
            <p:nvPr/>
          </p:nvSpPr>
          <p:spPr>
            <a:xfrm>
              <a:off x="6245895" y="-1"/>
              <a:ext cx="2260" cy="927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37" name="Shape 356"/>
            <p:cNvSpPr/>
            <p:nvPr/>
          </p:nvSpPr>
          <p:spPr>
            <a:xfrm>
              <a:off x="7270700" y="-1"/>
              <a:ext cx="2260" cy="927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38" name="Shape 357"/>
            <p:cNvSpPr/>
            <p:nvPr/>
          </p:nvSpPr>
          <p:spPr>
            <a:xfrm>
              <a:off x="8191669" y="-1"/>
              <a:ext cx="2260" cy="927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39" name="Shape 358"/>
            <p:cNvSpPr/>
            <p:nvPr/>
          </p:nvSpPr>
          <p:spPr>
            <a:xfrm>
              <a:off x="9216474" y="-1"/>
              <a:ext cx="2260" cy="9279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641" name="Shape 361"/>
          <p:cNvSpPr txBox="1"/>
          <p:nvPr/>
        </p:nvSpPr>
        <p:spPr>
          <a:xfrm>
            <a:off x="3781495" y="512261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 u="sng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642" name="Shape 362"/>
          <p:cNvSpPr txBox="1"/>
          <p:nvPr/>
        </p:nvSpPr>
        <p:spPr>
          <a:xfrm>
            <a:off x="4902200" y="5122614"/>
            <a:ext cx="7054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81F08"/>
                </a:solidFill>
                <a:uFill>
                  <a:solidFill>
                    <a:srgbClr val="F81F08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643" name="Shape 363"/>
          <p:cNvSpPr txBox="1"/>
          <p:nvPr/>
        </p:nvSpPr>
        <p:spPr>
          <a:xfrm>
            <a:off x="5933158" y="5122614"/>
            <a:ext cx="7054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644" name="Shape 364"/>
          <p:cNvSpPr txBox="1"/>
          <p:nvPr/>
        </p:nvSpPr>
        <p:spPr>
          <a:xfrm>
            <a:off x="6955931" y="512261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645" name="Shape 365"/>
          <p:cNvSpPr txBox="1"/>
          <p:nvPr/>
        </p:nvSpPr>
        <p:spPr>
          <a:xfrm>
            <a:off x="8098366" y="512261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81F08"/>
                </a:solidFill>
                <a:uFill>
                  <a:solidFill>
                    <a:srgbClr val="F81F08"/>
                  </a:solidFill>
                </a:uFill>
              </a:defRPr>
            </a:lvl1pPr>
          </a:lstStyle>
          <a:p>
            <a:r>
              <a:t>55</a:t>
            </a:r>
          </a:p>
        </p:txBody>
      </p:sp>
      <p:sp>
        <p:nvSpPr>
          <p:cNvPr id="646" name="Shape 366"/>
          <p:cNvSpPr txBox="1"/>
          <p:nvPr/>
        </p:nvSpPr>
        <p:spPr>
          <a:xfrm>
            <a:off x="9012766" y="512261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647" name="Shape 367"/>
          <p:cNvSpPr txBox="1"/>
          <p:nvPr/>
        </p:nvSpPr>
        <p:spPr>
          <a:xfrm>
            <a:off x="9927166" y="512261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648" name="Shape 368"/>
          <p:cNvSpPr txBox="1"/>
          <p:nvPr/>
        </p:nvSpPr>
        <p:spPr>
          <a:xfrm>
            <a:off x="10949940" y="512261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81F08"/>
                </a:solidFill>
                <a:uFill>
                  <a:solidFill>
                    <a:srgbClr val="F81F08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sp>
        <p:nvSpPr>
          <p:cNvPr id="649" name="Shape 369"/>
          <p:cNvSpPr/>
          <p:nvPr/>
        </p:nvSpPr>
        <p:spPr>
          <a:xfrm>
            <a:off x="1733691" y="5122614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81F08"/>
                </a:solidFill>
                <a:uFill>
                  <a:solidFill>
                    <a:srgbClr val="F81F08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650" name="Shape 370"/>
          <p:cNvSpPr/>
          <p:nvPr/>
        </p:nvSpPr>
        <p:spPr>
          <a:xfrm>
            <a:off x="2882900" y="5122614"/>
            <a:ext cx="438799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</a:t>
            </a:r>
          </a:p>
        </p:txBody>
      </p:sp>
      <p:sp>
        <p:nvSpPr>
          <p:cNvPr id="651" name="Shape 371"/>
          <p:cNvSpPr txBox="1"/>
          <p:nvPr/>
        </p:nvSpPr>
        <p:spPr>
          <a:xfrm>
            <a:off x="2405944" y="139700"/>
            <a:ext cx="75819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希尔排序</a:t>
            </a:r>
          </a:p>
        </p:txBody>
      </p:sp>
      <p:sp>
        <p:nvSpPr>
          <p:cNvPr id="652" name="Shape 277"/>
          <p:cNvSpPr txBox="1"/>
          <p:nvPr/>
        </p:nvSpPr>
        <p:spPr>
          <a:xfrm>
            <a:off x="1553633" y="2117512"/>
            <a:ext cx="10452101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   0          1         2          3          4          5          6         7        8          9</a:t>
            </a:r>
          </a:p>
        </p:txBody>
      </p:sp>
      <p:sp>
        <p:nvSpPr>
          <p:cNvPr id="653" name="Shape 277"/>
          <p:cNvSpPr txBox="1"/>
          <p:nvPr/>
        </p:nvSpPr>
        <p:spPr>
          <a:xfrm>
            <a:off x="1502833" y="4505112"/>
            <a:ext cx="10452101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   0          1         2          3          4          5          6         7        8          9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Shape 373"/>
          <p:cNvSpPr txBox="1"/>
          <p:nvPr/>
        </p:nvSpPr>
        <p:spPr>
          <a:xfrm>
            <a:off x="2302933" y="1598506"/>
            <a:ext cx="648796" cy="43155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d=1</a:t>
            </a:r>
          </a:p>
        </p:txBody>
      </p:sp>
      <p:sp>
        <p:nvSpPr>
          <p:cNvPr id="656" name="Shape 374"/>
          <p:cNvSpPr txBox="1"/>
          <p:nvPr/>
        </p:nvSpPr>
        <p:spPr>
          <a:xfrm>
            <a:off x="356727" y="1600764"/>
            <a:ext cx="1549403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r>
              <a:t>第3趟</a:t>
            </a:r>
          </a:p>
        </p:txBody>
      </p:sp>
      <p:grpSp>
        <p:nvGrpSpPr>
          <p:cNvPr id="671" name="Group 389"/>
          <p:cNvGrpSpPr/>
          <p:nvPr/>
        </p:nvGrpSpPr>
        <p:grpSpPr>
          <a:xfrm>
            <a:off x="1606689" y="2784967"/>
            <a:ext cx="10241285" cy="930209"/>
            <a:chOff x="0" y="0"/>
            <a:chExt cx="10241284" cy="930207"/>
          </a:xfrm>
        </p:grpSpPr>
        <p:grpSp>
          <p:nvGrpSpPr>
            <p:cNvPr id="661" name="Group 379"/>
            <p:cNvGrpSpPr/>
            <p:nvPr/>
          </p:nvGrpSpPr>
          <p:grpSpPr>
            <a:xfrm>
              <a:off x="-1" y="-1"/>
              <a:ext cx="10241285" cy="930209"/>
              <a:chOff x="0" y="0"/>
              <a:chExt cx="10241284" cy="930207"/>
            </a:xfrm>
          </p:grpSpPr>
          <p:sp>
            <p:nvSpPr>
              <p:cNvPr id="657" name="Shape 375"/>
              <p:cNvSpPr/>
              <p:nvPr/>
            </p:nvSpPr>
            <p:spPr>
              <a:xfrm>
                <a:off x="0" y="927949"/>
                <a:ext cx="10239026" cy="225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58" name="Shape 376"/>
              <p:cNvSpPr/>
              <p:nvPr/>
            </p:nvSpPr>
            <p:spPr>
              <a:xfrm>
                <a:off x="0" y="0"/>
                <a:ext cx="10239026" cy="225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59" name="Shape 377"/>
              <p:cNvSpPr/>
              <p:nvPr/>
            </p:nvSpPr>
            <p:spPr>
              <a:xfrm>
                <a:off x="10239025" y="-1"/>
                <a:ext cx="2260" cy="92795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60" name="Shape 378"/>
              <p:cNvSpPr/>
              <p:nvPr/>
            </p:nvSpPr>
            <p:spPr>
              <a:xfrm>
                <a:off x="0" y="-1"/>
                <a:ext cx="2259" cy="92795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662" name="Shape 380"/>
            <p:cNvSpPr/>
            <p:nvPr/>
          </p:nvSpPr>
          <p:spPr>
            <a:xfrm>
              <a:off x="1024804" y="0"/>
              <a:ext cx="2261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63" name="Shape 381"/>
            <p:cNvSpPr/>
            <p:nvPr/>
          </p:nvSpPr>
          <p:spPr>
            <a:xfrm>
              <a:off x="2049610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64" name="Shape 382"/>
            <p:cNvSpPr/>
            <p:nvPr/>
          </p:nvSpPr>
          <p:spPr>
            <a:xfrm>
              <a:off x="3072158" y="0"/>
              <a:ext cx="2259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65" name="Shape 383"/>
            <p:cNvSpPr/>
            <p:nvPr/>
          </p:nvSpPr>
          <p:spPr>
            <a:xfrm>
              <a:off x="4096963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66" name="Shape 384"/>
            <p:cNvSpPr/>
            <p:nvPr/>
          </p:nvSpPr>
          <p:spPr>
            <a:xfrm>
              <a:off x="5223346" y="0"/>
              <a:ext cx="2261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67" name="Shape 385"/>
            <p:cNvSpPr/>
            <p:nvPr/>
          </p:nvSpPr>
          <p:spPr>
            <a:xfrm>
              <a:off x="6245895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68" name="Shape 386"/>
            <p:cNvSpPr/>
            <p:nvPr/>
          </p:nvSpPr>
          <p:spPr>
            <a:xfrm>
              <a:off x="7270700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69" name="Shape 387"/>
            <p:cNvSpPr/>
            <p:nvPr/>
          </p:nvSpPr>
          <p:spPr>
            <a:xfrm>
              <a:off x="8191669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70" name="Shape 388"/>
            <p:cNvSpPr/>
            <p:nvPr/>
          </p:nvSpPr>
          <p:spPr>
            <a:xfrm>
              <a:off x="9216474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672" name="Shape 391"/>
          <p:cNvSpPr txBox="1"/>
          <p:nvPr/>
        </p:nvSpPr>
        <p:spPr>
          <a:xfrm>
            <a:off x="3756095" y="289842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 u="sng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673" name="Shape 392"/>
          <p:cNvSpPr txBox="1"/>
          <p:nvPr/>
        </p:nvSpPr>
        <p:spPr>
          <a:xfrm>
            <a:off x="4838700" y="2898421"/>
            <a:ext cx="7054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674" name="Shape 393"/>
          <p:cNvSpPr txBox="1"/>
          <p:nvPr/>
        </p:nvSpPr>
        <p:spPr>
          <a:xfrm>
            <a:off x="5907758" y="2898421"/>
            <a:ext cx="7054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675" name="Shape 394"/>
          <p:cNvSpPr txBox="1"/>
          <p:nvPr/>
        </p:nvSpPr>
        <p:spPr>
          <a:xfrm>
            <a:off x="6981331" y="289842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676" name="Shape 395"/>
          <p:cNvSpPr txBox="1"/>
          <p:nvPr/>
        </p:nvSpPr>
        <p:spPr>
          <a:xfrm>
            <a:off x="8022166" y="289842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55</a:t>
            </a:r>
          </a:p>
        </p:txBody>
      </p:sp>
      <p:sp>
        <p:nvSpPr>
          <p:cNvPr id="677" name="Shape 396"/>
          <p:cNvSpPr txBox="1"/>
          <p:nvPr/>
        </p:nvSpPr>
        <p:spPr>
          <a:xfrm>
            <a:off x="8987366" y="289842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678" name="Shape 397"/>
          <p:cNvSpPr txBox="1"/>
          <p:nvPr/>
        </p:nvSpPr>
        <p:spPr>
          <a:xfrm>
            <a:off x="9901766" y="289842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679" name="Shape 398"/>
          <p:cNvSpPr txBox="1"/>
          <p:nvPr/>
        </p:nvSpPr>
        <p:spPr>
          <a:xfrm>
            <a:off x="10924540" y="289842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sp>
        <p:nvSpPr>
          <p:cNvPr id="680" name="Shape 399"/>
          <p:cNvSpPr txBox="1"/>
          <p:nvPr/>
        </p:nvSpPr>
        <p:spPr>
          <a:xfrm>
            <a:off x="1708291" y="289842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681" name="Shape 400"/>
          <p:cNvSpPr txBox="1"/>
          <p:nvPr/>
        </p:nvSpPr>
        <p:spPr>
          <a:xfrm>
            <a:off x="2870200" y="2898421"/>
            <a:ext cx="4387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4</a:t>
            </a:r>
          </a:p>
        </p:txBody>
      </p:sp>
      <p:grpSp>
        <p:nvGrpSpPr>
          <p:cNvPr id="696" name="Group 415"/>
          <p:cNvGrpSpPr/>
          <p:nvPr/>
        </p:nvGrpSpPr>
        <p:grpSpPr>
          <a:xfrm>
            <a:off x="1606689" y="4570869"/>
            <a:ext cx="10241285" cy="930209"/>
            <a:chOff x="0" y="0"/>
            <a:chExt cx="10241284" cy="930207"/>
          </a:xfrm>
        </p:grpSpPr>
        <p:grpSp>
          <p:nvGrpSpPr>
            <p:cNvPr id="686" name="Group 405"/>
            <p:cNvGrpSpPr/>
            <p:nvPr/>
          </p:nvGrpSpPr>
          <p:grpSpPr>
            <a:xfrm>
              <a:off x="-1" y="-1"/>
              <a:ext cx="10241285" cy="930209"/>
              <a:chOff x="0" y="0"/>
              <a:chExt cx="10241284" cy="930207"/>
            </a:xfrm>
          </p:grpSpPr>
          <p:sp>
            <p:nvSpPr>
              <p:cNvPr id="682" name="Shape 401"/>
              <p:cNvSpPr/>
              <p:nvPr/>
            </p:nvSpPr>
            <p:spPr>
              <a:xfrm>
                <a:off x="0" y="927949"/>
                <a:ext cx="10239026" cy="225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83" name="Shape 402"/>
              <p:cNvSpPr/>
              <p:nvPr/>
            </p:nvSpPr>
            <p:spPr>
              <a:xfrm>
                <a:off x="0" y="0"/>
                <a:ext cx="10239026" cy="225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84" name="Shape 403"/>
              <p:cNvSpPr/>
              <p:nvPr/>
            </p:nvSpPr>
            <p:spPr>
              <a:xfrm>
                <a:off x="10239025" y="-1"/>
                <a:ext cx="2260" cy="92795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85" name="Shape 404"/>
              <p:cNvSpPr/>
              <p:nvPr/>
            </p:nvSpPr>
            <p:spPr>
              <a:xfrm>
                <a:off x="0" y="-1"/>
                <a:ext cx="2259" cy="92795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687" name="Shape 406"/>
            <p:cNvSpPr/>
            <p:nvPr/>
          </p:nvSpPr>
          <p:spPr>
            <a:xfrm>
              <a:off x="1024804" y="0"/>
              <a:ext cx="2261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88" name="Shape 407"/>
            <p:cNvSpPr/>
            <p:nvPr/>
          </p:nvSpPr>
          <p:spPr>
            <a:xfrm>
              <a:off x="2049610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89" name="Shape 408"/>
            <p:cNvSpPr/>
            <p:nvPr/>
          </p:nvSpPr>
          <p:spPr>
            <a:xfrm>
              <a:off x="3072158" y="0"/>
              <a:ext cx="2259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90" name="Shape 409"/>
            <p:cNvSpPr/>
            <p:nvPr/>
          </p:nvSpPr>
          <p:spPr>
            <a:xfrm>
              <a:off x="4096963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91" name="Shape 410"/>
            <p:cNvSpPr/>
            <p:nvPr/>
          </p:nvSpPr>
          <p:spPr>
            <a:xfrm>
              <a:off x="5223346" y="0"/>
              <a:ext cx="2261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92" name="Shape 411"/>
            <p:cNvSpPr/>
            <p:nvPr/>
          </p:nvSpPr>
          <p:spPr>
            <a:xfrm>
              <a:off x="6245895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93" name="Shape 412"/>
            <p:cNvSpPr/>
            <p:nvPr/>
          </p:nvSpPr>
          <p:spPr>
            <a:xfrm>
              <a:off x="7270700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94" name="Shape 413"/>
            <p:cNvSpPr/>
            <p:nvPr/>
          </p:nvSpPr>
          <p:spPr>
            <a:xfrm>
              <a:off x="8191669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95" name="Shape 414"/>
            <p:cNvSpPr/>
            <p:nvPr/>
          </p:nvSpPr>
          <p:spPr>
            <a:xfrm>
              <a:off x="9216474" y="0"/>
              <a:ext cx="2260" cy="927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697" name="Shape 417"/>
          <p:cNvSpPr txBox="1"/>
          <p:nvPr/>
        </p:nvSpPr>
        <p:spPr>
          <a:xfrm>
            <a:off x="3832295" y="467162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698" name="Shape 418"/>
          <p:cNvSpPr txBox="1"/>
          <p:nvPr/>
        </p:nvSpPr>
        <p:spPr>
          <a:xfrm>
            <a:off x="4838700" y="4671624"/>
            <a:ext cx="7054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699" name="Shape 419"/>
          <p:cNvSpPr txBox="1"/>
          <p:nvPr/>
        </p:nvSpPr>
        <p:spPr>
          <a:xfrm>
            <a:off x="5907758" y="4671624"/>
            <a:ext cx="7054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 u="sng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700" name="Shape 420"/>
          <p:cNvSpPr txBox="1"/>
          <p:nvPr/>
        </p:nvSpPr>
        <p:spPr>
          <a:xfrm>
            <a:off x="6994031" y="467162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701" name="Shape 421"/>
          <p:cNvSpPr txBox="1"/>
          <p:nvPr/>
        </p:nvSpPr>
        <p:spPr>
          <a:xfrm>
            <a:off x="7984066" y="467162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55</a:t>
            </a:r>
          </a:p>
        </p:txBody>
      </p:sp>
      <p:sp>
        <p:nvSpPr>
          <p:cNvPr id="702" name="Shape 422"/>
          <p:cNvSpPr txBox="1"/>
          <p:nvPr/>
        </p:nvSpPr>
        <p:spPr>
          <a:xfrm>
            <a:off x="8949266" y="467162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703" name="Shape 423"/>
          <p:cNvSpPr txBox="1"/>
          <p:nvPr/>
        </p:nvSpPr>
        <p:spPr>
          <a:xfrm>
            <a:off x="10924540" y="467162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704" name="Shape 424"/>
          <p:cNvSpPr txBox="1"/>
          <p:nvPr/>
        </p:nvSpPr>
        <p:spPr>
          <a:xfrm>
            <a:off x="9899508" y="467162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sp>
        <p:nvSpPr>
          <p:cNvPr id="705" name="Shape 425"/>
          <p:cNvSpPr txBox="1"/>
          <p:nvPr/>
        </p:nvSpPr>
        <p:spPr>
          <a:xfrm>
            <a:off x="1847991" y="4671624"/>
            <a:ext cx="4388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4</a:t>
            </a:r>
          </a:p>
        </p:txBody>
      </p:sp>
      <p:sp>
        <p:nvSpPr>
          <p:cNvPr id="706" name="Shape 426"/>
          <p:cNvSpPr txBox="1"/>
          <p:nvPr/>
        </p:nvSpPr>
        <p:spPr>
          <a:xfrm>
            <a:off x="2730500" y="4671624"/>
            <a:ext cx="7054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707" name="Shape 427"/>
          <p:cNvSpPr txBox="1"/>
          <p:nvPr/>
        </p:nvSpPr>
        <p:spPr>
          <a:xfrm>
            <a:off x="2405944" y="139700"/>
            <a:ext cx="75819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希尔排序</a:t>
            </a:r>
          </a:p>
        </p:txBody>
      </p:sp>
      <p:sp>
        <p:nvSpPr>
          <p:cNvPr id="708" name="Shape 277"/>
          <p:cNvSpPr txBox="1"/>
          <p:nvPr/>
        </p:nvSpPr>
        <p:spPr>
          <a:xfrm>
            <a:off x="1553633" y="2282612"/>
            <a:ext cx="10452101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   0          1         2          3          4          5          6         7        8          9</a:t>
            </a:r>
          </a:p>
        </p:txBody>
      </p:sp>
      <p:sp>
        <p:nvSpPr>
          <p:cNvPr id="709" name="Shape 277"/>
          <p:cNvSpPr txBox="1"/>
          <p:nvPr/>
        </p:nvSpPr>
        <p:spPr>
          <a:xfrm>
            <a:off x="1553633" y="4047912"/>
            <a:ext cx="10452101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   0          1         2          3          4          5          6         7        8          9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Shape 738"/>
          <p:cNvSpPr txBox="1"/>
          <p:nvPr/>
        </p:nvSpPr>
        <p:spPr>
          <a:xfrm>
            <a:off x="2405944" y="139700"/>
            <a:ext cx="75819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希尔排序</a:t>
            </a:r>
          </a:p>
        </p:txBody>
      </p:sp>
      <p:sp>
        <p:nvSpPr>
          <p:cNvPr id="712" name="public static &lt;T&gt; T[] shellSort(T[] a) {…"/>
          <p:cNvSpPr txBox="1"/>
          <p:nvPr/>
        </p:nvSpPr>
        <p:spPr>
          <a:xfrm>
            <a:off x="838726" y="1413954"/>
            <a:ext cx="11393514" cy="5909693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&lt;T&gt; T[] shellSort(T[]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) {</a:t>
            </a:r>
          </a:p>
          <a:p>
            <a:pPr indent="0">
              <a:lnSpc>
                <a:spcPct val="100000"/>
              </a:lnSpc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d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((</a:t>
            </a:r>
            <a:r>
              <a:rPr>
                <a:solidFill>
                  <a:srgbClr val="7E504F"/>
                </a:solidFill>
              </a:rPr>
              <a:t>d</a:t>
            </a:r>
            <a:r>
              <a:t> &gt;&gt;&gt;= 1) &gt;= 1) </a:t>
            </a:r>
            <a:r>
              <a:rPr>
                <a:solidFill>
                  <a:srgbClr val="4E9072"/>
                </a:solidFill>
              </a:rPr>
              <a:t>// d = d/2</a:t>
            </a:r>
            <a:endParaRPr>
              <a:solidFill>
                <a:srgbClr val="4E9072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shellSort(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d</a:t>
            </a:r>
            <a:r>
              <a:t>);</a:t>
            </a:r>
          </a:p>
          <a:p>
            <a:pPr indent="0">
              <a:lnSpc>
                <a:spcPct val="10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000"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@SuppressWarnings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&lt;T&gt;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shellSort(T[]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d</a:t>
            </a:r>
            <a:r>
              <a:t>) {</a:t>
            </a:r>
          </a:p>
          <a:p>
            <a:pPr indent="0">
              <a:lnSpc>
                <a:spcPct val="100000"/>
              </a:lnSpc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d</a:t>
            </a:r>
            <a:r>
              <a:rPr>
                <a:solidFill>
                  <a:srgbClr val="000000"/>
                </a:solidFill>
              </a:rP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; ++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T </a:t>
            </a:r>
            <a:r>
              <a:rPr>
                <a:solidFill>
                  <a:srgbClr val="7E504F"/>
                </a:solidFill>
              </a:rPr>
              <a:t>e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j</a:t>
            </a:r>
            <a:r>
              <a:t> = </a:t>
            </a:r>
            <a:r>
              <a:rPr>
                <a:solidFill>
                  <a:srgbClr val="7E504F"/>
                </a:solidFill>
              </a:rPr>
              <a:t>i</a:t>
            </a:r>
            <a:r>
              <a:t> - </a:t>
            </a:r>
            <a:r>
              <a:rPr>
                <a:solidFill>
                  <a:srgbClr val="7E504F"/>
                </a:solidFill>
              </a:rPr>
              <a:t>d</a:t>
            </a:r>
            <a:r>
              <a:t>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(; </a:t>
            </a:r>
            <a:r>
              <a:rPr>
                <a:solidFill>
                  <a:srgbClr val="7E504F"/>
                </a:solidFill>
              </a:rPr>
              <a:t>j</a:t>
            </a:r>
            <a:r>
              <a:t> &gt;= 0 &amp;&amp; ((Comparable&lt;T&gt;) </a:t>
            </a:r>
            <a:r>
              <a:rPr>
                <a:solidFill>
                  <a:srgbClr val="7E504F"/>
                </a:solidFill>
              </a:rPr>
              <a:t>e</a:t>
            </a:r>
            <a:r>
              <a:t>).compareTo(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]) &lt; 0; </a:t>
            </a:r>
            <a:r>
              <a:rPr>
                <a:solidFill>
                  <a:srgbClr val="7E504F"/>
                </a:solidFill>
              </a:rPr>
              <a:t>j</a:t>
            </a:r>
            <a:r>
              <a:t> -= </a:t>
            </a:r>
            <a:r>
              <a:rPr>
                <a:solidFill>
                  <a:srgbClr val="7E504F"/>
                </a:solidFill>
              </a:rPr>
              <a:t>d</a:t>
            </a:r>
            <a:r>
              <a:t>)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 + </a:t>
            </a:r>
            <a:r>
              <a:rPr>
                <a:solidFill>
                  <a:srgbClr val="7E504F"/>
                </a:solidFill>
              </a:rPr>
              <a:t>d</a:t>
            </a:r>
            <a:r>
              <a:t>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];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 + </a:t>
            </a:r>
            <a:r>
              <a:rPr>
                <a:solidFill>
                  <a:srgbClr val="7E504F"/>
                </a:solidFill>
              </a:rPr>
              <a:t>d</a:t>
            </a:r>
            <a:r>
              <a:t>] = </a:t>
            </a:r>
            <a:r>
              <a:rPr>
                <a:solidFill>
                  <a:srgbClr val="7E504F"/>
                </a:solidFill>
              </a:rPr>
              <a:t>e</a:t>
            </a:r>
            <a:r>
              <a:t>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Shape 744"/>
          <p:cNvSpPr txBox="1"/>
          <p:nvPr/>
        </p:nvSpPr>
        <p:spPr>
          <a:xfrm>
            <a:off x="347927" y="1490145"/>
            <a:ext cx="10464802" cy="391632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>
              <a:defRPr sz="3000"/>
            </a:pPr>
            <a:r>
              <a:t>1、增量序列影响算法性能。</a:t>
            </a:r>
          </a:p>
          <a:p>
            <a:pPr>
              <a:defRPr sz="3000"/>
            </a:pPr>
            <a:r>
              <a:t>2、增量序列可以有各种取法，但最后的增量必须是1。</a:t>
            </a:r>
          </a:p>
          <a:p>
            <a:pPr>
              <a:defRPr sz="3000"/>
            </a:pPr>
            <a:r>
              <a:t>3、常用的增量序列：</a:t>
            </a:r>
          </a:p>
          <a:p>
            <a:pPr>
              <a:defRPr sz="3000"/>
            </a:pPr>
            <a:r>
              <a:t>   a、Shell: n/2 , n/4,…,1</a:t>
            </a:r>
          </a:p>
          <a:p>
            <a:pPr>
              <a:defRPr sz="3000"/>
            </a:pPr>
            <a:r>
              <a:t>   b、Hibbard: h</a:t>
            </a:r>
            <a:r>
              <a:rPr baseline="-6000"/>
              <a:t>i</a:t>
            </a:r>
            <a:r>
              <a:t> = 2</a:t>
            </a:r>
            <a:r>
              <a:rPr baseline="32000"/>
              <a:t>i</a:t>
            </a:r>
            <a:r>
              <a:t> - 1</a:t>
            </a:r>
          </a:p>
          <a:p>
            <a:pPr>
              <a:defRPr sz="3000"/>
            </a:pPr>
            <a:r>
              <a:t>   c、Knuth:   h</a:t>
            </a:r>
            <a:r>
              <a:rPr baseline="-6000"/>
              <a:t>i</a:t>
            </a:r>
            <a:r>
              <a:t> = (3</a:t>
            </a:r>
            <a:r>
              <a:rPr baseline="32000"/>
              <a:t>i</a:t>
            </a:r>
            <a:r>
              <a:t> - 1)/2</a:t>
            </a:r>
          </a:p>
        </p:txBody>
      </p:sp>
      <p:sp>
        <p:nvSpPr>
          <p:cNvPr id="715" name="Shape 747"/>
          <p:cNvSpPr txBox="1"/>
          <p:nvPr/>
        </p:nvSpPr>
        <p:spPr>
          <a:xfrm>
            <a:off x="2405944" y="139700"/>
            <a:ext cx="75819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希尔排序性能分析</a:t>
            </a:r>
          </a:p>
        </p:txBody>
      </p:sp>
      <p:sp>
        <p:nvSpPr>
          <p:cNvPr id="716" name="Shape 746"/>
          <p:cNvSpPr txBox="1"/>
          <p:nvPr/>
        </p:nvSpPr>
        <p:spPr>
          <a:xfrm>
            <a:off x="274562" y="5900935"/>
            <a:ext cx="12663198" cy="168840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>
              <a:defRPr sz="3000"/>
            </a:pPr>
            <a:r>
              <a:rPr>
                <a:solidFill>
                  <a:schemeClr val="accent1"/>
                </a:solidFill>
              </a:rPr>
              <a:t>非稳定算法</a:t>
            </a:r>
            <a:r>
              <a:t>，最好情况的复杂度是nlogn，最坏情况的复杂度与增量有关。</a:t>
            </a:r>
          </a:p>
          <a:p>
            <a:pPr marL="1062990" lvl="2" indent="-300990">
              <a:buSzPct val="60000"/>
              <a:buBlip>
                <a:blip r:embed="rId1"/>
              </a:buBlip>
              <a:defRPr sz="3000"/>
            </a:pPr>
            <a:r>
              <a:t>Shell: O(n</a:t>
            </a:r>
            <a:r>
              <a:rPr baseline="32000"/>
              <a:t>2</a:t>
            </a:r>
            <a:r>
              <a:t>)</a:t>
            </a:r>
          </a:p>
          <a:p>
            <a:pPr marL="1062990" lvl="2" indent="-300990">
              <a:buSzPct val="60000"/>
              <a:buBlip>
                <a:blip r:embed="rId1"/>
              </a:buBlip>
              <a:defRPr sz="3000"/>
            </a:pPr>
            <a:r>
              <a:t>Hibbard: O(n</a:t>
            </a:r>
            <a:r>
              <a:rPr baseline="32000"/>
              <a:t>3/2</a:t>
            </a:r>
            <a:r>
              <a:t>) 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Shape 749"/>
          <p:cNvSpPr txBox="1"/>
          <p:nvPr/>
        </p:nvSpPr>
        <p:spPr>
          <a:xfrm>
            <a:off x="1587216" y="1393048"/>
            <a:ext cx="10306003" cy="264349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marR="57785" defTabSz="1295400">
              <a:lnSpc>
                <a:spcPct val="14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pPr>
            <a:r>
              <a:t>用希尔排序对数组{98，36，47，23，1，8，10，7}</a:t>
            </a:r>
          </a:p>
          <a:p>
            <a:pPr marR="57785" defTabSz="1295400">
              <a:lnSpc>
                <a:spcPct val="14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pPr>
            <a:r>
              <a:t>进行排序，给出的增量依次是4，2，1，则排序需</a:t>
            </a:r>
            <a:r>
              <a:rPr u="sng"/>
              <a:t>     </a:t>
            </a:r>
            <a:r>
              <a:t>趟，</a:t>
            </a:r>
          </a:p>
          <a:p>
            <a:pPr marR="57785" defTabSz="1295400">
              <a:lnSpc>
                <a:spcPct val="14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pPr>
            <a:r>
              <a:t>写出第一趟结束后，数组中数据的排列次序</a:t>
            </a:r>
          </a:p>
        </p:txBody>
      </p:sp>
      <p:sp>
        <p:nvSpPr>
          <p:cNvPr id="719" name="Shape 750"/>
          <p:cNvSpPr txBox="1"/>
          <p:nvPr/>
        </p:nvSpPr>
        <p:spPr>
          <a:xfrm>
            <a:off x="2405944" y="139700"/>
            <a:ext cx="75819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课堂练习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基于交换的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基于交换的排序</a:t>
            </a:r>
          </a:p>
        </p:txBody>
      </p:sp>
      <p:sp>
        <p:nvSpPr>
          <p:cNvPr id="722" name="初始时，有序序列为空"/>
          <p:cNvSpPr txBox="1"/>
          <p:nvPr/>
        </p:nvSpPr>
        <p:spPr>
          <a:xfrm>
            <a:off x="960430" y="1484477"/>
            <a:ext cx="461710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初始时，有序序列为空</a:t>
            </a:r>
          </a:p>
        </p:txBody>
      </p:sp>
      <p:grpSp>
        <p:nvGrpSpPr>
          <p:cNvPr id="725" name="成组"/>
          <p:cNvGrpSpPr/>
          <p:nvPr/>
        </p:nvGrpSpPr>
        <p:grpSpPr>
          <a:xfrm>
            <a:off x="975719" y="3140710"/>
            <a:ext cx="5138703" cy="1041401"/>
            <a:chOff x="0" y="0"/>
            <a:chExt cx="5138702" cy="1041400"/>
          </a:xfrm>
        </p:grpSpPr>
        <p:sp>
          <p:nvSpPr>
            <p:cNvPr id="723" name="矩形"/>
            <p:cNvSpPr/>
            <p:nvPr/>
          </p:nvSpPr>
          <p:spPr>
            <a:xfrm>
              <a:off x="0" y="0"/>
              <a:ext cx="5138703" cy="1041400"/>
            </a:xfrm>
            <a:prstGeom prst="rect">
              <a:avLst/>
            </a:prstGeom>
            <a:blipFill rotWithShape="1">
              <a:blip r:embed="rId1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724" name="有序序列R[0…i-1]"/>
            <p:cNvSpPr txBox="1"/>
            <p:nvPr/>
          </p:nvSpPr>
          <p:spPr>
            <a:xfrm>
              <a:off x="446927" y="195965"/>
              <a:ext cx="4244848" cy="7500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有序序列R[0…i-1]</a:t>
              </a:r>
            </a:p>
          </p:txBody>
        </p:sp>
      </p:grpSp>
      <p:grpSp>
        <p:nvGrpSpPr>
          <p:cNvPr id="728" name="成组"/>
          <p:cNvGrpSpPr/>
          <p:nvPr/>
        </p:nvGrpSpPr>
        <p:grpSpPr>
          <a:xfrm>
            <a:off x="6123055" y="3142873"/>
            <a:ext cx="5842001" cy="1041401"/>
            <a:chOff x="0" y="0"/>
            <a:chExt cx="5842000" cy="1041400"/>
          </a:xfrm>
        </p:grpSpPr>
        <p:sp>
          <p:nvSpPr>
            <p:cNvPr id="726" name="矩形"/>
            <p:cNvSpPr/>
            <p:nvPr/>
          </p:nvSpPr>
          <p:spPr>
            <a:xfrm>
              <a:off x="0" y="0"/>
              <a:ext cx="5842000" cy="1041400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727" name="无序序列 R[i…n]"/>
            <p:cNvSpPr txBox="1"/>
            <p:nvPr/>
          </p:nvSpPr>
          <p:spPr>
            <a:xfrm>
              <a:off x="401998" y="139090"/>
              <a:ext cx="5038004" cy="814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无序序列 R[i…n]</a:t>
              </a:r>
            </a:p>
          </p:txBody>
        </p:sp>
      </p:grpSp>
      <p:sp>
        <p:nvSpPr>
          <p:cNvPr id="729" name="min(R[i...n])"/>
          <p:cNvSpPr txBox="1"/>
          <p:nvPr/>
        </p:nvSpPr>
        <p:spPr>
          <a:xfrm>
            <a:off x="7365675" y="5842170"/>
            <a:ext cx="3792422" cy="116453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 anchor="ctr"/>
          <a:lstStyle>
            <a:lvl1pPr indent="0" algn="ctr" defTabSz="1300480">
              <a:lnSpc>
                <a:spcPct val="100000"/>
              </a:lnSpc>
              <a:defRPr sz="4400"/>
            </a:lvl1pPr>
          </a:lstStyle>
          <a:p>
            <a:r>
              <a:t>min(R[i...n])</a:t>
            </a:r>
          </a:p>
        </p:txBody>
      </p:sp>
      <p:sp>
        <p:nvSpPr>
          <p:cNvPr id="730" name="线条"/>
          <p:cNvSpPr/>
          <p:nvPr/>
        </p:nvSpPr>
        <p:spPr>
          <a:xfrm>
            <a:off x="6466703" y="6498532"/>
            <a:ext cx="1381237" cy="1"/>
          </a:xfrm>
          <a:prstGeom prst="line">
            <a:avLst/>
          </a:prstGeom>
          <a:ln w="508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31" name="线条"/>
          <p:cNvSpPr/>
          <p:nvPr/>
        </p:nvSpPr>
        <p:spPr>
          <a:xfrm>
            <a:off x="6462888" y="5567643"/>
            <a:ext cx="1" cy="952502"/>
          </a:xfrm>
          <a:prstGeom prst="line">
            <a:avLst/>
          </a:prstGeom>
          <a:ln w="50800">
            <a:solidFill>
              <a:schemeClr val="accent1"/>
            </a:solidFill>
            <a:head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732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6229042" y="2797881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33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6734097" y="2797881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34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7252571" y="2797881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35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8271208" y="2797881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36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7765433" y="2797881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37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8794134" y="2797881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38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9314526" y="2797881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39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9832281" y="2797881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40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0338055" y="2797881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41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0838217" y="2797881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42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333517" y="2797881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745" name="成组"/>
          <p:cNvGrpSpPr/>
          <p:nvPr/>
        </p:nvGrpSpPr>
        <p:grpSpPr>
          <a:xfrm>
            <a:off x="968492" y="4499678"/>
            <a:ext cx="5842001" cy="1041402"/>
            <a:chOff x="0" y="0"/>
            <a:chExt cx="5842000" cy="1041401"/>
          </a:xfrm>
        </p:grpSpPr>
        <p:sp>
          <p:nvSpPr>
            <p:cNvPr id="743" name="矩形"/>
            <p:cNvSpPr/>
            <p:nvPr/>
          </p:nvSpPr>
          <p:spPr>
            <a:xfrm>
              <a:off x="0" y="0"/>
              <a:ext cx="5842000" cy="1041402"/>
            </a:xfrm>
            <a:prstGeom prst="rect">
              <a:avLst/>
            </a:prstGeom>
            <a:blipFill rotWithShape="1">
              <a:blip r:embed="rId1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744" name="有序序列R[0…i]"/>
            <p:cNvSpPr txBox="1"/>
            <p:nvPr/>
          </p:nvSpPr>
          <p:spPr>
            <a:xfrm>
              <a:off x="782419" y="195966"/>
              <a:ext cx="4277162" cy="7790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有序序列R[0…i]</a:t>
              </a:r>
            </a:p>
          </p:txBody>
        </p:sp>
      </p:grpSp>
      <p:grpSp>
        <p:nvGrpSpPr>
          <p:cNvPr id="748" name="成组"/>
          <p:cNvGrpSpPr/>
          <p:nvPr/>
        </p:nvGrpSpPr>
        <p:grpSpPr>
          <a:xfrm>
            <a:off x="6826353" y="4495800"/>
            <a:ext cx="5138703" cy="1041400"/>
            <a:chOff x="0" y="0"/>
            <a:chExt cx="5138702" cy="1041400"/>
          </a:xfrm>
        </p:grpSpPr>
        <p:sp>
          <p:nvSpPr>
            <p:cNvPr id="746" name="矩形"/>
            <p:cNvSpPr/>
            <p:nvPr/>
          </p:nvSpPr>
          <p:spPr>
            <a:xfrm>
              <a:off x="0" y="0"/>
              <a:ext cx="5138703" cy="1041400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747" name="无序序列 R[i+1…n]"/>
            <p:cNvSpPr txBox="1"/>
            <p:nvPr/>
          </p:nvSpPr>
          <p:spPr>
            <a:xfrm>
              <a:off x="353603" y="139090"/>
              <a:ext cx="4595340" cy="814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无序序列 R[i+1…n]</a:t>
              </a:r>
            </a:p>
          </p:txBody>
        </p:sp>
      </p:grp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基于交换的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基于交换的排序</a:t>
            </a:r>
          </a:p>
        </p:txBody>
      </p:sp>
      <p:sp>
        <p:nvSpPr>
          <p:cNvPr id="751" name="初始时，有序序列为空"/>
          <p:cNvSpPr txBox="1"/>
          <p:nvPr/>
        </p:nvSpPr>
        <p:spPr>
          <a:xfrm>
            <a:off x="960430" y="1484477"/>
            <a:ext cx="461710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初始时，有序序列为空</a:t>
            </a:r>
          </a:p>
        </p:txBody>
      </p:sp>
      <p:grpSp>
        <p:nvGrpSpPr>
          <p:cNvPr id="754" name="成组"/>
          <p:cNvGrpSpPr/>
          <p:nvPr/>
        </p:nvGrpSpPr>
        <p:grpSpPr>
          <a:xfrm>
            <a:off x="6912621" y="2891741"/>
            <a:ext cx="5138703" cy="975361"/>
            <a:chOff x="0" y="0"/>
            <a:chExt cx="5138702" cy="975360"/>
          </a:xfrm>
        </p:grpSpPr>
        <p:sp>
          <p:nvSpPr>
            <p:cNvPr id="752" name="矩形"/>
            <p:cNvSpPr/>
            <p:nvPr/>
          </p:nvSpPr>
          <p:spPr>
            <a:xfrm>
              <a:off x="0" y="0"/>
              <a:ext cx="5138703" cy="975361"/>
            </a:xfrm>
            <a:prstGeom prst="rect">
              <a:avLst/>
            </a:prstGeom>
            <a:blipFill rotWithShape="1">
              <a:blip r:embed="rId1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753" name="有序序列R[i...n]"/>
            <p:cNvSpPr txBox="1"/>
            <p:nvPr/>
          </p:nvSpPr>
          <p:spPr>
            <a:xfrm>
              <a:off x="835504" y="86106"/>
              <a:ext cx="3467694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有序序列R[i...n]</a:t>
              </a:r>
            </a:p>
          </p:txBody>
        </p:sp>
      </p:grpSp>
      <p:grpSp>
        <p:nvGrpSpPr>
          <p:cNvPr id="757" name="成组"/>
          <p:cNvGrpSpPr/>
          <p:nvPr/>
        </p:nvGrpSpPr>
        <p:grpSpPr>
          <a:xfrm>
            <a:off x="1076787" y="2891741"/>
            <a:ext cx="5842001" cy="975361"/>
            <a:chOff x="0" y="0"/>
            <a:chExt cx="5842000" cy="975360"/>
          </a:xfrm>
        </p:grpSpPr>
        <p:sp>
          <p:nvSpPr>
            <p:cNvPr id="755" name="矩形"/>
            <p:cNvSpPr/>
            <p:nvPr/>
          </p:nvSpPr>
          <p:spPr>
            <a:xfrm>
              <a:off x="0" y="0"/>
              <a:ext cx="5842000" cy="975361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756" name="无序序列 R[1...i-1]"/>
            <p:cNvSpPr txBox="1"/>
            <p:nvPr/>
          </p:nvSpPr>
          <p:spPr>
            <a:xfrm>
              <a:off x="401998" y="130269"/>
              <a:ext cx="5038004" cy="763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无序序列 R[1...i-1]</a:t>
              </a:r>
            </a:p>
          </p:txBody>
        </p:sp>
      </p:grpSp>
      <p:grpSp>
        <p:nvGrpSpPr>
          <p:cNvPr id="760" name="成组"/>
          <p:cNvGrpSpPr/>
          <p:nvPr/>
        </p:nvGrpSpPr>
        <p:grpSpPr>
          <a:xfrm>
            <a:off x="6338863" y="6261100"/>
            <a:ext cx="5712461" cy="973244"/>
            <a:chOff x="0" y="0"/>
            <a:chExt cx="5712460" cy="973243"/>
          </a:xfrm>
        </p:grpSpPr>
        <p:sp>
          <p:nvSpPr>
            <p:cNvPr id="758" name="矩形"/>
            <p:cNvSpPr/>
            <p:nvPr/>
          </p:nvSpPr>
          <p:spPr>
            <a:xfrm>
              <a:off x="0" y="0"/>
              <a:ext cx="5712461" cy="973244"/>
            </a:xfrm>
            <a:prstGeom prst="rect">
              <a:avLst/>
            </a:prstGeom>
            <a:blipFill rotWithShape="1">
              <a:blip r:embed="rId1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759" name="有序序列R[i-1...n]"/>
            <p:cNvSpPr txBox="1"/>
            <p:nvPr/>
          </p:nvSpPr>
          <p:spPr>
            <a:xfrm>
              <a:off x="666701" y="64827"/>
              <a:ext cx="4887550" cy="7252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有序序列R[i-1...n]</a:t>
              </a:r>
            </a:p>
          </p:txBody>
        </p:sp>
      </p:grpSp>
      <p:grpSp>
        <p:nvGrpSpPr>
          <p:cNvPr id="763" name="成组"/>
          <p:cNvGrpSpPr/>
          <p:nvPr/>
        </p:nvGrpSpPr>
        <p:grpSpPr>
          <a:xfrm>
            <a:off x="1076787" y="6261100"/>
            <a:ext cx="5283201" cy="977900"/>
            <a:chOff x="0" y="0"/>
            <a:chExt cx="5283200" cy="977900"/>
          </a:xfrm>
        </p:grpSpPr>
        <p:sp>
          <p:nvSpPr>
            <p:cNvPr id="761" name="矩形"/>
            <p:cNvSpPr/>
            <p:nvPr/>
          </p:nvSpPr>
          <p:spPr>
            <a:xfrm>
              <a:off x="0" y="0"/>
              <a:ext cx="5283201" cy="977900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762" name="无序序列 R[1...i-2]"/>
            <p:cNvSpPr txBox="1"/>
            <p:nvPr/>
          </p:nvSpPr>
          <p:spPr>
            <a:xfrm>
              <a:off x="125757" y="61969"/>
              <a:ext cx="5032905" cy="7319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无序序列 R[1...i-2]</a:t>
              </a:r>
            </a:p>
          </p:txBody>
        </p:sp>
      </p:grpSp>
      <p:pic>
        <p:nvPicPr>
          <p:cNvPr id="764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774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65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830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66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6303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67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940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68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166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69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7866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70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258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71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013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72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787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73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949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74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249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75" name="max(R[1...i-1])"/>
          <p:cNvSpPr txBox="1"/>
          <p:nvPr/>
        </p:nvSpPr>
        <p:spPr>
          <a:xfrm>
            <a:off x="1822177" y="4294530"/>
            <a:ext cx="3792422" cy="116454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 anchor="ctr"/>
          <a:lstStyle>
            <a:lvl1pPr indent="0" algn="ctr" defTabSz="1300480">
              <a:lnSpc>
                <a:spcPct val="100000"/>
              </a:lnSpc>
              <a:defRPr sz="4400"/>
            </a:lvl1pPr>
          </a:lstStyle>
          <a:p>
            <a:r>
              <a:t>max(R[1...i-1])</a:t>
            </a:r>
          </a:p>
        </p:txBody>
      </p:sp>
      <p:sp>
        <p:nvSpPr>
          <p:cNvPr id="776" name="线条"/>
          <p:cNvSpPr/>
          <p:nvPr/>
        </p:nvSpPr>
        <p:spPr>
          <a:xfrm>
            <a:off x="5410320" y="4889500"/>
            <a:ext cx="1381237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77" name="线条"/>
          <p:cNvSpPr/>
          <p:nvPr/>
        </p:nvSpPr>
        <p:spPr>
          <a:xfrm>
            <a:off x="6783536" y="4880664"/>
            <a:ext cx="1" cy="1385780"/>
          </a:xfrm>
          <a:prstGeom prst="line">
            <a:avLst/>
          </a:prstGeom>
          <a:ln w="508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直接交换排序（冒泡排序）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直接交换排序（冒泡排序）</a:t>
            </a:r>
          </a:p>
        </p:txBody>
      </p:sp>
      <p:sp>
        <p:nvSpPr>
          <p:cNvPr id="780" name="30"/>
          <p:cNvSpPr txBox="1"/>
          <p:nvPr/>
        </p:nvSpPr>
        <p:spPr>
          <a:xfrm>
            <a:off x="10105447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781" name="65"/>
          <p:cNvSpPr txBox="1"/>
          <p:nvPr/>
        </p:nvSpPr>
        <p:spPr>
          <a:xfrm>
            <a:off x="4713110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782" name="0           1         2          3          4          5          6           7"/>
          <p:cNvSpPr txBox="1"/>
          <p:nvPr/>
        </p:nvSpPr>
        <p:spPr>
          <a:xfrm>
            <a:off x="2390986" y="3678484"/>
            <a:ext cx="8602135" cy="521343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    0           1         2          3          4          5          6           7</a:t>
            </a:r>
          </a:p>
        </p:txBody>
      </p:sp>
      <p:grpSp>
        <p:nvGrpSpPr>
          <p:cNvPr id="795" name="成组"/>
          <p:cNvGrpSpPr/>
          <p:nvPr/>
        </p:nvGrpSpPr>
        <p:grpSpPr>
          <a:xfrm>
            <a:off x="2494844" y="4186484"/>
            <a:ext cx="8498277" cy="824090"/>
            <a:chOff x="0" y="0"/>
            <a:chExt cx="8498275" cy="824088"/>
          </a:xfrm>
        </p:grpSpPr>
        <p:grpSp>
          <p:nvGrpSpPr>
            <p:cNvPr id="787" name="成组"/>
            <p:cNvGrpSpPr/>
            <p:nvPr/>
          </p:nvGrpSpPr>
          <p:grpSpPr>
            <a:xfrm>
              <a:off x="0" y="4515"/>
              <a:ext cx="8498276" cy="819574"/>
              <a:chOff x="0" y="0"/>
              <a:chExt cx="8498275" cy="819573"/>
            </a:xfrm>
          </p:grpSpPr>
          <p:sp>
            <p:nvSpPr>
              <p:cNvPr id="783" name="线条"/>
              <p:cNvSpPr/>
              <p:nvPr/>
            </p:nvSpPr>
            <p:spPr>
              <a:xfrm>
                <a:off x="0" y="819573"/>
                <a:ext cx="8498276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784" name="线条"/>
              <p:cNvSpPr/>
              <p:nvPr/>
            </p:nvSpPr>
            <p:spPr>
              <a:xfrm>
                <a:off x="0" y="0"/>
                <a:ext cx="8498276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785" name="线条"/>
              <p:cNvSpPr/>
              <p:nvPr/>
            </p:nvSpPr>
            <p:spPr>
              <a:xfrm>
                <a:off x="8498275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786" name="线条"/>
              <p:cNvSpPr/>
              <p:nvPr/>
            </p:nvSpPr>
            <p:spPr>
              <a:xfrm flipH="1">
                <a:off x="0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sp>
          <p:nvSpPr>
            <p:cNvPr id="788" name="线条"/>
            <p:cNvSpPr/>
            <p:nvPr/>
          </p:nvSpPr>
          <p:spPr>
            <a:xfrm flipH="1">
              <a:off x="102503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789" name="线条"/>
            <p:cNvSpPr/>
            <p:nvPr/>
          </p:nvSpPr>
          <p:spPr>
            <a:xfrm>
              <a:off x="2050062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790" name="线条"/>
            <p:cNvSpPr/>
            <p:nvPr/>
          </p:nvSpPr>
          <p:spPr>
            <a:xfrm>
              <a:off x="3072835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791" name="线条"/>
            <p:cNvSpPr/>
            <p:nvPr/>
          </p:nvSpPr>
          <p:spPr>
            <a:xfrm>
              <a:off x="4097866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792" name="线条"/>
            <p:cNvSpPr/>
            <p:nvPr/>
          </p:nvSpPr>
          <p:spPr>
            <a:xfrm>
              <a:off x="5224497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793" name="线条"/>
            <p:cNvSpPr/>
            <p:nvPr/>
          </p:nvSpPr>
          <p:spPr>
            <a:xfrm>
              <a:off x="6247271" y="4515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794" name="线条"/>
            <p:cNvSpPr/>
            <p:nvPr/>
          </p:nvSpPr>
          <p:spPr>
            <a:xfrm>
              <a:off x="7371644" y="0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796" name="49"/>
          <p:cNvSpPr txBox="1"/>
          <p:nvPr/>
        </p:nvSpPr>
        <p:spPr>
          <a:xfrm>
            <a:off x="2676595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797" name="第1趟冒泡排序过程："/>
          <p:cNvSpPr txBox="1"/>
          <p:nvPr/>
        </p:nvSpPr>
        <p:spPr>
          <a:xfrm>
            <a:off x="379143" y="1568089"/>
            <a:ext cx="6041814" cy="7523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>
              <a:lnSpc>
                <a:spcPct val="100000"/>
              </a:lnSpc>
            </a:lvl1pPr>
          </a:lstStyle>
          <a:p>
            <a:r>
              <a:t>第1趟冒泡排序过程：</a:t>
            </a:r>
          </a:p>
        </p:txBody>
      </p:sp>
      <p:sp>
        <p:nvSpPr>
          <p:cNvPr id="798" name="38"/>
          <p:cNvSpPr txBox="1"/>
          <p:nvPr/>
        </p:nvSpPr>
        <p:spPr>
          <a:xfrm>
            <a:off x="3705295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799" name="97"/>
          <p:cNvSpPr txBox="1"/>
          <p:nvPr/>
        </p:nvSpPr>
        <p:spPr>
          <a:xfrm>
            <a:off x="5754510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800" name="76"/>
          <p:cNvSpPr txBox="1"/>
          <p:nvPr/>
        </p:nvSpPr>
        <p:spPr>
          <a:xfrm>
            <a:off x="6811715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801" name="13"/>
          <p:cNvSpPr txBox="1"/>
          <p:nvPr/>
        </p:nvSpPr>
        <p:spPr>
          <a:xfrm>
            <a:off x="7891215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802" name="27"/>
          <p:cNvSpPr txBox="1"/>
          <p:nvPr/>
        </p:nvSpPr>
        <p:spPr>
          <a:xfrm>
            <a:off x="8945315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grpSp>
        <p:nvGrpSpPr>
          <p:cNvPr id="807" name="成组"/>
          <p:cNvGrpSpPr/>
          <p:nvPr/>
        </p:nvGrpSpPr>
        <p:grpSpPr>
          <a:xfrm>
            <a:off x="9048653" y="2141784"/>
            <a:ext cx="1560125" cy="1639148"/>
            <a:chOff x="0" y="0"/>
            <a:chExt cx="1560123" cy="1639146"/>
          </a:xfrm>
        </p:grpSpPr>
        <p:sp>
          <p:nvSpPr>
            <p:cNvPr id="803" name="线条"/>
            <p:cNvSpPr/>
            <p:nvPr/>
          </p:nvSpPr>
          <p:spPr>
            <a:xfrm flipH="1">
              <a:off x="1409118" y="717973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804" name="j"/>
            <p:cNvSpPr txBox="1"/>
            <p:nvPr/>
          </p:nvSpPr>
          <p:spPr>
            <a:xfrm>
              <a:off x="1267597" y="0"/>
              <a:ext cx="292527" cy="650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  <p:sp>
          <p:nvSpPr>
            <p:cNvPr id="805" name="线条"/>
            <p:cNvSpPr/>
            <p:nvPr/>
          </p:nvSpPr>
          <p:spPr>
            <a:xfrm flipH="1">
              <a:off x="266118" y="717973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806" name="j-1"/>
            <p:cNvSpPr txBox="1"/>
            <p:nvPr/>
          </p:nvSpPr>
          <p:spPr>
            <a:xfrm>
              <a:off x="0" y="0"/>
              <a:ext cx="676148" cy="650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j-1</a:t>
              </a:r>
            </a:p>
          </p:txBody>
        </p:sp>
      </p:grpSp>
      <p:grpSp>
        <p:nvGrpSpPr>
          <p:cNvPr id="814" name="成组"/>
          <p:cNvGrpSpPr/>
          <p:nvPr/>
        </p:nvGrpSpPr>
        <p:grpSpPr>
          <a:xfrm>
            <a:off x="7982627" y="2142913"/>
            <a:ext cx="1471224" cy="1639148"/>
            <a:chOff x="0" y="0"/>
            <a:chExt cx="1471223" cy="1639146"/>
          </a:xfrm>
        </p:grpSpPr>
        <p:grpSp>
          <p:nvGrpSpPr>
            <p:cNvPr id="810" name="成组"/>
            <p:cNvGrpSpPr/>
            <p:nvPr/>
          </p:nvGrpSpPr>
          <p:grpSpPr>
            <a:xfrm>
              <a:off x="1178697" y="0"/>
              <a:ext cx="292527" cy="1639147"/>
              <a:chOff x="0" y="0"/>
              <a:chExt cx="292525" cy="1639146"/>
            </a:xfrm>
          </p:grpSpPr>
          <p:sp>
            <p:nvSpPr>
              <p:cNvPr id="808" name="线条"/>
              <p:cNvSpPr/>
              <p:nvPr/>
            </p:nvSpPr>
            <p:spPr>
              <a:xfrm flipH="1">
                <a:off x="141520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809" name="j"/>
              <p:cNvSpPr txBox="1"/>
              <p:nvPr/>
            </p:nvSpPr>
            <p:spPr>
              <a:xfrm>
                <a:off x="0" y="0"/>
                <a:ext cx="292526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813" name="成组"/>
            <p:cNvGrpSpPr/>
            <p:nvPr/>
          </p:nvGrpSpPr>
          <p:grpSpPr>
            <a:xfrm>
              <a:off x="0" y="0"/>
              <a:ext cx="676148" cy="1639147"/>
              <a:chOff x="0" y="0"/>
              <a:chExt cx="676147" cy="1639146"/>
            </a:xfrm>
          </p:grpSpPr>
          <p:sp>
            <p:nvSpPr>
              <p:cNvPr id="811" name="线条"/>
              <p:cNvSpPr/>
              <p:nvPr/>
            </p:nvSpPr>
            <p:spPr>
              <a:xfrm flipH="1">
                <a:off x="2661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812" name="j-1"/>
              <p:cNvSpPr txBox="1"/>
              <p:nvPr/>
            </p:nvSpPr>
            <p:spPr>
              <a:xfrm>
                <a:off x="0" y="0"/>
                <a:ext cx="676148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j-1</a:t>
                </a:r>
              </a:p>
            </p:txBody>
          </p:sp>
        </p:grpSp>
      </p:grpSp>
      <p:grpSp>
        <p:nvGrpSpPr>
          <p:cNvPr id="821" name="成组"/>
          <p:cNvGrpSpPr/>
          <p:nvPr/>
        </p:nvGrpSpPr>
        <p:grpSpPr>
          <a:xfrm>
            <a:off x="4805214" y="2179460"/>
            <a:ext cx="1471224" cy="1639148"/>
            <a:chOff x="0" y="0"/>
            <a:chExt cx="1471222" cy="1639146"/>
          </a:xfrm>
        </p:grpSpPr>
        <p:grpSp>
          <p:nvGrpSpPr>
            <p:cNvPr id="817" name="成组"/>
            <p:cNvGrpSpPr/>
            <p:nvPr/>
          </p:nvGrpSpPr>
          <p:grpSpPr>
            <a:xfrm>
              <a:off x="1178697" y="0"/>
              <a:ext cx="292526" cy="1639147"/>
              <a:chOff x="0" y="0"/>
              <a:chExt cx="292525" cy="1639146"/>
            </a:xfrm>
          </p:grpSpPr>
          <p:sp>
            <p:nvSpPr>
              <p:cNvPr id="815" name="线条"/>
              <p:cNvSpPr/>
              <p:nvPr/>
            </p:nvSpPr>
            <p:spPr>
              <a:xfrm flipH="1">
                <a:off x="141520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816" name="j"/>
              <p:cNvSpPr txBox="1"/>
              <p:nvPr/>
            </p:nvSpPr>
            <p:spPr>
              <a:xfrm>
                <a:off x="0" y="0"/>
                <a:ext cx="292526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820" name="成组"/>
            <p:cNvGrpSpPr/>
            <p:nvPr/>
          </p:nvGrpSpPr>
          <p:grpSpPr>
            <a:xfrm>
              <a:off x="0" y="0"/>
              <a:ext cx="676148" cy="1639147"/>
              <a:chOff x="0" y="0"/>
              <a:chExt cx="676147" cy="1639146"/>
            </a:xfrm>
          </p:grpSpPr>
          <p:sp>
            <p:nvSpPr>
              <p:cNvPr id="818" name="线条"/>
              <p:cNvSpPr/>
              <p:nvPr/>
            </p:nvSpPr>
            <p:spPr>
              <a:xfrm flipH="1">
                <a:off x="2661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819" name="j-1"/>
              <p:cNvSpPr txBox="1"/>
              <p:nvPr/>
            </p:nvSpPr>
            <p:spPr>
              <a:xfrm>
                <a:off x="0" y="0"/>
                <a:ext cx="676148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j-1</a:t>
                </a:r>
              </a:p>
            </p:txBody>
          </p:sp>
        </p:grpSp>
      </p:grpSp>
      <p:grpSp>
        <p:nvGrpSpPr>
          <p:cNvPr id="828" name="成组"/>
          <p:cNvGrpSpPr/>
          <p:nvPr/>
        </p:nvGrpSpPr>
        <p:grpSpPr>
          <a:xfrm>
            <a:off x="6926933" y="2154382"/>
            <a:ext cx="1471224" cy="1639147"/>
            <a:chOff x="0" y="0"/>
            <a:chExt cx="1471222" cy="1639146"/>
          </a:xfrm>
        </p:grpSpPr>
        <p:grpSp>
          <p:nvGrpSpPr>
            <p:cNvPr id="824" name="成组"/>
            <p:cNvGrpSpPr/>
            <p:nvPr/>
          </p:nvGrpSpPr>
          <p:grpSpPr>
            <a:xfrm>
              <a:off x="1178697" y="0"/>
              <a:ext cx="292526" cy="1639147"/>
              <a:chOff x="0" y="0"/>
              <a:chExt cx="292525" cy="1639146"/>
            </a:xfrm>
          </p:grpSpPr>
          <p:sp>
            <p:nvSpPr>
              <p:cNvPr id="822" name="线条"/>
              <p:cNvSpPr/>
              <p:nvPr/>
            </p:nvSpPr>
            <p:spPr>
              <a:xfrm flipH="1">
                <a:off x="141520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823" name="j"/>
              <p:cNvSpPr txBox="1"/>
              <p:nvPr/>
            </p:nvSpPr>
            <p:spPr>
              <a:xfrm>
                <a:off x="0" y="0"/>
                <a:ext cx="292526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827" name="成组"/>
            <p:cNvGrpSpPr/>
            <p:nvPr/>
          </p:nvGrpSpPr>
          <p:grpSpPr>
            <a:xfrm>
              <a:off x="0" y="0"/>
              <a:ext cx="676148" cy="1639147"/>
              <a:chOff x="0" y="0"/>
              <a:chExt cx="676147" cy="1639146"/>
            </a:xfrm>
          </p:grpSpPr>
          <p:sp>
            <p:nvSpPr>
              <p:cNvPr id="825" name="线条"/>
              <p:cNvSpPr/>
              <p:nvPr/>
            </p:nvSpPr>
            <p:spPr>
              <a:xfrm flipH="1">
                <a:off x="2661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826" name="j-1"/>
              <p:cNvSpPr txBox="1"/>
              <p:nvPr/>
            </p:nvSpPr>
            <p:spPr>
              <a:xfrm>
                <a:off x="0" y="0"/>
                <a:ext cx="676148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j-1</a:t>
                </a:r>
              </a:p>
            </p:txBody>
          </p:sp>
        </p:grpSp>
      </p:grpSp>
      <p:sp>
        <p:nvSpPr>
          <p:cNvPr id="829" name="13"/>
          <p:cNvSpPr txBox="1"/>
          <p:nvPr/>
        </p:nvSpPr>
        <p:spPr>
          <a:xfrm>
            <a:off x="6811715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830" name="76"/>
          <p:cNvSpPr txBox="1"/>
          <p:nvPr/>
        </p:nvSpPr>
        <p:spPr>
          <a:xfrm>
            <a:off x="7878515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831" name="97"/>
          <p:cNvSpPr txBox="1"/>
          <p:nvPr/>
        </p:nvSpPr>
        <p:spPr>
          <a:xfrm>
            <a:off x="6783210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832" name="13"/>
          <p:cNvSpPr txBox="1"/>
          <p:nvPr/>
        </p:nvSpPr>
        <p:spPr>
          <a:xfrm>
            <a:off x="5729110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833" name="13"/>
          <p:cNvSpPr txBox="1"/>
          <p:nvPr/>
        </p:nvSpPr>
        <p:spPr>
          <a:xfrm>
            <a:off x="4725079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834" name="13"/>
          <p:cNvSpPr txBox="1"/>
          <p:nvPr/>
        </p:nvSpPr>
        <p:spPr>
          <a:xfrm>
            <a:off x="3721047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835" name="13"/>
          <p:cNvSpPr txBox="1"/>
          <p:nvPr/>
        </p:nvSpPr>
        <p:spPr>
          <a:xfrm>
            <a:off x="2691615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chemeClr val="accent5"/>
                </a:solidFill>
              </a:defRPr>
            </a:lvl1pPr>
          </a:lstStyle>
          <a:p>
            <a:r>
              <a:t>13</a:t>
            </a:r>
          </a:p>
        </p:txBody>
      </p:sp>
      <p:grpSp>
        <p:nvGrpSpPr>
          <p:cNvPr id="842" name="成组"/>
          <p:cNvGrpSpPr/>
          <p:nvPr/>
        </p:nvGrpSpPr>
        <p:grpSpPr>
          <a:xfrm>
            <a:off x="5858511" y="2159363"/>
            <a:ext cx="1471223" cy="1639147"/>
            <a:chOff x="0" y="0"/>
            <a:chExt cx="1471222" cy="1639146"/>
          </a:xfrm>
        </p:grpSpPr>
        <p:grpSp>
          <p:nvGrpSpPr>
            <p:cNvPr id="838" name="成组"/>
            <p:cNvGrpSpPr/>
            <p:nvPr/>
          </p:nvGrpSpPr>
          <p:grpSpPr>
            <a:xfrm>
              <a:off x="1178697" y="0"/>
              <a:ext cx="292526" cy="1639147"/>
              <a:chOff x="0" y="0"/>
              <a:chExt cx="292525" cy="1639146"/>
            </a:xfrm>
          </p:grpSpPr>
          <p:sp>
            <p:nvSpPr>
              <p:cNvPr id="836" name="线条"/>
              <p:cNvSpPr/>
              <p:nvPr/>
            </p:nvSpPr>
            <p:spPr>
              <a:xfrm flipH="1">
                <a:off x="141520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837" name="j"/>
              <p:cNvSpPr txBox="1"/>
              <p:nvPr/>
            </p:nvSpPr>
            <p:spPr>
              <a:xfrm>
                <a:off x="0" y="0"/>
                <a:ext cx="292526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841" name="成组"/>
            <p:cNvGrpSpPr/>
            <p:nvPr/>
          </p:nvGrpSpPr>
          <p:grpSpPr>
            <a:xfrm>
              <a:off x="0" y="0"/>
              <a:ext cx="676148" cy="1639147"/>
              <a:chOff x="0" y="0"/>
              <a:chExt cx="676147" cy="1639146"/>
            </a:xfrm>
          </p:grpSpPr>
          <p:sp>
            <p:nvSpPr>
              <p:cNvPr id="839" name="线条"/>
              <p:cNvSpPr/>
              <p:nvPr/>
            </p:nvSpPr>
            <p:spPr>
              <a:xfrm flipH="1">
                <a:off x="2661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840" name="j-1"/>
              <p:cNvSpPr txBox="1"/>
              <p:nvPr/>
            </p:nvSpPr>
            <p:spPr>
              <a:xfrm>
                <a:off x="0" y="0"/>
                <a:ext cx="676148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j-1</a:t>
                </a:r>
              </a:p>
            </p:txBody>
          </p:sp>
        </p:grpSp>
      </p:grpSp>
      <p:grpSp>
        <p:nvGrpSpPr>
          <p:cNvPr id="849" name="成组"/>
          <p:cNvGrpSpPr/>
          <p:nvPr/>
        </p:nvGrpSpPr>
        <p:grpSpPr>
          <a:xfrm>
            <a:off x="2684807" y="2191306"/>
            <a:ext cx="1471224" cy="1639147"/>
            <a:chOff x="0" y="0"/>
            <a:chExt cx="1471222" cy="1639146"/>
          </a:xfrm>
        </p:grpSpPr>
        <p:grpSp>
          <p:nvGrpSpPr>
            <p:cNvPr id="845" name="成组"/>
            <p:cNvGrpSpPr/>
            <p:nvPr/>
          </p:nvGrpSpPr>
          <p:grpSpPr>
            <a:xfrm>
              <a:off x="1178697" y="0"/>
              <a:ext cx="292526" cy="1639147"/>
              <a:chOff x="0" y="0"/>
              <a:chExt cx="292525" cy="1639146"/>
            </a:xfrm>
          </p:grpSpPr>
          <p:sp>
            <p:nvSpPr>
              <p:cNvPr id="843" name="线条"/>
              <p:cNvSpPr/>
              <p:nvPr/>
            </p:nvSpPr>
            <p:spPr>
              <a:xfrm flipH="1">
                <a:off x="141520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844" name="j"/>
              <p:cNvSpPr txBox="1"/>
              <p:nvPr/>
            </p:nvSpPr>
            <p:spPr>
              <a:xfrm>
                <a:off x="0" y="0"/>
                <a:ext cx="292526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848" name="成组"/>
            <p:cNvGrpSpPr/>
            <p:nvPr/>
          </p:nvGrpSpPr>
          <p:grpSpPr>
            <a:xfrm>
              <a:off x="0" y="0"/>
              <a:ext cx="676148" cy="1639147"/>
              <a:chOff x="0" y="0"/>
              <a:chExt cx="676147" cy="1639146"/>
            </a:xfrm>
          </p:grpSpPr>
          <p:sp>
            <p:nvSpPr>
              <p:cNvPr id="846" name="线条"/>
              <p:cNvSpPr/>
              <p:nvPr/>
            </p:nvSpPr>
            <p:spPr>
              <a:xfrm flipH="1">
                <a:off x="2661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847" name="j-1"/>
              <p:cNvSpPr txBox="1"/>
              <p:nvPr/>
            </p:nvSpPr>
            <p:spPr>
              <a:xfrm>
                <a:off x="0" y="0"/>
                <a:ext cx="676148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j-1</a:t>
                </a:r>
              </a:p>
            </p:txBody>
          </p:sp>
        </p:grpSp>
      </p:grpSp>
      <p:sp>
        <p:nvSpPr>
          <p:cNvPr id="850" name="65"/>
          <p:cNvSpPr txBox="1"/>
          <p:nvPr/>
        </p:nvSpPr>
        <p:spPr>
          <a:xfrm>
            <a:off x="5729110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851" name="38"/>
          <p:cNvSpPr txBox="1"/>
          <p:nvPr/>
        </p:nvSpPr>
        <p:spPr>
          <a:xfrm>
            <a:off x="4713110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grpSp>
        <p:nvGrpSpPr>
          <p:cNvPr id="858" name="成组"/>
          <p:cNvGrpSpPr/>
          <p:nvPr/>
        </p:nvGrpSpPr>
        <p:grpSpPr>
          <a:xfrm>
            <a:off x="3757140" y="2201885"/>
            <a:ext cx="1471223" cy="1639148"/>
            <a:chOff x="0" y="0"/>
            <a:chExt cx="1471222" cy="1639146"/>
          </a:xfrm>
        </p:grpSpPr>
        <p:grpSp>
          <p:nvGrpSpPr>
            <p:cNvPr id="854" name="成组"/>
            <p:cNvGrpSpPr/>
            <p:nvPr/>
          </p:nvGrpSpPr>
          <p:grpSpPr>
            <a:xfrm>
              <a:off x="1178697" y="0"/>
              <a:ext cx="292526" cy="1639147"/>
              <a:chOff x="0" y="0"/>
              <a:chExt cx="292525" cy="1639146"/>
            </a:xfrm>
          </p:grpSpPr>
          <p:sp>
            <p:nvSpPr>
              <p:cNvPr id="852" name="线条"/>
              <p:cNvSpPr/>
              <p:nvPr/>
            </p:nvSpPr>
            <p:spPr>
              <a:xfrm flipH="1">
                <a:off x="141520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853" name="j"/>
              <p:cNvSpPr txBox="1"/>
              <p:nvPr/>
            </p:nvSpPr>
            <p:spPr>
              <a:xfrm>
                <a:off x="0" y="0"/>
                <a:ext cx="292526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857" name="成组"/>
            <p:cNvGrpSpPr/>
            <p:nvPr/>
          </p:nvGrpSpPr>
          <p:grpSpPr>
            <a:xfrm>
              <a:off x="0" y="0"/>
              <a:ext cx="676148" cy="1639147"/>
              <a:chOff x="0" y="0"/>
              <a:chExt cx="676147" cy="1639146"/>
            </a:xfrm>
          </p:grpSpPr>
          <p:sp>
            <p:nvSpPr>
              <p:cNvPr id="855" name="线条"/>
              <p:cNvSpPr/>
              <p:nvPr/>
            </p:nvSpPr>
            <p:spPr>
              <a:xfrm flipH="1">
                <a:off x="2661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856" name="j-1"/>
              <p:cNvSpPr txBox="1"/>
              <p:nvPr/>
            </p:nvSpPr>
            <p:spPr>
              <a:xfrm>
                <a:off x="0" y="0"/>
                <a:ext cx="676148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j-1</a:t>
                </a:r>
              </a:p>
            </p:txBody>
          </p:sp>
        </p:grpSp>
      </p:grpSp>
      <p:sp>
        <p:nvSpPr>
          <p:cNvPr id="859" name="49"/>
          <p:cNvSpPr txBox="1"/>
          <p:nvPr/>
        </p:nvSpPr>
        <p:spPr>
          <a:xfrm>
            <a:off x="3735350" y="425429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dur="indefinite" fill="hold"/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dur="indefinite" fill="hold"/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dur="indefinite" fill="hold"/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1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1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dur="indefinite" fill="hold"/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1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dur="indefinite" fill="hold"/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1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dur="indefinite" fill="hold"/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1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1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dur="indefinite" fill="hold"/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2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dur="indefinite" fill="hold"/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2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2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dur="indefinite" fill="hold"/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2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2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2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" dur="indefinite" fill="hold"/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2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dur="indefinite" fill="hold"/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2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2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dur="indefinite" fill="hold"/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2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xit" presetSubtype="0" fill="hold" grpId="3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3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3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7" dur="indefinite" fill="hold"/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3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0" dur="indefinite" fill="hold"/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9" grpId="32" animBg="1" advAuto="0"/>
      <p:bldP spid="821" grpId="16" animBg="1" advAuto="0"/>
      <p:bldP spid="842" grpId="10" animBg="1" advAuto="0"/>
      <p:bldP spid="850" grpId="20" animBg="1" advAuto="0"/>
      <p:bldP spid="833" grpId="19" animBg="1" advAuto="0"/>
      <p:bldP spid="821" grpId="21" animBg="1" advAuto="0"/>
      <p:bldP spid="799" grpId="11" animBg="1" advAuto="0"/>
      <p:bldP spid="842" grpId="15" animBg="1" advAuto="0"/>
      <p:bldP spid="796" grpId="29" animBg="1" advAuto="0"/>
      <p:bldP spid="833" grpId="24" animBg="1" advAuto="0"/>
      <p:bldP spid="851" grpId="26" animBg="1" advAuto="0"/>
      <p:bldP spid="849" grpId="28" animBg="1" advAuto="0"/>
      <p:bldP spid="831" grpId="14" animBg="1" advAuto="0"/>
      <p:bldP spid="800" grpId="5" animBg="1" advAuto="0"/>
      <p:bldP spid="828" grpId="4" animBg="1" advAuto="0"/>
      <p:bldP spid="832" grpId="13" animBg="1" advAuto="0"/>
      <p:bldP spid="807" grpId="1" animBg="1" advAuto="0"/>
      <p:bldP spid="835" grpId="31" animBg="1" advAuto="0"/>
      <p:bldP spid="829" grpId="8" animBg="1" advAuto="0"/>
      <p:bldP spid="828" grpId="9" animBg="1" advAuto="0"/>
      <p:bldP spid="832" grpId="18" animBg="1" advAuto="0"/>
      <p:bldP spid="781" grpId="17" animBg="1" advAuto="0"/>
      <p:bldP spid="829" grpId="12" animBg="1" advAuto="0"/>
      <p:bldP spid="830" grpId="7" animBg="1" advAuto="0"/>
      <p:bldP spid="858" grpId="22" animBg="1" advAuto="0"/>
      <p:bldP spid="834" grpId="25" animBg="1" advAuto="0"/>
      <p:bldP spid="858" grpId="27" animBg="1" advAuto="0"/>
      <p:bldP spid="798" grpId="23" animBg="1" advAuto="0"/>
      <p:bldP spid="814" grpId="2" animBg="1" advAuto="0"/>
      <p:bldP spid="814" grpId="3" animBg="1" advAuto="0"/>
      <p:bldP spid="801" grpId="6" animBg="1" advAuto="0"/>
      <p:bldP spid="834" grpId="30" animBg="1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冒泡排序的结束条件: 没有“交换数据”。"/>
          <p:cNvSpPr txBox="1"/>
          <p:nvPr/>
        </p:nvSpPr>
        <p:spPr>
          <a:xfrm>
            <a:off x="573475" y="1388551"/>
            <a:ext cx="11812695" cy="6634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/>
          <a:p>
            <a:pPr indent="0">
              <a:defRPr sz="3000"/>
            </a:pPr>
            <a:r>
              <a:t>冒泡排序的结束条件: 没有“</a:t>
            </a:r>
            <a:r>
              <a:rPr>
                <a:solidFill>
                  <a:schemeClr val="accent1"/>
                </a:solidFill>
              </a:rPr>
              <a:t>交换数据</a:t>
            </a:r>
            <a:r>
              <a:t>”。</a:t>
            </a:r>
          </a:p>
        </p:txBody>
      </p:sp>
      <p:sp>
        <p:nvSpPr>
          <p:cNvPr id="862" name="冒泡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冒泡排序</a:t>
            </a:r>
          </a:p>
        </p:txBody>
      </p:sp>
      <p:sp>
        <p:nvSpPr>
          <p:cNvPr id="863" name="public static &lt;T&gt; T[] bubbleSort1(T[] a) {…"/>
          <p:cNvSpPr txBox="1"/>
          <p:nvPr/>
        </p:nvSpPr>
        <p:spPr>
          <a:xfrm>
            <a:off x="704254" y="2167445"/>
            <a:ext cx="11596292" cy="566851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&lt;T&gt; T[] bubbleSort1(T[]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) {</a:t>
            </a: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rPr>
                <a:solidFill>
                  <a:srgbClr val="000000"/>
                </a:solidFill>
              </a:rPr>
              <a:t> - 1; ++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 每趟最小的数据的位置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flag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是否是没有数据交换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j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rPr>
                <a:solidFill>
                  <a:srgbClr val="000000"/>
                </a:solidFill>
              </a:rPr>
              <a:t> - 1; </a:t>
            </a:r>
            <a:r>
              <a:rPr>
                <a:solidFill>
                  <a:srgbClr val="7E504F"/>
                </a:solidFill>
              </a:rPr>
              <a:t>j</a:t>
            </a:r>
            <a:r>
              <a:rPr>
                <a:solidFill>
                  <a:srgbClr val="000000"/>
                </a:solidFill>
              </a:rPr>
              <a:t> &gt;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; --</a:t>
            </a:r>
            <a:r>
              <a:rPr>
                <a:solidFill>
                  <a:srgbClr val="7E504F"/>
                </a:solidFill>
              </a:rPr>
              <a:t>j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 通过交换找到[0,i]最小的数据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(((Comparable&lt;T&gt;)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]).compareTo(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 - 1]) &lt; 0) {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	T </a:t>
            </a:r>
            <a:r>
              <a:rPr>
                <a:solidFill>
                  <a:srgbClr val="7E504F"/>
                </a:solidFill>
              </a:rPr>
              <a:t>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];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 - 1];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 - 1] = </a:t>
            </a:r>
            <a:r>
              <a:rPr>
                <a:solidFill>
                  <a:srgbClr val="7E504F"/>
                </a:solidFill>
              </a:rPr>
              <a:t>t</a:t>
            </a:r>
            <a:r>
              <a:t>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7E504F"/>
                </a:solidFill>
              </a:rPr>
              <a:t>flag</a:t>
            </a:r>
            <a:r>
              <a:t> = </a:t>
            </a:r>
            <a:r>
              <a:rPr>
                <a:solidFill>
                  <a:srgbClr val="931A68"/>
                </a:solidFill>
              </a:rPr>
              <a:t>false</a:t>
            </a:r>
            <a:r>
              <a:t>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}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lnSpc>
                <a:spcPct val="100000"/>
              </a:lnSpc>
              <a:defRPr sz="20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t>flag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break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冒泡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冒泡排序</a:t>
            </a:r>
          </a:p>
        </p:txBody>
      </p:sp>
      <p:sp>
        <p:nvSpPr>
          <p:cNvPr id="866" name="public static &lt;T&gt; T[] bubbleSort(T[] a) {…"/>
          <p:cNvSpPr txBox="1"/>
          <p:nvPr/>
        </p:nvSpPr>
        <p:spPr>
          <a:xfrm>
            <a:off x="1065089" y="2185009"/>
            <a:ext cx="10829467" cy="698656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&lt;T&gt; T[] bubbleSort(T[]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 = 0;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 !=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 - 1)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t</a:t>
            </a:r>
            <a:r>
              <a:t> = 0;</a:t>
            </a: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j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 - 1; </a:t>
            </a:r>
            <a:r>
              <a:rPr>
                <a:solidFill>
                  <a:srgbClr val="7E504F"/>
                </a:solidFill>
              </a:rPr>
              <a:t>j</a:t>
            </a:r>
            <a:r>
              <a:rPr>
                <a:solidFill>
                  <a:srgbClr val="000000"/>
                </a:solidFill>
              </a:rPr>
              <a:t> &gt; </a:t>
            </a:r>
            <a:r>
              <a:rPr>
                <a:solidFill>
                  <a:srgbClr val="7E504F"/>
                </a:solidFill>
              </a:rPr>
              <a:t>left</a:t>
            </a:r>
            <a:r>
              <a:rPr>
                <a:solidFill>
                  <a:srgbClr val="000000"/>
                </a:solidFill>
              </a:rPr>
              <a:t>; --</a:t>
            </a:r>
            <a:r>
              <a:rPr>
                <a:solidFill>
                  <a:srgbClr val="7E504F"/>
                </a:solidFill>
              </a:rPr>
              <a:t>j</a:t>
            </a:r>
            <a:r>
              <a:rPr>
                <a:solidFill>
                  <a:srgbClr val="000000"/>
                </a:solidFill>
              </a:rPr>
              <a:t>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(((Comparable&lt;T&gt;)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]).compareTo(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 - 1]) &lt; 0)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		T </a:t>
            </a:r>
            <a:r>
              <a:rPr>
                <a:solidFill>
                  <a:srgbClr val="7E504F"/>
                </a:solidFill>
              </a:rPr>
              <a:t>e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];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 - 1];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 - 1] = </a:t>
            </a:r>
            <a:r>
              <a:rPr>
                <a:solidFill>
                  <a:srgbClr val="7E504F"/>
                </a:solidFill>
              </a:rPr>
              <a:t>e</a:t>
            </a:r>
            <a:r>
              <a:t>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7E504F"/>
                </a:solidFill>
              </a:rPr>
              <a:t>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j</a:t>
            </a:r>
            <a:r>
              <a:t>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	}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lnSpc>
                <a:spcPct val="100000"/>
              </a:lnSpc>
              <a:defRPr sz="22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t</a:t>
            </a:r>
            <a:r>
              <a:rPr>
                <a:solidFill>
                  <a:srgbClr val="000000"/>
                </a:solidFill>
              </a:rPr>
              <a:t> == 0)</a:t>
            </a:r>
            <a:r>
              <a:t>// 没有变化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break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left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t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有序序列的右界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867" name="效率更高的："/>
          <p:cNvSpPr txBox="1"/>
          <p:nvPr/>
        </p:nvSpPr>
        <p:spPr>
          <a:xfrm>
            <a:off x="187000" y="1411557"/>
            <a:ext cx="283910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效率更高的：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Shape 81"/>
          <p:cNvSpPr txBox="1"/>
          <p:nvPr/>
        </p:nvSpPr>
        <p:spPr>
          <a:xfrm>
            <a:off x="1172916" y="762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快速排序</a:t>
            </a:r>
          </a:p>
        </p:txBody>
      </p:sp>
      <p:sp>
        <p:nvSpPr>
          <p:cNvPr id="870" name="Shape 82"/>
          <p:cNvSpPr txBox="1"/>
          <p:nvPr/>
        </p:nvSpPr>
        <p:spPr>
          <a:xfrm>
            <a:off x="513183" y="1674705"/>
            <a:ext cx="11978434" cy="126278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>
              <a:defRPr sz="2900"/>
            </a:pPr>
            <a:r>
              <a:t>快速排序是C.A.R.Hoare于1962年提出的一种划分交换排序。它采用了</a:t>
            </a:r>
          </a:p>
          <a:p>
            <a:pPr>
              <a:defRPr sz="2900"/>
            </a:pPr>
            <a:r>
              <a:t>一种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分治</a:t>
            </a:r>
            <a:r>
              <a:t>的策略，通常称其为分治法(Divide-and-Conquer Method)。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Shape 84"/>
          <p:cNvSpPr txBox="1"/>
          <p:nvPr/>
        </p:nvSpPr>
        <p:spPr>
          <a:xfrm>
            <a:off x="868115" y="1363838"/>
            <a:ext cx="11595103" cy="129126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>
              <a:defRPr sz="3000"/>
            </a:pPr>
            <a:r>
              <a:t>对无序的数据序列进行“划分”，之后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分别</a:t>
            </a:r>
            <a:r>
              <a:t>对所得的两个子序列</a:t>
            </a:r>
          </a:p>
          <a:p>
            <a:pPr>
              <a:defRPr sz="3000"/>
            </a:pPr>
            <a:r>
              <a:t>“递归”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进行快速排序</a:t>
            </a:r>
            <a:r>
              <a:t>。</a:t>
            </a:r>
          </a:p>
        </p:txBody>
      </p:sp>
      <p:sp>
        <p:nvSpPr>
          <p:cNvPr id="873" name="Shape 120"/>
          <p:cNvSpPr txBox="1"/>
          <p:nvPr/>
        </p:nvSpPr>
        <p:spPr>
          <a:xfrm>
            <a:off x="1172916" y="762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基本思想</a:t>
            </a:r>
          </a:p>
        </p:txBody>
      </p:sp>
      <p:sp>
        <p:nvSpPr>
          <p:cNvPr id="874" name="Shape 85"/>
          <p:cNvSpPr txBox="1"/>
          <p:nvPr/>
        </p:nvSpPr>
        <p:spPr>
          <a:xfrm>
            <a:off x="3676227" y="3867572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14</a:t>
            </a:r>
          </a:p>
        </p:txBody>
      </p:sp>
      <p:sp>
        <p:nvSpPr>
          <p:cNvPr id="875" name="Shape 86"/>
          <p:cNvSpPr txBox="1"/>
          <p:nvPr/>
        </p:nvSpPr>
        <p:spPr>
          <a:xfrm>
            <a:off x="4802858" y="3867572"/>
            <a:ext cx="7054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36</a:t>
            </a:r>
          </a:p>
        </p:txBody>
      </p:sp>
      <p:sp>
        <p:nvSpPr>
          <p:cNvPr id="876" name="Shape 87"/>
          <p:cNvSpPr txBox="1"/>
          <p:nvPr/>
        </p:nvSpPr>
        <p:spPr>
          <a:xfrm>
            <a:off x="5834662" y="3856283"/>
            <a:ext cx="825502" cy="68854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52</a:t>
            </a:r>
          </a:p>
        </p:txBody>
      </p:sp>
      <p:sp>
        <p:nvSpPr>
          <p:cNvPr id="877" name="Shape 88"/>
          <p:cNvSpPr txBox="1"/>
          <p:nvPr/>
        </p:nvSpPr>
        <p:spPr>
          <a:xfrm>
            <a:off x="7028461" y="3883095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58</a:t>
            </a:r>
          </a:p>
        </p:txBody>
      </p:sp>
      <p:sp>
        <p:nvSpPr>
          <p:cNvPr id="878" name="Shape 89"/>
          <p:cNvSpPr txBox="1"/>
          <p:nvPr/>
        </p:nvSpPr>
        <p:spPr>
          <a:xfrm>
            <a:off x="8103728" y="3876604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61</a:t>
            </a:r>
          </a:p>
        </p:txBody>
      </p:sp>
      <p:sp>
        <p:nvSpPr>
          <p:cNvPr id="879" name="Shape 90"/>
          <p:cNvSpPr txBox="1"/>
          <p:nvPr/>
        </p:nvSpPr>
        <p:spPr>
          <a:xfrm>
            <a:off x="2755052" y="3878862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880" name="Shape 91"/>
          <p:cNvSpPr txBox="1"/>
          <p:nvPr/>
        </p:nvSpPr>
        <p:spPr>
          <a:xfrm>
            <a:off x="1635194" y="3876604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23</a:t>
            </a:r>
          </a:p>
        </p:txBody>
      </p:sp>
      <p:sp>
        <p:nvSpPr>
          <p:cNvPr id="881" name="Shape 92"/>
          <p:cNvSpPr txBox="1"/>
          <p:nvPr/>
        </p:nvSpPr>
        <p:spPr>
          <a:xfrm>
            <a:off x="9183792" y="3874346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882" name="Shape 93"/>
          <p:cNvSpPr txBox="1"/>
          <p:nvPr/>
        </p:nvSpPr>
        <p:spPr>
          <a:xfrm>
            <a:off x="10335824" y="3874346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80</a:t>
            </a:r>
          </a:p>
        </p:txBody>
      </p:sp>
      <p:sp>
        <p:nvSpPr>
          <p:cNvPr id="883" name="Shape 94"/>
          <p:cNvSpPr txBox="1"/>
          <p:nvPr/>
        </p:nvSpPr>
        <p:spPr>
          <a:xfrm>
            <a:off x="11451449" y="3902850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75</a:t>
            </a:r>
          </a:p>
        </p:txBody>
      </p:sp>
      <p:sp>
        <p:nvSpPr>
          <p:cNvPr id="884" name="Shape 95"/>
          <p:cNvSpPr txBox="1"/>
          <p:nvPr/>
        </p:nvSpPr>
        <p:spPr>
          <a:xfrm>
            <a:off x="1882422" y="3296072"/>
            <a:ext cx="10336222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0          1         2          3          4           5          6          7           8          9          </a:t>
            </a:r>
          </a:p>
        </p:txBody>
      </p:sp>
      <p:sp>
        <p:nvSpPr>
          <p:cNvPr id="885" name="Shape 96"/>
          <p:cNvSpPr/>
          <p:nvPr/>
        </p:nvSpPr>
        <p:spPr>
          <a:xfrm>
            <a:off x="1562100" y="4660056"/>
            <a:ext cx="10833100" cy="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86" name="Shape 97"/>
          <p:cNvSpPr/>
          <p:nvPr/>
        </p:nvSpPr>
        <p:spPr>
          <a:xfrm>
            <a:off x="1562100" y="3840477"/>
            <a:ext cx="10826894" cy="226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87" name="Shape 98"/>
          <p:cNvSpPr/>
          <p:nvPr/>
        </p:nvSpPr>
        <p:spPr>
          <a:xfrm>
            <a:off x="12388993" y="3840479"/>
            <a:ext cx="2260" cy="81957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88" name="Shape 101"/>
          <p:cNvSpPr/>
          <p:nvPr/>
        </p:nvSpPr>
        <p:spPr>
          <a:xfrm>
            <a:off x="1564639" y="3840479"/>
            <a:ext cx="2260" cy="8195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89" name="Shape 102"/>
          <p:cNvSpPr/>
          <p:nvPr/>
        </p:nvSpPr>
        <p:spPr>
          <a:xfrm>
            <a:off x="2615070" y="3840479"/>
            <a:ext cx="2260" cy="8195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90" name="Shape 103"/>
          <p:cNvSpPr/>
          <p:nvPr/>
        </p:nvSpPr>
        <p:spPr>
          <a:xfrm>
            <a:off x="3643206" y="3840479"/>
            <a:ext cx="2260" cy="8195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91" name="Shape 104"/>
          <p:cNvSpPr/>
          <p:nvPr/>
        </p:nvSpPr>
        <p:spPr>
          <a:xfrm>
            <a:off x="4662875" y="3840479"/>
            <a:ext cx="2260" cy="8195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92" name="Shape 105"/>
          <p:cNvSpPr/>
          <p:nvPr/>
        </p:nvSpPr>
        <p:spPr>
          <a:xfrm>
            <a:off x="5789506" y="3840479"/>
            <a:ext cx="2260" cy="8195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93" name="Shape 106"/>
          <p:cNvSpPr/>
          <p:nvPr/>
        </p:nvSpPr>
        <p:spPr>
          <a:xfrm>
            <a:off x="6812280" y="3840479"/>
            <a:ext cx="2260" cy="8195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94" name="Shape 107"/>
          <p:cNvSpPr/>
          <p:nvPr/>
        </p:nvSpPr>
        <p:spPr>
          <a:xfrm>
            <a:off x="7935806" y="3835964"/>
            <a:ext cx="2260" cy="8195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95" name="Shape 108"/>
          <p:cNvSpPr/>
          <p:nvPr/>
        </p:nvSpPr>
        <p:spPr>
          <a:xfrm>
            <a:off x="9000067" y="3840479"/>
            <a:ext cx="2260" cy="8195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96" name="Shape 109"/>
          <p:cNvSpPr/>
          <p:nvPr/>
        </p:nvSpPr>
        <p:spPr>
          <a:xfrm>
            <a:off x="10117667" y="3840479"/>
            <a:ext cx="2260" cy="8195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97" name="Shape 110"/>
          <p:cNvSpPr/>
          <p:nvPr/>
        </p:nvSpPr>
        <p:spPr>
          <a:xfrm>
            <a:off x="11298485" y="3840479"/>
            <a:ext cx="2260" cy="81957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98" name="Shape 112"/>
          <p:cNvSpPr/>
          <p:nvPr/>
        </p:nvSpPr>
        <p:spPr>
          <a:xfrm>
            <a:off x="5888849" y="3872088"/>
            <a:ext cx="825502" cy="688541"/>
          </a:xfrm>
          <a:prstGeom prst="rect">
            <a:avLst/>
          </a:prstGeom>
          <a:solidFill>
            <a:srgbClr val="333399"/>
          </a:solidFill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r>
              <a:t>52</a:t>
            </a:r>
          </a:p>
        </p:txBody>
      </p:sp>
      <p:grpSp>
        <p:nvGrpSpPr>
          <p:cNvPr id="901" name="Group 115"/>
          <p:cNvGrpSpPr/>
          <p:nvPr/>
        </p:nvGrpSpPr>
        <p:grpSpPr>
          <a:xfrm>
            <a:off x="5484707" y="2549594"/>
            <a:ext cx="1472073" cy="762003"/>
            <a:chOff x="0" y="0"/>
            <a:chExt cx="1472072" cy="762002"/>
          </a:xfrm>
        </p:grpSpPr>
        <p:sp>
          <p:nvSpPr>
            <p:cNvPr id="899" name="Shape 113"/>
            <p:cNvSpPr/>
            <p:nvPr/>
          </p:nvSpPr>
          <p:spPr>
            <a:xfrm>
              <a:off x="-1" y="-1"/>
              <a:ext cx="1472074" cy="762004"/>
            </a:xfrm>
            <a:prstGeom prst="ellipse">
              <a:avLst/>
            </a:prstGeom>
            <a:solidFill>
              <a:srgbClr val="FFCC99"/>
            </a:solidFill>
            <a:ln w="1905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00" name="Shape 114"/>
            <p:cNvSpPr txBox="1"/>
            <p:nvPr/>
          </p:nvSpPr>
          <p:spPr>
            <a:xfrm>
              <a:off x="353862" y="133350"/>
              <a:ext cx="755317" cy="495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38100" tIns="38100" rIns="38100" bIns="38100" numCol="1" anchor="ctr">
              <a:spAutoFit/>
            </a:bodyPr>
            <a:lstStyle>
              <a:lvl1pPr marR="56515" indent="56515" algn="ctr" defTabSz="1295400">
                <a:lnSpc>
                  <a:spcPct val="100000"/>
                </a:lnSpc>
                <a:defRPr sz="24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枢轴</a:t>
              </a:r>
            </a:p>
          </p:txBody>
        </p:sp>
      </p:grpSp>
      <p:sp>
        <p:nvSpPr>
          <p:cNvPr id="902" name="Shape 116"/>
          <p:cNvSpPr/>
          <p:nvPr/>
        </p:nvSpPr>
        <p:spPr>
          <a:xfrm rot="16200000">
            <a:off x="3381587" y="3175563"/>
            <a:ext cx="304801" cy="34814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5635" y="0"/>
                  <a:pt x="10800" y="806"/>
                  <a:pt x="10800" y="1800"/>
                </a:cubicBezTo>
                <a:lnTo>
                  <a:pt x="10800" y="9011"/>
                </a:lnTo>
                <a:cubicBezTo>
                  <a:pt x="10800" y="10005"/>
                  <a:pt x="5965" y="10811"/>
                  <a:pt x="0" y="10811"/>
                </a:cubicBezTo>
                <a:cubicBezTo>
                  <a:pt x="5965" y="10811"/>
                  <a:pt x="10800" y="11617"/>
                  <a:pt x="10800" y="12611"/>
                </a:cubicBezTo>
                <a:lnTo>
                  <a:pt x="10800" y="19800"/>
                </a:lnTo>
                <a:cubicBezTo>
                  <a:pt x="10800" y="20794"/>
                  <a:pt x="15635" y="21600"/>
                  <a:pt x="21600" y="2160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903" name="Shape 117"/>
          <p:cNvSpPr/>
          <p:nvPr/>
        </p:nvSpPr>
        <p:spPr>
          <a:xfrm rot="16200000">
            <a:off x="9320672" y="2664176"/>
            <a:ext cx="408659" cy="46081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5635" y="0"/>
                  <a:pt x="10800" y="806"/>
                  <a:pt x="10800" y="1800"/>
                </a:cubicBezTo>
                <a:lnTo>
                  <a:pt x="10800" y="9011"/>
                </a:lnTo>
                <a:cubicBezTo>
                  <a:pt x="10800" y="10005"/>
                  <a:pt x="5965" y="10811"/>
                  <a:pt x="0" y="10811"/>
                </a:cubicBezTo>
                <a:cubicBezTo>
                  <a:pt x="5965" y="10811"/>
                  <a:pt x="10800" y="11617"/>
                  <a:pt x="10800" y="12611"/>
                </a:cubicBezTo>
                <a:lnTo>
                  <a:pt x="10800" y="19800"/>
                </a:lnTo>
                <a:cubicBezTo>
                  <a:pt x="10800" y="20794"/>
                  <a:pt x="15635" y="21600"/>
                  <a:pt x="21600" y="2160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904" name="Shape 118"/>
          <p:cNvSpPr txBox="1"/>
          <p:nvPr/>
        </p:nvSpPr>
        <p:spPr>
          <a:xfrm>
            <a:off x="1662289" y="5253849"/>
            <a:ext cx="4356102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>
              <a:lnSpc>
                <a:spcPct val="100000"/>
              </a:lnSpc>
              <a:defRPr sz="3000"/>
            </a:lvl1pPr>
          </a:lstStyle>
          <a:p>
            <a:r>
              <a:t>           快速排序</a:t>
            </a:r>
          </a:p>
        </p:txBody>
      </p:sp>
      <p:sp>
        <p:nvSpPr>
          <p:cNvPr id="905" name="Shape 119"/>
          <p:cNvSpPr txBox="1"/>
          <p:nvPr/>
        </p:nvSpPr>
        <p:spPr>
          <a:xfrm>
            <a:off x="7602501" y="5253849"/>
            <a:ext cx="4445003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>
              <a:lnSpc>
                <a:spcPct val="100000"/>
              </a:lnSpc>
              <a:defRPr sz="3000"/>
            </a:lvl1pPr>
          </a:lstStyle>
          <a:p>
            <a:r>
              <a:t>           快速排序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3" grpId="5" animBg="1" advAuto="0"/>
      <p:bldP spid="904" grpId="4" animBg="1" advAuto="0"/>
      <p:bldP spid="901" grpId="2" animBg="1" advAuto="0"/>
      <p:bldP spid="905" grpId="6" animBg="1" advAuto="0"/>
      <p:bldP spid="902" grpId="3" animBg="1" advAuto="0"/>
      <p:bldP spid="898" grpId="1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划分</a:t>
            </a:r>
          </a:p>
        </p:txBody>
      </p:sp>
      <p:sp>
        <p:nvSpPr>
          <p:cNvPr id="908" name="p"/>
          <p:cNvSpPr txBox="1"/>
          <p:nvPr/>
        </p:nvSpPr>
        <p:spPr>
          <a:xfrm>
            <a:off x="2637669" y="2942232"/>
            <a:ext cx="657149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p</a:t>
            </a:r>
          </a:p>
        </p:txBody>
      </p:sp>
      <p:sp>
        <p:nvSpPr>
          <p:cNvPr id="909" name="≤ p"/>
          <p:cNvSpPr txBox="1"/>
          <p:nvPr/>
        </p:nvSpPr>
        <p:spPr>
          <a:xfrm>
            <a:off x="3293675" y="2942232"/>
            <a:ext cx="1943040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≤ p</a:t>
            </a:r>
          </a:p>
        </p:txBody>
      </p:sp>
      <p:sp>
        <p:nvSpPr>
          <p:cNvPr id="910" name="&gt; p"/>
          <p:cNvSpPr txBox="1"/>
          <p:nvPr/>
        </p:nvSpPr>
        <p:spPr>
          <a:xfrm>
            <a:off x="8743383" y="2942232"/>
            <a:ext cx="1943040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&gt; p</a:t>
            </a:r>
          </a:p>
        </p:txBody>
      </p:sp>
      <p:sp>
        <p:nvSpPr>
          <p:cNvPr id="911" name="?"/>
          <p:cNvSpPr txBox="1"/>
          <p:nvPr/>
        </p:nvSpPr>
        <p:spPr>
          <a:xfrm>
            <a:off x="5547461" y="2942232"/>
            <a:ext cx="2886169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?</a:t>
            </a:r>
          </a:p>
        </p:txBody>
      </p:sp>
      <p:sp>
        <p:nvSpPr>
          <p:cNvPr id="912" name="l"/>
          <p:cNvSpPr txBox="1"/>
          <p:nvPr/>
        </p:nvSpPr>
        <p:spPr>
          <a:xfrm>
            <a:off x="2810917" y="2499446"/>
            <a:ext cx="412253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l</a:t>
            </a:r>
          </a:p>
        </p:txBody>
      </p:sp>
      <p:sp>
        <p:nvSpPr>
          <p:cNvPr id="913" name="r"/>
          <p:cNvSpPr txBox="1"/>
          <p:nvPr/>
        </p:nvSpPr>
        <p:spPr>
          <a:xfrm>
            <a:off x="10324922" y="2429283"/>
            <a:ext cx="456370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r</a:t>
            </a:r>
          </a:p>
        </p:txBody>
      </p:sp>
      <p:sp>
        <p:nvSpPr>
          <p:cNvPr id="914" name="i"/>
          <p:cNvSpPr txBox="1"/>
          <p:nvPr/>
        </p:nvSpPr>
        <p:spPr>
          <a:xfrm>
            <a:off x="5304092" y="3646871"/>
            <a:ext cx="412253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i</a:t>
            </a:r>
          </a:p>
        </p:txBody>
      </p:sp>
      <p:sp>
        <p:nvSpPr>
          <p:cNvPr id="915" name="j"/>
          <p:cNvSpPr txBox="1"/>
          <p:nvPr/>
        </p:nvSpPr>
        <p:spPr>
          <a:xfrm>
            <a:off x="8390847" y="3646871"/>
            <a:ext cx="412253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j</a:t>
            </a:r>
          </a:p>
        </p:txBody>
      </p:sp>
      <p:sp>
        <p:nvSpPr>
          <p:cNvPr id="916" name="矩形"/>
          <p:cNvSpPr txBox="1"/>
          <p:nvPr/>
        </p:nvSpPr>
        <p:spPr>
          <a:xfrm>
            <a:off x="8419786" y="2942232"/>
            <a:ext cx="321971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</a:t>
            </a:r>
          </a:p>
        </p:txBody>
      </p:sp>
      <p:sp>
        <p:nvSpPr>
          <p:cNvPr id="917" name="矩形"/>
          <p:cNvSpPr txBox="1"/>
          <p:nvPr/>
        </p:nvSpPr>
        <p:spPr>
          <a:xfrm>
            <a:off x="5237707" y="2942232"/>
            <a:ext cx="321971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</a:t>
            </a:r>
          </a:p>
        </p:txBody>
      </p:sp>
      <p:sp>
        <p:nvSpPr>
          <p:cNvPr id="918" name="part I"/>
          <p:cNvSpPr txBox="1"/>
          <p:nvPr/>
        </p:nvSpPr>
        <p:spPr>
          <a:xfrm>
            <a:off x="3432932" y="2264183"/>
            <a:ext cx="1149261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part I</a:t>
            </a:r>
          </a:p>
        </p:txBody>
      </p:sp>
      <p:sp>
        <p:nvSpPr>
          <p:cNvPr id="919" name="part II"/>
          <p:cNvSpPr txBox="1"/>
          <p:nvPr/>
        </p:nvSpPr>
        <p:spPr>
          <a:xfrm>
            <a:off x="6415914" y="2264183"/>
            <a:ext cx="1281223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part II</a:t>
            </a:r>
          </a:p>
        </p:txBody>
      </p:sp>
      <p:sp>
        <p:nvSpPr>
          <p:cNvPr id="920" name="part III"/>
          <p:cNvSpPr txBox="1"/>
          <p:nvPr/>
        </p:nvSpPr>
        <p:spPr>
          <a:xfrm>
            <a:off x="9016437" y="2264183"/>
            <a:ext cx="1413184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part III</a:t>
            </a:r>
          </a:p>
        </p:txBody>
      </p:sp>
      <p:sp>
        <p:nvSpPr>
          <p:cNvPr id="921" name="a[l…i)"/>
          <p:cNvSpPr txBox="1"/>
          <p:nvPr/>
        </p:nvSpPr>
        <p:spPr>
          <a:xfrm>
            <a:off x="3329099" y="1768488"/>
            <a:ext cx="1356927" cy="59071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a[l…i)</a:t>
            </a:r>
          </a:p>
        </p:txBody>
      </p:sp>
      <p:sp>
        <p:nvSpPr>
          <p:cNvPr id="922" name="a(j…r]"/>
          <p:cNvSpPr txBox="1"/>
          <p:nvPr/>
        </p:nvSpPr>
        <p:spPr>
          <a:xfrm>
            <a:off x="9024176" y="1752683"/>
            <a:ext cx="1381453" cy="59071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a(j…r]</a:t>
            </a:r>
          </a:p>
        </p:txBody>
      </p:sp>
      <p:sp>
        <p:nvSpPr>
          <p:cNvPr id="923" name="a[i…j]"/>
          <p:cNvSpPr txBox="1"/>
          <p:nvPr/>
        </p:nvSpPr>
        <p:spPr>
          <a:xfrm>
            <a:off x="6002438" y="1772200"/>
            <a:ext cx="1356927" cy="59071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a[i…j]</a:t>
            </a:r>
          </a:p>
        </p:txBody>
      </p:sp>
      <p:sp>
        <p:nvSpPr>
          <p:cNvPr id="924" name="a[i] ≤ p: i++，否则停止"/>
          <p:cNvSpPr txBox="1"/>
          <p:nvPr/>
        </p:nvSpPr>
        <p:spPr>
          <a:xfrm>
            <a:off x="2309523" y="4870450"/>
            <a:ext cx="4670492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a[i] ≤ p: i++，否则停止 </a:t>
            </a:r>
          </a:p>
        </p:txBody>
      </p:sp>
      <p:sp>
        <p:nvSpPr>
          <p:cNvPr id="925" name="a[j] &gt; p: j--，否则停止"/>
          <p:cNvSpPr txBox="1"/>
          <p:nvPr/>
        </p:nvSpPr>
        <p:spPr>
          <a:xfrm>
            <a:off x="2309523" y="5789057"/>
            <a:ext cx="4471899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a[j] &gt; p: j--，否则停止 </a:t>
            </a:r>
          </a:p>
        </p:txBody>
      </p:sp>
      <p:sp>
        <p:nvSpPr>
          <p:cNvPr id="926" name="交换a[i]， a[j]，然后i++，j--"/>
          <p:cNvSpPr txBox="1"/>
          <p:nvPr/>
        </p:nvSpPr>
        <p:spPr>
          <a:xfrm>
            <a:off x="2309523" y="6872765"/>
            <a:ext cx="5783912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交换a[i]， a[j]，然后i++，j-- </a:t>
            </a:r>
          </a:p>
        </p:txBody>
      </p:sp>
      <p:sp>
        <p:nvSpPr>
          <p:cNvPr id="927" name="重复以下步骤，直到第2部分为空，即i &gt; j"/>
          <p:cNvSpPr txBox="1"/>
          <p:nvPr/>
        </p:nvSpPr>
        <p:spPr>
          <a:xfrm>
            <a:off x="1696515" y="4011869"/>
            <a:ext cx="8226275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重复以下步骤，直到第2部分为空，即i &gt; j</a:t>
            </a:r>
          </a:p>
        </p:txBody>
      </p:sp>
      <p:sp>
        <p:nvSpPr>
          <p:cNvPr id="928" name="交换a[l]和a[j]"/>
          <p:cNvSpPr txBox="1"/>
          <p:nvPr/>
        </p:nvSpPr>
        <p:spPr>
          <a:xfrm>
            <a:off x="1536781" y="7744338"/>
            <a:ext cx="2739261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交换a[l]和a[j]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划分</a:t>
            </a:r>
          </a:p>
        </p:txBody>
      </p:sp>
      <p:grpSp>
        <p:nvGrpSpPr>
          <p:cNvPr id="956" name="成组"/>
          <p:cNvGrpSpPr/>
          <p:nvPr/>
        </p:nvGrpSpPr>
        <p:grpSpPr>
          <a:xfrm>
            <a:off x="1068671" y="1253348"/>
            <a:ext cx="11313315" cy="2349501"/>
            <a:chOff x="0" y="0"/>
            <a:chExt cx="11313314" cy="2349500"/>
          </a:xfrm>
        </p:grpSpPr>
        <p:sp>
          <p:nvSpPr>
            <p:cNvPr id="931" name="Shape 126"/>
            <p:cNvSpPr/>
            <p:nvPr/>
          </p:nvSpPr>
          <p:spPr>
            <a:xfrm>
              <a:off x="2107842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80</a:t>
              </a:r>
            </a:p>
          </p:txBody>
        </p:sp>
        <p:sp>
          <p:nvSpPr>
            <p:cNvPr id="932" name="Shape 127"/>
            <p:cNvSpPr/>
            <p:nvPr/>
          </p:nvSpPr>
          <p:spPr>
            <a:xfrm>
              <a:off x="3234474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36</a:t>
              </a:r>
            </a:p>
          </p:txBody>
        </p:sp>
        <p:sp>
          <p:nvSpPr>
            <p:cNvPr id="933" name="Shape 128"/>
            <p:cNvSpPr/>
            <p:nvPr/>
          </p:nvSpPr>
          <p:spPr>
            <a:xfrm>
              <a:off x="4266279" y="21731"/>
              <a:ext cx="825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14</a:t>
              </a:r>
            </a:p>
          </p:txBody>
        </p:sp>
        <p:sp>
          <p:nvSpPr>
            <p:cNvPr id="934" name="Shape 129"/>
            <p:cNvSpPr/>
            <p:nvPr/>
          </p:nvSpPr>
          <p:spPr>
            <a:xfrm>
              <a:off x="5282279" y="307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58</a:t>
              </a:r>
            </a:p>
          </p:txBody>
        </p:sp>
        <p:sp>
          <p:nvSpPr>
            <p:cNvPr id="935" name="Shape 130"/>
            <p:cNvSpPr/>
            <p:nvPr/>
          </p:nvSpPr>
          <p:spPr>
            <a:xfrm>
              <a:off x="6433745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61</a:t>
              </a:r>
            </a:p>
          </p:txBody>
        </p:sp>
        <p:sp>
          <p:nvSpPr>
            <p:cNvPr id="936" name="Shape 131"/>
            <p:cNvSpPr/>
            <p:nvPr/>
          </p:nvSpPr>
          <p:spPr>
            <a:xfrm>
              <a:off x="1186670" y="4430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937" name="Shape 132"/>
            <p:cNvSpPr/>
            <p:nvPr/>
          </p:nvSpPr>
          <p:spPr>
            <a:xfrm>
              <a:off x="66811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938" name="Shape 133"/>
            <p:cNvSpPr/>
            <p:nvPr/>
          </p:nvSpPr>
          <p:spPr>
            <a:xfrm>
              <a:off x="742491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939" name="Shape 134"/>
            <p:cNvSpPr/>
            <p:nvPr/>
          </p:nvSpPr>
          <p:spPr>
            <a:xfrm>
              <a:off x="855154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23</a:t>
              </a:r>
            </a:p>
          </p:txBody>
        </p:sp>
        <p:sp>
          <p:nvSpPr>
            <p:cNvPr id="940" name="Shape 135"/>
            <p:cNvSpPr/>
            <p:nvPr/>
          </p:nvSpPr>
          <p:spPr>
            <a:xfrm>
              <a:off x="9678737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75</a:t>
              </a:r>
            </a:p>
          </p:txBody>
        </p:sp>
        <p:sp>
          <p:nvSpPr>
            <p:cNvPr id="941" name="Shape 137"/>
            <p:cNvSpPr/>
            <p:nvPr/>
          </p:nvSpPr>
          <p:spPr>
            <a:xfrm>
              <a:off x="0" y="827761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2" name="Shape 138"/>
            <p:cNvSpPr/>
            <p:nvPr/>
          </p:nvSpPr>
          <p:spPr>
            <a:xfrm>
              <a:off x="0" y="8186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3" name="Shape 139"/>
            <p:cNvSpPr/>
            <p:nvPr/>
          </p:nvSpPr>
          <p:spPr>
            <a:xfrm>
              <a:off x="1082004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4" name="Shape 142"/>
            <p:cNvSpPr/>
            <p:nvPr/>
          </p:nvSpPr>
          <p:spPr>
            <a:xfrm>
              <a:off x="2165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5" name="Shape 143"/>
            <p:cNvSpPr/>
            <p:nvPr/>
          </p:nvSpPr>
          <p:spPr>
            <a:xfrm>
              <a:off x="1046687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6" name="Shape 144"/>
            <p:cNvSpPr/>
            <p:nvPr/>
          </p:nvSpPr>
          <p:spPr>
            <a:xfrm>
              <a:off x="2069461" y="5926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7" name="Shape 145"/>
            <p:cNvSpPr/>
            <p:nvPr/>
          </p:nvSpPr>
          <p:spPr>
            <a:xfrm>
              <a:off x="309449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8" name="Shape 146"/>
            <p:cNvSpPr/>
            <p:nvPr/>
          </p:nvSpPr>
          <p:spPr>
            <a:xfrm>
              <a:off x="422112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9" name="Shape 147"/>
            <p:cNvSpPr/>
            <p:nvPr/>
          </p:nvSpPr>
          <p:spPr>
            <a:xfrm>
              <a:off x="5243896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0" name="Shape 148"/>
            <p:cNvSpPr/>
            <p:nvPr/>
          </p:nvSpPr>
          <p:spPr>
            <a:xfrm>
              <a:off x="6368270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1" name="Shape 149"/>
            <p:cNvSpPr/>
            <p:nvPr/>
          </p:nvSpPr>
          <p:spPr>
            <a:xfrm>
              <a:off x="74316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2" name="Shape 150"/>
            <p:cNvSpPr/>
            <p:nvPr/>
          </p:nvSpPr>
          <p:spPr>
            <a:xfrm>
              <a:off x="85492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3" name="Shape 151"/>
            <p:cNvSpPr/>
            <p:nvPr/>
          </p:nvSpPr>
          <p:spPr>
            <a:xfrm>
              <a:off x="973010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4" name="i"/>
            <p:cNvSpPr/>
            <p:nvPr/>
          </p:nvSpPr>
          <p:spPr>
            <a:xfrm>
              <a:off x="355554" y="10668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i</a:t>
              </a:r>
            </a:p>
          </p:txBody>
        </p:sp>
        <p:sp>
          <p:nvSpPr>
            <p:cNvPr id="955" name="j"/>
            <p:cNvSpPr/>
            <p:nvPr/>
          </p:nvSpPr>
          <p:spPr>
            <a:xfrm>
              <a:off x="10043314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j</a:t>
              </a:r>
            </a:p>
          </p:txBody>
        </p:sp>
      </p:grpSp>
      <p:grpSp>
        <p:nvGrpSpPr>
          <p:cNvPr id="982" name="成组"/>
          <p:cNvGrpSpPr/>
          <p:nvPr/>
        </p:nvGrpSpPr>
        <p:grpSpPr>
          <a:xfrm>
            <a:off x="1068671" y="2976468"/>
            <a:ext cx="10948738" cy="2387601"/>
            <a:chOff x="0" y="0"/>
            <a:chExt cx="10948737" cy="2387600"/>
          </a:xfrm>
        </p:grpSpPr>
        <p:sp>
          <p:nvSpPr>
            <p:cNvPr id="957" name="Shape 126"/>
            <p:cNvSpPr/>
            <p:nvPr/>
          </p:nvSpPr>
          <p:spPr>
            <a:xfrm>
              <a:off x="2107842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80</a:t>
              </a:r>
            </a:p>
          </p:txBody>
        </p:sp>
        <p:sp>
          <p:nvSpPr>
            <p:cNvPr id="958" name="Shape 127"/>
            <p:cNvSpPr/>
            <p:nvPr/>
          </p:nvSpPr>
          <p:spPr>
            <a:xfrm>
              <a:off x="3234474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36</a:t>
              </a:r>
            </a:p>
          </p:txBody>
        </p:sp>
        <p:sp>
          <p:nvSpPr>
            <p:cNvPr id="959" name="Shape 128"/>
            <p:cNvSpPr/>
            <p:nvPr/>
          </p:nvSpPr>
          <p:spPr>
            <a:xfrm>
              <a:off x="4266279" y="21731"/>
              <a:ext cx="825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14</a:t>
              </a:r>
            </a:p>
          </p:txBody>
        </p:sp>
        <p:sp>
          <p:nvSpPr>
            <p:cNvPr id="960" name="Shape 129"/>
            <p:cNvSpPr/>
            <p:nvPr/>
          </p:nvSpPr>
          <p:spPr>
            <a:xfrm>
              <a:off x="5282279" y="307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58</a:t>
              </a:r>
            </a:p>
          </p:txBody>
        </p:sp>
        <p:sp>
          <p:nvSpPr>
            <p:cNvPr id="961" name="Shape 130"/>
            <p:cNvSpPr/>
            <p:nvPr/>
          </p:nvSpPr>
          <p:spPr>
            <a:xfrm>
              <a:off x="6433745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61</a:t>
              </a:r>
            </a:p>
          </p:txBody>
        </p:sp>
        <p:sp>
          <p:nvSpPr>
            <p:cNvPr id="962" name="Shape 131"/>
            <p:cNvSpPr/>
            <p:nvPr/>
          </p:nvSpPr>
          <p:spPr>
            <a:xfrm>
              <a:off x="1186670" y="4430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963" name="Shape 132"/>
            <p:cNvSpPr/>
            <p:nvPr/>
          </p:nvSpPr>
          <p:spPr>
            <a:xfrm>
              <a:off x="66811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964" name="Shape 133"/>
            <p:cNvSpPr/>
            <p:nvPr/>
          </p:nvSpPr>
          <p:spPr>
            <a:xfrm>
              <a:off x="742491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965" name="Shape 134"/>
            <p:cNvSpPr/>
            <p:nvPr/>
          </p:nvSpPr>
          <p:spPr>
            <a:xfrm>
              <a:off x="855154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23</a:t>
              </a:r>
            </a:p>
          </p:txBody>
        </p:sp>
        <p:sp>
          <p:nvSpPr>
            <p:cNvPr id="966" name="Shape 135"/>
            <p:cNvSpPr/>
            <p:nvPr/>
          </p:nvSpPr>
          <p:spPr>
            <a:xfrm>
              <a:off x="9678737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75</a:t>
              </a:r>
            </a:p>
          </p:txBody>
        </p:sp>
        <p:sp>
          <p:nvSpPr>
            <p:cNvPr id="967" name="Shape 137"/>
            <p:cNvSpPr/>
            <p:nvPr/>
          </p:nvSpPr>
          <p:spPr>
            <a:xfrm>
              <a:off x="0" y="827761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68" name="Shape 138"/>
            <p:cNvSpPr/>
            <p:nvPr/>
          </p:nvSpPr>
          <p:spPr>
            <a:xfrm>
              <a:off x="0" y="8186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69" name="Shape 139"/>
            <p:cNvSpPr/>
            <p:nvPr/>
          </p:nvSpPr>
          <p:spPr>
            <a:xfrm>
              <a:off x="1082004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0" name="Shape 142"/>
            <p:cNvSpPr/>
            <p:nvPr/>
          </p:nvSpPr>
          <p:spPr>
            <a:xfrm>
              <a:off x="2165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1" name="Shape 143"/>
            <p:cNvSpPr/>
            <p:nvPr/>
          </p:nvSpPr>
          <p:spPr>
            <a:xfrm>
              <a:off x="1046687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2" name="Shape 144"/>
            <p:cNvSpPr/>
            <p:nvPr/>
          </p:nvSpPr>
          <p:spPr>
            <a:xfrm>
              <a:off x="2069461" y="5926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3" name="Shape 145"/>
            <p:cNvSpPr/>
            <p:nvPr/>
          </p:nvSpPr>
          <p:spPr>
            <a:xfrm>
              <a:off x="309449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4" name="Shape 146"/>
            <p:cNvSpPr/>
            <p:nvPr/>
          </p:nvSpPr>
          <p:spPr>
            <a:xfrm>
              <a:off x="422112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5" name="Shape 147"/>
            <p:cNvSpPr/>
            <p:nvPr/>
          </p:nvSpPr>
          <p:spPr>
            <a:xfrm>
              <a:off x="5243896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6" name="Shape 148"/>
            <p:cNvSpPr/>
            <p:nvPr/>
          </p:nvSpPr>
          <p:spPr>
            <a:xfrm>
              <a:off x="6368270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7" name="Shape 149"/>
            <p:cNvSpPr/>
            <p:nvPr/>
          </p:nvSpPr>
          <p:spPr>
            <a:xfrm>
              <a:off x="74316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8" name="Shape 150"/>
            <p:cNvSpPr/>
            <p:nvPr/>
          </p:nvSpPr>
          <p:spPr>
            <a:xfrm>
              <a:off x="85492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9" name="Shape 151"/>
            <p:cNvSpPr/>
            <p:nvPr/>
          </p:nvSpPr>
          <p:spPr>
            <a:xfrm>
              <a:off x="973010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80" name="i"/>
            <p:cNvSpPr/>
            <p:nvPr/>
          </p:nvSpPr>
          <p:spPr>
            <a:xfrm>
              <a:off x="2387554" y="11176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i</a:t>
              </a:r>
            </a:p>
          </p:txBody>
        </p:sp>
        <p:sp>
          <p:nvSpPr>
            <p:cNvPr id="981" name="j"/>
            <p:cNvSpPr/>
            <p:nvPr/>
          </p:nvSpPr>
          <p:spPr>
            <a:xfrm>
              <a:off x="8976514" y="10541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j</a:t>
              </a:r>
            </a:p>
          </p:txBody>
        </p:sp>
      </p:grpSp>
      <p:grpSp>
        <p:nvGrpSpPr>
          <p:cNvPr id="1008" name="成组"/>
          <p:cNvGrpSpPr/>
          <p:nvPr/>
        </p:nvGrpSpPr>
        <p:grpSpPr>
          <a:xfrm>
            <a:off x="1068671" y="6384890"/>
            <a:ext cx="10948738" cy="2350590"/>
            <a:chOff x="0" y="0"/>
            <a:chExt cx="10948737" cy="2350588"/>
          </a:xfrm>
        </p:grpSpPr>
        <p:sp>
          <p:nvSpPr>
            <p:cNvPr id="983" name="Shape 126"/>
            <p:cNvSpPr/>
            <p:nvPr/>
          </p:nvSpPr>
          <p:spPr>
            <a:xfrm>
              <a:off x="2107842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23</a:t>
              </a:r>
            </a:p>
          </p:txBody>
        </p:sp>
        <p:sp>
          <p:nvSpPr>
            <p:cNvPr id="984" name="Shape 127"/>
            <p:cNvSpPr/>
            <p:nvPr/>
          </p:nvSpPr>
          <p:spPr>
            <a:xfrm>
              <a:off x="3234474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36</a:t>
              </a:r>
            </a:p>
          </p:txBody>
        </p:sp>
        <p:sp>
          <p:nvSpPr>
            <p:cNvPr id="985" name="Shape 128"/>
            <p:cNvSpPr/>
            <p:nvPr/>
          </p:nvSpPr>
          <p:spPr>
            <a:xfrm>
              <a:off x="4266279" y="21731"/>
              <a:ext cx="825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14</a:t>
              </a:r>
            </a:p>
          </p:txBody>
        </p:sp>
        <p:sp>
          <p:nvSpPr>
            <p:cNvPr id="986" name="Shape 129"/>
            <p:cNvSpPr/>
            <p:nvPr/>
          </p:nvSpPr>
          <p:spPr>
            <a:xfrm>
              <a:off x="5282279" y="307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58</a:t>
              </a:r>
            </a:p>
          </p:txBody>
        </p:sp>
        <p:sp>
          <p:nvSpPr>
            <p:cNvPr id="987" name="Shape 130"/>
            <p:cNvSpPr/>
            <p:nvPr/>
          </p:nvSpPr>
          <p:spPr>
            <a:xfrm>
              <a:off x="6433745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61</a:t>
              </a:r>
            </a:p>
          </p:txBody>
        </p:sp>
        <p:sp>
          <p:nvSpPr>
            <p:cNvPr id="988" name="Shape 131"/>
            <p:cNvSpPr/>
            <p:nvPr/>
          </p:nvSpPr>
          <p:spPr>
            <a:xfrm>
              <a:off x="1186670" y="4430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989" name="Shape 132"/>
            <p:cNvSpPr/>
            <p:nvPr/>
          </p:nvSpPr>
          <p:spPr>
            <a:xfrm>
              <a:off x="66811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990" name="Shape 133"/>
            <p:cNvSpPr/>
            <p:nvPr/>
          </p:nvSpPr>
          <p:spPr>
            <a:xfrm>
              <a:off x="742491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991" name="Shape 134"/>
            <p:cNvSpPr/>
            <p:nvPr/>
          </p:nvSpPr>
          <p:spPr>
            <a:xfrm>
              <a:off x="855154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80</a:t>
              </a:r>
            </a:p>
          </p:txBody>
        </p:sp>
        <p:sp>
          <p:nvSpPr>
            <p:cNvPr id="992" name="Shape 135"/>
            <p:cNvSpPr/>
            <p:nvPr/>
          </p:nvSpPr>
          <p:spPr>
            <a:xfrm>
              <a:off x="9678737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75</a:t>
              </a:r>
            </a:p>
          </p:txBody>
        </p:sp>
        <p:sp>
          <p:nvSpPr>
            <p:cNvPr id="993" name="Shape 137"/>
            <p:cNvSpPr/>
            <p:nvPr/>
          </p:nvSpPr>
          <p:spPr>
            <a:xfrm>
              <a:off x="0" y="827761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4" name="Shape 138"/>
            <p:cNvSpPr/>
            <p:nvPr/>
          </p:nvSpPr>
          <p:spPr>
            <a:xfrm>
              <a:off x="0" y="8186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5" name="Shape 139"/>
            <p:cNvSpPr/>
            <p:nvPr/>
          </p:nvSpPr>
          <p:spPr>
            <a:xfrm>
              <a:off x="1082004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6" name="Shape 142"/>
            <p:cNvSpPr/>
            <p:nvPr/>
          </p:nvSpPr>
          <p:spPr>
            <a:xfrm>
              <a:off x="2165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7" name="Shape 143"/>
            <p:cNvSpPr/>
            <p:nvPr/>
          </p:nvSpPr>
          <p:spPr>
            <a:xfrm>
              <a:off x="1046687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8" name="Shape 144"/>
            <p:cNvSpPr/>
            <p:nvPr/>
          </p:nvSpPr>
          <p:spPr>
            <a:xfrm>
              <a:off x="2069461" y="5926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9" name="Shape 145"/>
            <p:cNvSpPr/>
            <p:nvPr/>
          </p:nvSpPr>
          <p:spPr>
            <a:xfrm>
              <a:off x="309449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0" name="Shape 146"/>
            <p:cNvSpPr/>
            <p:nvPr/>
          </p:nvSpPr>
          <p:spPr>
            <a:xfrm>
              <a:off x="422112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1" name="Shape 147"/>
            <p:cNvSpPr/>
            <p:nvPr/>
          </p:nvSpPr>
          <p:spPr>
            <a:xfrm>
              <a:off x="5243896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2" name="Shape 148"/>
            <p:cNvSpPr/>
            <p:nvPr/>
          </p:nvSpPr>
          <p:spPr>
            <a:xfrm>
              <a:off x="6368270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3" name="Shape 149"/>
            <p:cNvSpPr/>
            <p:nvPr/>
          </p:nvSpPr>
          <p:spPr>
            <a:xfrm>
              <a:off x="74316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4" name="Shape 150"/>
            <p:cNvSpPr/>
            <p:nvPr/>
          </p:nvSpPr>
          <p:spPr>
            <a:xfrm>
              <a:off x="85492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5" name="Shape 151"/>
            <p:cNvSpPr/>
            <p:nvPr/>
          </p:nvSpPr>
          <p:spPr>
            <a:xfrm>
              <a:off x="973010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6" name="i"/>
            <p:cNvSpPr/>
            <p:nvPr/>
          </p:nvSpPr>
          <p:spPr>
            <a:xfrm>
              <a:off x="5562554" y="10541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i</a:t>
              </a:r>
            </a:p>
          </p:txBody>
        </p:sp>
        <p:sp>
          <p:nvSpPr>
            <p:cNvPr id="1007" name="j"/>
            <p:cNvSpPr/>
            <p:nvPr/>
          </p:nvSpPr>
          <p:spPr>
            <a:xfrm>
              <a:off x="4569331" y="108058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j</a:t>
              </a:r>
            </a:p>
          </p:txBody>
        </p:sp>
      </p:grpSp>
      <p:grpSp>
        <p:nvGrpSpPr>
          <p:cNvPr id="1034" name="成组"/>
          <p:cNvGrpSpPr/>
          <p:nvPr/>
        </p:nvGrpSpPr>
        <p:grpSpPr>
          <a:xfrm>
            <a:off x="1068671" y="8210163"/>
            <a:ext cx="10948738" cy="2400301"/>
            <a:chOff x="0" y="0"/>
            <a:chExt cx="10948737" cy="2400300"/>
          </a:xfrm>
        </p:grpSpPr>
        <p:sp>
          <p:nvSpPr>
            <p:cNvPr id="1009" name="Shape 126"/>
            <p:cNvSpPr/>
            <p:nvPr/>
          </p:nvSpPr>
          <p:spPr>
            <a:xfrm>
              <a:off x="2107842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23</a:t>
              </a:r>
            </a:p>
          </p:txBody>
        </p:sp>
        <p:sp>
          <p:nvSpPr>
            <p:cNvPr id="1010" name="Shape 127"/>
            <p:cNvSpPr/>
            <p:nvPr/>
          </p:nvSpPr>
          <p:spPr>
            <a:xfrm>
              <a:off x="3234474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36</a:t>
              </a:r>
            </a:p>
          </p:txBody>
        </p:sp>
        <p:sp>
          <p:nvSpPr>
            <p:cNvPr id="1011" name="Shape 128"/>
            <p:cNvSpPr/>
            <p:nvPr/>
          </p:nvSpPr>
          <p:spPr>
            <a:xfrm>
              <a:off x="4266279" y="21731"/>
              <a:ext cx="825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012" name="Shape 129"/>
            <p:cNvSpPr/>
            <p:nvPr/>
          </p:nvSpPr>
          <p:spPr>
            <a:xfrm>
              <a:off x="5282279" y="307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58</a:t>
              </a:r>
            </a:p>
          </p:txBody>
        </p:sp>
        <p:sp>
          <p:nvSpPr>
            <p:cNvPr id="1013" name="Shape 130"/>
            <p:cNvSpPr/>
            <p:nvPr/>
          </p:nvSpPr>
          <p:spPr>
            <a:xfrm>
              <a:off x="6433745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61</a:t>
              </a:r>
            </a:p>
          </p:txBody>
        </p:sp>
        <p:sp>
          <p:nvSpPr>
            <p:cNvPr id="1014" name="Shape 131"/>
            <p:cNvSpPr/>
            <p:nvPr/>
          </p:nvSpPr>
          <p:spPr>
            <a:xfrm>
              <a:off x="1186670" y="4430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1015" name="Shape 132"/>
            <p:cNvSpPr/>
            <p:nvPr/>
          </p:nvSpPr>
          <p:spPr>
            <a:xfrm>
              <a:off x="66811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14</a:t>
              </a:r>
            </a:p>
          </p:txBody>
        </p:sp>
        <p:sp>
          <p:nvSpPr>
            <p:cNvPr id="1016" name="Shape 133"/>
            <p:cNvSpPr/>
            <p:nvPr/>
          </p:nvSpPr>
          <p:spPr>
            <a:xfrm>
              <a:off x="742491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1017" name="Shape 134"/>
            <p:cNvSpPr/>
            <p:nvPr/>
          </p:nvSpPr>
          <p:spPr>
            <a:xfrm>
              <a:off x="855154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80</a:t>
              </a:r>
            </a:p>
          </p:txBody>
        </p:sp>
        <p:sp>
          <p:nvSpPr>
            <p:cNvPr id="1018" name="Shape 135"/>
            <p:cNvSpPr/>
            <p:nvPr/>
          </p:nvSpPr>
          <p:spPr>
            <a:xfrm>
              <a:off x="9678737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75</a:t>
              </a:r>
            </a:p>
          </p:txBody>
        </p:sp>
        <p:sp>
          <p:nvSpPr>
            <p:cNvPr id="1019" name="Shape 137"/>
            <p:cNvSpPr/>
            <p:nvPr/>
          </p:nvSpPr>
          <p:spPr>
            <a:xfrm>
              <a:off x="0" y="827761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0" name="Shape 138"/>
            <p:cNvSpPr/>
            <p:nvPr/>
          </p:nvSpPr>
          <p:spPr>
            <a:xfrm>
              <a:off x="0" y="8186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1" name="Shape 139"/>
            <p:cNvSpPr/>
            <p:nvPr/>
          </p:nvSpPr>
          <p:spPr>
            <a:xfrm>
              <a:off x="1082004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2" name="Shape 142"/>
            <p:cNvSpPr/>
            <p:nvPr/>
          </p:nvSpPr>
          <p:spPr>
            <a:xfrm>
              <a:off x="2165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3" name="Shape 143"/>
            <p:cNvSpPr/>
            <p:nvPr/>
          </p:nvSpPr>
          <p:spPr>
            <a:xfrm>
              <a:off x="1046687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4" name="Shape 144"/>
            <p:cNvSpPr/>
            <p:nvPr/>
          </p:nvSpPr>
          <p:spPr>
            <a:xfrm>
              <a:off x="2069461" y="5926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5" name="Shape 145"/>
            <p:cNvSpPr/>
            <p:nvPr/>
          </p:nvSpPr>
          <p:spPr>
            <a:xfrm>
              <a:off x="309449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6" name="Shape 146"/>
            <p:cNvSpPr/>
            <p:nvPr/>
          </p:nvSpPr>
          <p:spPr>
            <a:xfrm>
              <a:off x="422112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7" name="Shape 147"/>
            <p:cNvSpPr/>
            <p:nvPr/>
          </p:nvSpPr>
          <p:spPr>
            <a:xfrm>
              <a:off x="5243896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8" name="Shape 148"/>
            <p:cNvSpPr/>
            <p:nvPr/>
          </p:nvSpPr>
          <p:spPr>
            <a:xfrm>
              <a:off x="6368270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9" name="Shape 149"/>
            <p:cNvSpPr/>
            <p:nvPr/>
          </p:nvSpPr>
          <p:spPr>
            <a:xfrm>
              <a:off x="74316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0" name="Shape 150"/>
            <p:cNvSpPr/>
            <p:nvPr/>
          </p:nvSpPr>
          <p:spPr>
            <a:xfrm>
              <a:off x="85492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1" name="Shape 151"/>
            <p:cNvSpPr/>
            <p:nvPr/>
          </p:nvSpPr>
          <p:spPr>
            <a:xfrm>
              <a:off x="973010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2" name="i"/>
            <p:cNvSpPr/>
            <p:nvPr/>
          </p:nvSpPr>
          <p:spPr>
            <a:xfrm>
              <a:off x="5499054" y="11303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i</a:t>
              </a:r>
            </a:p>
          </p:txBody>
        </p:sp>
        <p:sp>
          <p:nvSpPr>
            <p:cNvPr id="1033" name="j"/>
            <p:cNvSpPr/>
            <p:nvPr/>
          </p:nvSpPr>
          <p:spPr>
            <a:xfrm>
              <a:off x="4531231" y="108058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j</a:t>
              </a:r>
            </a:p>
          </p:txBody>
        </p:sp>
      </p:grpSp>
      <p:grpSp>
        <p:nvGrpSpPr>
          <p:cNvPr id="1060" name="成组"/>
          <p:cNvGrpSpPr/>
          <p:nvPr/>
        </p:nvGrpSpPr>
        <p:grpSpPr>
          <a:xfrm>
            <a:off x="1068671" y="4725129"/>
            <a:ext cx="10948738" cy="2329621"/>
            <a:chOff x="0" y="0"/>
            <a:chExt cx="10948737" cy="2329620"/>
          </a:xfrm>
        </p:grpSpPr>
        <p:sp>
          <p:nvSpPr>
            <p:cNvPr id="1035" name="Shape 126"/>
            <p:cNvSpPr/>
            <p:nvPr/>
          </p:nvSpPr>
          <p:spPr>
            <a:xfrm>
              <a:off x="2107842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23</a:t>
              </a:r>
            </a:p>
          </p:txBody>
        </p:sp>
        <p:sp>
          <p:nvSpPr>
            <p:cNvPr id="1036" name="Shape 127"/>
            <p:cNvSpPr/>
            <p:nvPr/>
          </p:nvSpPr>
          <p:spPr>
            <a:xfrm>
              <a:off x="3234474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36</a:t>
              </a:r>
            </a:p>
          </p:txBody>
        </p:sp>
        <p:sp>
          <p:nvSpPr>
            <p:cNvPr id="1037" name="Shape 128"/>
            <p:cNvSpPr/>
            <p:nvPr/>
          </p:nvSpPr>
          <p:spPr>
            <a:xfrm>
              <a:off x="4266279" y="21731"/>
              <a:ext cx="825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14</a:t>
              </a:r>
            </a:p>
          </p:txBody>
        </p:sp>
        <p:sp>
          <p:nvSpPr>
            <p:cNvPr id="1038" name="Shape 129"/>
            <p:cNvSpPr/>
            <p:nvPr/>
          </p:nvSpPr>
          <p:spPr>
            <a:xfrm>
              <a:off x="5282279" y="307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58</a:t>
              </a:r>
            </a:p>
          </p:txBody>
        </p:sp>
        <p:sp>
          <p:nvSpPr>
            <p:cNvPr id="1039" name="Shape 130"/>
            <p:cNvSpPr/>
            <p:nvPr/>
          </p:nvSpPr>
          <p:spPr>
            <a:xfrm>
              <a:off x="6433745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61</a:t>
              </a:r>
            </a:p>
          </p:txBody>
        </p:sp>
        <p:sp>
          <p:nvSpPr>
            <p:cNvPr id="1040" name="Shape 131"/>
            <p:cNvSpPr/>
            <p:nvPr/>
          </p:nvSpPr>
          <p:spPr>
            <a:xfrm>
              <a:off x="1186670" y="4430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1041" name="Shape 132"/>
            <p:cNvSpPr/>
            <p:nvPr/>
          </p:nvSpPr>
          <p:spPr>
            <a:xfrm>
              <a:off x="66811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042" name="Shape 133"/>
            <p:cNvSpPr/>
            <p:nvPr/>
          </p:nvSpPr>
          <p:spPr>
            <a:xfrm>
              <a:off x="742491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1043" name="Shape 134"/>
            <p:cNvSpPr/>
            <p:nvPr/>
          </p:nvSpPr>
          <p:spPr>
            <a:xfrm>
              <a:off x="855154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80</a:t>
              </a:r>
            </a:p>
          </p:txBody>
        </p:sp>
        <p:sp>
          <p:nvSpPr>
            <p:cNvPr id="1044" name="Shape 135"/>
            <p:cNvSpPr/>
            <p:nvPr/>
          </p:nvSpPr>
          <p:spPr>
            <a:xfrm>
              <a:off x="9678737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75</a:t>
              </a:r>
            </a:p>
          </p:txBody>
        </p:sp>
        <p:sp>
          <p:nvSpPr>
            <p:cNvPr id="1045" name="Shape 137"/>
            <p:cNvSpPr/>
            <p:nvPr/>
          </p:nvSpPr>
          <p:spPr>
            <a:xfrm>
              <a:off x="0" y="827761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46" name="Shape 138"/>
            <p:cNvSpPr/>
            <p:nvPr/>
          </p:nvSpPr>
          <p:spPr>
            <a:xfrm>
              <a:off x="0" y="8186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47" name="Shape 139"/>
            <p:cNvSpPr/>
            <p:nvPr/>
          </p:nvSpPr>
          <p:spPr>
            <a:xfrm>
              <a:off x="1082004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48" name="Shape 142"/>
            <p:cNvSpPr/>
            <p:nvPr/>
          </p:nvSpPr>
          <p:spPr>
            <a:xfrm>
              <a:off x="2165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49" name="Shape 143"/>
            <p:cNvSpPr/>
            <p:nvPr/>
          </p:nvSpPr>
          <p:spPr>
            <a:xfrm>
              <a:off x="1046687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0" name="Shape 144"/>
            <p:cNvSpPr/>
            <p:nvPr/>
          </p:nvSpPr>
          <p:spPr>
            <a:xfrm>
              <a:off x="2069461" y="5926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1" name="Shape 145"/>
            <p:cNvSpPr/>
            <p:nvPr/>
          </p:nvSpPr>
          <p:spPr>
            <a:xfrm>
              <a:off x="309449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2" name="Shape 146"/>
            <p:cNvSpPr/>
            <p:nvPr/>
          </p:nvSpPr>
          <p:spPr>
            <a:xfrm>
              <a:off x="422112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3" name="Shape 147"/>
            <p:cNvSpPr/>
            <p:nvPr/>
          </p:nvSpPr>
          <p:spPr>
            <a:xfrm>
              <a:off x="5243896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4" name="Shape 148"/>
            <p:cNvSpPr/>
            <p:nvPr/>
          </p:nvSpPr>
          <p:spPr>
            <a:xfrm>
              <a:off x="6368270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5" name="Shape 149"/>
            <p:cNvSpPr/>
            <p:nvPr/>
          </p:nvSpPr>
          <p:spPr>
            <a:xfrm>
              <a:off x="74316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6" name="Shape 150"/>
            <p:cNvSpPr/>
            <p:nvPr/>
          </p:nvSpPr>
          <p:spPr>
            <a:xfrm>
              <a:off x="85492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7" name="Shape 151"/>
            <p:cNvSpPr/>
            <p:nvPr/>
          </p:nvSpPr>
          <p:spPr>
            <a:xfrm>
              <a:off x="973010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8" name="i"/>
            <p:cNvSpPr/>
            <p:nvPr/>
          </p:nvSpPr>
          <p:spPr>
            <a:xfrm>
              <a:off x="3439426" y="105518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i</a:t>
              </a:r>
            </a:p>
          </p:txBody>
        </p:sp>
        <p:sp>
          <p:nvSpPr>
            <p:cNvPr id="1059" name="j"/>
            <p:cNvSpPr/>
            <p:nvPr/>
          </p:nvSpPr>
          <p:spPr>
            <a:xfrm>
              <a:off x="7799365" y="10596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j</a:t>
              </a:r>
            </a:p>
          </p:txBody>
        </p:sp>
      </p:grp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Shape 126"/>
          <p:cNvSpPr txBox="1"/>
          <p:nvPr/>
        </p:nvSpPr>
        <p:spPr>
          <a:xfrm>
            <a:off x="3452705" y="3055620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80</a:t>
            </a:r>
          </a:p>
        </p:txBody>
      </p:sp>
      <p:sp>
        <p:nvSpPr>
          <p:cNvPr id="1063" name="Shape 127"/>
          <p:cNvSpPr txBox="1"/>
          <p:nvPr/>
        </p:nvSpPr>
        <p:spPr>
          <a:xfrm>
            <a:off x="4579337" y="3055620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36</a:t>
            </a:r>
          </a:p>
        </p:txBody>
      </p:sp>
      <p:sp>
        <p:nvSpPr>
          <p:cNvPr id="1064" name="Shape 128"/>
          <p:cNvSpPr txBox="1"/>
          <p:nvPr/>
        </p:nvSpPr>
        <p:spPr>
          <a:xfrm>
            <a:off x="5611141" y="3044330"/>
            <a:ext cx="825502" cy="68854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14</a:t>
            </a:r>
          </a:p>
        </p:txBody>
      </p:sp>
      <p:sp>
        <p:nvSpPr>
          <p:cNvPr id="1065" name="Shape 129"/>
          <p:cNvSpPr txBox="1"/>
          <p:nvPr/>
        </p:nvSpPr>
        <p:spPr>
          <a:xfrm>
            <a:off x="6627141" y="3053362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58</a:t>
            </a:r>
          </a:p>
        </p:txBody>
      </p:sp>
      <p:sp>
        <p:nvSpPr>
          <p:cNvPr id="1066" name="Shape 130"/>
          <p:cNvSpPr txBox="1"/>
          <p:nvPr/>
        </p:nvSpPr>
        <p:spPr>
          <a:xfrm>
            <a:off x="7778608" y="3064650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61</a:t>
            </a:r>
          </a:p>
        </p:txBody>
      </p:sp>
      <p:sp>
        <p:nvSpPr>
          <p:cNvPr id="1067" name="Shape 131"/>
          <p:cNvSpPr txBox="1"/>
          <p:nvPr/>
        </p:nvSpPr>
        <p:spPr>
          <a:xfrm>
            <a:off x="2531533" y="3066908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1068" name="Shape 132"/>
          <p:cNvSpPr txBox="1"/>
          <p:nvPr/>
        </p:nvSpPr>
        <p:spPr>
          <a:xfrm>
            <a:off x="1411674" y="3064650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52</a:t>
            </a:r>
          </a:p>
        </p:txBody>
      </p:sp>
      <p:sp>
        <p:nvSpPr>
          <p:cNvPr id="1069" name="Shape 133"/>
          <p:cNvSpPr txBox="1"/>
          <p:nvPr/>
        </p:nvSpPr>
        <p:spPr>
          <a:xfrm>
            <a:off x="8769773" y="3062392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1070" name="Shape 134"/>
          <p:cNvSpPr txBox="1"/>
          <p:nvPr/>
        </p:nvSpPr>
        <p:spPr>
          <a:xfrm>
            <a:off x="9896403" y="3062392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23</a:t>
            </a:r>
          </a:p>
        </p:txBody>
      </p:sp>
      <p:sp>
        <p:nvSpPr>
          <p:cNvPr id="1071" name="Shape 135"/>
          <p:cNvSpPr txBox="1"/>
          <p:nvPr/>
        </p:nvSpPr>
        <p:spPr>
          <a:xfrm>
            <a:off x="11023600" y="3062392"/>
            <a:ext cx="7054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75</a:t>
            </a:r>
          </a:p>
        </p:txBody>
      </p:sp>
      <p:sp>
        <p:nvSpPr>
          <p:cNvPr id="1072" name="Shape 137"/>
          <p:cNvSpPr/>
          <p:nvPr/>
        </p:nvSpPr>
        <p:spPr>
          <a:xfrm>
            <a:off x="1344863" y="3850361"/>
            <a:ext cx="10820612" cy="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73" name="Shape 138"/>
          <p:cNvSpPr/>
          <p:nvPr/>
        </p:nvSpPr>
        <p:spPr>
          <a:xfrm>
            <a:off x="1344863" y="3030785"/>
            <a:ext cx="10820612" cy="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74" name="Shape 139"/>
          <p:cNvSpPr/>
          <p:nvPr/>
        </p:nvSpPr>
        <p:spPr>
          <a:xfrm>
            <a:off x="12164905" y="3028526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75" name="Shape 142"/>
          <p:cNvSpPr/>
          <p:nvPr/>
        </p:nvSpPr>
        <p:spPr>
          <a:xfrm>
            <a:off x="1366518" y="3028526"/>
            <a:ext cx="2261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76" name="Shape 143"/>
          <p:cNvSpPr/>
          <p:nvPr/>
        </p:nvSpPr>
        <p:spPr>
          <a:xfrm>
            <a:off x="2391550" y="3028526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77" name="Shape 144"/>
          <p:cNvSpPr/>
          <p:nvPr/>
        </p:nvSpPr>
        <p:spPr>
          <a:xfrm>
            <a:off x="3414324" y="3028526"/>
            <a:ext cx="2259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78" name="Shape 145"/>
          <p:cNvSpPr/>
          <p:nvPr/>
        </p:nvSpPr>
        <p:spPr>
          <a:xfrm>
            <a:off x="4439355" y="3028526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79" name="Shape 146"/>
          <p:cNvSpPr/>
          <p:nvPr/>
        </p:nvSpPr>
        <p:spPr>
          <a:xfrm>
            <a:off x="5565986" y="3028526"/>
            <a:ext cx="2261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80" name="Shape 147"/>
          <p:cNvSpPr/>
          <p:nvPr/>
        </p:nvSpPr>
        <p:spPr>
          <a:xfrm>
            <a:off x="6588760" y="3028526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81" name="Shape 148"/>
          <p:cNvSpPr/>
          <p:nvPr/>
        </p:nvSpPr>
        <p:spPr>
          <a:xfrm>
            <a:off x="7713133" y="3022599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82" name="Shape 149"/>
          <p:cNvSpPr/>
          <p:nvPr/>
        </p:nvSpPr>
        <p:spPr>
          <a:xfrm>
            <a:off x="8776547" y="3028526"/>
            <a:ext cx="2261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83" name="Shape 150"/>
          <p:cNvSpPr/>
          <p:nvPr/>
        </p:nvSpPr>
        <p:spPr>
          <a:xfrm>
            <a:off x="9894147" y="3028526"/>
            <a:ext cx="2261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84" name="Shape 151"/>
          <p:cNvSpPr/>
          <p:nvPr/>
        </p:nvSpPr>
        <p:spPr>
          <a:xfrm>
            <a:off x="11074966" y="3028526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85" name="Shape 153"/>
          <p:cNvSpPr txBox="1"/>
          <p:nvPr/>
        </p:nvSpPr>
        <p:spPr>
          <a:xfrm>
            <a:off x="4766733" y="2024379"/>
            <a:ext cx="1879602" cy="6399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solidFill>
                  <a:srgbClr val="005042"/>
                </a:solidFill>
                <a:uFill>
                  <a:solidFill>
                    <a:srgbClr val="005042"/>
                  </a:solidFill>
                </a:uFill>
              </a:defRPr>
            </a:lvl1pPr>
          </a:lstStyle>
          <a:p>
            <a:r>
              <a:t>pivot=</a:t>
            </a:r>
          </a:p>
        </p:txBody>
      </p:sp>
      <p:sp>
        <p:nvSpPr>
          <p:cNvPr id="1086" name="Shape 154"/>
          <p:cNvSpPr/>
          <p:nvPr/>
        </p:nvSpPr>
        <p:spPr>
          <a:xfrm>
            <a:off x="6311900" y="2024379"/>
            <a:ext cx="654699" cy="639900"/>
          </a:xfrm>
          <a:prstGeom prst="rect">
            <a:avLst/>
          </a:prstGeom>
          <a:solidFill>
            <a:srgbClr val="993300">
              <a:alpha val="50195"/>
            </a:srgbClr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 b="1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r>
              <a:t>52</a:t>
            </a:r>
          </a:p>
        </p:txBody>
      </p:sp>
      <p:grpSp>
        <p:nvGrpSpPr>
          <p:cNvPr id="1089" name="Group 157"/>
          <p:cNvGrpSpPr/>
          <p:nvPr/>
        </p:nvGrpSpPr>
        <p:grpSpPr>
          <a:xfrm>
            <a:off x="1411674" y="3848099"/>
            <a:ext cx="1143002" cy="1361758"/>
            <a:chOff x="0" y="0"/>
            <a:chExt cx="1143000" cy="1361756"/>
          </a:xfrm>
        </p:grpSpPr>
        <p:sp>
          <p:nvSpPr>
            <p:cNvPr id="1087" name="Shape 155"/>
            <p:cNvSpPr/>
            <p:nvPr/>
          </p:nvSpPr>
          <p:spPr>
            <a:xfrm>
              <a:off x="419946" y="-1"/>
              <a:ext cx="2260" cy="968588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88" name="Shape 156"/>
            <p:cNvSpPr txBox="1"/>
            <p:nvPr/>
          </p:nvSpPr>
          <p:spPr>
            <a:xfrm>
              <a:off x="0" y="930204"/>
              <a:ext cx="11430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2400">
                  <a:solidFill>
                    <a:srgbClr val="993300"/>
                  </a:solidFill>
                  <a:uFill>
                    <a:solidFill>
                      <a:srgbClr val="993300"/>
                    </a:solidFill>
                  </a:uFill>
                </a:defRPr>
              </a:lvl1pPr>
            </a:lstStyle>
            <a:p>
              <a:r>
                <a:t>low</a:t>
              </a:r>
            </a:p>
          </p:txBody>
        </p:sp>
      </p:grpSp>
      <p:grpSp>
        <p:nvGrpSpPr>
          <p:cNvPr id="1092" name="Group 160"/>
          <p:cNvGrpSpPr/>
          <p:nvPr/>
        </p:nvGrpSpPr>
        <p:grpSpPr>
          <a:xfrm>
            <a:off x="11038840" y="3848099"/>
            <a:ext cx="1143002" cy="1361758"/>
            <a:chOff x="0" y="0"/>
            <a:chExt cx="1143000" cy="1361756"/>
          </a:xfrm>
        </p:grpSpPr>
        <p:sp>
          <p:nvSpPr>
            <p:cNvPr id="1090" name="Shape 158"/>
            <p:cNvSpPr/>
            <p:nvPr/>
          </p:nvSpPr>
          <p:spPr>
            <a:xfrm>
              <a:off x="419946" y="-1"/>
              <a:ext cx="2260" cy="968588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91" name="Shape 159"/>
            <p:cNvSpPr txBox="1"/>
            <p:nvPr/>
          </p:nvSpPr>
          <p:spPr>
            <a:xfrm>
              <a:off x="0" y="930204"/>
              <a:ext cx="11430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2400">
                  <a:solidFill>
                    <a:srgbClr val="993300"/>
                  </a:solidFill>
                  <a:uFill>
                    <a:solidFill>
                      <a:srgbClr val="993300"/>
                    </a:solidFill>
                  </a:uFill>
                </a:defRPr>
              </a:lvl1pPr>
            </a:lstStyle>
            <a:p>
              <a:r>
                <a:t>high</a:t>
              </a:r>
            </a:p>
          </p:txBody>
        </p:sp>
      </p:grpSp>
      <p:grpSp>
        <p:nvGrpSpPr>
          <p:cNvPr id="1095" name="Group 163"/>
          <p:cNvGrpSpPr/>
          <p:nvPr/>
        </p:nvGrpSpPr>
        <p:grpSpPr>
          <a:xfrm>
            <a:off x="9982200" y="3843301"/>
            <a:ext cx="1143000" cy="1363451"/>
            <a:chOff x="0" y="0"/>
            <a:chExt cx="1143000" cy="1363450"/>
          </a:xfrm>
        </p:grpSpPr>
        <p:sp>
          <p:nvSpPr>
            <p:cNvPr id="1093" name="Shape 161"/>
            <p:cNvSpPr/>
            <p:nvPr/>
          </p:nvSpPr>
          <p:spPr>
            <a:xfrm>
              <a:off x="419946" y="-1"/>
              <a:ext cx="2261" cy="968590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94" name="Shape 162"/>
            <p:cNvSpPr txBox="1"/>
            <p:nvPr/>
          </p:nvSpPr>
          <p:spPr>
            <a:xfrm>
              <a:off x="0" y="931898"/>
              <a:ext cx="11430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2400">
                  <a:solidFill>
                    <a:srgbClr val="993300"/>
                  </a:solidFill>
                  <a:uFill>
                    <a:solidFill>
                      <a:srgbClr val="993300"/>
                    </a:solidFill>
                  </a:uFill>
                </a:defRPr>
              </a:lvl1pPr>
            </a:lstStyle>
            <a:p>
              <a:r>
                <a:t>high</a:t>
              </a:r>
            </a:p>
          </p:txBody>
        </p:sp>
      </p:grpSp>
      <p:sp>
        <p:nvSpPr>
          <p:cNvPr id="1096" name="Shape 164"/>
          <p:cNvSpPr/>
          <p:nvPr/>
        </p:nvSpPr>
        <p:spPr>
          <a:xfrm>
            <a:off x="1459088" y="3060700"/>
            <a:ext cx="705500" cy="688541"/>
          </a:xfrm>
          <a:prstGeom prst="rect">
            <a:avLst/>
          </a:prstGeom>
          <a:solidFill>
            <a:srgbClr val="333399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r>
              <a:t>23</a:t>
            </a:r>
          </a:p>
        </p:txBody>
      </p:sp>
      <p:grpSp>
        <p:nvGrpSpPr>
          <p:cNvPr id="1099" name="Group 167"/>
          <p:cNvGrpSpPr/>
          <p:nvPr/>
        </p:nvGrpSpPr>
        <p:grpSpPr>
          <a:xfrm>
            <a:off x="2538305" y="3851204"/>
            <a:ext cx="1143002" cy="1361757"/>
            <a:chOff x="0" y="0"/>
            <a:chExt cx="1143000" cy="1361756"/>
          </a:xfrm>
        </p:grpSpPr>
        <p:sp>
          <p:nvSpPr>
            <p:cNvPr id="1097" name="Shape 165"/>
            <p:cNvSpPr/>
            <p:nvPr/>
          </p:nvSpPr>
          <p:spPr>
            <a:xfrm>
              <a:off x="419946" y="-1"/>
              <a:ext cx="2260" cy="968588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98" name="Shape 166"/>
            <p:cNvSpPr txBox="1"/>
            <p:nvPr/>
          </p:nvSpPr>
          <p:spPr>
            <a:xfrm>
              <a:off x="0" y="930204"/>
              <a:ext cx="11430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2400">
                  <a:solidFill>
                    <a:srgbClr val="993300"/>
                  </a:solidFill>
                  <a:uFill>
                    <a:solidFill>
                      <a:srgbClr val="993300"/>
                    </a:solidFill>
                  </a:uFill>
                </a:defRPr>
              </a:lvl1pPr>
            </a:lstStyle>
            <a:p>
              <a:r>
                <a:t>low</a:t>
              </a:r>
            </a:p>
          </p:txBody>
        </p:sp>
      </p:grpSp>
      <p:grpSp>
        <p:nvGrpSpPr>
          <p:cNvPr id="1102" name="Group 170"/>
          <p:cNvGrpSpPr/>
          <p:nvPr/>
        </p:nvGrpSpPr>
        <p:grpSpPr>
          <a:xfrm>
            <a:off x="3459479" y="3848099"/>
            <a:ext cx="1143002" cy="1361758"/>
            <a:chOff x="0" y="0"/>
            <a:chExt cx="1143000" cy="1361756"/>
          </a:xfrm>
        </p:grpSpPr>
        <p:sp>
          <p:nvSpPr>
            <p:cNvPr id="1100" name="Shape 168"/>
            <p:cNvSpPr/>
            <p:nvPr/>
          </p:nvSpPr>
          <p:spPr>
            <a:xfrm>
              <a:off x="419946" y="-1"/>
              <a:ext cx="2260" cy="968588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01" name="Shape 169"/>
            <p:cNvSpPr txBox="1"/>
            <p:nvPr/>
          </p:nvSpPr>
          <p:spPr>
            <a:xfrm>
              <a:off x="0" y="930204"/>
              <a:ext cx="11430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2400">
                  <a:solidFill>
                    <a:srgbClr val="993300"/>
                  </a:solidFill>
                  <a:uFill>
                    <a:solidFill>
                      <a:srgbClr val="993300"/>
                    </a:solidFill>
                  </a:uFill>
                </a:defRPr>
              </a:lvl1pPr>
            </a:lstStyle>
            <a:p>
              <a:r>
                <a:t>low</a:t>
              </a:r>
            </a:p>
          </p:txBody>
        </p:sp>
      </p:grpSp>
      <p:sp>
        <p:nvSpPr>
          <p:cNvPr id="1103" name="Shape 171"/>
          <p:cNvSpPr/>
          <p:nvPr/>
        </p:nvSpPr>
        <p:spPr>
          <a:xfrm>
            <a:off x="10033000" y="3044330"/>
            <a:ext cx="705499" cy="688542"/>
          </a:xfrm>
          <a:prstGeom prst="rect">
            <a:avLst/>
          </a:prstGeom>
          <a:solidFill>
            <a:srgbClr val="333399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r>
              <a:t>80</a:t>
            </a:r>
          </a:p>
        </p:txBody>
      </p:sp>
      <p:grpSp>
        <p:nvGrpSpPr>
          <p:cNvPr id="1106" name="Group 174"/>
          <p:cNvGrpSpPr/>
          <p:nvPr/>
        </p:nvGrpSpPr>
        <p:grpSpPr>
          <a:xfrm>
            <a:off x="8862342" y="3850921"/>
            <a:ext cx="1143001" cy="1361758"/>
            <a:chOff x="0" y="0"/>
            <a:chExt cx="1143000" cy="1361756"/>
          </a:xfrm>
        </p:grpSpPr>
        <p:sp>
          <p:nvSpPr>
            <p:cNvPr id="1104" name="Shape 172"/>
            <p:cNvSpPr/>
            <p:nvPr/>
          </p:nvSpPr>
          <p:spPr>
            <a:xfrm>
              <a:off x="419946" y="-1"/>
              <a:ext cx="2260" cy="968588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05" name="Shape 173"/>
            <p:cNvSpPr txBox="1"/>
            <p:nvPr/>
          </p:nvSpPr>
          <p:spPr>
            <a:xfrm>
              <a:off x="0" y="930204"/>
              <a:ext cx="11430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2400">
                  <a:solidFill>
                    <a:srgbClr val="993300"/>
                  </a:solidFill>
                  <a:uFill>
                    <a:solidFill>
                      <a:srgbClr val="993300"/>
                    </a:solidFill>
                  </a:uFill>
                </a:defRPr>
              </a:lvl1pPr>
            </a:lstStyle>
            <a:p>
              <a:r>
                <a:t>high</a:t>
              </a:r>
            </a:p>
          </p:txBody>
        </p:sp>
      </p:grpSp>
      <p:grpSp>
        <p:nvGrpSpPr>
          <p:cNvPr id="1109" name="Group 177"/>
          <p:cNvGrpSpPr/>
          <p:nvPr/>
        </p:nvGrpSpPr>
        <p:grpSpPr>
          <a:xfrm>
            <a:off x="5507284" y="3845559"/>
            <a:ext cx="1143001" cy="1361194"/>
            <a:chOff x="0" y="0"/>
            <a:chExt cx="1143000" cy="1361192"/>
          </a:xfrm>
        </p:grpSpPr>
        <p:sp>
          <p:nvSpPr>
            <p:cNvPr id="1107" name="Shape 175"/>
            <p:cNvSpPr/>
            <p:nvPr/>
          </p:nvSpPr>
          <p:spPr>
            <a:xfrm>
              <a:off x="419946" y="-1"/>
              <a:ext cx="2260" cy="968590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08" name="Shape 176"/>
            <p:cNvSpPr txBox="1"/>
            <p:nvPr/>
          </p:nvSpPr>
          <p:spPr>
            <a:xfrm>
              <a:off x="0" y="929640"/>
              <a:ext cx="11430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2400">
                  <a:solidFill>
                    <a:srgbClr val="993300"/>
                  </a:solidFill>
                  <a:uFill>
                    <a:solidFill>
                      <a:srgbClr val="993300"/>
                    </a:solidFill>
                  </a:uFill>
                </a:defRPr>
              </a:lvl1pPr>
            </a:lstStyle>
            <a:p>
              <a:r>
                <a:t>high</a:t>
              </a:r>
            </a:p>
          </p:txBody>
        </p:sp>
      </p:grpSp>
      <p:sp>
        <p:nvSpPr>
          <p:cNvPr id="1110" name="Shape 178"/>
          <p:cNvSpPr/>
          <p:nvPr/>
        </p:nvSpPr>
        <p:spPr>
          <a:xfrm>
            <a:off x="3459479" y="3028525"/>
            <a:ext cx="825502" cy="688542"/>
          </a:xfrm>
          <a:prstGeom prst="rect">
            <a:avLst/>
          </a:prstGeom>
          <a:solidFill>
            <a:srgbClr val="333399"/>
          </a:solidFill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r>
              <a:t>14</a:t>
            </a:r>
          </a:p>
        </p:txBody>
      </p:sp>
      <p:grpSp>
        <p:nvGrpSpPr>
          <p:cNvPr id="1113" name="Group 181"/>
          <p:cNvGrpSpPr/>
          <p:nvPr/>
        </p:nvGrpSpPr>
        <p:grpSpPr>
          <a:xfrm>
            <a:off x="4516120" y="3844995"/>
            <a:ext cx="1143002" cy="1361757"/>
            <a:chOff x="0" y="0"/>
            <a:chExt cx="1143000" cy="1361756"/>
          </a:xfrm>
        </p:grpSpPr>
        <p:sp>
          <p:nvSpPr>
            <p:cNvPr id="1111" name="Shape 179"/>
            <p:cNvSpPr/>
            <p:nvPr/>
          </p:nvSpPr>
          <p:spPr>
            <a:xfrm>
              <a:off x="424179" y="-1"/>
              <a:ext cx="2260" cy="968588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12" name="Shape 180"/>
            <p:cNvSpPr txBox="1"/>
            <p:nvPr/>
          </p:nvSpPr>
          <p:spPr>
            <a:xfrm>
              <a:off x="0" y="930204"/>
              <a:ext cx="11430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2400">
                  <a:solidFill>
                    <a:srgbClr val="993300"/>
                  </a:solidFill>
                  <a:uFill>
                    <a:solidFill>
                      <a:srgbClr val="993300"/>
                    </a:solidFill>
                  </a:uFill>
                </a:defRPr>
              </a:lvl1pPr>
            </a:lstStyle>
            <a:p>
              <a:r>
                <a:t>low</a:t>
              </a:r>
            </a:p>
          </p:txBody>
        </p:sp>
      </p:grpSp>
      <p:grpSp>
        <p:nvGrpSpPr>
          <p:cNvPr id="1116" name="Group 184"/>
          <p:cNvGrpSpPr/>
          <p:nvPr/>
        </p:nvGrpSpPr>
        <p:grpSpPr>
          <a:xfrm>
            <a:off x="6045200" y="3848099"/>
            <a:ext cx="1143000" cy="1361758"/>
            <a:chOff x="0" y="0"/>
            <a:chExt cx="1143000" cy="1361756"/>
          </a:xfrm>
        </p:grpSpPr>
        <p:sp>
          <p:nvSpPr>
            <p:cNvPr id="1114" name="Shape 182"/>
            <p:cNvSpPr/>
            <p:nvPr/>
          </p:nvSpPr>
          <p:spPr>
            <a:xfrm>
              <a:off x="419945" y="-1"/>
              <a:ext cx="2261" cy="968588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15" name="Shape 183"/>
            <p:cNvSpPr txBox="1"/>
            <p:nvPr/>
          </p:nvSpPr>
          <p:spPr>
            <a:xfrm>
              <a:off x="0" y="930204"/>
              <a:ext cx="11430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2400">
                  <a:solidFill>
                    <a:srgbClr val="993300"/>
                  </a:solidFill>
                  <a:uFill>
                    <a:solidFill>
                      <a:srgbClr val="993300"/>
                    </a:solidFill>
                  </a:uFill>
                </a:defRPr>
              </a:lvl1pPr>
            </a:lstStyle>
            <a:p>
              <a:r>
                <a:t>  low</a:t>
              </a:r>
            </a:p>
          </p:txBody>
        </p:sp>
      </p:grpSp>
      <p:sp>
        <p:nvSpPr>
          <p:cNvPr id="1117" name="Shape 185"/>
          <p:cNvSpPr/>
          <p:nvPr/>
        </p:nvSpPr>
        <p:spPr>
          <a:xfrm>
            <a:off x="5642750" y="3044330"/>
            <a:ext cx="825502" cy="688542"/>
          </a:xfrm>
          <a:prstGeom prst="rect">
            <a:avLst/>
          </a:prstGeom>
          <a:solidFill>
            <a:srgbClr val="333399"/>
          </a:solidFill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r>
              <a:t>52</a:t>
            </a:r>
          </a:p>
        </p:txBody>
      </p:sp>
      <p:grpSp>
        <p:nvGrpSpPr>
          <p:cNvPr id="1120" name="Group 188"/>
          <p:cNvGrpSpPr/>
          <p:nvPr/>
        </p:nvGrpSpPr>
        <p:grpSpPr>
          <a:xfrm>
            <a:off x="7861300" y="3848099"/>
            <a:ext cx="1143000" cy="1361758"/>
            <a:chOff x="0" y="0"/>
            <a:chExt cx="1143000" cy="1361756"/>
          </a:xfrm>
        </p:grpSpPr>
        <p:sp>
          <p:nvSpPr>
            <p:cNvPr id="1118" name="Shape 186"/>
            <p:cNvSpPr/>
            <p:nvPr/>
          </p:nvSpPr>
          <p:spPr>
            <a:xfrm>
              <a:off x="420792" y="-1"/>
              <a:ext cx="2261" cy="968588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19" name="Shape 187"/>
            <p:cNvSpPr txBox="1"/>
            <p:nvPr/>
          </p:nvSpPr>
          <p:spPr>
            <a:xfrm>
              <a:off x="0" y="930204"/>
              <a:ext cx="11430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2400">
                  <a:solidFill>
                    <a:srgbClr val="993300"/>
                  </a:solidFill>
                  <a:uFill>
                    <a:solidFill>
                      <a:srgbClr val="993300"/>
                    </a:solidFill>
                  </a:uFill>
                </a:defRPr>
              </a:lvl1pPr>
            </a:lstStyle>
            <a:p>
              <a:r>
                <a:t>high</a:t>
              </a:r>
            </a:p>
          </p:txBody>
        </p:sp>
      </p:grpSp>
      <p:grpSp>
        <p:nvGrpSpPr>
          <p:cNvPr id="1123" name="Group 191"/>
          <p:cNvGrpSpPr/>
          <p:nvPr/>
        </p:nvGrpSpPr>
        <p:grpSpPr>
          <a:xfrm>
            <a:off x="6737773" y="3848099"/>
            <a:ext cx="1143002" cy="1361758"/>
            <a:chOff x="0" y="0"/>
            <a:chExt cx="1143000" cy="1361756"/>
          </a:xfrm>
        </p:grpSpPr>
        <p:sp>
          <p:nvSpPr>
            <p:cNvPr id="1121" name="Shape 189"/>
            <p:cNvSpPr/>
            <p:nvPr/>
          </p:nvSpPr>
          <p:spPr>
            <a:xfrm>
              <a:off x="425026" y="-1"/>
              <a:ext cx="2260" cy="968588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22" name="Shape 190"/>
            <p:cNvSpPr txBox="1"/>
            <p:nvPr/>
          </p:nvSpPr>
          <p:spPr>
            <a:xfrm>
              <a:off x="0" y="930204"/>
              <a:ext cx="11430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2400">
                  <a:solidFill>
                    <a:srgbClr val="993300"/>
                  </a:solidFill>
                  <a:uFill>
                    <a:solidFill>
                      <a:srgbClr val="993300"/>
                    </a:solidFill>
                  </a:uFill>
                </a:defRPr>
              </a:lvl1pPr>
            </a:lstStyle>
            <a:p>
              <a:r>
                <a:t>high</a:t>
              </a:r>
            </a:p>
          </p:txBody>
        </p:sp>
      </p:grpSp>
      <p:sp>
        <p:nvSpPr>
          <p:cNvPr id="1124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划分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1" fill="hold" grpId="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26" dur="500" fill="hold"/>
                                        <p:tgtEl>
                                          <p:spTgt spid="10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1" fill="hold" grpId="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41" dur="500" fill="hold"/>
                                        <p:tgtEl>
                                          <p:spTgt spid="10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indefinite" fill="hold"/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1" fill="hold" grpId="1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51" dur="500" fill="hold"/>
                                        <p:tgtEl>
                                          <p:spTgt spid="10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dur="indefinite" fill="hold"/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1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dur="indefinite" fill="hold"/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1" fill="hold" grpId="1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66" dur="500" fill="hold"/>
                                        <p:tgtEl>
                                          <p:spTgt spid="10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1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dur="indefinite" fill="hold"/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xit" presetSubtype="1" fill="hold" grpId="1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76" dur="500" fill="hold"/>
                                        <p:tgtEl>
                                          <p:spTgt spid="1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1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dur="indefinite" fill="hold"/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xit" presetSubtype="1" fill="hold" grpId="1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86" dur="500" fill="hold"/>
                                        <p:tgtEl>
                                          <p:spTgt spid="1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1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dur="indefinite" fill="hold"/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xit" presetSubtype="1" fill="hold" grpId="1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96" dur="500" fill="hold"/>
                                        <p:tgtEl>
                                          <p:spTgt spid="1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2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dur="indefinite" fill="hold"/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2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dur="indefinite" fill="hold"/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xit" presetSubtype="1" fill="hold" grpId="2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11" dur="500" fill="hold"/>
                                        <p:tgtEl>
                                          <p:spTgt spid="1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2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6" dur="indefinite" fill="hold"/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xit" presetSubtype="1" fill="hold" grpId="2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21" dur="500" fill="hold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2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6" dur="indefinite" fill="hold"/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2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1" dur="indefinite" fill="hold"/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1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3" grpId="23" animBg="1" advAuto="0"/>
      <p:bldP spid="1096" grpId="7" animBg="1" advAuto="0"/>
      <p:bldP spid="1113" grpId="24" animBg="1" advAuto="0"/>
      <p:bldP spid="1089" grpId="3" animBg="1" advAuto="0"/>
      <p:bldP spid="1099" grpId="9" animBg="1" advAuto="0"/>
      <p:bldP spid="1099" grpId="10" animBg="1" advAuto="0"/>
      <p:bldP spid="1102" grpId="22" animBg="1" advAuto="0"/>
      <p:bldP spid="1089" grpId="8" animBg="1" advAuto="0"/>
      <p:bldP spid="1109" grpId="20" animBg="1" advAuto="0"/>
      <p:bldP spid="1110" grpId="21" animBg="1" advAuto="0"/>
      <p:bldP spid="1106" grpId="14" animBg="1" advAuto="0"/>
      <p:bldP spid="1103" grpId="12" animBg="1" advAuto="0"/>
      <p:bldP spid="1106" grpId="15" animBg="1" advAuto="0"/>
      <p:bldP spid="1086" grpId="2" animBg="1" advAuto="0"/>
      <p:bldP spid="1085" grpId="1" animBg="1" advAuto="0"/>
      <p:bldP spid="1123" grpId="18" animBg="1" advAuto="0"/>
      <p:bldP spid="1123" grpId="19" animBg="1" advAuto="0"/>
      <p:bldP spid="1095" grpId="6" animBg="1" advAuto="0"/>
      <p:bldP spid="1116" grpId="25" animBg="1" advAuto="0"/>
      <p:bldP spid="1117" grpId="26" animBg="1" advAuto="0"/>
      <p:bldP spid="1095" grpId="13" animBg="1" advAuto="0"/>
      <p:bldP spid="1092" grpId="4" animBg="1" advAuto="0"/>
      <p:bldP spid="1092" grpId="5" animBg="1" advAuto="0"/>
      <p:bldP spid="1120" grpId="16" animBg="1" advAuto="0"/>
      <p:bldP spid="1120" grpId="17" animBg="1" advAuto="0"/>
      <p:bldP spid="1102" grpId="11" animBg="1" advAuto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Shape 201"/>
          <p:cNvSpPr txBox="1"/>
          <p:nvPr/>
        </p:nvSpPr>
        <p:spPr>
          <a:xfrm>
            <a:off x="1172916" y="101316"/>
            <a:ext cx="10985501" cy="9525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课堂练习</a:t>
            </a:r>
          </a:p>
        </p:txBody>
      </p:sp>
      <p:sp>
        <p:nvSpPr>
          <p:cNvPr id="1127" name="Shape 202"/>
          <p:cNvSpPr txBox="1"/>
          <p:nvPr/>
        </p:nvSpPr>
        <p:spPr>
          <a:xfrm>
            <a:off x="3242169" y="2975750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1128" name="Shape 203"/>
          <p:cNvSpPr txBox="1"/>
          <p:nvPr/>
        </p:nvSpPr>
        <p:spPr>
          <a:xfrm>
            <a:off x="4267200" y="2975750"/>
            <a:ext cx="7054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1129" name="Shape 204"/>
          <p:cNvSpPr txBox="1"/>
          <p:nvPr/>
        </p:nvSpPr>
        <p:spPr>
          <a:xfrm>
            <a:off x="5391573" y="2975750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1130" name="Shape 205"/>
          <p:cNvSpPr txBox="1"/>
          <p:nvPr/>
        </p:nvSpPr>
        <p:spPr>
          <a:xfrm>
            <a:off x="6416603" y="2975750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sp>
        <p:nvSpPr>
          <p:cNvPr id="1131" name="Shape 206"/>
          <p:cNvSpPr txBox="1"/>
          <p:nvPr/>
        </p:nvSpPr>
        <p:spPr>
          <a:xfrm>
            <a:off x="7439376" y="2975750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1132" name="Shape 207"/>
          <p:cNvSpPr txBox="1"/>
          <p:nvPr/>
        </p:nvSpPr>
        <p:spPr>
          <a:xfrm>
            <a:off x="8575040" y="2975750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1133" name="Shape 208"/>
          <p:cNvSpPr txBox="1"/>
          <p:nvPr/>
        </p:nvSpPr>
        <p:spPr>
          <a:xfrm>
            <a:off x="2210363" y="2975750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1134" name="Shape 209"/>
          <p:cNvSpPr txBox="1"/>
          <p:nvPr/>
        </p:nvSpPr>
        <p:spPr>
          <a:xfrm>
            <a:off x="1960033" y="2397760"/>
            <a:ext cx="8610602" cy="49289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   0           1         2         3          4          5         6          7</a:t>
            </a:r>
          </a:p>
        </p:txBody>
      </p:sp>
      <p:grpSp>
        <p:nvGrpSpPr>
          <p:cNvPr id="1147" name="Group 222"/>
          <p:cNvGrpSpPr/>
          <p:nvPr/>
        </p:nvGrpSpPr>
        <p:grpSpPr>
          <a:xfrm>
            <a:off x="2070098" y="2905760"/>
            <a:ext cx="8498281" cy="826350"/>
            <a:chOff x="0" y="0"/>
            <a:chExt cx="8498279" cy="826349"/>
          </a:xfrm>
        </p:grpSpPr>
        <p:grpSp>
          <p:nvGrpSpPr>
            <p:cNvPr id="1139" name="Group 214"/>
            <p:cNvGrpSpPr/>
            <p:nvPr/>
          </p:nvGrpSpPr>
          <p:grpSpPr>
            <a:xfrm>
              <a:off x="0" y="4514"/>
              <a:ext cx="8498280" cy="821836"/>
              <a:chOff x="0" y="0"/>
              <a:chExt cx="8498279" cy="821834"/>
            </a:xfrm>
          </p:grpSpPr>
          <p:sp>
            <p:nvSpPr>
              <p:cNvPr id="1135" name="Shape 210"/>
              <p:cNvSpPr/>
              <p:nvPr/>
            </p:nvSpPr>
            <p:spPr>
              <a:xfrm>
                <a:off x="0" y="819575"/>
                <a:ext cx="8498280" cy="226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36" name="Shape 211"/>
              <p:cNvSpPr/>
              <p:nvPr/>
            </p:nvSpPr>
            <p:spPr>
              <a:xfrm>
                <a:off x="0" y="-1"/>
                <a:ext cx="8498280" cy="226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37" name="Shape 212"/>
              <p:cNvSpPr/>
              <p:nvPr/>
            </p:nvSpPr>
            <p:spPr>
              <a:xfrm>
                <a:off x="8492069" y="0"/>
                <a:ext cx="2260" cy="81957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38" name="Shape 213"/>
              <p:cNvSpPr/>
              <p:nvPr/>
            </p:nvSpPr>
            <p:spPr>
              <a:xfrm>
                <a:off x="-1" y="0"/>
                <a:ext cx="2260" cy="81957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140" name="Shape 215"/>
            <p:cNvSpPr/>
            <p:nvPr/>
          </p:nvSpPr>
          <p:spPr>
            <a:xfrm>
              <a:off x="1018822" y="4515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41" name="Shape 216"/>
            <p:cNvSpPr/>
            <p:nvPr/>
          </p:nvSpPr>
          <p:spPr>
            <a:xfrm>
              <a:off x="2043853" y="4515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42" name="Shape 217"/>
            <p:cNvSpPr/>
            <p:nvPr/>
          </p:nvSpPr>
          <p:spPr>
            <a:xfrm>
              <a:off x="3066627" y="4515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43" name="Shape 218"/>
            <p:cNvSpPr/>
            <p:nvPr/>
          </p:nvSpPr>
          <p:spPr>
            <a:xfrm>
              <a:off x="4091659" y="4515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44" name="Shape 219"/>
            <p:cNvSpPr/>
            <p:nvPr/>
          </p:nvSpPr>
          <p:spPr>
            <a:xfrm>
              <a:off x="5218291" y="4515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45" name="Shape 220"/>
            <p:cNvSpPr/>
            <p:nvPr/>
          </p:nvSpPr>
          <p:spPr>
            <a:xfrm>
              <a:off x="6241064" y="4515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46" name="Shape 221"/>
            <p:cNvSpPr/>
            <p:nvPr/>
          </p:nvSpPr>
          <p:spPr>
            <a:xfrm>
              <a:off x="7365437" y="0"/>
              <a:ext cx="2261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1148" name="Shape 202"/>
          <p:cNvSpPr txBox="1"/>
          <p:nvPr/>
        </p:nvSpPr>
        <p:spPr>
          <a:xfrm>
            <a:off x="3176974" y="4708392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1149" name="Shape 203"/>
          <p:cNvSpPr txBox="1"/>
          <p:nvPr/>
        </p:nvSpPr>
        <p:spPr>
          <a:xfrm>
            <a:off x="4202005" y="4708392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1150" name="Shape 204"/>
          <p:cNvSpPr txBox="1"/>
          <p:nvPr/>
        </p:nvSpPr>
        <p:spPr>
          <a:xfrm>
            <a:off x="5326378" y="4708392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1151" name="Shape 205"/>
          <p:cNvSpPr txBox="1"/>
          <p:nvPr/>
        </p:nvSpPr>
        <p:spPr>
          <a:xfrm>
            <a:off x="6351409" y="4708392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sp>
        <p:nvSpPr>
          <p:cNvPr id="1152" name="Shape 206"/>
          <p:cNvSpPr txBox="1"/>
          <p:nvPr/>
        </p:nvSpPr>
        <p:spPr>
          <a:xfrm>
            <a:off x="7374182" y="4708392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1153" name="Shape 207"/>
          <p:cNvSpPr txBox="1"/>
          <p:nvPr/>
        </p:nvSpPr>
        <p:spPr>
          <a:xfrm>
            <a:off x="8522545" y="4708392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1154" name="Shape 208"/>
          <p:cNvSpPr txBox="1"/>
          <p:nvPr/>
        </p:nvSpPr>
        <p:spPr>
          <a:xfrm>
            <a:off x="2195969" y="4708392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grpSp>
        <p:nvGrpSpPr>
          <p:cNvPr id="1169" name="Group 223"/>
          <p:cNvGrpSpPr/>
          <p:nvPr/>
        </p:nvGrpSpPr>
        <p:grpSpPr>
          <a:xfrm>
            <a:off x="1958338" y="4130401"/>
            <a:ext cx="8610602" cy="1334351"/>
            <a:chOff x="0" y="0"/>
            <a:chExt cx="8610600" cy="1334349"/>
          </a:xfrm>
        </p:grpSpPr>
        <p:sp>
          <p:nvSpPr>
            <p:cNvPr id="1155" name="Shape 209"/>
            <p:cNvSpPr txBox="1"/>
            <p:nvPr/>
          </p:nvSpPr>
          <p:spPr>
            <a:xfrm>
              <a:off x="0" y="0"/>
              <a:ext cx="8610601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    0           1         2         3          4          5          6          7</a:t>
              </a:r>
            </a:p>
          </p:txBody>
        </p:sp>
        <p:grpSp>
          <p:nvGrpSpPr>
            <p:cNvPr id="1168" name="Group 222"/>
            <p:cNvGrpSpPr/>
            <p:nvPr/>
          </p:nvGrpSpPr>
          <p:grpSpPr>
            <a:xfrm>
              <a:off x="110065" y="508000"/>
              <a:ext cx="8498281" cy="826350"/>
              <a:chOff x="0" y="0"/>
              <a:chExt cx="8498279" cy="826349"/>
            </a:xfrm>
          </p:grpSpPr>
          <p:grpSp>
            <p:nvGrpSpPr>
              <p:cNvPr id="1160" name="Group 214"/>
              <p:cNvGrpSpPr/>
              <p:nvPr/>
            </p:nvGrpSpPr>
            <p:grpSpPr>
              <a:xfrm>
                <a:off x="0" y="4514"/>
                <a:ext cx="8498280" cy="821836"/>
                <a:chOff x="0" y="0"/>
                <a:chExt cx="8498279" cy="821834"/>
              </a:xfrm>
            </p:grpSpPr>
            <p:sp>
              <p:nvSpPr>
                <p:cNvPr id="1156" name="Shape 210"/>
                <p:cNvSpPr/>
                <p:nvPr/>
              </p:nvSpPr>
              <p:spPr>
                <a:xfrm>
                  <a:off x="0" y="819575"/>
                  <a:ext cx="8498280" cy="226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85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57" name="Shape 211"/>
                <p:cNvSpPr/>
                <p:nvPr/>
              </p:nvSpPr>
              <p:spPr>
                <a:xfrm>
                  <a:off x="0" y="-1"/>
                  <a:ext cx="8498280" cy="226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85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58" name="Shape 212"/>
                <p:cNvSpPr/>
                <p:nvPr/>
              </p:nvSpPr>
              <p:spPr>
                <a:xfrm>
                  <a:off x="8492069" y="0"/>
                  <a:ext cx="2260" cy="819577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85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59" name="Shape 213"/>
                <p:cNvSpPr/>
                <p:nvPr/>
              </p:nvSpPr>
              <p:spPr>
                <a:xfrm>
                  <a:off x="-1" y="0"/>
                  <a:ext cx="2260" cy="819577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85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</p:grpSp>
          <p:sp>
            <p:nvSpPr>
              <p:cNvPr id="1161" name="Shape 215"/>
              <p:cNvSpPr/>
              <p:nvPr/>
            </p:nvSpPr>
            <p:spPr>
              <a:xfrm>
                <a:off x="1018822" y="4515"/>
                <a:ext cx="2260" cy="8195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62" name="Shape 216"/>
              <p:cNvSpPr/>
              <p:nvPr/>
            </p:nvSpPr>
            <p:spPr>
              <a:xfrm>
                <a:off x="2043853" y="4515"/>
                <a:ext cx="2260" cy="8195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63" name="Shape 217"/>
              <p:cNvSpPr/>
              <p:nvPr/>
            </p:nvSpPr>
            <p:spPr>
              <a:xfrm>
                <a:off x="3066627" y="4515"/>
                <a:ext cx="2260" cy="8195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64" name="Shape 218"/>
              <p:cNvSpPr/>
              <p:nvPr/>
            </p:nvSpPr>
            <p:spPr>
              <a:xfrm>
                <a:off x="4091659" y="4515"/>
                <a:ext cx="2259" cy="8195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65" name="Shape 219"/>
              <p:cNvSpPr/>
              <p:nvPr/>
            </p:nvSpPr>
            <p:spPr>
              <a:xfrm>
                <a:off x="5218291" y="4515"/>
                <a:ext cx="2260" cy="8195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66" name="Shape 220"/>
              <p:cNvSpPr/>
              <p:nvPr/>
            </p:nvSpPr>
            <p:spPr>
              <a:xfrm>
                <a:off x="6241064" y="4515"/>
                <a:ext cx="2260" cy="8195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67" name="Shape 221"/>
              <p:cNvSpPr/>
              <p:nvPr/>
            </p:nvSpPr>
            <p:spPr>
              <a:xfrm>
                <a:off x="7365437" y="0"/>
                <a:ext cx="2261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</p:grpSp>
      <p:sp>
        <p:nvSpPr>
          <p:cNvPr id="1170" name="Shape 202"/>
          <p:cNvSpPr txBox="1"/>
          <p:nvPr/>
        </p:nvSpPr>
        <p:spPr>
          <a:xfrm>
            <a:off x="3227774" y="650885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1171" name="Shape 203"/>
          <p:cNvSpPr txBox="1"/>
          <p:nvPr/>
        </p:nvSpPr>
        <p:spPr>
          <a:xfrm>
            <a:off x="4252805" y="650885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1172" name="Shape 204"/>
          <p:cNvSpPr txBox="1"/>
          <p:nvPr/>
        </p:nvSpPr>
        <p:spPr>
          <a:xfrm>
            <a:off x="5377178" y="650885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1173" name="Shape 205"/>
          <p:cNvSpPr txBox="1"/>
          <p:nvPr/>
        </p:nvSpPr>
        <p:spPr>
          <a:xfrm>
            <a:off x="6402209" y="650885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sp>
        <p:nvSpPr>
          <p:cNvPr id="1174" name="Shape 206"/>
          <p:cNvSpPr txBox="1"/>
          <p:nvPr/>
        </p:nvSpPr>
        <p:spPr>
          <a:xfrm>
            <a:off x="7424982" y="650885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1175" name="Shape 207"/>
          <p:cNvSpPr txBox="1"/>
          <p:nvPr/>
        </p:nvSpPr>
        <p:spPr>
          <a:xfrm>
            <a:off x="8560645" y="650885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1176" name="Shape 208"/>
          <p:cNvSpPr txBox="1"/>
          <p:nvPr/>
        </p:nvSpPr>
        <p:spPr>
          <a:xfrm>
            <a:off x="2195969" y="650885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grpSp>
        <p:nvGrpSpPr>
          <p:cNvPr id="1191" name="Group 223"/>
          <p:cNvGrpSpPr/>
          <p:nvPr/>
        </p:nvGrpSpPr>
        <p:grpSpPr>
          <a:xfrm>
            <a:off x="1958338" y="5930860"/>
            <a:ext cx="8610602" cy="1334351"/>
            <a:chOff x="0" y="0"/>
            <a:chExt cx="8610600" cy="1334349"/>
          </a:xfrm>
        </p:grpSpPr>
        <p:sp>
          <p:nvSpPr>
            <p:cNvPr id="1177" name="Shape 209"/>
            <p:cNvSpPr txBox="1"/>
            <p:nvPr/>
          </p:nvSpPr>
          <p:spPr>
            <a:xfrm>
              <a:off x="0" y="0"/>
              <a:ext cx="8610601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    0           1         2          3          4          5          6          7</a:t>
              </a:r>
            </a:p>
          </p:txBody>
        </p:sp>
        <p:grpSp>
          <p:nvGrpSpPr>
            <p:cNvPr id="1190" name="Group 222"/>
            <p:cNvGrpSpPr/>
            <p:nvPr/>
          </p:nvGrpSpPr>
          <p:grpSpPr>
            <a:xfrm>
              <a:off x="110065" y="508000"/>
              <a:ext cx="8498281" cy="826350"/>
              <a:chOff x="0" y="0"/>
              <a:chExt cx="8498279" cy="826349"/>
            </a:xfrm>
          </p:grpSpPr>
          <p:grpSp>
            <p:nvGrpSpPr>
              <p:cNvPr id="1182" name="Group 214"/>
              <p:cNvGrpSpPr/>
              <p:nvPr/>
            </p:nvGrpSpPr>
            <p:grpSpPr>
              <a:xfrm>
                <a:off x="0" y="4514"/>
                <a:ext cx="8498280" cy="821836"/>
                <a:chOff x="0" y="0"/>
                <a:chExt cx="8498279" cy="821834"/>
              </a:xfrm>
            </p:grpSpPr>
            <p:sp>
              <p:nvSpPr>
                <p:cNvPr id="1178" name="Shape 210"/>
                <p:cNvSpPr/>
                <p:nvPr/>
              </p:nvSpPr>
              <p:spPr>
                <a:xfrm>
                  <a:off x="0" y="819575"/>
                  <a:ext cx="8498280" cy="226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85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79" name="Shape 211"/>
                <p:cNvSpPr/>
                <p:nvPr/>
              </p:nvSpPr>
              <p:spPr>
                <a:xfrm>
                  <a:off x="0" y="-1"/>
                  <a:ext cx="8498280" cy="226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85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80" name="Shape 212"/>
                <p:cNvSpPr/>
                <p:nvPr/>
              </p:nvSpPr>
              <p:spPr>
                <a:xfrm>
                  <a:off x="8492069" y="0"/>
                  <a:ext cx="2260" cy="819577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85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81" name="Shape 213"/>
                <p:cNvSpPr/>
                <p:nvPr/>
              </p:nvSpPr>
              <p:spPr>
                <a:xfrm>
                  <a:off x="-1" y="0"/>
                  <a:ext cx="2260" cy="819577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85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</p:grpSp>
          <p:sp>
            <p:nvSpPr>
              <p:cNvPr id="1183" name="Shape 215"/>
              <p:cNvSpPr/>
              <p:nvPr/>
            </p:nvSpPr>
            <p:spPr>
              <a:xfrm>
                <a:off x="1018822" y="4515"/>
                <a:ext cx="2260" cy="8195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84" name="Shape 216"/>
              <p:cNvSpPr/>
              <p:nvPr/>
            </p:nvSpPr>
            <p:spPr>
              <a:xfrm>
                <a:off x="2043853" y="4515"/>
                <a:ext cx="2260" cy="8195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85" name="Shape 217"/>
              <p:cNvSpPr/>
              <p:nvPr/>
            </p:nvSpPr>
            <p:spPr>
              <a:xfrm>
                <a:off x="3066627" y="4515"/>
                <a:ext cx="2260" cy="8195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86" name="Shape 218"/>
              <p:cNvSpPr/>
              <p:nvPr/>
            </p:nvSpPr>
            <p:spPr>
              <a:xfrm>
                <a:off x="4091659" y="4515"/>
                <a:ext cx="2259" cy="8195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87" name="Shape 219"/>
              <p:cNvSpPr/>
              <p:nvPr/>
            </p:nvSpPr>
            <p:spPr>
              <a:xfrm>
                <a:off x="5218291" y="4515"/>
                <a:ext cx="2260" cy="8195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88" name="Shape 220"/>
              <p:cNvSpPr/>
              <p:nvPr/>
            </p:nvSpPr>
            <p:spPr>
              <a:xfrm>
                <a:off x="6241064" y="4515"/>
                <a:ext cx="2260" cy="8195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89" name="Shape 221"/>
              <p:cNvSpPr/>
              <p:nvPr/>
            </p:nvSpPr>
            <p:spPr>
              <a:xfrm>
                <a:off x="7365437" y="0"/>
                <a:ext cx="2261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</p:grpSp>
      <p:sp>
        <p:nvSpPr>
          <p:cNvPr id="1192" name="Shape 207"/>
          <p:cNvSpPr txBox="1"/>
          <p:nvPr/>
        </p:nvSpPr>
        <p:spPr>
          <a:xfrm>
            <a:off x="9641840" y="2988450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30</a:t>
            </a:r>
          </a:p>
        </p:txBody>
      </p:sp>
      <p:sp>
        <p:nvSpPr>
          <p:cNvPr id="1193" name="Shape 207"/>
          <p:cNvSpPr txBox="1"/>
          <p:nvPr/>
        </p:nvSpPr>
        <p:spPr>
          <a:xfrm>
            <a:off x="9591040" y="4728350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30</a:t>
            </a:r>
          </a:p>
        </p:txBody>
      </p:sp>
      <p:sp>
        <p:nvSpPr>
          <p:cNvPr id="1194" name="Shape 207"/>
          <p:cNvSpPr txBox="1"/>
          <p:nvPr/>
        </p:nvSpPr>
        <p:spPr>
          <a:xfrm>
            <a:off x="9616440" y="6506350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30</a:t>
            </a:r>
          </a:p>
        </p:txBody>
      </p:sp>
      <p:sp>
        <p:nvSpPr>
          <p:cNvPr id="1195" name="选下标0的数组元素做枢轴"/>
          <p:cNvSpPr txBox="1"/>
          <p:nvPr/>
        </p:nvSpPr>
        <p:spPr>
          <a:xfrm>
            <a:off x="211130" y="1617302"/>
            <a:ext cx="528385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选下标0的数组元素做枢轴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划分</a:t>
            </a:r>
          </a:p>
        </p:txBody>
      </p:sp>
      <p:sp>
        <p:nvSpPr>
          <p:cNvPr id="1198" name="p"/>
          <p:cNvSpPr txBox="1"/>
          <p:nvPr/>
        </p:nvSpPr>
        <p:spPr>
          <a:xfrm>
            <a:off x="9896982" y="3398058"/>
            <a:ext cx="657149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p</a:t>
            </a:r>
          </a:p>
        </p:txBody>
      </p:sp>
      <p:sp>
        <p:nvSpPr>
          <p:cNvPr id="1199" name="≤ p"/>
          <p:cNvSpPr txBox="1"/>
          <p:nvPr/>
        </p:nvSpPr>
        <p:spPr>
          <a:xfrm>
            <a:off x="2504671" y="3398058"/>
            <a:ext cx="1943040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≤ p</a:t>
            </a:r>
          </a:p>
        </p:txBody>
      </p:sp>
      <p:sp>
        <p:nvSpPr>
          <p:cNvPr id="1200" name="?"/>
          <p:cNvSpPr txBox="1"/>
          <p:nvPr/>
        </p:nvSpPr>
        <p:spPr>
          <a:xfrm>
            <a:off x="7954379" y="3398058"/>
            <a:ext cx="1943040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?</a:t>
            </a:r>
          </a:p>
        </p:txBody>
      </p:sp>
      <p:sp>
        <p:nvSpPr>
          <p:cNvPr id="1201" name="&gt;p"/>
          <p:cNvSpPr txBox="1"/>
          <p:nvPr/>
        </p:nvSpPr>
        <p:spPr>
          <a:xfrm>
            <a:off x="4758457" y="3398058"/>
            <a:ext cx="2886168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&gt;p</a:t>
            </a:r>
          </a:p>
        </p:txBody>
      </p:sp>
      <p:sp>
        <p:nvSpPr>
          <p:cNvPr id="1202" name="l"/>
          <p:cNvSpPr txBox="1"/>
          <p:nvPr/>
        </p:nvSpPr>
        <p:spPr>
          <a:xfrm>
            <a:off x="2441013" y="2955272"/>
            <a:ext cx="412253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l</a:t>
            </a:r>
          </a:p>
        </p:txBody>
      </p:sp>
      <p:sp>
        <p:nvSpPr>
          <p:cNvPr id="1203" name="r"/>
          <p:cNvSpPr txBox="1"/>
          <p:nvPr/>
        </p:nvSpPr>
        <p:spPr>
          <a:xfrm>
            <a:off x="10107418" y="2885109"/>
            <a:ext cx="456369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r</a:t>
            </a:r>
          </a:p>
        </p:txBody>
      </p:sp>
      <p:sp>
        <p:nvSpPr>
          <p:cNvPr id="1204" name="i"/>
          <p:cNvSpPr txBox="1"/>
          <p:nvPr/>
        </p:nvSpPr>
        <p:spPr>
          <a:xfrm>
            <a:off x="4515087" y="4102697"/>
            <a:ext cx="412254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i</a:t>
            </a:r>
          </a:p>
        </p:txBody>
      </p:sp>
      <p:sp>
        <p:nvSpPr>
          <p:cNvPr id="1205" name="j"/>
          <p:cNvSpPr txBox="1"/>
          <p:nvPr/>
        </p:nvSpPr>
        <p:spPr>
          <a:xfrm>
            <a:off x="7601843" y="4102697"/>
            <a:ext cx="412253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j</a:t>
            </a:r>
          </a:p>
        </p:txBody>
      </p:sp>
      <p:sp>
        <p:nvSpPr>
          <p:cNvPr id="1206" name="矩形"/>
          <p:cNvSpPr txBox="1"/>
          <p:nvPr/>
        </p:nvSpPr>
        <p:spPr>
          <a:xfrm>
            <a:off x="7630782" y="3398058"/>
            <a:ext cx="321971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</a:t>
            </a:r>
          </a:p>
        </p:txBody>
      </p:sp>
      <p:sp>
        <p:nvSpPr>
          <p:cNvPr id="1207" name="矩形"/>
          <p:cNvSpPr txBox="1"/>
          <p:nvPr/>
        </p:nvSpPr>
        <p:spPr>
          <a:xfrm>
            <a:off x="4448703" y="3398058"/>
            <a:ext cx="321971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</a:t>
            </a:r>
          </a:p>
        </p:txBody>
      </p:sp>
      <p:sp>
        <p:nvSpPr>
          <p:cNvPr id="1208" name="part I"/>
          <p:cNvSpPr txBox="1"/>
          <p:nvPr/>
        </p:nvSpPr>
        <p:spPr>
          <a:xfrm>
            <a:off x="3037627" y="2720009"/>
            <a:ext cx="1149262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part I</a:t>
            </a:r>
          </a:p>
        </p:txBody>
      </p:sp>
      <p:sp>
        <p:nvSpPr>
          <p:cNvPr id="1209" name="part II"/>
          <p:cNvSpPr txBox="1"/>
          <p:nvPr/>
        </p:nvSpPr>
        <p:spPr>
          <a:xfrm>
            <a:off x="5626910" y="2720009"/>
            <a:ext cx="1281223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part II</a:t>
            </a:r>
          </a:p>
        </p:txBody>
      </p:sp>
      <p:sp>
        <p:nvSpPr>
          <p:cNvPr id="1210" name="part III"/>
          <p:cNvSpPr txBox="1"/>
          <p:nvPr/>
        </p:nvSpPr>
        <p:spPr>
          <a:xfrm>
            <a:off x="8367133" y="2720009"/>
            <a:ext cx="1413184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part III</a:t>
            </a:r>
          </a:p>
        </p:txBody>
      </p:sp>
      <p:sp>
        <p:nvSpPr>
          <p:cNvPr id="1211" name="a[l…i]"/>
          <p:cNvSpPr txBox="1"/>
          <p:nvPr/>
        </p:nvSpPr>
        <p:spPr>
          <a:xfrm>
            <a:off x="2540095" y="2224314"/>
            <a:ext cx="1356927" cy="59071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a[l…i]</a:t>
            </a:r>
          </a:p>
        </p:txBody>
      </p:sp>
      <p:sp>
        <p:nvSpPr>
          <p:cNvPr id="1212" name="a[j…r-1]"/>
          <p:cNvSpPr txBox="1"/>
          <p:nvPr/>
        </p:nvSpPr>
        <p:spPr>
          <a:xfrm>
            <a:off x="8235172" y="2208509"/>
            <a:ext cx="1742826" cy="59071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a[j…r-1]</a:t>
            </a:r>
          </a:p>
        </p:txBody>
      </p:sp>
      <p:sp>
        <p:nvSpPr>
          <p:cNvPr id="1213" name="a[i+1…j-1]"/>
          <p:cNvSpPr txBox="1"/>
          <p:nvPr/>
        </p:nvSpPr>
        <p:spPr>
          <a:xfrm>
            <a:off x="5213434" y="2228026"/>
            <a:ext cx="2200131" cy="59071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a[i+1…j-1]</a:t>
            </a:r>
          </a:p>
        </p:txBody>
      </p:sp>
      <p:sp>
        <p:nvSpPr>
          <p:cNvPr id="1214" name="a[j] ≤ p : 交换 a[i+1]和a[j]，然后i++, j++"/>
          <p:cNvSpPr txBox="1"/>
          <p:nvPr/>
        </p:nvSpPr>
        <p:spPr>
          <a:xfrm>
            <a:off x="1963723" y="5125446"/>
            <a:ext cx="7779822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a[j] ≤ p : 交换 a[i+1]和a[j]，然后i++, j++</a:t>
            </a:r>
          </a:p>
        </p:txBody>
      </p:sp>
      <p:sp>
        <p:nvSpPr>
          <p:cNvPr id="1215" name="a[j] &gt; p :  j++"/>
          <p:cNvSpPr txBox="1"/>
          <p:nvPr/>
        </p:nvSpPr>
        <p:spPr>
          <a:xfrm>
            <a:off x="1963723" y="6053507"/>
            <a:ext cx="2565846" cy="59071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a[j] &gt; p :  j++</a:t>
            </a:r>
          </a:p>
        </p:txBody>
      </p:sp>
      <p:sp>
        <p:nvSpPr>
          <p:cNvPr id="1216" name="重复以下操作，直到第3部分为空，即j == r"/>
          <p:cNvSpPr txBox="1"/>
          <p:nvPr/>
        </p:nvSpPr>
        <p:spPr>
          <a:xfrm>
            <a:off x="1303561" y="4514850"/>
            <a:ext cx="8612608" cy="723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 重复以下操作，直到第3部分为空，即j == r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划分</a:t>
            </a:r>
          </a:p>
        </p:txBody>
      </p:sp>
      <p:sp>
        <p:nvSpPr>
          <p:cNvPr id="1219" name="Shape 126"/>
          <p:cNvSpPr txBox="1"/>
          <p:nvPr/>
        </p:nvSpPr>
        <p:spPr>
          <a:xfrm>
            <a:off x="3402997" y="1396588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80</a:t>
            </a:r>
          </a:p>
        </p:txBody>
      </p:sp>
      <p:sp>
        <p:nvSpPr>
          <p:cNvPr id="1220" name="Shape 127"/>
          <p:cNvSpPr txBox="1"/>
          <p:nvPr/>
        </p:nvSpPr>
        <p:spPr>
          <a:xfrm>
            <a:off x="4529628" y="1396588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36</a:t>
            </a:r>
          </a:p>
        </p:txBody>
      </p:sp>
      <p:sp>
        <p:nvSpPr>
          <p:cNvPr id="1221" name="Shape 128"/>
          <p:cNvSpPr txBox="1"/>
          <p:nvPr/>
        </p:nvSpPr>
        <p:spPr>
          <a:xfrm>
            <a:off x="5561433" y="1385299"/>
            <a:ext cx="825502" cy="68854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14</a:t>
            </a:r>
          </a:p>
        </p:txBody>
      </p:sp>
      <p:sp>
        <p:nvSpPr>
          <p:cNvPr id="1222" name="Shape 129"/>
          <p:cNvSpPr txBox="1"/>
          <p:nvPr/>
        </p:nvSpPr>
        <p:spPr>
          <a:xfrm>
            <a:off x="6577433" y="1394330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58</a:t>
            </a:r>
          </a:p>
        </p:txBody>
      </p:sp>
      <p:sp>
        <p:nvSpPr>
          <p:cNvPr id="1223" name="Shape 130"/>
          <p:cNvSpPr txBox="1"/>
          <p:nvPr/>
        </p:nvSpPr>
        <p:spPr>
          <a:xfrm>
            <a:off x="7728899" y="1405619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61</a:t>
            </a:r>
          </a:p>
        </p:txBody>
      </p:sp>
      <p:sp>
        <p:nvSpPr>
          <p:cNvPr id="1224" name="Shape 131"/>
          <p:cNvSpPr txBox="1"/>
          <p:nvPr/>
        </p:nvSpPr>
        <p:spPr>
          <a:xfrm>
            <a:off x="2481824" y="1407876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1225" name="Shape 132"/>
          <p:cNvSpPr txBox="1"/>
          <p:nvPr/>
        </p:nvSpPr>
        <p:spPr>
          <a:xfrm>
            <a:off x="1361966" y="1405619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52</a:t>
            </a:r>
          </a:p>
        </p:txBody>
      </p:sp>
      <p:sp>
        <p:nvSpPr>
          <p:cNvPr id="1226" name="Shape 133"/>
          <p:cNvSpPr txBox="1"/>
          <p:nvPr/>
        </p:nvSpPr>
        <p:spPr>
          <a:xfrm>
            <a:off x="8720065" y="140336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1227" name="Shape 134"/>
          <p:cNvSpPr txBox="1"/>
          <p:nvPr/>
        </p:nvSpPr>
        <p:spPr>
          <a:xfrm>
            <a:off x="9846695" y="140336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23</a:t>
            </a:r>
          </a:p>
        </p:txBody>
      </p:sp>
      <p:sp>
        <p:nvSpPr>
          <p:cNvPr id="1228" name="Shape 135"/>
          <p:cNvSpPr txBox="1"/>
          <p:nvPr/>
        </p:nvSpPr>
        <p:spPr>
          <a:xfrm>
            <a:off x="10973891" y="140336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chemeClr val="accent5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52</a:t>
            </a:r>
          </a:p>
        </p:txBody>
      </p:sp>
      <p:sp>
        <p:nvSpPr>
          <p:cNvPr id="1229" name="Shape 137"/>
          <p:cNvSpPr/>
          <p:nvPr/>
        </p:nvSpPr>
        <p:spPr>
          <a:xfrm>
            <a:off x="1295154" y="2191329"/>
            <a:ext cx="10820613" cy="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30" name="Shape 138"/>
          <p:cNvSpPr/>
          <p:nvPr/>
        </p:nvSpPr>
        <p:spPr>
          <a:xfrm>
            <a:off x="1295154" y="1371754"/>
            <a:ext cx="10820613" cy="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31" name="Shape 139"/>
          <p:cNvSpPr/>
          <p:nvPr/>
        </p:nvSpPr>
        <p:spPr>
          <a:xfrm>
            <a:off x="12115197" y="1369494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32" name="Shape 142"/>
          <p:cNvSpPr/>
          <p:nvPr/>
        </p:nvSpPr>
        <p:spPr>
          <a:xfrm>
            <a:off x="1316810" y="1369494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33" name="Shape 143"/>
          <p:cNvSpPr/>
          <p:nvPr/>
        </p:nvSpPr>
        <p:spPr>
          <a:xfrm>
            <a:off x="2341841" y="1369494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34" name="Shape 144"/>
          <p:cNvSpPr/>
          <p:nvPr/>
        </p:nvSpPr>
        <p:spPr>
          <a:xfrm>
            <a:off x="3364615" y="1369494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35" name="Shape 145"/>
          <p:cNvSpPr/>
          <p:nvPr/>
        </p:nvSpPr>
        <p:spPr>
          <a:xfrm>
            <a:off x="4389647" y="1369494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36" name="Shape 146"/>
          <p:cNvSpPr/>
          <p:nvPr/>
        </p:nvSpPr>
        <p:spPr>
          <a:xfrm>
            <a:off x="5516278" y="1369494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37" name="Shape 147"/>
          <p:cNvSpPr/>
          <p:nvPr/>
        </p:nvSpPr>
        <p:spPr>
          <a:xfrm>
            <a:off x="6539051" y="1369494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38" name="Shape 148"/>
          <p:cNvSpPr/>
          <p:nvPr/>
        </p:nvSpPr>
        <p:spPr>
          <a:xfrm>
            <a:off x="7663425" y="1363568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39" name="Shape 149"/>
          <p:cNvSpPr/>
          <p:nvPr/>
        </p:nvSpPr>
        <p:spPr>
          <a:xfrm>
            <a:off x="8726839" y="1369494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40" name="Shape 150"/>
          <p:cNvSpPr/>
          <p:nvPr/>
        </p:nvSpPr>
        <p:spPr>
          <a:xfrm>
            <a:off x="9844439" y="1369494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41" name="Shape 151"/>
          <p:cNvSpPr/>
          <p:nvPr/>
        </p:nvSpPr>
        <p:spPr>
          <a:xfrm>
            <a:off x="11025258" y="1369494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42" name="i"/>
          <p:cNvSpPr txBox="1"/>
          <p:nvPr/>
        </p:nvSpPr>
        <p:spPr>
          <a:xfrm>
            <a:off x="817618" y="2156417"/>
            <a:ext cx="295597" cy="59071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i</a:t>
            </a:r>
          </a:p>
        </p:txBody>
      </p:sp>
      <p:sp>
        <p:nvSpPr>
          <p:cNvPr id="1243" name="j"/>
          <p:cNvSpPr txBox="1"/>
          <p:nvPr/>
        </p:nvSpPr>
        <p:spPr>
          <a:xfrm>
            <a:off x="1766977" y="2148540"/>
            <a:ext cx="295596" cy="59071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j</a:t>
            </a:r>
          </a:p>
        </p:txBody>
      </p:sp>
      <p:grpSp>
        <p:nvGrpSpPr>
          <p:cNvPr id="1269" name="成组"/>
          <p:cNvGrpSpPr/>
          <p:nvPr/>
        </p:nvGrpSpPr>
        <p:grpSpPr>
          <a:xfrm>
            <a:off x="1282454" y="3193198"/>
            <a:ext cx="10948738" cy="2349501"/>
            <a:chOff x="0" y="0"/>
            <a:chExt cx="10948737" cy="2349500"/>
          </a:xfrm>
        </p:grpSpPr>
        <p:sp>
          <p:nvSpPr>
            <p:cNvPr id="1244" name="Shape 126"/>
            <p:cNvSpPr/>
            <p:nvPr/>
          </p:nvSpPr>
          <p:spPr>
            <a:xfrm>
              <a:off x="2107842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80</a:t>
              </a:r>
            </a:p>
          </p:txBody>
        </p:sp>
        <p:sp>
          <p:nvSpPr>
            <p:cNvPr id="1245" name="Shape 127"/>
            <p:cNvSpPr/>
            <p:nvPr/>
          </p:nvSpPr>
          <p:spPr>
            <a:xfrm>
              <a:off x="3234474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36</a:t>
              </a:r>
            </a:p>
          </p:txBody>
        </p:sp>
        <p:sp>
          <p:nvSpPr>
            <p:cNvPr id="1246" name="Shape 128"/>
            <p:cNvSpPr/>
            <p:nvPr/>
          </p:nvSpPr>
          <p:spPr>
            <a:xfrm>
              <a:off x="4266279" y="21731"/>
              <a:ext cx="825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14</a:t>
              </a:r>
            </a:p>
          </p:txBody>
        </p:sp>
        <p:sp>
          <p:nvSpPr>
            <p:cNvPr id="1247" name="Shape 129"/>
            <p:cNvSpPr/>
            <p:nvPr/>
          </p:nvSpPr>
          <p:spPr>
            <a:xfrm>
              <a:off x="5282279" y="307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58</a:t>
              </a:r>
            </a:p>
          </p:txBody>
        </p:sp>
        <p:sp>
          <p:nvSpPr>
            <p:cNvPr id="1248" name="Shape 130"/>
            <p:cNvSpPr/>
            <p:nvPr/>
          </p:nvSpPr>
          <p:spPr>
            <a:xfrm>
              <a:off x="6433745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61</a:t>
              </a:r>
            </a:p>
          </p:txBody>
        </p:sp>
        <p:sp>
          <p:nvSpPr>
            <p:cNvPr id="1249" name="Shape 131"/>
            <p:cNvSpPr/>
            <p:nvPr/>
          </p:nvSpPr>
          <p:spPr>
            <a:xfrm>
              <a:off x="1186670" y="4430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1250" name="Shape 132"/>
            <p:cNvSpPr/>
            <p:nvPr/>
          </p:nvSpPr>
          <p:spPr>
            <a:xfrm>
              <a:off x="66811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251" name="Shape 133"/>
            <p:cNvSpPr/>
            <p:nvPr/>
          </p:nvSpPr>
          <p:spPr>
            <a:xfrm>
              <a:off x="742491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1252" name="Shape 134"/>
            <p:cNvSpPr/>
            <p:nvPr/>
          </p:nvSpPr>
          <p:spPr>
            <a:xfrm>
              <a:off x="855154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23</a:t>
              </a:r>
            </a:p>
          </p:txBody>
        </p:sp>
        <p:sp>
          <p:nvSpPr>
            <p:cNvPr id="1253" name="Shape 135"/>
            <p:cNvSpPr/>
            <p:nvPr/>
          </p:nvSpPr>
          <p:spPr>
            <a:xfrm>
              <a:off x="9678737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254" name="Shape 137"/>
            <p:cNvSpPr/>
            <p:nvPr/>
          </p:nvSpPr>
          <p:spPr>
            <a:xfrm>
              <a:off x="0" y="827761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5" name="Shape 138"/>
            <p:cNvSpPr/>
            <p:nvPr/>
          </p:nvSpPr>
          <p:spPr>
            <a:xfrm>
              <a:off x="0" y="8186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6" name="Shape 139"/>
            <p:cNvSpPr/>
            <p:nvPr/>
          </p:nvSpPr>
          <p:spPr>
            <a:xfrm>
              <a:off x="1082004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7" name="Shape 142"/>
            <p:cNvSpPr/>
            <p:nvPr/>
          </p:nvSpPr>
          <p:spPr>
            <a:xfrm>
              <a:off x="2165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8" name="Shape 143"/>
            <p:cNvSpPr/>
            <p:nvPr/>
          </p:nvSpPr>
          <p:spPr>
            <a:xfrm>
              <a:off x="1046687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9" name="Shape 144"/>
            <p:cNvSpPr/>
            <p:nvPr/>
          </p:nvSpPr>
          <p:spPr>
            <a:xfrm>
              <a:off x="2069461" y="5926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0" name="Shape 145"/>
            <p:cNvSpPr/>
            <p:nvPr/>
          </p:nvSpPr>
          <p:spPr>
            <a:xfrm>
              <a:off x="309449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1" name="Shape 146"/>
            <p:cNvSpPr/>
            <p:nvPr/>
          </p:nvSpPr>
          <p:spPr>
            <a:xfrm>
              <a:off x="422112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2" name="Shape 147"/>
            <p:cNvSpPr/>
            <p:nvPr/>
          </p:nvSpPr>
          <p:spPr>
            <a:xfrm>
              <a:off x="5243896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3" name="Shape 148"/>
            <p:cNvSpPr/>
            <p:nvPr/>
          </p:nvSpPr>
          <p:spPr>
            <a:xfrm>
              <a:off x="6368270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4" name="Shape 149"/>
            <p:cNvSpPr/>
            <p:nvPr/>
          </p:nvSpPr>
          <p:spPr>
            <a:xfrm>
              <a:off x="74316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5" name="Shape 150"/>
            <p:cNvSpPr/>
            <p:nvPr/>
          </p:nvSpPr>
          <p:spPr>
            <a:xfrm>
              <a:off x="85492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6" name="Shape 151"/>
            <p:cNvSpPr/>
            <p:nvPr/>
          </p:nvSpPr>
          <p:spPr>
            <a:xfrm>
              <a:off x="973010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7" name="i"/>
            <p:cNvSpPr/>
            <p:nvPr/>
          </p:nvSpPr>
          <p:spPr>
            <a:xfrm>
              <a:off x="469942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i</a:t>
              </a:r>
            </a:p>
          </p:txBody>
        </p:sp>
        <p:sp>
          <p:nvSpPr>
            <p:cNvPr id="1268" name="j"/>
            <p:cNvSpPr/>
            <p:nvPr/>
          </p:nvSpPr>
          <p:spPr>
            <a:xfrm>
              <a:off x="1423510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j</a:t>
              </a:r>
            </a:p>
          </p:txBody>
        </p:sp>
      </p:grpSp>
      <p:sp>
        <p:nvSpPr>
          <p:cNvPr id="1270" name="l"/>
          <p:cNvSpPr txBox="1"/>
          <p:nvPr/>
        </p:nvSpPr>
        <p:spPr>
          <a:xfrm>
            <a:off x="1761962" y="821630"/>
            <a:ext cx="295596" cy="59071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i="1"/>
            </a:lvl1pPr>
          </a:lstStyle>
          <a:p>
            <a:r>
              <a:t>l</a:t>
            </a:r>
          </a:p>
        </p:txBody>
      </p:sp>
      <p:sp>
        <p:nvSpPr>
          <p:cNvPr id="1271" name="r"/>
          <p:cNvSpPr txBox="1"/>
          <p:nvPr/>
        </p:nvSpPr>
        <p:spPr>
          <a:xfrm>
            <a:off x="11220612" y="802767"/>
            <a:ext cx="345082" cy="59071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i="1"/>
            </a:lvl1pPr>
          </a:lstStyle>
          <a:p>
            <a:r>
              <a:t>r</a:t>
            </a:r>
          </a:p>
        </p:txBody>
      </p:sp>
      <p:grpSp>
        <p:nvGrpSpPr>
          <p:cNvPr id="1297" name="成组"/>
          <p:cNvGrpSpPr/>
          <p:nvPr/>
        </p:nvGrpSpPr>
        <p:grpSpPr>
          <a:xfrm>
            <a:off x="1295154" y="4749413"/>
            <a:ext cx="10948738" cy="2349502"/>
            <a:chOff x="0" y="0"/>
            <a:chExt cx="10948737" cy="2349500"/>
          </a:xfrm>
        </p:grpSpPr>
        <p:sp>
          <p:nvSpPr>
            <p:cNvPr id="1272" name="Shape 126"/>
            <p:cNvSpPr/>
            <p:nvPr/>
          </p:nvSpPr>
          <p:spPr>
            <a:xfrm>
              <a:off x="2107842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80</a:t>
              </a:r>
            </a:p>
          </p:txBody>
        </p:sp>
        <p:sp>
          <p:nvSpPr>
            <p:cNvPr id="1273" name="Shape 127"/>
            <p:cNvSpPr/>
            <p:nvPr/>
          </p:nvSpPr>
          <p:spPr>
            <a:xfrm>
              <a:off x="3234474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36</a:t>
              </a:r>
            </a:p>
          </p:txBody>
        </p:sp>
        <p:sp>
          <p:nvSpPr>
            <p:cNvPr id="1274" name="Shape 128"/>
            <p:cNvSpPr/>
            <p:nvPr/>
          </p:nvSpPr>
          <p:spPr>
            <a:xfrm>
              <a:off x="4266279" y="21731"/>
              <a:ext cx="825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14</a:t>
              </a:r>
            </a:p>
          </p:txBody>
        </p:sp>
        <p:sp>
          <p:nvSpPr>
            <p:cNvPr id="1275" name="Shape 129"/>
            <p:cNvSpPr/>
            <p:nvPr/>
          </p:nvSpPr>
          <p:spPr>
            <a:xfrm>
              <a:off x="5282279" y="307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58</a:t>
              </a:r>
            </a:p>
          </p:txBody>
        </p:sp>
        <p:sp>
          <p:nvSpPr>
            <p:cNvPr id="1276" name="Shape 130"/>
            <p:cNvSpPr/>
            <p:nvPr/>
          </p:nvSpPr>
          <p:spPr>
            <a:xfrm>
              <a:off x="6433745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61</a:t>
              </a:r>
            </a:p>
          </p:txBody>
        </p:sp>
        <p:sp>
          <p:nvSpPr>
            <p:cNvPr id="1277" name="Shape 131"/>
            <p:cNvSpPr/>
            <p:nvPr/>
          </p:nvSpPr>
          <p:spPr>
            <a:xfrm>
              <a:off x="1186670" y="4430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1278" name="Shape 132"/>
            <p:cNvSpPr/>
            <p:nvPr/>
          </p:nvSpPr>
          <p:spPr>
            <a:xfrm>
              <a:off x="66811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279" name="Shape 133"/>
            <p:cNvSpPr/>
            <p:nvPr/>
          </p:nvSpPr>
          <p:spPr>
            <a:xfrm>
              <a:off x="742491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1280" name="Shape 134"/>
            <p:cNvSpPr/>
            <p:nvPr/>
          </p:nvSpPr>
          <p:spPr>
            <a:xfrm>
              <a:off x="855154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23</a:t>
              </a:r>
            </a:p>
          </p:txBody>
        </p:sp>
        <p:sp>
          <p:nvSpPr>
            <p:cNvPr id="1281" name="Shape 135"/>
            <p:cNvSpPr/>
            <p:nvPr/>
          </p:nvSpPr>
          <p:spPr>
            <a:xfrm>
              <a:off x="9678737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282" name="Shape 137"/>
            <p:cNvSpPr/>
            <p:nvPr/>
          </p:nvSpPr>
          <p:spPr>
            <a:xfrm>
              <a:off x="0" y="827761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83" name="Shape 138"/>
            <p:cNvSpPr/>
            <p:nvPr/>
          </p:nvSpPr>
          <p:spPr>
            <a:xfrm>
              <a:off x="0" y="8186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84" name="Shape 139"/>
            <p:cNvSpPr/>
            <p:nvPr/>
          </p:nvSpPr>
          <p:spPr>
            <a:xfrm>
              <a:off x="1082004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85" name="Shape 142"/>
            <p:cNvSpPr/>
            <p:nvPr/>
          </p:nvSpPr>
          <p:spPr>
            <a:xfrm>
              <a:off x="2165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86" name="Shape 143"/>
            <p:cNvSpPr/>
            <p:nvPr/>
          </p:nvSpPr>
          <p:spPr>
            <a:xfrm>
              <a:off x="1046687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87" name="Shape 144"/>
            <p:cNvSpPr/>
            <p:nvPr/>
          </p:nvSpPr>
          <p:spPr>
            <a:xfrm>
              <a:off x="2069461" y="5926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88" name="Shape 145"/>
            <p:cNvSpPr/>
            <p:nvPr/>
          </p:nvSpPr>
          <p:spPr>
            <a:xfrm>
              <a:off x="309449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89" name="Shape 146"/>
            <p:cNvSpPr/>
            <p:nvPr/>
          </p:nvSpPr>
          <p:spPr>
            <a:xfrm>
              <a:off x="422112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90" name="Shape 147"/>
            <p:cNvSpPr/>
            <p:nvPr/>
          </p:nvSpPr>
          <p:spPr>
            <a:xfrm>
              <a:off x="5243896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91" name="Shape 148"/>
            <p:cNvSpPr/>
            <p:nvPr/>
          </p:nvSpPr>
          <p:spPr>
            <a:xfrm>
              <a:off x="6368270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92" name="Shape 149"/>
            <p:cNvSpPr/>
            <p:nvPr/>
          </p:nvSpPr>
          <p:spPr>
            <a:xfrm>
              <a:off x="74316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93" name="Shape 150"/>
            <p:cNvSpPr/>
            <p:nvPr/>
          </p:nvSpPr>
          <p:spPr>
            <a:xfrm>
              <a:off x="85492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94" name="Shape 151"/>
            <p:cNvSpPr/>
            <p:nvPr/>
          </p:nvSpPr>
          <p:spPr>
            <a:xfrm>
              <a:off x="973010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95" name="i"/>
            <p:cNvSpPr/>
            <p:nvPr/>
          </p:nvSpPr>
          <p:spPr>
            <a:xfrm>
              <a:off x="1346242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i</a:t>
              </a:r>
            </a:p>
          </p:txBody>
        </p:sp>
        <p:sp>
          <p:nvSpPr>
            <p:cNvPr id="1296" name="j"/>
            <p:cNvSpPr/>
            <p:nvPr/>
          </p:nvSpPr>
          <p:spPr>
            <a:xfrm>
              <a:off x="2426810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j</a:t>
              </a:r>
            </a:p>
          </p:txBody>
        </p:sp>
      </p:grpSp>
      <p:grpSp>
        <p:nvGrpSpPr>
          <p:cNvPr id="1323" name="成组"/>
          <p:cNvGrpSpPr/>
          <p:nvPr/>
        </p:nvGrpSpPr>
        <p:grpSpPr>
          <a:xfrm>
            <a:off x="1154430" y="6384100"/>
            <a:ext cx="10948738" cy="2349501"/>
            <a:chOff x="0" y="0"/>
            <a:chExt cx="10948737" cy="2349500"/>
          </a:xfrm>
        </p:grpSpPr>
        <p:sp>
          <p:nvSpPr>
            <p:cNvPr id="1298" name="Shape 126"/>
            <p:cNvSpPr/>
            <p:nvPr/>
          </p:nvSpPr>
          <p:spPr>
            <a:xfrm>
              <a:off x="2107842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80</a:t>
              </a:r>
            </a:p>
          </p:txBody>
        </p:sp>
        <p:sp>
          <p:nvSpPr>
            <p:cNvPr id="1299" name="Shape 127"/>
            <p:cNvSpPr/>
            <p:nvPr/>
          </p:nvSpPr>
          <p:spPr>
            <a:xfrm>
              <a:off x="3234474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36</a:t>
              </a:r>
            </a:p>
          </p:txBody>
        </p:sp>
        <p:sp>
          <p:nvSpPr>
            <p:cNvPr id="1300" name="Shape 128"/>
            <p:cNvSpPr/>
            <p:nvPr/>
          </p:nvSpPr>
          <p:spPr>
            <a:xfrm>
              <a:off x="4266279" y="21731"/>
              <a:ext cx="825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14</a:t>
              </a:r>
            </a:p>
          </p:txBody>
        </p:sp>
        <p:sp>
          <p:nvSpPr>
            <p:cNvPr id="1301" name="Shape 129"/>
            <p:cNvSpPr/>
            <p:nvPr/>
          </p:nvSpPr>
          <p:spPr>
            <a:xfrm>
              <a:off x="5282279" y="307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58</a:t>
              </a:r>
            </a:p>
          </p:txBody>
        </p:sp>
        <p:sp>
          <p:nvSpPr>
            <p:cNvPr id="1302" name="Shape 130"/>
            <p:cNvSpPr/>
            <p:nvPr/>
          </p:nvSpPr>
          <p:spPr>
            <a:xfrm>
              <a:off x="6433745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61</a:t>
              </a:r>
            </a:p>
          </p:txBody>
        </p:sp>
        <p:sp>
          <p:nvSpPr>
            <p:cNvPr id="1303" name="Shape 131"/>
            <p:cNvSpPr/>
            <p:nvPr/>
          </p:nvSpPr>
          <p:spPr>
            <a:xfrm>
              <a:off x="1186670" y="4430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1304" name="Shape 132"/>
            <p:cNvSpPr/>
            <p:nvPr/>
          </p:nvSpPr>
          <p:spPr>
            <a:xfrm>
              <a:off x="66811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305" name="Shape 133"/>
            <p:cNvSpPr/>
            <p:nvPr/>
          </p:nvSpPr>
          <p:spPr>
            <a:xfrm>
              <a:off x="742491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1306" name="Shape 134"/>
            <p:cNvSpPr/>
            <p:nvPr/>
          </p:nvSpPr>
          <p:spPr>
            <a:xfrm>
              <a:off x="855154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23</a:t>
              </a:r>
            </a:p>
          </p:txBody>
        </p:sp>
        <p:sp>
          <p:nvSpPr>
            <p:cNvPr id="1307" name="Shape 135"/>
            <p:cNvSpPr/>
            <p:nvPr/>
          </p:nvSpPr>
          <p:spPr>
            <a:xfrm>
              <a:off x="9678737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308" name="Shape 137"/>
            <p:cNvSpPr/>
            <p:nvPr/>
          </p:nvSpPr>
          <p:spPr>
            <a:xfrm>
              <a:off x="0" y="827761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09" name="Shape 138"/>
            <p:cNvSpPr/>
            <p:nvPr/>
          </p:nvSpPr>
          <p:spPr>
            <a:xfrm>
              <a:off x="0" y="8186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10" name="Shape 139"/>
            <p:cNvSpPr/>
            <p:nvPr/>
          </p:nvSpPr>
          <p:spPr>
            <a:xfrm>
              <a:off x="1082004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11" name="Shape 142"/>
            <p:cNvSpPr/>
            <p:nvPr/>
          </p:nvSpPr>
          <p:spPr>
            <a:xfrm>
              <a:off x="2165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12" name="Shape 143"/>
            <p:cNvSpPr/>
            <p:nvPr/>
          </p:nvSpPr>
          <p:spPr>
            <a:xfrm>
              <a:off x="1046687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13" name="Shape 144"/>
            <p:cNvSpPr/>
            <p:nvPr/>
          </p:nvSpPr>
          <p:spPr>
            <a:xfrm>
              <a:off x="2069461" y="5926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14" name="Shape 145"/>
            <p:cNvSpPr/>
            <p:nvPr/>
          </p:nvSpPr>
          <p:spPr>
            <a:xfrm>
              <a:off x="309449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15" name="Shape 146"/>
            <p:cNvSpPr/>
            <p:nvPr/>
          </p:nvSpPr>
          <p:spPr>
            <a:xfrm>
              <a:off x="422112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16" name="Shape 147"/>
            <p:cNvSpPr/>
            <p:nvPr/>
          </p:nvSpPr>
          <p:spPr>
            <a:xfrm>
              <a:off x="5243896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17" name="Shape 148"/>
            <p:cNvSpPr/>
            <p:nvPr/>
          </p:nvSpPr>
          <p:spPr>
            <a:xfrm>
              <a:off x="6368270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18" name="Shape 149"/>
            <p:cNvSpPr/>
            <p:nvPr/>
          </p:nvSpPr>
          <p:spPr>
            <a:xfrm>
              <a:off x="74316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19" name="Shape 150"/>
            <p:cNvSpPr/>
            <p:nvPr/>
          </p:nvSpPr>
          <p:spPr>
            <a:xfrm>
              <a:off x="85492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20" name="Shape 151"/>
            <p:cNvSpPr/>
            <p:nvPr/>
          </p:nvSpPr>
          <p:spPr>
            <a:xfrm>
              <a:off x="973010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21" name="i"/>
            <p:cNvSpPr/>
            <p:nvPr/>
          </p:nvSpPr>
          <p:spPr>
            <a:xfrm>
              <a:off x="1346242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i</a:t>
              </a:r>
            </a:p>
          </p:txBody>
        </p:sp>
        <p:sp>
          <p:nvSpPr>
            <p:cNvPr id="1322" name="j"/>
            <p:cNvSpPr/>
            <p:nvPr/>
          </p:nvSpPr>
          <p:spPr>
            <a:xfrm>
              <a:off x="3519010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j</a:t>
              </a:r>
            </a:p>
          </p:txBody>
        </p:sp>
      </p:grp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划分</a:t>
            </a:r>
          </a:p>
        </p:txBody>
      </p:sp>
      <p:grpSp>
        <p:nvGrpSpPr>
          <p:cNvPr id="1351" name="成组"/>
          <p:cNvGrpSpPr/>
          <p:nvPr/>
        </p:nvGrpSpPr>
        <p:grpSpPr>
          <a:xfrm>
            <a:off x="1068671" y="1574348"/>
            <a:ext cx="10948738" cy="2349502"/>
            <a:chOff x="0" y="0"/>
            <a:chExt cx="10948737" cy="2349500"/>
          </a:xfrm>
        </p:grpSpPr>
        <p:sp>
          <p:nvSpPr>
            <p:cNvPr id="1326" name="Shape 126"/>
            <p:cNvSpPr/>
            <p:nvPr/>
          </p:nvSpPr>
          <p:spPr>
            <a:xfrm>
              <a:off x="2107842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80</a:t>
              </a:r>
            </a:p>
          </p:txBody>
        </p:sp>
        <p:sp>
          <p:nvSpPr>
            <p:cNvPr id="1327" name="Shape 127"/>
            <p:cNvSpPr/>
            <p:nvPr/>
          </p:nvSpPr>
          <p:spPr>
            <a:xfrm>
              <a:off x="3234474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36</a:t>
              </a:r>
            </a:p>
          </p:txBody>
        </p:sp>
        <p:sp>
          <p:nvSpPr>
            <p:cNvPr id="1328" name="Shape 128"/>
            <p:cNvSpPr/>
            <p:nvPr/>
          </p:nvSpPr>
          <p:spPr>
            <a:xfrm>
              <a:off x="4266279" y="21731"/>
              <a:ext cx="825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14</a:t>
              </a:r>
            </a:p>
          </p:txBody>
        </p:sp>
        <p:sp>
          <p:nvSpPr>
            <p:cNvPr id="1329" name="Shape 129"/>
            <p:cNvSpPr/>
            <p:nvPr/>
          </p:nvSpPr>
          <p:spPr>
            <a:xfrm>
              <a:off x="5282279" y="307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58</a:t>
              </a:r>
            </a:p>
          </p:txBody>
        </p:sp>
        <p:sp>
          <p:nvSpPr>
            <p:cNvPr id="1330" name="Shape 130"/>
            <p:cNvSpPr/>
            <p:nvPr/>
          </p:nvSpPr>
          <p:spPr>
            <a:xfrm>
              <a:off x="6433745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61</a:t>
              </a:r>
            </a:p>
          </p:txBody>
        </p:sp>
        <p:sp>
          <p:nvSpPr>
            <p:cNvPr id="1331" name="Shape 131"/>
            <p:cNvSpPr/>
            <p:nvPr/>
          </p:nvSpPr>
          <p:spPr>
            <a:xfrm>
              <a:off x="1186670" y="4430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1332" name="Shape 132"/>
            <p:cNvSpPr/>
            <p:nvPr/>
          </p:nvSpPr>
          <p:spPr>
            <a:xfrm>
              <a:off x="66811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333" name="Shape 133"/>
            <p:cNvSpPr/>
            <p:nvPr/>
          </p:nvSpPr>
          <p:spPr>
            <a:xfrm>
              <a:off x="742491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1334" name="Shape 134"/>
            <p:cNvSpPr/>
            <p:nvPr/>
          </p:nvSpPr>
          <p:spPr>
            <a:xfrm>
              <a:off x="855154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23</a:t>
              </a:r>
            </a:p>
          </p:txBody>
        </p:sp>
        <p:sp>
          <p:nvSpPr>
            <p:cNvPr id="1335" name="Shape 135"/>
            <p:cNvSpPr/>
            <p:nvPr/>
          </p:nvSpPr>
          <p:spPr>
            <a:xfrm>
              <a:off x="9678737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336" name="Shape 137"/>
            <p:cNvSpPr/>
            <p:nvPr/>
          </p:nvSpPr>
          <p:spPr>
            <a:xfrm>
              <a:off x="0" y="827761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37" name="Shape 138"/>
            <p:cNvSpPr/>
            <p:nvPr/>
          </p:nvSpPr>
          <p:spPr>
            <a:xfrm>
              <a:off x="0" y="8186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38" name="Shape 139"/>
            <p:cNvSpPr/>
            <p:nvPr/>
          </p:nvSpPr>
          <p:spPr>
            <a:xfrm>
              <a:off x="1082004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39" name="Shape 142"/>
            <p:cNvSpPr/>
            <p:nvPr/>
          </p:nvSpPr>
          <p:spPr>
            <a:xfrm>
              <a:off x="2165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0" name="Shape 143"/>
            <p:cNvSpPr/>
            <p:nvPr/>
          </p:nvSpPr>
          <p:spPr>
            <a:xfrm>
              <a:off x="1046687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1" name="Shape 144"/>
            <p:cNvSpPr/>
            <p:nvPr/>
          </p:nvSpPr>
          <p:spPr>
            <a:xfrm>
              <a:off x="2069461" y="5926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2" name="Shape 145"/>
            <p:cNvSpPr/>
            <p:nvPr/>
          </p:nvSpPr>
          <p:spPr>
            <a:xfrm>
              <a:off x="309449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3" name="Shape 146"/>
            <p:cNvSpPr/>
            <p:nvPr/>
          </p:nvSpPr>
          <p:spPr>
            <a:xfrm>
              <a:off x="422112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4" name="Shape 147"/>
            <p:cNvSpPr/>
            <p:nvPr/>
          </p:nvSpPr>
          <p:spPr>
            <a:xfrm>
              <a:off x="5243896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5" name="Shape 148"/>
            <p:cNvSpPr/>
            <p:nvPr/>
          </p:nvSpPr>
          <p:spPr>
            <a:xfrm>
              <a:off x="6368270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6" name="Shape 149"/>
            <p:cNvSpPr/>
            <p:nvPr/>
          </p:nvSpPr>
          <p:spPr>
            <a:xfrm>
              <a:off x="74316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7" name="Shape 150"/>
            <p:cNvSpPr/>
            <p:nvPr/>
          </p:nvSpPr>
          <p:spPr>
            <a:xfrm>
              <a:off x="85492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8" name="Shape 151"/>
            <p:cNvSpPr/>
            <p:nvPr/>
          </p:nvSpPr>
          <p:spPr>
            <a:xfrm>
              <a:off x="973010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9" name="i"/>
            <p:cNvSpPr/>
            <p:nvPr/>
          </p:nvSpPr>
          <p:spPr>
            <a:xfrm>
              <a:off x="1346242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i</a:t>
              </a:r>
            </a:p>
          </p:txBody>
        </p:sp>
        <p:sp>
          <p:nvSpPr>
            <p:cNvPr id="1350" name="j"/>
            <p:cNvSpPr/>
            <p:nvPr/>
          </p:nvSpPr>
          <p:spPr>
            <a:xfrm>
              <a:off x="3519010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j</a:t>
              </a:r>
            </a:p>
          </p:txBody>
        </p:sp>
      </p:grpSp>
      <p:grpSp>
        <p:nvGrpSpPr>
          <p:cNvPr id="1377" name="成组"/>
          <p:cNvGrpSpPr/>
          <p:nvPr/>
        </p:nvGrpSpPr>
        <p:grpSpPr>
          <a:xfrm>
            <a:off x="1091249" y="3161551"/>
            <a:ext cx="10948738" cy="2349501"/>
            <a:chOff x="0" y="0"/>
            <a:chExt cx="10948737" cy="2349500"/>
          </a:xfrm>
        </p:grpSpPr>
        <p:sp>
          <p:nvSpPr>
            <p:cNvPr id="1352" name="Shape 126"/>
            <p:cNvSpPr/>
            <p:nvPr/>
          </p:nvSpPr>
          <p:spPr>
            <a:xfrm>
              <a:off x="2107842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36</a:t>
              </a:r>
            </a:p>
          </p:txBody>
        </p:sp>
        <p:sp>
          <p:nvSpPr>
            <p:cNvPr id="1353" name="Shape 127"/>
            <p:cNvSpPr/>
            <p:nvPr/>
          </p:nvSpPr>
          <p:spPr>
            <a:xfrm>
              <a:off x="3234474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80</a:t>
              </a:r>
            </a:p>
          </p:txBody>
        </p:sp>
        <p:sp>
          <p:nvSpPr>
            <p:cNvPr id="1354" name="Shape 128"/>
            <p:cNvSpPr/>
            <p:nvPr/>
          </p:nvSpPr>
          <p:spPr>
            <a:xfrm>
              <a:off x="4266279" y="21731"/>
              <a:ext cx="825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14</a:t>
              </a:r>
            </a:p>
          </p:txBody>
        </p:sp>
        <p:sp>
          <p:nvSpPr>
            <p:cNvPr id="1355" name="Shape 129"/>
            <p:cNvSpPr/>
            <p:nvPr/>
          </p:nvSpPr>
          <p:spPr>
            <a:xfrm>
              <a:off x="5282279" y="307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58</a:t>
              </a:r>
            </a:p>
          </p:txBody>
        </p:sp>
        <p:sp>
          <p:nvSpPr>
            <p:cNvPr id="1356" name="Shape 130"/>
            <p:cNvSpPr/>
            <p:nvPr/>
          </p:nvSpPr>
          <p:spPr>
            <a:xfrm>
              <a:off x="6433745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61</a:t>
              </a:r>
            </a:p>
          </p:txBody>
        </p:sp>
        <p:sp>
          <p:nvSpPr>
            <p:cNvPr id="1357" name="Shape 131"/>
            <p:cNvSpPr/>
            <p:nvPr/>
          </p:nvSpPr>
          <p:spPr>
            <a:xfrm>
              <a:off x="1186670" y="4430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1358" name="Shape 132"/>
            <p:cNvSpPr/>
            <p:nvPr/>
          </p:nvSpPr>
          <p:spPr>
            <a:xfrm>
              <a:off x="66811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359" name="Shape 133"/>
            <p:cNvSpPr/>
            <p:nvPr/>
          </p:nvSpPr>
          <p:spPr>
            <a:xfrm>
              <a:off x="742491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1360" name="Shape 134"/>
            <p:cNvSpPr/>
            <p:nvPr/>
          </p:nvSpPr>
          <p:spPr>
            <a:xfrm>
              <a:off x="855154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23</a:t>
              </a:r>
            </a:p>
          </p:txBody>
        </p:sp>
        <p:sp>
          <p:nvSpPr>
            <p:cNvPr id="1361" name="Shape 135"/>
            <p:cNvSpPr/>
            <p:nvPr/>
          </p:nvSpPr>
          <p:spPr>
            <a:xfrm>
              <a:off x="9678737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362" name="Shape 137"/>
            <p:cNvSpPr/>
            <p:nvPr/>
          </p:nvSpPr>
          <p:spPr>
            <a:xfrm>
              <a:off x="0" y="827761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63" name="Shape 138"/>
            <p:cNvSpPr/>
            <p:nvPr/>
          </p:nvSpPr>
          <p:spPr>
            <a:xfrm>
              <a:off x="0" y="8186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64" name="Shape 139"/>
            <p:cNvSpPr/>
            <p:nvPr/>
          </p:nvSpPr>
          <p:spPr>
            <a:xfrm>
              <a:off x="1082004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65" name="Shape 142"/>
            <p:cNvSpPr/>
            <p:nvPr/>
          </p:nvSpPr>
          <p:spPr>
            <a:xfrm>
              <a:off x="2165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66" name="Shape 143"/>
            <p:cNvSpPr/>
            <p:nvPr/>
          </p:nvSpPr>
          <p:spPr>
            <a:xfrm>
              <a:off x="1046687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67" name="Shape 144"/>
            <p:cNvSpPr/>
            <p:nvPr/>
          </p:nvSpPr>
          <p:spPr>
            <a:xfrm>
              <a:off x="2069461" y="5926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68" name="Shape 145"/>
            <p:cNvSpPr/>
            <p:nvPr/>
          </p:nvSpPr>
          <p:spPr>
            <a:xfrm>
              <a:off x="309449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69" name="Shape 146"/>
            <p:cNvSpPr/>
            <p:nvPr/>
          </p:nvSpPr>
          <p:spPr>
            <a:xfrm>
              <a:off x="422112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0" name="Shape 147"/>
            <p:cNvSpPr/>
            <p:nvPr/>
          </p:nvSpPr>
          <p:spPr>
            <a:xfrm>
              <a:off x="5243896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1" name="Shape 148"/>
            <p:cNvSpPr/>
            <p:nvPr/>
          </p:nvSpPr>
          <p:spPr>
            <a:xfrm>
              <a:off x="6368270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2" name="Shape 149"/>
            <p:cNvSpPr/>
            <p:nvPr/>
          </p:nvSpPr>
          <p:spPr>
            <a:xfrm>
              <a:off x="74316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3" name="Shape 150"/>
            <p:cNvSpPr/>
            <p:nvPr/>
          </p:nvSpPr>
          <p:spPr>
            <a:xfrm>
              <a:off x="85492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4" name="Shape 151"/>
            <p:cNvSpPr/>
            <p:nvPr/>
          </p:nvSpPr>
          <p:spPr>
            <a:xfrm>
              <a:off x="973010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5" name="i"/>
            <p:cNvSpPr/>
            <p:nvPr/>
          </p:nvSpPr>
          <p:spPr>
            <a:xfrm>
              <a:off x="2400342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i</a:t>
              </a:r>
            </a:p>
          </p:txBody>
        </p:sp>
        <p:sp>
          <p:nvSpPr>
            <p:cNvPr id="1376" name="j"/>
            <p:cNvSpPr/>
            <p:nvPr/>
          </p:nvSpPr>
          <p:spPr>
            <a:xfrm>
              <a:off x="4560410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j</a:t>
              </a:r>
            </a:p>
          </p:txBody>
        </p:sp>
      </p:grpSp>
      <p:grpSp>
        <p:nvGrpSpPr>
          <p:cNvPr id="1403" name="成组"/>
          <p:cNvGrpSpPr/>
          <p:nvPr/>
        </p:nvGrpSpPr>
        <p:grpSpPr>
          <a:xfrm>
            <a:off x="1053149" y="5064701"/>
            <a:ext cx="10948738" cy="2349501"/>
            <a:chOff x="0" y="0"/>
            <a:chExt cx="10948737" cy="2349500"/>
          </a:xfrm>
        </p:grpSpPr>
        <p:sp>
          <p:nvSpPr>
            <p:cNvPr id="1378" name="Shape 126"/>
            <p:cNvSpPr/>
            <p:nvPr/>
          </p:nvSpPr>
          <p:spPr>
            <a:xfrm>
              <a:off x="2107842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36</a:t>
              </a:r>
            </a:p>
          </p:txBody>
        </p:sp>
        <p:sp>
          <p:nvSpPr>
            <p:cNvPr id="1379" name="Shape 127"/>
            <p:cNvSpPr/>
            <p:nvPr/>
          </p:nvSpPr>
          <p:spPr>
            <a:xfrm>
              <a:off x="3234474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14</a:t>
              </a:r>
            </a:p>
          </p:txBody>
        </p:sp>
        <p:sp>
          <p:nvSpPr>
            <p:cNvPr id="1380" name="Shape 128"/>
            <p:cNvSpPr/>
            <p:nvPr/>
          </p:nvSpPr>
          <p:spPr>
            <a:xfrm>
              <a:off x="4266279" y="21731"/>
              <a:ext cx="825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80</a:t>
              </a:r>
            </a:p>
          </p:txBody>
        </p:sp>
        <p:sp>
          <p:nvSpPr>
            <p:cNvPr id="1381" name="Shape 129"/>
            <p:cNvSpPr/>
            <p:nvPr/>
          </p:nvSpPr>
          <p:spPr>
            <a:xfrm>
              <a:off x="5282279" y="307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58</a:t>
              </a:r>
            </a:p>
          </p:txBody>
        </p:sp>
        <p:sp>
          <p:nvSpPr>
            <p:cNvPr id="1382" name="Shape 130"/>
            <p:cNvSpPr/>
            <p:nvPr/>
          </p:nvSpPr>
          <p:spPr>
            <a:xfrm>
              <a:off x="6433745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61</a:t>
              </a:r>
            </a:p>
          </p:txBody>
        </p:sp>
        <p:sp>
          <p:nvSpPr>
            <p:cNvPr id="1383" name="Shape 131"/>
            <p:cNvSpPr/>
            <p:nvPr/>
          </p:nvSpPr>
          <p:spPr>
            <a:xfrm>
              <a:off x="1186670" y="4430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1384" name="Shape 132"/>
            <p:cNvSpPr/>
            <p:nvPr/>
          </p:nvSpPr>
          <p:spPr>
            <a:xfrm>
              <a:off x="66811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385" name="Shape 133"/>
            <p:cNvSpPr/>
            <p:nvPr/>
          </p:nvSpPr>
          <p:spPr>
            <a:xfrm>
              <a:off x="742491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1386" name="Shape 134"/>
            <p:cNvSpPr/>
            <p:nvPr/>
          </p:nvSpPr>
          <p:spPr>
            <a:xfrm>
              <a:off x="855154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23</a:t>
              </a:r>
            </a:p>
          </p:txBody>
        </p:sp>
        <p:sp>
          <p:nvSpPr>
            <p:cNvPr id="1387" name="Shape 135"/>
            <p:cNvSpPr/>
            <p:nvPr/>
          </p:nvSpPr>
          <p:spPr>
            <a:xfrm>
              <a:off x="9678737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388" name="Shape 137"/>
            <p:cNvSpPr/>
            <p:nvPr/>
          </p:nvSpPr>
          <p:spPr>
            <a:xfrm>
              <a:off x="0" y="827761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89" name="Shape 138"/>
            <p:cNvSpPr/>
            <p:nvPr/>
          </p:nvSpPr>
          <p:spPr>
            <a:xfrm>
              <a:off x="0" y="8186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0" name="Shape 139"/>
            <p:cNvSpPr/>
            <p:nvPr/>
          </p:nvSpPr>
          <p:spPr>
            <a:xfrm>
              <a:off x="1082004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1" name="Shape 142"/>
            <p:cNvSpPr/>
            <p:nvPr/>
          </p:nvSpPr>
          <p:spPr>
            <a:xfrm>
              <a:off x="2165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2" name="Shape 143"/>
            <p:cNvSpPr/>
            <p:nvPr/>
          </p:nvSpPr>
          <p:spPr>
            <a:xfrm>
              <a:off x="1046687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3" name="Shape 144"/>
            <p:cNvSpPr/>
            <p:nvPr/>
          </p:nvSpPr>
          <p:spPr>
            <a:xfrm>
              <a:off x="2069461" y="5926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4" name="Shape 145"/>
            <p:cNvSpPr/>
            <p:nvPr/>
          </p:nvSpPr>
          <p:spPr>
            <a:xfrm>
              <a:off x="309449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5" name="Shape 146"/>
            <p:cNvSpPr/>
            <p:nvPr/>
          </p:nvSpPr>
          <p:spPr>
            <a:xfrm>
              <a:off x="422112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6" name="Shape 147"/>
            <p:cNvSpPr/>
            <p:nvPr/>
          </p:nvSpPr>
          <p:spPr>
            <a:xfrm>
              <a:off x="5243896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7" name="Shape 148"/>
            <p:cNvSpPr/>
            <p:nvPr/>
          </p:nvSpPr>
          <p:spPr>
            <a:xfrm>
              <a:off x="6368270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8" name="Shape 149"/>
            <p:cNvSpPr/>
            <p:nvPr/>
          </p:nvSpPr>
          <p:spPr>
            <a:xfrm>
              <a:off x="74316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9" name="Shape 150"/>
            <p:cNvSpPr/>
            <p:nvPr/>
          </p:nvSpPr>
          <p:spPr>
            <a:xfrm>
              <a:off x="85492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00" name="Shape 151"/>
            <p:cNvSpPr/>
            <p:nvPr/>
          </p:nvSpPr>
          <p:spPr>
            <a:xfrm>
              <a:off x="973010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01" name="i"/>
            <p:cNvSpPr/>
            <p:nvPr/>
          </p:nvSpPr>
          <p:spPr>
            <a:xfrm>
              <a:off x="3594142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i</a:t>
              </a:r>
            </a:p>
          </p:txBody>
        </p:sp>
        <p:sp>
          <p:nvSpPr>
            <p:cNvPr id="1402" name="j"/>
            <p:cNvSpPr/>
            <p:nvPr/>
          </p:nvSpPr>
          <p:spPr>
            <a:xfrm>
              <a:off x="5665310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j</a:t>
              </a:r>
            </a:p>
          </p:txBody>
        </p:sp>
      </p:grpSp>
      <p:grpSp>
        <p:nvGrpSpPr>
          <p:cNvPr id="1429" name="成组"/>
          <p:cNvGrpSpPr/>
          <p:nvPr/>
        </p:nvGrpSpPr>
        <p:grpSpPr>
          <a:xfrm>
            <a:off x="1053149" y="6783561"/>
            <a:ext cx="10948738" cy="2349501"/>
            <a:chOff x="0" y="0"/>
            <a:chExt cx="10948737" cy="2349500"/>
          </a:xfrm>
        </p:grpSpPr>
        <p:sp>
          <p:nvSpPr>
            <p:cNvPr id="1404" name="Shape 126"/>
            <p:cNvSpPr/>
            <p:nvPr/>
          </p:nvSpPr>
          <p:spPr>
            <a:xfrm>
              <a:off x="2107842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36</a:t>
              </a:r>
            </a:p>
          </p:txBody>
        </p:sp>
        <p:sp>
          <p:nvSpPr>
            <p:cNvPr id="1405" name="Shape 127"/>
            <p:cNvSpPr/>
            <p:nvPr/>
          </p:nvSpPr>
          <p:spPr>
            <a:xfrm>
              <a:off x="3234474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14</a:t>
              </a:r>
            </a:p>
          </p:txBody>
        </p:sp>
        <p:sp>
          <p:nvSpPr>
            <p:cNvPr id="1406" name="Shape 128"/>
            <p:cNvSpPr/>
            <p:nvPr/>
          </p:nvSpPr>
          <p:spPr>
            <a:xfrm>
              <a:off x="4266279" y="21731"/>
              <a:ext cx="825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80</a:t>
              </a:r>
            </a:p>
          </p:txBody>
        </p:sp>
        <p:sp>
          <p:nvSpPr>
            <p:cNvPr id="1407" name="Shape 129"/>
            <p:cNvSpPr/>
            <p:nvPr/>
          </p:nvSpPr>
          <p:spPr>
            <a:xfrm>
              <a:off x="5282279" y="307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58</a:t>
              </a:r>
            </a:p>
          </p:txBody>
        </p:sp>
        <p:sp>
          <p:nvSpPr>
            <p:cNvPr id="1408" name="Shape 130"/>
            <p:cNvSpPr/>
            <p:nvPr/>
          </p:nvSpPr>
          <p:spPr>
            <a:xfrm>
              <a:off x="6433745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61</a:t>
              </a:r>
            </a:p>
          </p:txBody>
        </p:sp>
        <p:sp>
          <p:nvSpPr>
            <p:cNvPr id="1409" name="Shape 131"/>
            <p:cNvSpPr/>
            <p:nvPr/>
          </p:nvSpPr>
          <p:spPr>
            <a:xfrm>
              <a:off x="1186670" y="4430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1410" name="Shape 132"/>
            <p:cNvSpPr/>
            <p:nvPr/>
          </p:nvSpPr>
          <p:spPr>
            <a:xfrm>
              <a:off x="66811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411" name="Shape 133"/>
            <p:cNvSpPr/>
            <p:nvPr/>
          </p:nvSpPr>
          <p:spPr>
            <a:xfrm>
              <a:off x="742491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1412" name="Shape 134"/>
            <p:cNvSpPr/>
            <p:nvPr/>
          </p:nvSpPr>
          <p:spPr>
            <a:xfrm>
              <a:off x="855154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23</a:t>
              </a:r>
            </a:p>
          </p:txBody>
        </p:sp>
        <p:sp>
          <p:nvSpPr>
            <p:cNvPr id="1413" name="Shape 135"/>
            <p:cNvSpPr/>
            <p:nvPr/>
          </p:nvSpPr>
          <p:spPr>
            <a:xfrm>
              <a:off x="9678737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414" name="Shape 137"/>
            <p:cNvSpPr/>
            <p:nvPr/>
          </p:nvSpPr>
          <p:spPr>
            <a:xfrm>
              <a:off x="0" y="827761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15" name="Shape 138"/>
            <p:cNvSpPr/>
            <p:nvPr/>
          </p:nvSpPr>
          <p:spPr>
            <a:xfrm>
              <a:off x="0" y="8186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16" name="Shape 139"/>
            <p:cNvSpPr/>
            <p:nvPr/>
          </p:nvSpPr>
          <p:spPr>
            <a:xfrm>
              <a:off x="1082004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17" name="Shape 142"/>
            <p:cNvSpPr/>
            <p:nvPr/>
          </p:nvSpPr>
          <p:spPr>
            <a:xfrm>
              <a:off x="2165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18" name="Shape 143"/>
            <p:cNvSpPr/>
            <p:nvPr/>
          </p:nvSpPr>
          <p:spPr>
            <a:xfrm>
              <a:off x="1046687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19" name="Shape 144"/>
            <p:cNvSpPr/>
            <p:nvPr/>
          </p:nvSpPr>
          <p:spPr>
            <a:xfrm>
              <a:off x="2069461" y="5926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20" name="Shape 145"/>
            <p:cNvSpPr/>
            <p:nvPr/>
          </p:nvSpPr>
          <p:spPr>
            <a:xfrm>
              <a:off x="309449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21" name="Shape 146"/>
            <p:cNvSpPr/>
            <p:nvPr/>
          </p:nvSpPr>
          <p:spPr>
            <a:xfrm>
              <a:off x="422112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22" name="Shape 147"/>
            <p:cNvSpPr/>
            <p:nvPr/>
          </p:nvSpPr>
          <p:spPr>
            <a:xfrm>
              <a:off x="5243896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23" name="Shape 148"/>
            <p:cNvSpPr/>
            <p:nvPr/>
          </p:nvSpPr>
          <p:spPr>
            <a:xfrm>
              <a:off x="6368270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24" name="Shape 149"/>
            <p:cNvSpPr/>
            <p:nvPr/>
          </p:nvSpPr>
          <p:spPr>
            <a:xfrm>
              <a:off x="74316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25" name="Shape 150"/>
            <p:cNvSpPr/>
            <p:nvPr/>
          </p:nvSpPr>
          <p:spPr>
            <a:xfrm>
              <a:off x="85492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26" name="Shape 151"/>
            <p:cNvSpPr/>
            <p:nvPr/>
          </p:nvSpPr>
          <p:spPr>
            <a:xfrm>
              <a:off x="973010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27" name="i"/>
            <p:cNvSpPr/>
            <p:nvPr/>
          </p:nvSpPr>
          <p:spPr>
            <a:xfrm>
              <a:off x="3594142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i</a:t>
              </a:r>
            </a:p>
          </p:txBody>
        </p:sp>
        <p:sp>
          <p:nvSpPr>
            <p:cNvPr id="1428" name="j"/>
            <p:cNvSpPr/>
            <p:nvPr/>
          </p:nvSpPr>
          <p:spPr>
            <a:xfrm>
              <a:off x="8801084" y="1052796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j</a:t>
              </a:r>
            </a:p>
          </p:txBody>
        </p:sp>
      </p:grp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划分</a:t>
            </a:r>
          </a:p>
        </p:txBody>
      </p:sp>
      <p:grpSp>
        <p:nvGrpSpPr>
          <p:cNvPr id="1457" name="成组"/>
          <p:cNvGrpSpPr/>
          <p:nvPr/>
        </p:nvGrpSpPr>
        <p:grpSpPr>
          <a:xfrm>
            <a:off x="1043271" y="1663600"/>
            <a:ext cx="10948738" cy="2349501"/>
            <a:chOff x="0" y="0"/>
            <a:chExt cx="10948737" cy="2349500"/>
          </a:xfrm>
        </p:grpSpPr>
        <p:sp>
          <p:nvSpPr>
            <p:cNvPr id="1432" name="Shape 126"/>
            <p:cNvSpPr/>
            <p:nvPr/>
          </p:nvSpPr>
          <p:spPr>
            <a:xfrm>
              <a:off x="2107842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36</a:t>
              </a:r>
            </a:p>
          </p:txBody>
        </p:sp>
        <p:sp>
          <p:nvSpPr>
            <p:cNvPr id="1433" name="Shape 127"/>
            <p:cNvSpPr/>
            <p:nvPr/>
          </p:nvSpPr>
          <p:spPr>
            <a:xfrm>
              <a:off x="3234474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14</a:t>
              </a:r>
            </a:p>
          </p:txBody>
        </p:sp>
        <p:sp>
          <p:nvSpPr>
            <p:cNvPr id="1434" name="Shape 128"/>
            <p:cNvSpPr/>
            <p:nvPr/>
          </p:nvSpPr>
          <p:spPr>
            <a:xfrm>
              <a:off x="4266279" y="21731"/>
              <a:ext cx="825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80</a:t>
              </a:r>
            </a:p>
          </p:txBody>
        </p:sp>
        <p:sp>
          <p:nvSpPr>
            <p:cNvPr id="1435" name="Shape 129"/>
            <p:cNvSpPr/>
            <p:nvPr/>
          </p:nvSpPr>
          <p:spPr>
            <a:xfrm>
              <a:off x="5282279" y="307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58</a:t>
              </a:r>
            </a:p>
          </p:txBody>
        </p:sp>
        <p:sp>
          <p:nvSpPr>
            <p:cNvPr id="1436" name="Shape 130"/>
            <p:cNvSpPr/>
            <p:nvPr/>
          </p:nvSpPr>
          <p:spPr>
            <a:xfrm>
              <a:off x="6433745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61</a:t>
              </a:r>
            </a:p>
          </p:txBody>
        </p:sp>
        <p:sp>
          <p:nvSpPr>
            <p:cNvPr id="1437" name="Shape 131"/>
            <p:cNvSpPr/>
            <p:nvPr/>
          </p:nvSpPr>
          <p:spPr>
            <a:xfrm>
              <a:off x="1186670" y="4430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1438" name="Shape 132"/>
            <p:cNvSpPr/>
            <p:nvPr/>
          </p:nvSpPr>
          <p:spPr>
            <a:xfrm>
              <a:off x="66811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439" name="Shape 133"/>
            <p:cNvSpPr/>
            <p:nvPr/>
          </p:nvSpPr>
          <p:spPr>
            <a:xfrm>
              <a:off x="742491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1440" name="Shape 134"/>
            <p:cNvSpPr/>
            <p:nvPr/>
          </p:nvSpPr>
          <p:spPr>
            <a:xfrm>
              <a:off x="855154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23</a:t>
              </a:r>
            </a:p>
          </p:txBody>
        </p:sp>
        <p:sp>
          <p:nvSpPr>
            <p:cNvPr id="1441" name="Shape 135"/>
            <p:cNvSpPr/>
            <p:nvPr/>
          </p:nvSpPr>
          <p:spPr>
            <a:xfrm>
              <a:off x="9678737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442" name="Shape 137"/>
            <p:cNvSpPr/>
            <p:nvPr/>
          </p:nvSpPr>
          <p:spPr>
            <a:xfrm>
              <a:off x="0" y="827761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43" name="Shape 138"/>
            <p:cNvSpPr/>
            <p:nvPr/>
          </p:nvSpPr>
          <p:spPr>
            <a:xfrm>
              <a:off x="0" y="8186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44" name="Shape 139"/>
            <p:cNvSpPr/>
            <p:nvPr/>
          </p:nvSpPr>
          <p:spPr>
            <a:xfrm>
              <a:off x="1082004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45" name="Shape 142"/>
            <p:cNvSpPr/>
            <p:nvPr/>
          </p:nvSpPr>
          <p:spPr>
            <a:xfrm>
              <a:off x="2165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46" name="Shape 143"/>
            <p:cNvSpPr/>
            <p:nvPr/>
          </p:nvSpPr>
          <p:spPr>
            <a:xfrm>
              <a:off x="1046687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47" name="Shape 144"/>
            <p:cNvSpPr/>
            <p:nvPr/>
          </p:nvSpPr>
          <p:spPr>
            <a:xfrm>
              <a:off x="2069461" y="5926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48" name="Shape 145"/>
            <p:cNvSpPr/>
            <p:nvPr/>
          </p:nvSpPr>
          <p:spPr>
            <a:xfrm>
              <a:off x="309449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49" name="Shape 146"/>
            <p:cNvSpPr/>
            <p:nvPr/>
          </p:nvSpPr>
          <p:spPr>
            <a:xfrm>
              <a:off x="422112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50" name="Shape 147"/>
            <p:cNvSpPr/>
            <p:nvPr/>
          </p:nvSpPr>
          <p:spPr>
            <a:xfrm>
              <a:off x="5243896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51" name="Shape 148"/>
            <p:cNvSpPr/>
            <p:nvPr/>
          </p:nvSpPr>
          <p:spPr>
            <a:xfrm>
              <a:off x="6368270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52" name="Shape 149"/>
            <p:cNvSpPr/>
            <p:nvPr/>
          </p:nvSpPr>
          <p:spPr>
            <a:xfrm>
              <a:off x="74316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53" name="Shape 150"/>
            <p:cNvSpPr/>
            <p:nvPr/>
          </p:nvSpPr>
          <p:spPr>
            <a:xfrm>
              <a:off x="85492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54" name="Shape 151"/>
            <p:cNvSpPr/>
            <p:nvPr/>
          </p:nvSpPr>
          <p:spPr>
            <a:xfrm>
              <a:off x="973010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55" name="i"/>
            <p:cNvSpPr/>
            <p:nvPr/>
          </p:nvSpPr>
          <p:spPr>
            <a:xfrm>
              <a:off x="3594142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i</a:t>
              </a:r>
            </a:p>
          </p:txBody>
        </p:sp>
        <p:sp>
          <p:nvSpPr>
            <p:cNvPr id="1456" name="j"/>
            <p:cNvSpPr/>
            <p:nvPr/>
          </p:nvSpPr>
          <p:spPr>
            <a:xfrm>
              <a:off x="8801083" y="1052796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j</a:t>
              </a:r>
            </a:p>
          </p:txBody>
        </p:sp>
      </p:grpSp>
      <p:grpSp>
        <p:nvGrpSpPr>
          <p:cNvPr id="1483" name="成组"/>
          <p:cNvGrpSpPr/>
          <p:nvPr/>
        </p:nvGrpSpPr>
        <p:grpSpPr>
          <a:xfrm>
            <a:off x="1055971" y="3479754"/>
            <a:ext cx="11264885" cy="2349501"/>
            <a:chOff x="0" y="0"/>
            <a:chExt cx="11264883" cy="2349500"/>
          </a:xfrm>
        </p:grpSpPr>
        <p:sp>
          <p:nvSpPr>
            <p:cNvPr id="1458" name="Shape 126"/>
            <p:cNvSpPr/>
            <p:nvPr/>
          </p:nvSpPr>
          <p:spPr>
            <a:xfrm>
              <a:off x="2107842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36</a:t>
              </a:r>
            </a:p>
          </p:txBody>
        </p:sp>
        <p:sp>
          <p:nvSpPr>
            <p:cNvPr id="1459" name="Shape 127"/>
            <p:cNvSpPr/>
            <p:nvPr/>
          </p:nvSpPr>
          <p:spPr>
            <a:xfrm>
              <a:off x="3234474" y="3302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14</a:t>
              </a:r>
            </a:p>
          </p:txBody>
        </p:sp>
        <p:sp>
          <p:nvSpPr>
            <p:cNvPr id="1460" name="Shape 128"/>
            <p:cNvSpPr/>
            <p:nvPr/>
          </p:nvSpPr>
          <p:spPr>
            <a:xfrm>
              <a:off x="4266279" y="21731"/>
              <a:ext cx="825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23</a:t>
              </a:r>
            </a:p>
          </p:txBody>
        </p:sp>
        <p:sp>
          <p:nvSpPr>
            <p:cNvPr id="1461" name="Shape 129"/>
            <p:cNvSpPr/>
            <p:nvPr/>
          </p:nvSpPr>
          <p:spPr>
            <a:xfrm>
              <a:off x="5282279" y="307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58</a:t>
              </a:r>
            </a:p>
          </p:txBody>
        </p:sp>
        <p:sp>
          <p:nvSpPr>
            <p:cNvPr id="1462" name="Shape 130"/>
            <p:cNvSpPr/>
            <p:nvPr/>
          </p:nvSpPr>
          <p:spPr>
            <a:xfrm>
              <a:off x="6433745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61</a:t>
              </a:r>
            </a:p>
          </p:txBody>
        </p:sp>
        <p:sp>
          <p:nvSpPr>
            <p:cNvPr id="1463" name="Shape 131"/>
            <p:cNvSpPr/>
            <p:nvPr/>
          </p:nvSpPr>
          <p:spPr>
            <a:xfrm>
              <a:off x="1186670" y="4430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1464" name="Shape 132"/>
            <p:cNvSpPr/>
            <p:nvPr/>
          </p:nvSpPr>
          <p:spPr>
            <a:xfrm>
              <a:off x="66811" y="4205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465" name="Shape 133"/>
            <p:cNvSpPr/>
            <p:nvPr/>
          </p:nvSpPr>
          <p:spPr>
            <a:xfrm>
              <a:off x="742491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1466" name="Shape 134"/>
            <p:cNvSpPr/>
            <p:nvPr/>
          </p:nvSpPr>
          <p:spPr>
            <a:xfrm>
              <a:off x="8551540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80</a:t>
              </a:r>
            </a:p>
          </p:txBody>
        </p:sp>
        <p:sp>
          <p:nvSpPr>
            <p:cNvPr id="1467" name="Shape 135"/>
            <p:cNvSpPr/>
            <p:nvPr/>
          </p:nvSpPr>
          <p:spPr>
            <a:xfrm>
              <a:off x="9678737" y="3979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defRPr sz="4200">
                  <a:solidFill>
                    <a:schemeClr val="accent5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52</a:t>
              </a:r>
            </a:p>
          </p:txBody>
        </p:sp>
        <p:sp>
          <p:nvSpPr>
            <p:cNvPr id="1468" name="Shape 137"/>
            <p:cNvSpPr/>
            <p:nvPr/>
          </p:nvSpPr>
          <p:spPr>
            <a:xfrm>
              <a:off x="0" y="827761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69" name="Shape 138"/>
            <p:cNvSpPr/>
            <p:nvPr/>
          </p:nvSpPr>
          <p:spPr>
            <a:xfrm>
              <a:off x="0" y="8186"/>
              <a:ext cx="1082061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0" name="Shape 139"/>
            <p:cNvSpPr/>
            <p:nvPr/>
          </p:nvSpPr>
          <p:spPr>
            <a:xfrm>
              <a:off x="1082004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1" name="Shape 142"/>
            <p:cNvSpPr/>
            <p:nvPr/>
          </p:nvSpPr>
          <p:spPr>
            <a:xfrm>
              <a:off x="2165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2" name="Shape 143"/>
            <p:cNvSpPr/>
            <p:nvPr/>
          </p:nvSpPr>
          <p:spPr>
            <a:xfrm>
              <a:off x="1046687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3" name="Shape 144"/>
            <p:cNvSpPr/>
            <p:nvPr/>
          </p:nvSpPr>
          <p:spPr>
            <a:xfrm>
              <a:off x="2069461" y="5926"/>
              <a:ext cx="2259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4" name="Shape 145"/>
            <p:cNvSpPr/>
            <p:nvPr/>
          </p:nvSpPr>
          <p:spPr>
            <a:xfrm>
              <a:off x="3094492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5" name="Shape 146"/>
            <p:cNvSpPr/>
            <p:nvPr/>
          </p:nvSpPr>
          <p:spPr>
            <a:xfrm>
              <a:off x="422112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6" name="Shape 147"/>
            <p:cNvSpPr/>
            <p:nvPr/>
          </p:nvSpPr>
          <p:spPr>
            <a:xfrm>
              <a:off x="5243896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7" name="Shape 148"/>
            <p:cNvSpPr/>
            <p:nvPr/>
          </p:nvSpPr>
          <p:spPr>
            <a:xfrm>
              <a:off x="6368270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8" name="Shape 149"/>
            <p:cNvSpPr/>
            <p:nvPr/>
          </p:nvSpPr>
          <p:spPr>
            <a:xfrm>
              <a:off x="74316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9" name="Shape 150"/>
            <p:cNvSpPr/>
            <p:nvPr/>
          </p:nvSpPr>
          <p:spPr>
            <a:xfrm>
              <a:off x="8549285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80" name="Shape 151"/>
            <p:cNvSpPr/>
            <p:nvPr/>
          </p:nvSpPr>
          <p:spPr>
            <a:xfrm>
              <a:off x="9730103" y="5926"/>
              <a:ext cx="2260" cy="8195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81" name="i"/>
            <p:cNvSpPr/>
            <p:nvPr/>
          </p:nvSpPr>
          <p:spPr>
            <a:xfrm>
              <a:off x="4533942" y="10795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i</a:t>
              </a:r>
            </a:p>
          </p:txBody>
        </p:sp>
        <p:sp>
          <p:nvSpPr>
            <p:cNvPr id="1482" name="j"/>
            <p:cNvSpPr/>
            <p:nvPr/>
          </p:nvSpPr>
          <p:spPr>
            <a:xfrm>
              <a:off x="9994883" y="1052796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j</a:t>
              </a:r>
            </a:p>
          </p:txBody>
        </p:sp>
      </p:grp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划分</a:t>
            </a:r>
          </a:p>
        </p:txBody>
      </p:sp>
      <p:sp>
        <p:nvSpPr>
          <p:cNvPr id="1486" name="a0"/>
          <p:cNvSpPr txBox="1"/>
          <p:nvPr/>
        </p:nvSpPr>
        <p:spPr>
          <a:xfrm>
            <a:off x="2246002" y="3699331"/>
            <a:ext cx="657149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pPr>
            <a:r>
              <a:t>a</a:t>
            </a:r>
            <a:r>
              <a:rPr i="0" baseline="-6000"/>
              <a:t>0</a:t>
            </a:r>
            <a:endParaRPr i="0" baseline="-6000"/>
          </a:p>
        </p:txBody>
      </p:sp>
      <p:sp>
        <p:nvSpPr>
          <p:cNvPr id="1487" name="a1"/>
          <p:cNvSpPr txBox="1"/>
          <p:nvPr/>
        </p:nvSpPr>
        <p:spPr>
          <a:xfrm>
            <a:off x="10963945" y="3699331"/>
            <a:ext cx="657149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L="40640" marR="40640" indent="0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pPr>
            <a:r>
              <a:rPr i="1"/>
              <a:t>a</a:t>
            </a:r>
            <a:r>
              <a:rPr baseline="-6000"/>
              <a:t>1</a:t>
            </a:r>
            <a:endParaRPr baseline="-6000"/>
          </a:p>
        </p:txBody>
      </p:sp>
      <p:sp>
        <p:nvSpPr>
          <p:cNvPr id="1488" name="p"/>
          <p:cNvSpPr txBox="1"/>
          <p:nvPr/>
        </p:nvSpPr>
        <p:spPr>
          <a:xfrm>
            <a:off x="10295239" y="3699331"/>
            <a:ext cx="657149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p</a:t>
            </a:r>
          </a:p>
        </p:txBody>
      </p:sp>
      <p:sp>
        <p:nvSpPr>
          <p:cNvPr id="1489" name="≤ p"/>
          <p:cNvSpPr txBox="1"/>
          <p:nvPr/>
        </p:nvSpPr>
        <p:spPr>
          <a:xfrm>
            <a:off x="2914708" y="3699331"/>
            <a:ext cx="1943040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≤ p</a:t>
            </a:r>
          </a:p>
        </p:txBody>
      </p:sp>
      <p:sp>
        <p:nvSpPr>
          <p:cNvPr id="1490" name="&gt; p"/>
          <p:cNvSpPr txBox="1"/>
          <p:nvPr/>
        </p:nvSpPr>
        <p:spPr>
          <a:xfrm>
            <a:off x="8364416" y="3699331"/>
            <a:ext cx="1943040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&gt; p</a:t>
            </a:r>
          </a:p>
        </p:txBody>
      </p:sp>
      <p:sp>
        <p:nvSpPr>
          <p:cNvPr id="1491" name="?"/>
          <p:cNvSpPr txBox="1"/>
          <p:nvPr/>
        </p:nvSpPr>
        <p:spPr>
          <a:xfrm>
            <a:off x="5168494" y="3699331"/>
            <a:ext cx="2886169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?</a:t>
            </a:r>
          </a:p>
        </p:txBody>
      </p:sp>
      <p:sp>
        <p:nvSpPr>
          <p:cNvPr id="1492" name="l"/>
          <p:cNvSpPr txBox="1"/>
          <p:nvPr/>
        </p:nvSpPr>
        <p:spPr>
          <a:xfrm>
            <a:off x="2369740" y="4403970"/>
            <a:ext cx="412253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l</a:t>
            </a:r>
          </a:p>
        </p:txBody>
      </p:sp>
      <p:sp>
        <p:nvSpPr>
          <p:cNvPr id="1493" name="r"/>
          <p:cNvSpPr txBox="1"/>
          <p:nvPr/>
        </p:nvSpPr>
        <p:spPr>
          <a:xfrm>
            <a:off x="11089102" y="4403970"/>
            <a:ext cx="456370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r</a:t>
            </a:r>
          </a:p>
        </p:txBody>
      </p:sp>
      <p:sp>
        <p:nvSpPr>
          <p:cNvPr id="1494" name="i"/>
          <p:cNvSpPr txBox="1"/>
          <p:nvPr/>
        </p:nvSpPr>
        <p:spPr>
          <a:xfrm>
            <a:off x="4810825" y="4403970"/>
            <a:ext cx="412253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i</a:t>
            </a:r>
          </a:p>
        </p:txBody>
      </p:sp>
      <p:sp>
        <p:nvSpPr>
          <p:cNvPr id="1495" name="j"/>
          <p:cNvSpPr txBox="1"/>
          <p:nvPr/>
        </p:nvSpPr>
        <p:spPr>
          <a:xfrm>
            <a:off x="8011880" y="4403970"/>
            <a:ext cx="412253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j</a:t>
            </a:r>
          </a:p>
        </p:txBody>
      </p:sp>
      <p:sp>
        <p:nvSpPr>
          <p:cNvPr id="1496" name="矩形"/>
          <p:cNvSpPr txBox="1"/>
          <p:nvPr/>
        </p:nvSpPr>
        <p:spPr>
          <a:xfrm>
            <a:off x="8040819" y="3699331"/>
            <a:ext cx="321971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</a:t>
            </a:r>
          </a:p>
        </p:txBody>
      </p:sp>
      <p:sp>
        <p:nvSpPr>
          <p:cNvPr id="1497" name="矩形"/>
          <p:cNvSpPr txBox="1"/>
          <p:nvPr/>
        </p:nvSpPr>
        <p:spPr>
          <a:xfrm>
            <a:off x="4858741" y="3699331"/>
            <a:ext cx="321970" cy="69986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>
            <a:lvl1pPr marL="40640" marR="40640" indent="0" algn="ctr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</a:t>
            </a:r>
          </a:p>
        </p:txBody>
      </p:sp>
      <p:sp>
        <p:nvSpPr>
          <p:cNvPr id="1498" name="part I"/>
          <p:cNvSpPr txBox="1"/>
          <p:nvPr/>
        </p:nvSpPr>
        <p:spPr>
          <a:xfrm>
            <a:off x="3333365" y="3021282"/>
            <a:ext cx="1149261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part I</a:t>
            </a:r>
          </a:p>
        </p:txBody>
      </p:sp>
      <p:sp>
        <p:nvSpPr>
          <p:cNvPr id="1499" name="part II"/>
          <p:cNvSpPr txBox="1"/>
          <p:nvPr/>
        </p:nvSpPr>
        <p:spPr>
          <a:xfrm>
            <a:off x="6036947" y="3021282"/>
            <a:ext cx="1281223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part II</a:t>
            </a:r>
          </a:p>
        </p:txBody>
      </p:sp>
      <p:sp>
        <p:nvSpPr>
          <p:cNvPr id="1500" name="part III"/>
          <p:cNvSpPr txBox="1"/>
          <p:nvPr/>
        </p:nvSpPr>
        <p:spPr>
          <a:xfrm>
            <a:off x="8637470" y="3021282"/>
            <a:ext cx="1413184" cy="673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part III</a:t>
            </a:r>
          </a:p>
        </p:txBody>
      </p:sp>
      <p:sp>
        <p:nvSpPr>
          <p:cNvPr id="1501" name="枢轴三者者选一：…"/>
          <p:cNvSpPr txBox="1"/>
          <p:nvPr/>
        </p:nvSpPr>
        <p:spPr>
          <a:xfrm>
            <a:off x="9532" y="1318152"/>
            <a:ext cx="3728100" cy="13374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枢轴三者者选一：</a:t>
            </a:r>
          </a:p>
          <a:p>
            <a:r>
              <a:t>   </a:t>
            </a:r>
            <a:r>
              <a:rPr i="1"/>
              <a:t>a</a:t>
            </a:r>
            <a:r>
              <a:rPr baseline="-6000"/>
              <a:t>0</a:t>
            </a:r>
            <a:r>
              <a:t> ≤ </a:t>
            </a:r>
            <a:r>
              <a:rPr i="1"/>
              <a:t>p</a:t>
            </a:r>
            <a:r>
              <a:t> ≤ </a:t>
            </a:r>
            <a:r>
              <a:rPr i="1"/>
              <a:t>a</a:t>
            </a:r>
            <a:r>
              <a:rPr baseline="-6000"/>
              <a:t>1</a:t>
            </a:r>
            <a:endParaRPr baseline="-6000"/>
          </a:p>
        </p:txBody>
      </p:sp>
      <p:sp>
        <p:nvSpPr>
          <p:cNvPr id="1502" name="a[l…i)"/>
          <p:cNvSpPr txBox="1"/>
          <p:nvPr/>
        </p:nvSpPr>
        <p:spPr>
          <a:xfrm>
            <a:off x="3284573" y="2576387"/>
            <a:ext cx="1356927" cy="59071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a[l…i)</a:t>
            </a:r>
          </a:p>
        </p:txBody>
      </p:sp>
      <p:sp>
        <p:nvSpPr>
          <p:cNvPr id="1503" name="a(j…r-1)"/>
          <p:cNvSpPr txBox="1"/>
          <p:nvPr/>
        </p:nvSpPr>
        <p:spPr>
          <a:xfrm>
            <a:off x="8979651" y="2560582"/>
            <a:ext cx="1742826" cy="59071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a(j…r-1)</a:t>
            </a:r>
          </a:p>
        </p:txBody>
      </p:sp>
      <p:sp>
        <p:nvSpPr>
          <p:cNvPr id="1504" name="a[i…j]"/>
          <p:cNvSpPr txBox="1"/>
          <p:nvPr/>
        </p:nvSpPr>
        <p:spPr>
          <a:xfrm>
            <a:off x="5957912" y="2580099"/>
            <a:ext cx="1356927" cy="59071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a[i…j]</a:t>
            </a:r>
          </a:p>
        </p:txBody>
      </p:sp>
      <p:sp>
        <p:nvSpPr>
          <p:cNvPr id="1505" name="a[i] ≤ p: i++，否则停止"/>
          <p:cNvSpPr txBox="1"/>
          <p:nvPr/>
        </p:nvSpPr>
        <p:spPr>
          <a:xfrm>
            <a:off x="3257296" y="5805804"/>
            <a:ext cx="4670492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a[i] ≤ p: i++，否则停止 </a:t>
            </a:r>
          </a:p>
        </p:txBody>
      </p:sp>
      <p:sp>
        <p:nvSpPr>
          <p:cNvPr id="1506" name="a[j] &gt; p: j--，否则停止"/>
          <p:cNvSpPr txBox="1"/>
          <p:nvPr/>
        </p:nvSpPr>
        <p:spPr>
          <a:xfrm>
            <a:off x="3257296" y="6724412"/>
            <a:ext cx="4471899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a[j] &gt; p: j--，否则停止 </a:t>
            </a:r>
          </a:p>
        </p:txBody>
      </p:sp>
      <p:sp>
        <p:nvSpPr>
          <p:cNvPr id="1507" name="交换a[i]， a[j]，然后i++，j--"/>
          <p:cNvSpPr txBox="1"/>
          <p:nvPr/>
        </p:nvSpPr>
        <p:spPr>
          <a:xfrm>
            <a:off x="3257296" y="7808120"/>
            <a:ext cx="5783912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交换a[i]， a[j]，然后i++，j-- </a:t>
            </a:r>
          </a:p>
        </p:txBody>
      </p:sp>
      <p:sp>
        <p:nvSpPr>
          <p:cNvPr id="1508" name="重复以下步骤，直到第2部分为空，即i &gt; j"/>
          <p:cNvSpPr txBox="1"/>
          <p:nvPr/>
        </p:nvSpPr>
        <p:spPr>
          <a:xfrm>
            <a:off x="2644288" y="4947224"/>
            <a:ext cx="8226275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重复以下步骤，直到第2部分为空，即i &gt; j</a:t>
            </a:r>
          </a:p>
        </p:txBody>
      </p:sp>
      <p:sp>
        <p:nvSpPr>
          <p:cNvPr id="1509" name="交换a[i]和a[r-1]"/>
          <p:cNvSpPr txBox="1"/>
          <p:nvPr/>
        </p:nvSpPr>
        <p:spPr>
          <a:xfrm>
            <a:off x="2484554" y="8679693"/>
            <a:ext cx="312516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交换a[i]和a[r-1]</a:t>
            </a: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划分</a:t>
            </a:r>
          </a:p>
        </p:txBody>
      </p:sp>
      <p:grpSp>
        <p:nvGrpSpPr>
          <p:cNvPr id="1528" name="成组"/>
          <p:cNvGrpSpPr/>
          <p:nvPr/>
        </p:nvGrpSpPr>
        <p:grpSpPr>
          <a:xfrm>
            <a:off x="1282700" y="1743088"/>
            <a:ext cx="10453530" cy="6302072"/>
            <a:chOff x="25400" y="0"/>
            <a:chExt cx="10453529" cy="6302072"/>
          </a:xfrm>
        </p:grpSpPr>
        <p:graphicFrame>
          <p:nvGraphicFramePr>
            <p:cNvPr id="1512" name="表格"/>
            <p:cNvGraphicFramePr/>
            <p:nvPr/>
          </p:nvGraphicFramePr>
          <p:xfrm>
            <a:off x="25400" y="1929421"/>
            <a:ext cx="10453530" cy="802932"/>
          </p:xfrm>
          <a:graphic>
            <a:graphicData uri="http://schemas.openxmlformats.org/drawingml/2006/table">
              <a:tbl>
                <a:tblPr firstCol="1">
                  <a:tableStyleId>{4C3C2611-4C71-4FC5-86AE-919BDF0F9419}</a:tableStyleId>
                </a:tblPr>
                <a:tblGrid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</a:tblGrid>
                <a:tr h="790231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275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908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170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897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765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653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426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154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509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677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513" name="i"/>
            <p:cNvSpPr txBox="1"/>
            <p:nvPr/>
          </p:nvSpPr>
          <p:spPr>
            <a:xfrm>
              <a:off x="878762" y="1393365"/>
              <a:ext cx="316647" cy="5436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i</a:t>
              </a:r>
            </a:p>
          </p:txBody>
        </p:sp>
        <p:sp>
          <p:nvSpPr>
            <p:cNvPr id="1514" name="j"/>
            <p:cNvSpPr txBox="1"/>
            <p:nvPr/>
          </p:nvSpPr>
          <p:spPr>
            <a:xfrm>
              <a:off x="9406523" y="1393365"/>
              <a:ext cx="316647" cy="5436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j</a:t>
              </a:r>
            </a:p>
          </p:txBody>
        </p:sp>
        <p:sp>
          <p:nvSpPr>
            <p:cNvPr id="1515" name="b) 设置哨兵、初始化"/>
            <p:cNvSpPr txBox="1"/>
            <p:nvPr/>
          </p:nvSpPr>
          <p:spPr>
            <a:xfrm>
              <a:off x="3992481" y="2617292"/>
              <a:ext cx="2996676" cy="6441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b) 设置哨兵、初始化</a:t>
              </a:r>
            </a:p>
          </p:txBody>
        </p:sp>
        <p:graphicFrame>
          <p:nvGraphicFramePr>
            <p:cNvPr id="1516" name="表格"/>
            <p:cNvGraphicFramePr/>
            <p:nvPr/>
          </p:nvGraphicFramePr>
          <p:xfrm>
            <a:off x="25400" y="3452366"/>
            <a:ext cx="10453530" cy="818832"/>
          </p:xfrm>
          <a:graphic>
            <a:graphicData uri="http://schemas.openxmlformats.org/drawingml/2006/table">
              <a:tbl>
                <a:tblPr firstCol="1">
                  <a:tableStyleId>{4C3C2611-4C71-4FC5-86AE-919BDF0F9419}</a:tableStyleId>
                </a:tblPr>
                <a:tblGrid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</a:tblGrid>
                <a:tr h="806130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275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908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170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897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765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653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426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154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509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677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sp>
          <p:nvSpPr>
            <p:cNvPr id="1517" name="i"/>
            <p:cNvSpPr txBox="1"/>
            <p:nvPr/>
          </p:nvSpPr>
          <p:spPr>
            <a:xfrm>
              <a:off x="1461080" y="2952377"/>
              <a:ext cx="316646" cy="5436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i</a:t>
              </a:r>
            </a:p>
          </p:txBody>
        </p:sp>
        <p:sp>
          <p:nvSpPr>
            <p:cNvPr id="1518" name="j"/>
            <p:cNvSpPr txBox="1"/>
            <p:nvPr/>
          </p:nvSpPr>
          <p:spPr>
            <a:xfrm>
              <a:off x="6711457" y="2952377"/>
              <a:ext cx="316647" cy="5436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j</a:t>
              </a:r>
            </a:p>
          </p:txBody>
        </p:sp>
        <p:sp>
          <p:nvSpPr>
            <p:cNvPr id="1519" name="c) 移动"/>
            <p:cNvSpPr txBox="1"/>
            <p:nvPr/>
          </p:nvSpPr>
          <p:spPr>
            <a:xfrm>
              <a:off x="4632514" y="4154832"/>
              <a:ext cx="1153366" cy="6441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c) 移动</a:t>
              </a:r>
            </a:p>
          </p:txBody>
        </p:sp>
        <p:graphicFrame>
          <p:nvGraphicFramePr>
            <p:cNvPr id="1520" name="表格"/>
            <p:cNvGraphicFramePr/>
            <p:nvPr/>
          </p:nvGraphicFramePr>
          <p:xfrm>
            <a:off x="25400" y="4980934"/>
            <a:ext cx="10453530" cy="826782"/>
          </p:xfrm>
          <a:graphic>
            <a:graphicData uri="http://schemas.openxmlformats.org/drawingml/2006/table">
              <a:tbl>
                <a:tblPr firstCol="1">
                  <a:tableStyleId>{4C3C2611-4C71-4FC5-86AE-919BDF0F9419}</a:tableStyleId>
                </a:tblPr>
                <a:tblGrid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</a:tblGrid>
                <a:tr h="814080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275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154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908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170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897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765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653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426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509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677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sp>
          <p:nvSpPr>
            <p:cNvPr id="1521" name="i"/>
            <p:cNvSpPr txBox="1"/>
            <p:nvPr/>
          </p:nvSpPr>
          <p:spPr>
            <a:xfrm>
              <a:off x="1549980" y="4459474"/>
              <a:ext cx="316646" cy="5436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i</a:t>
              </a:r>
            </a:p>
          </p:txBody>
        </p:sp>
        <p:sp>
          <p:nvSpPr>
            <p:cNvPr id="1522" name="j"/>
            <p:cNvSpPr txBox="1"/>
            <p:nvPr/>
          </p:nvSpPr>
          <p:spPr>
            <a:xfrm>
              <a:off x="6711457" y="4459474"/>
              <a:ext cx="316647" cy="5436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j</a:t>
              </a:r>
            </a:p>
          </p:txBody>
        </p:sp>
        <p:sp>
          <p:nvSpPr>
            <p:cNvPr id="1523" name="d) 交换"/>
            <p:cNvSpPr txBox="1"/>
            <p:nvPr/>
          </p:nvSpPr>
          <p:spPr>
            <a:xfrm>
              <a:off x="4708606" y="5657899"/>
              <a:ext cx="1170457" cy="6441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d) 交换</a:t>
              </a:r>
            </a:p>
          </p:txBody>
        </p:sp>
        <p:graphicFrame>
          <p:nvGraphicFramePr>
            <p:cNvPr id="1524" name="表格"/>
            <p:cNvGraphicFramePr/>
            <p:nvPr/>
          </p:nvGraphicFramePr>
          <p:xfrm>
            <a:off x="25400" y="373006"/>
            <a:ext cx="10453530" cy="802932"/>
          </p:xfrm>
          <a:graphic>
            <a:graphicData uri="http://schemas.openxmlformats.org/drawingml/2006/table">
              <a:tbl>
                <a:tblPr firstCol="1">
                  <a:tableStyleId>{4C3C2611-4C71-4FC5-86AE-919BDF0F9419}</a:tableStyleId>
                </a:tblPr>
                <a:tblGrid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  <a:gridCol w="652551"/>
                </a:tblGrid>
                <a:tr h="790231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908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170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897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275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653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426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154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509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677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765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525" name="a) 选枢轴"/>
            <p:cNvSpPr txBox="1"/>
            <p:nvPr/>
          </p:nvSpPr>
          <p:spPr>
            <a:xfrm>
              <a:off x="4385213" y="1065656"/>
              <a:ext cx="1457736" cy="6441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a) 选枢轴</a:t>
              </a:r>
            </a:p>
          </p:txBody>
        </p:sp>
        <p:sp>
          <p:nvSpPr>
            <p:cNvPr id="1526" name="l"/>
            <p:cNvSpPr txBox="1"/>
            <p:nvPr/>
          </p:nvSpPr>
          <p:spPr>
            <a:xfrm>
              <a:off x="206589" y="0"/>
              <a:ext cx="211397" cy="3215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l</a:t>
              </a:r>
            </a:p>
          </p:txBody>
        </p:sp>
        <p:sp>
          <p:nvSpPr>
            <p:cNvPr id="1527" name="r"/>
            <p:cNvSpPr txBox="1"/>
            <p:nvPr/>
          </p:nvSpPr>
          <p:spPr>
            <a:xfrm>
              <a:off x="9975345" y="0"/>
              <a:ext cx="234018" cy="3215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r</a:t>
              </a:r>
            </a:p>
          </p:txBody>
        </p:sp>
      </p:grp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划分</a:t>
            </a:r>
          </a:p>
        </p:txBody>
      </p:sp>
      <p:grpSp>
        <p:nvGrpSpPr>
          <p:cNvPr id="1545" name="成组"/>
          <p:cNvGrpSpPr/>
          <p:nvPr/>
        </p:nvGrpSpPr>
        <p:grpSpPr>
          <a:xfrm>
            <a:off x="1175766" y="1479143"/>
            <a:ext cx="10680701" cy="5477536"/>
            <a:chOff x="0" y="0"/>
            <a:chExt cx="10680700" cy="5477534"/>
          </a:xfrm>
        </p:grpSpPr>
        <p:graphicFrame>
          <p:nvGraphicFramePr>
            <p:cNvPr id="1531" name="表格"/>
            <p:cNvGraphicFramePr/>
            <p:nvPr/>
          </p:nvGraphicFramePr>
          <p:xfrm>
            <a:off x="0" y="439843"/>
            <a:ext cx="10680700" cy="749301"/>
          </p:xfrm>
          <a:graphic>
            <a:graphicData uri="http://schemas.openxmlformats.org/drawingml/2006/table">
              <a:tbl>
                <a:tblPr firstCol="1">
                  <a:tableStyleId>{4C3C2611-4C71-4FC5-86AE-919BDF0F9419}</a:tableStyleId>
                </a:tblPr>
                <a:tblGrid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</a:tblGrid>
                <a:tr h="703605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275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154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908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170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897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765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653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426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509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677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sp>
          <p:nvSpPr>
            <p:cNvPr id="1532" name="i"/>
            <p:cNvSpPr txBox="1"/>
            <p:nvPr/>
          </p:nvSpPr>
          <p:spPr>
            <a:xfrm>
              <a:off x="2806885" y="0"/>
              <a:ext cx="322707" cy="4850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i</a:t>
              </a:r>
            </a:p>
          </p:txBody>
        </p:sp>
        <p:sp>
          <p:nvSpPr>
            <p:cNvPr id="1533" name="j"/>
            <p:cNvSpPr txBox="1"/>
            <p:nvPr/>
          </p:nvSpPr>
          <p:spPr>
            <a:xfrm>
              <a:off x="6141481" y="0"/>
              <a:ext cx="322706" cy="4850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j</a:t>
              </a:r>
            </a:p>
          </p:txBody>
        </p:sp>
        <p:sp>
          <p:nvSpPr>
            <p:cNvPr id="1534" name="e) 移动"/>
            <p:cNvSpPr txBox="1"/>
            <p:nvPr/>
          </p:nvSpPr>
          <p:spPr>
            <a:xfrm>
              <a:off x="4759461" y="1091975"/>
              <a:ext cx="1175440" cy="5747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e) 移动</a:t>
              </a:r>
            </a:p>
          </p:txBody>
        </p:sp>
        <p:graphicFrame>
          <p:nvGraphicFramePr>
            <p:cNvPr id="1535" name="表格"/>
            <p:cNvGraphicFramePr/>
            <p:nvPr/>
          </p:nvGraphicFramePr>
          <p:xfrm>
            <a:off x="0" y="1806568"/>
            <a:ext cx="10680700" cy="749301"/>
          </p:xfrm>
          <a:graphic>
            <a:graphicData uri="http://schemas.openxmlformats.org/drawingml/2006/table">
              <a:tbl>
                <a:tblPr firstCol="1">
                  <a:tableStyleId>{4C3C2611-4C71-4FC5-86AE-919BDF0F9419}</a:tableStyleId>
                </a:tblPr>
                <a:tblGrid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</a:tblGrid>
                <a:tr h="703605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275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154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426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170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897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765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653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908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509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677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sp>
          <p:nvSpPr>
            <p:cNvPr id="1536" name="i"/>
            <p:cNvSpPr txBox="1"/>
            <p:nvPr/>
          </p:nvSpPr>
          <p:spPr>
            <a:xfrm>
              <a:off x="2806885" y="1392020"/>
              <a:ext cx="322707" cy="4850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i</a:t>
              </a:r>
            </a:p>
          </p:txBody>
        </p:sp>
        <p:sp>
          <p:nvSpPr>
            <p:cNvPr id="1537" name="j"/>
            <p:cNvSpPr txBox="1"/>
            <p:nvPr/>
          </p:nvSpPr>
          <p:spPr>
            <a:xfrm>
              <a:off x="6141481" y="1392020"/>
              <a:ext cx="322706" cy="4850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j</a:t>
              </a:r>
            </a:p>
          </p:txBody>
        </p:sp>
        <p:sp>
          <p:nvSpPr>
            <p:cNvPr id="1538" name="f) 交换"/>
            <p:cNvSpPr txBox="1"/>
            <p:nvPr/>
          </p:nvSpPr>
          <p:spPr>
            <a:xfrm>
              <a:off x="4759461" y="2426523"/>
              <a:ext cx="1141058" cy="5747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f) 交换</a:t>
              </a:r>
            </a:p>
          </p:txBody>
        </p:sp>
        <p:graphicFrame>
          <p:nvGraphicFramePr>
            <p:cNvPr id="1539" name="表格"/>
            <p:cNvGraphicFramePr/>
            <p:nvPr/>
          </p:nvGraphicFramePr>
          <p:xfrm>
            <a:off x="0" y="3100187"/>
            <a:ext cx="10680700" cy="749301"/>
          </p:xfrm>
          <a:graphic>
            <a:graphicData uri="http://schemas.openxmlformats.org/drawingml/2006/table">
              <a:tbl>
                <a:tblPr firstCol="1">
                  <a:tableStyleId>{4C3C2611-4C71-4FC5-86AE-919BDF0F9419}</a:tableStyleId>
                </a:tblPr>
                <a:tblGrid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</a:tblGrid>
                <a:tr h="695372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275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154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426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170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897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765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653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908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509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677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sp>
          <p:nvSpPr>
            <p:cNvPr id="1540" name="i"/>
            <p:cNvSpPr txBox="1"/>
            <p:nvPr/>
          </p:nvSpPr>
          <p:spPr>
            <a:xfrm>
              <a:off x="4144600" y="2698660"/>
              <a:ext cx="322707" cy="4850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i</a:t>
              </a:r>
            </a:p>
          </p:txBody>
        </p:sp>
        <p:sp>
          <p:nvSpPr>
            <p:cNvPr id="1541" name="j"/>
            <p:cNvSpPr txBox="1"/>
            <p:nvPr/>
          </p:nvSpPr>
          <p:spPr>
            <a:xfrm>
              <a:off x="3504824" y="2698660"/>
              <a:ext cx="322707" cy="4850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j</a:t>
              </a:r>
            </a:p>
          </p:txBody>
        </p:sp>
        <p:sp>
          <p:nvSpPr>
            <p:cNvPr id="1542" name="g) 移动"/>
            <p:cNvSpPr txBox="1"/>
            <p:nvPr/>
          </p:nvSpPr>
          <p:spPr>
            <a:xfrm>
              <a:off x="4756584" y="3739299"/>
              <a:ext cx="1192857" cy="5747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g) 移动</a:t>
              </a:r>
            </a:p>
          </p:txBody>
        </p:sp>
        <p:graphicFrame>
          <p:nvGraphicFramePr>
            <p:cNvPr id="1543" name="成组"/>
            <p:cNvGraphicFramePr/>
            <p:nvPr/>
          </p:nvGraphicFramePr>
          <p:xfrm>
            <a:off x="0" y="4287348"/>
            <a:ext cx="10680700" cy="762001"/>
          </p:xfrm>
          <a:graphic>
            <a:graphicData uri="http://schemas.openxmlformats.org/drawingml/2006/table">
              <a:tbl>
                <a:tblPr firstCol="1">
                  <a:tableStyleId>{4C3C2611-4C71-4FC5-86AE-919BDF0F9419}</a:tableStyleId>
                </a:tblPr>
                <a:tblGrid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  <a:gridCol w="664333"/>
                </a:tblGrid>
                <a:tr h="71183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275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154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426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170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765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653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908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509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677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897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sp>
          <p:nvSpPr>
            <p:cNvPr id="1544" name="h) 就位"/>
            <p:cNvSpPr txBox="1"/>
            <p:nvPr/>
          </p:nvSpPr>
          <p:spPr>
            <a:xfrm>
              <a:off x="4747874" y="4902810"/>
              <a:ext cx="1192858" cy="5747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h) 就位</a:t>
              </a:r>
            </a:p>
          </p:txBody>
        </p:sp>
      </p:grp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Shape 250"/>
          <p:cNvSpPr txBox="1"/>
          <p:nvPr/>
        </p:nvSpPr>
        <p:spPr>
          <a:xfrm>
            <a:off x="1172916" y="101316"/>
            <a:ext cx="10985501" cy="98375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快速排序-性能分析</a:t>
            </a:r>
          </a:p>
        </p:txBody>
      </p:sp>
      <p:sp>
        <p:nvSpPr>
          <p:cNvPr id="1548" name="最坏时间复杂度O(n2)，最好和平均时间复杂度O(nlogn)。…"/>
          <p:cNvSpPr txBox="1"/>
          <p:nvPr/>
        </p:nvSpPr>
        <p:spPr>
          <a:xfrm>
            <a:off x="1095050" y="1601443"/>
            <a:ext cx="10077694" cy="3127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marL="300990" marR="57785" indent="-300990" defTabSz="1295400">
              <a:buSzPct val="60000"/>
              <a:buBlip>
                <a:blip r:embed="rId1"/>
              </a:buBlip>
              <a:defRPr sz="3000">
                <a:uFill>
                  <a:solidFill>
                    <a:srgbClr val="990000"/>
                  </a:solidFill>
                </a:uFill>
              </a:defRPr>
            </a:pPr>
            <a:r>
              <a:t>最坏时间复杂度O(n</a:t>
            </a:r>
            <a:r>
              <a:rPr baseline="32000"/>
              <a:t>2</a:t>
            </a:r>
            <a:r>
              <a:t>)，</a:t>
            </a:r>
            <a:r>
              <a:rPr>
                <a:solidFill>
                  <a:schemeClr val="accent1"/>
                </a:solidFill>
              </a:rPr>
              <a:t>最好和平均</a:t>
            </a:r>
            <a:r>
              <a:t>时间复杂度O(nlogn)。</a:t>
            </a:r>
          </a:p>
          <a:p>
            <a:pPr marL="300990" marR="57785" indent="-300990" defTabSz="1295400">
              <a:buSzPct val="60000"/>
              <a:buBlip>
                <a:blip r:embed="rId1"/>
              </a:buBlip>
              <a:defRPr sz="3000">
                <a:uFill>
                  <a:solidFill>
                    <a:srgbClr val="990000"/>
                  </a:solidFill>
                </a:uFill>
              </a:defRPr>
            </a:pPr>
            <a:r>
              <a:t>快速排序需要的辅助存储空间为：</a:t>
            </a:r>
          </a:p>
          <a:p>
            <a:pPr marL="1062990" lvl="2" indent="-300990">
              <a:buSzPct val="100000"/>
              <a:buChar char="•"/>
              <a:defRPr sz="3000"/>
            </a:pPr>
            <a:r>
              <a:t>pivot</a:t>
            </a:r>
          </a:p>
          <a:p>
            <a:pPr marL="1062990" lvl="2" indent="-300990">
              <a:buSzPct val="100000"/>
              <a:buChar char="•"/>
              <a:defRPr sz="3000"/>
            </a:pPr>
            <a:r>
              <a:t>栈，如果每次先对短的区间进行快速排序，则 2log</a:t>
            </a:r>
            <a:r>
              <a:rPr baseline="-24000"/>
              <a:t>2</a:t>
            </a:r>
            <a:r>
              <a:t>n  </a:t>
            </a:r>
          </a:p>
          <a:p>
            <a:pPr marL="300990" marR="57785" indent="-300990" defTabSz="1295400">
              <a:lnSpc>
                <a:spcPct val="100000"/>
              </a:lnSpc>
              <a:buSzPct val="60000"/>
              <a:buBlip>
                <a:blip r:embed="rId1"/>
              </a:buBlip>
              <a:defRPr sz="3000">
                <a:uFill>
                  <a:solidFill>
                    <a:srgbClr val="990000"/>
                  </a:solidFill>
                </a:uFill>
              </a:defRPr>
            </a:pPr>
            <a:r>
              <a:t>快速排序是一种不稳定的排序方法。</a:t>
            </a: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Shape 250"/>
          <p:cNvSpPr txBox="1"/>
          <p:nvPr/>
        </p:nvSpPr>
        <p:spPr>
          <a:xfrm>
            <a:off x="1172916" y="101316"/>
            <a:ext cx="10985501" cy="9525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快速排序代码</a:t>
            </a:r>
          </a:p>
        </p:txBody>
      </p:sp>
      <p:sp>
        <p:nvSpPr>
          <p:cNvPr id="1551" name="public static &lt;T&gt; T[] quickSort(T[] a) {…"/>
          <p:cNvSpPr txBox="1"/>
          <p:nvPr/>
        </p:nvSpPr>
        <p:spPr>
          <a:xfrm>
            <a:off x="357133" y="1599164"/>
            <a:ext cx="12245378" cy="6555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&lt;T&gt; T[] quickSort(T[]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quickSort(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0,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 - 1);</a:t>
            </a:r>
          </a:p>
          <a:p>
            <a:pPr indent="0">
              <a:lnSpc>
                <a:spcPct val="10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200"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@SuppressWarnings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&lt;T&gt;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quickSort(T[]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l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r</a:t>
            </a:r>
            <a:r>
              <a:t>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r</a:t>
            </a:r>
            <a:r>
              <a:t> - </a:t>
            </a:r>
            <a:r>
              <a:rPr>
                <a:solidFill>
                  <a:srgbClr val="7E504F"/>
                </a:solidFill>
              </a:rPr>
              <a:t>l</a:t>
            </a:r>
            <a:r>
              <a:t> + 1 &lt; 3)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(((Comparable&lt;T&gt;)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l</a:t>
            </a:r>
            <a:r>
              <a:t>]).compareTo(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r</a:t>
            </a:r>
            <a:r>
              <a:t>]) &gt; 0)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	swapElement(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l</a:t>
            </a:r>
            <a:r>
              <a:t>, </a:t>
            </a:r>
            <a:r>
              <a:rPr>
                <a:solidFill>
                  <a:srgbClr val="7E504F"/>
                </a:solidFill>
              </a:rPr>
              <a:t>r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lnSpc>
                <a:spcPct val="10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m</a:t>
            </a:r>
            <a:r>
              <a:t> = partition(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l</a:t>
            </a:r>
            <a:r>
              <a:t>, </a:t>
            </a:r>
            <a:r>
              <a:rPr>
                <a:solidFill>
                  <a:srgbClr val="7E504F"/>
                </a:solidFill>
              </a:rPr>
              <a:t>r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quickSort(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l</a:t>
            </a:r>
            <a:r>
              <a:t>, </a:t>
            </a:r>
            <a:r>
              <a:rPr>
                <a:solidFill>
                  <a:srgbClr val="7E504F"/>
                </a:solidFill>
              </a:rPr>
              <a:t>m</a:t>
            </a:r>
            <a:r>
              <a:t> - 1);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quickSort(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m</a:t>
            </a:r>
            <a:r>
              <a:t> + 1, </a:t>
            </a:r>
            <a:r>
              <a:rPr>
                <a:solidFill>
                  <a:srgbClr val="7E504F"/>
                </a:solidFill>
              </a:rPr>
              <a:t>r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Shape 250"/>
          <p:cNvSpPr txBox="1"/>
          <p:nvPr/>
        </p:nvSpPr>
        <p:spPr>
          <a:xfrm>
            <a:off x="1172916" y="101316"/>
            <a:ext cx="10985501" cy="9525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快速排序代码</a:t>
            </a:r>
          </a:p>
        </p:txBody>
      </p:sp>
      <p:sp>
        <p:nvSpPr>
          <p:cNvPr id="1554" name="private static &lt;T&gt; int partition(T[] a, int l, int r) {…"/>
          <p:cNvSpPr txBox="1"/>
          <p:nvPr/>
        </p:nvSpPr>
        <p:spPr>
          <a:xfrm>
            <a:off x="797846" y="1514616"/>
            <a:ext cx="11180118" cy="739135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&lt;T&gt;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partition(T[]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l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r</a:t>
            </a:r>
            <a:r>
              <a:t>) {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m</a:t>
            </a:r>
            <a:r>
              <a:t> = selectMiddle(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l</a:t>
            </a:r>
            <a:r>
              <a:t>, </a:t>
            </a:r>
            <a:r>
              <a:rPr>
                <a:solidFill>
                  <a:srgbClr val="7E504F"/>
                </a:solidFill>
              </a:rPr>
              <a:t>r</a:t>
            </a:r>
            <a:r>
              <a:t>);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swapElement(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m</a:t>
            </a:r>
            <a:r>
              <a:t>, </a:t>
            </a:r>
            <a:r>
              <a:rPr>
                <a:solidFill>
                  <a:srgbClr val="7E504F"/>
                </a:solidFill>
              </a:rPr>
              <a:t>r</a:t>
            </a:r>
            <a:r>
              <a:t> - 1);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T </a:t>
            </a:r>
            <a:r>
              <a:rPr>
                <a:solidFill>
                  <a:srgbClr val="7E504F"/>
                </a:solidFill>
              </a:rPr>
              <a:t>pivot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r</a:t>
            </a:r>
            <a:r>
              <a:t> - 1];</a:t>
            </a:r>
          </a:p>
          <a:p>
            <a:pPr indent="0">
              <a:lnSpc>
                <a:spcPct val="100000"/>
              </a:lnSpc>
              <a:defRPr sz="24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l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j</a:t>
            </a:r>
            <a:r>
              <a:t> = </a:t>
            </a:r>
            <a:r>
              <a:rPr>
                <a:solidFill>
                  <a:srgbClr val="7E504F"/>
                </a:solidFill>
              </a:rPr>
              <a:t>r</a:t>
            </a:r>
            <a:r>
              <a:t> - 1;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(;;) {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(((Comparable&lt;T&gt;) </a:t>
            </a:r>
            <a:r>
              <a:rPr>
                <a:solidFill>
                  <a:srgbClr val="7E504F"/>
                </a:solidFill>
              </a:rPr>
              <a:t>a</a:t>
            </a:r>
            <a:r>
              <a:t>[++</a:t>
            </a:r>
            <a:r>
              <a:rPr>
                <a:solidFill>
                  <a:srgbClr val="7E504F"/>
                </a:solidFill>
              </a:rPr>
              <a:t>i</a:t>
            </a:r>
            <a:r>
              <a:t>]).compareTo(</a:t>
            </a:r>
            <a:r>
              <a:rPr>
                <a:solidFill>
                  <a:srgbClr val="7E504F"/>
                </a:solidFill>
              </a:rPr>
              <a:t>pivot</a:t>
            </a:r>
            <a:r>
              <a:t>) &lt; 0)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		;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(((Comparable&lt;T&gt;) </a:t>
            </a:r>
            <a:r>
              <a:rPr>
                <a:solidFill>
                  <a:srgbClr val="7E504F"/>
                </a:solidFill>
              </a:rPr>
              <a:t>pivot</a:t>
            </a:r>
            <a:r>
              <a:t>).compareTo(</a:t>
            </a:r>
            <a:r>
              <a:rPr>
                <a:solidFill>
                  <a:srgbClr val="7E504F"/>
                </a:solidFill>
              </a:rPr>
              <a:t>a</a:t>
            </a:r>
            <a:r>
              <a:t>[--</a:t>
            </a:r>
            <a:r>
              <a:rPr>
                <a:solidFill>
                  <a:srgbClr val="7E504F"/>
                </a:solidFill>
              </a:rPr>
              <a:t>j</a:t>
            </a:r>
            <a:r>
              <a:t>]) &lt; 0)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		;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i</a:t>
            </a:r>
            <a:r>
              <a:t> &gt;= </a:t>
            </a:r>
            <a:r>
              <a:rPr>
                <a:solidFill>
                  <a:srgbClr val="7E504F"/>
                </a:solidFill>
              </a:rPr>
              <a:t>j</a:t>
            </a:r>
            <a:r>
              <a:t>)</a:t>
            </a:r>
          </a:p>
          <a:p>
            <a:pPr indent="0">
              <a:lnSpc>
                <a:spcPct val="100000"/>
              </a:lnSpc>
              <a:defRPr sz="24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break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	swapElement(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i</a:t>
            </a:r>
            <a:r>
              <a:t>, </a:t>
            </a:r>
            <a:r>
              <a:rPr>
                <a:solidFill>
                  <a:srgbClr val="7E504F"/>
                </a:solidFill>
              </a:rPr>
              <a:t>j</a:t>
            </a:r>
            <a:r>
              <a:t>);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swapElement(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i</a:t>
            </a:r>
            <a:r>
              <a:t>, </a:t>
            </a:r>
            <a:r>
              <a:rPr>
                <a:solidFill>
                  <a:srgbClr val="7E504F"/>
                </a:solidFill>
              </a:rPr>
              <a:t>r</a:t>
            </a:r>
            <a:r>
              <a:t> - 1);</a:t>
            </a:r>
          </a:p>
          <a:p>
            <a:pPr indent="0">
              <a:lnSpc>
                <a:spcPct val="100000"/>
              </a:lnSpc>
              <a:defRPr sz="24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双枢轴划分</a:t>
            </a:r>
          </a:p>
        </p:txBody>
      </p:sp>
      <p:grpSp>
        <p:nvGrpSpPr>
          <p:cNvPr id="1575" name="成组"/>
          <p:cNvGrpSpPr/>
          <p:nvPr/>
        </p:nvGrpSpPr>
        <p:grpSpPr>
          <a:xfrm>
            <a:off x="1234865" y="1851465"/>
            <a:ext cx="10502773" cy="2977191"/>
            <a:chOff x="0" y="0"/>
            <a:chExt cx="10502771" cy="2977189"/>
          </a:xfrm>
        </p:grpSpPr>
        <p:sp>
          <p:nvSpPr>
            <p:cNvPr id="1557" name="p1"/>
            <p:cNvSpPr txBox="1"/>
            <p:nvPr/>
          </p:nvSpPr>
          <p:spPr>
            <a:xfrm>
              <a:off x="0" y="981868"/>
              <a:ext cx="577403" cy="1013454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pPr>
              <a:r>
                <a:t>p</a:t>
              </a:r>
              <a:r>
                <a:rPr i="0" baseline="-6000"/>
                <a:t>1</a:t>
              </a:r>
              <a:endParaRPr i="0" baseline="-6000"/>
            </a:p>
          </p:txBody>
        </p:sp>
        <p:sp>
          <p:nvSpPr>
            <p:cNvPr id="1558" name="p2"/>
            <p:cNvSpPr txBox="1"/>
            <p:nvPr/>
          </p:nvSpPr>
          <p:spPr>
            <a:xfrm>
              <a:off x="9925369" y="981868"/>
              <a:ext cx="577403" cy="1013454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rPr i="1"/>
                <a:t>p</a:t>
              </a:r>
              <a:r>
                <a:rPr baseline="-6000"/>
                <a:t>2</a:t>
              </a:r>
              <a:endParaRPr baseline="-6000"/>
            </a:p>
          </p:txBody>
        </p:sp>
        <p:sp>
          <p:nvSpPr>
            <p:cNvPr id="1559" name="&lt; p1"/>
            <p:cNvSpPr txBox="1"/>
            <p:nvPr/>
          </p:nvSpPr>
          <p:spPr>
            <a:xfrm>
              <a:off x="587557" y="981868"/>
              <a:ext cx="1707249" cy="1013454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40" marR="40640" indent="0" algn="ctr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pPr>
              <a:r>
                <a:t>&lt; p</a:t>
              </a:r>
              <a:r>
                <a:rPr baseline="-6000"/>
                <a:t>1</a:t>
              </a:r>
              <a:endParaRPr baseline="-6000"/>
            </a:p>
          </p:txBody>
        </p:sp>
        <p:sp>
          <p:nvSpPr>
            <p:cNvPr id="1560" name="&gt; p2"/>
            <p:cNvSpPr txBox="1"/>
            <p:nvPr/>
          </p:nvSpPr>
          <p:spPr>
            <a:xfrm>
              <a:off x="8226677" y="981868"/>
              <a:ext cx="1707250" cy="1013454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40" marR="40640" indent="0" algn="ctr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pPr>
              <a:r>
                <a:t>&gt; p</a:t>
              </a:r>
              <a:r>
                <a:rPr baseline="-6000"/>
                <a:t>2</a:t>
              </a:r>
              <a:endParaRPr baseline="-6000"/>
            </a:p>
          </p:txBody>
        </p:sp>
        <p:sp>
          <p:nvSpPr>
            <p:cNvPr id="1561" name="p1≤ &amp; ≤ p2"/>
            <p:cNvSpPr txBox="1"/>
            <p:nvPr/>
          </p:nvSpPr>
          <p:spPr>
            <a:xfrm>
              <a:off x="2589605" y="981868"/>
              <a:ext cx="2535928" cy="1013454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40" marR="40640" indent="0" algn="ctr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rPr i="1"/>
                <a:t>p</a:t>
              </a:r>
              <a:r>
                <a:rPr baseline="-6000"/>
                <a:t>1</a:t>
              </a:r>
              <a:r>
                <a:t>≤ &amp; ≤ </a:t>
              </a:r>
              <a:r>
                <a:rPr i="1"/>
                <a:t>p</a:t>
              </a:r>
              <a:r>
                <a:rPr baseline="-6000"/>
                <a:t>2</a:t>
              </a:r>
              <a:endParaRPr baseline="-6000"/>
            </a:p>
          </p:txBody>
        </p:sp>
        <p:sp>
          <p:nvSpPr>
            <p:cNvPr id="1562" name="l"/>
            <p:cNvSpPr txBox="1"/>
            <p:nvPr/>
          </p:nvSpPr>
          <p:spPr>
            <a:xfrm>
              <a:off x="174006" y="2002240"/>
              <a:ext cx="362226" cy="974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l</a:t>
              </a:r>
            </a:p>
          </p:txBody>
        </p:sp>
        <p:sp>
          <p:nvSpPr>
            <p:cNvPr id="1563" name="r"/>
            <p:cNvSpPr txBox="1"/>
            <p:nvPr/>
          </p:nvSpPr>
          <p:spPr>
            <a:xfrm>
              <a:off x="10033162" y="2002240"/>
              <a:ext cx="400988" cy="974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r</a:t>
              </a:r>
            </a:p>
          </p:txBody>
        </p:sp>
        <p:sp>
          <p:nvSpPr>
            <p:cNvPr id="1564" name="i"/>
            <p:cNvSpPr txBox="1"/>
            <p:nvPr/>
          </p:nvSpPr>
          <p:spPr>
            <a:xfrm>
              <a:off x="2318862" y="2002240"/>
              <a:ext cx="362226" cy="974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i</a:t>
              </a:r>
            </a:p>
          </p:txBody>
        </p:sp>
        <p:sp>
          <p:nvSpPr>
            <p:cNvPr id="1565" name="j"/>
            <p:cNvSpPr txBox="1"/>
            <p:nvPr/>
          </p:nvSpPr>
          <p:spPr>
            <a:xfrm>
              <a:off x="7895161" y="2002240"/>
              <a:ext cx="362226" cy="974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j</a:t>
              </a:r>
            </a:p>
          </p:txBody>
        </p:sp>
        <p:sp>
          <p:nvSpPr>
            <p:cNvPr id="1566" name="矩形"/>
            <p:cNvSpPr txBox="1"/>
            <p:nvPr/>
          </p:nvSpPr>
          <p:spPr>
            <a:xfrm>
              <a:off x="7942906" y="981868"/>
              <a:ext cx="282899" cy="1013454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algn="ctr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 </a:t>
              </a:r>
            </a:p>
          </p:txBody>
        </p:sp>
        <p:sp>
          <p:nvSpPr>
            <p:cNvPr id="1567" name="矩形"/>
            <p:cNvSpPr txBox="1"/>
            <p:nvPr/>
          </p:nvSpPr>
          <p:spPr>
            <a:xfrm>
              <a:off x="2295679" y="981868"/>
              <a:ext cx="282899" cy="1013454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algn="ctr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 </a:t>
              </a:r>
            </a:p>
          </p:txBody>
        </p:sp>
        <p:sp>
          <p:nvSpPr>
            <p:cNvPr id="1568" name="part I"/>
            <p:cNvSpPr txBox="1"/>
            <p:nvPr/>
          </p:nvSpPr>
          <p:spPr>
            <a:xfrm>
              <a:off x="998932" y="0"/>
              <a:ext cx="1009797" cy="974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part I</a:t>
              </a:r>
            </a:p>
          </p:txBody>
        </p:sp>
        <p:sp>
          <p:nvSpPr>
            <p:cNvPr id="1569" name="part II"/>
            <p:cNvSpPr txBox="1"/>
            <p:nvPr/>
          </p:nvSpPr>
          <p:spPr>
            <a:xfrm>
              <a:off x="3396193" y="0"/>
              <a:ext cx="1125744" cy="974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part II</a:t>
              </a:r>
            </a:p>
          </p:txBody>
        </p:sp>
        <p:sp>
          <p:nvSpPr>
            <p:cNvPr id="1570" name="part IV"/>
            <p:cNvSpPr txBox="1"/>
            <p:nvPr/>
          </p:nvSpPr>
          <p:spPr>
            <a:xfrm>
              <a:off x="8662448" y="0"/>
              <a:ext cx="1261244" cy="974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part IV</a:t>
              </a:r>
            </a:p>
          </p:txBody>
        </p:sp>
        <p:sp>
          <p:nvSpPr>
            <p:cNvPr id="1571" name="?"/>
            <p:cNvSpPr txBox="1"/>
            <p:nvPr/>
          </p:nvSpPr>
          <p:spPr>
            <a:xfrm>
              <a:off x="5409560" y="981868"/>
              <a:ext cx="2535928" cy="1013454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algn="ctr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?</a:t>
              </a:r>
            </a:p>
          </p:txBody>
        </p:sp>
        <p:sp>
          <p:nvSpPr>
            <p:cNvPr id="1572" name="k"/>
            <p:cNvSpPr txBox="1"/>
            <p:nvPr/>
          </p:nvSpPr>
          <p:spPr>
            <a:xfrm>
              <a:off x="5117056" y="2002240"/>
              <a:ext cx="420030" cy="974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k</a:t>
              </a:r>
            </a:p>
          </p:txBody>
        </p:sp>
        <p:sp>
          <p:nvSpPr>
            <p:cNvPr id="1573" name="矩形"/>
            <p:cNvSpPr txBox="1"/>
            <p:nvPr/>
          </p:nvSpPr>
          <p:spPr>
            <a:xfrm>
              <a:off x="5115634" y="981868"/>
              <a:ext cx="282899" cy="1013454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algn="ctr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 </a:t>
              </a:r>
            </a:p>
          </p:txBody>
        </p:sp>
        <p:sp>
          <p:nvSpPr>
            <p:cNvPr id="1574" name="part III"/>
            <p:cNvSpPr txBox="1"/>
            <p:nvPr/>
          </p:nvSpPr>
          <p:spPr>
            <a:xfrm>
              <a:off x="6194386" y="0"/>
              <a:ext cx="1241693" cy="974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part III</a:t>
              </a:r>
            </a:p>
          </p:txBody>
        </p:sp>
      </p:grpSp>
      <p:sp>
        <p:nvSpPr>
          <p:cNvPr id="1576" name="https://codeblab.com/wp-content/uploads/2009/09/DualPivotQuicksort.pdf"/>
          <p:cNvSpPr txBox="1"/>
          <p:nvPr/>
        </p:nvSpPr>
        <p:spPr>
          <a:xfrm>
            <a:off x="546072" y="5296877"/>
            <a:ext cx="9699763" cy="44371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indent="0">
              <a:lnSpc>
                <a:spcPts val="5400"/>
              </a:lnSpc>
              <a:defRPr sz="2500"/>
            </a:lvl1pPr>
          </a:lstStyle>
          <a:p>
            <a:r>
              <a:t>https://codeblab.com/wp-content/uploads/2009/09/DualPivotQuicksort.pdf </a:t>
            </a: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双枢轴划分</a:t>
            </a:r>
          </a:p>
        </p:txBody>
      </p:sp>
      <p:sp>
        <p:nvSpPr>
          <p:cNvPr id="1579" name="双枢轴快速排序选择两个枢轴p1、p2，并且p1 ≤ p2。…"/>
          <p:cNvSpPr txBox="1"/>
          <p:nvPr/>
        </p:nvSpPr>
        <p:spPr>
          <a:xfrm>
            <a:off x="1038456" y="1834759"/>
            <a:ext cx="8610154" cy="46621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20000"/>
              </a:lnSpc>
              <a:spcBef>
                <a:spcPts val="1200"/>
              </a:spcBef>
              <a:defRPr sz="3000"/>
            </a:pPr>
            <a:r>
              <a:t>双枢轴快速排序选择两个枢轴</a:t>
            </a:r>
            <a:r>
              <a:rPr i="1"/>
              <a:t>p</a:t>
            </a:r>
            <a:r>
              <a:rPr baseline="-6000"/>
              <a:t>1</a:t>
            </a:r>
            <a:r>
              <a:t>、</a:t>
            </a:r>
            <a:r>
              <a:rPr i="1"/>
              <a:t>p</a:t>
            </a:r>
            <a:r>
              <a:rPr baseline="-6000"/>
              <a:t>2</a:t>
            </a:r>
            <a:r>
              <a:t>，并且</a:t>
            </a:r>
            <a:r>
              <a:rPr i="1"/>
              <a:t>p</a:t>
            </a:r>
            <a:r>
              <a:rPr baseline="-6000"/>
              <a:t>1 </a:t>
            </a:r>
            <a:r>
              <a:t>≤ </a:t>
            </a:r>
            <a:r>
              <a:rPr i="1"/>
              <a:t>p</a:t>
            </a:r>
            <a:r>
              <a:rPr baseline="-6000"/>
              <a:t>2</a:t>
            </a:r>
            <a:r>
              <a:t>。</a:t>
            </a:r>
          </a:p>
          <a:p>
            <a:pPr indent="0">
              <a:lnSpc>
                <a:spcPct val="120000"/>
              </a:lnSpc>
              <a:spcBef>
                <a:spcPts val="1200"/>
              </a:spcBef>
              <a:defRPr sz="3000"/>
            </a:pPr>
            <a:r>
              <a:t>双枢轴快速排序的划分过程将数组</a:t>
            </a:r>
            <a:r>
              <a:rPr i="1"/>
              <a:t>a</a:t>
            </a:r>
            <a:r>
              <a:t>分为4个区域：</a:t>
            </a:r>
          </a:p>
          <a:p>
            <a:pPr lvl="1" indent="228600">
              <a:lnSpc>
                <a:spcPct val="120000"/>
              </a:lnSpc>
              <a:spcBef>
                <a:spcPts val="1200"/>
              </a:spcBef>
              <a:defRPr sz="3000"/>
            </a:pPr>
            <a:r>
              <a:t>第一个区域的数据小于枢轴</a:t>
            </a:r>
            <a:r>
              <a:rPr i="1"/>
              <a:t>p</a:t>
            </a:r>
            <a:r>
              <a:rPr baseline="-6000"/>
              <a:t>1</a:t>
            </a:r>
            <a:endParaRPr baseline="-6000"/>
          </a:p>
          <a:p>
            <a:pPr lvl="1" indent="228600">
              <a:lnSpc>
                <a:spcPct val="120000"/>
              </a:lnSpc>
              <a:spcBef>
                <a:spcPts val="1200"/>
              </a:spcBef>
              <a:defRPr sz="3000"/>
            </a:pPr>
            <a:r>
              <a:t>第二个区域的数据处于</a:t>
            </a:r>
            <a:r>
              <a:rPr i="1"/>
              <a:t>p</a:t>
            </a:r>
            <a:r>
              <a:rPr baseline="-6000"/>
              <a:t>1</a:t>
            </a:r>
            <a:r>
              <a:t>和</a:t>
            </a:r>
            <a:r>
              <a:rPr i="1"/>
              <a:t>p</a:t>
            </a:r>
            <a:r>
              <a:rPr baseline="-6000"/>
              <a:t>2</a:t>
            </a:r>
            <a:r>
              <a:t>之间</a:t>
            </a:r>
          </a:p>
          <a:p>
            <a:pPr lvl="1" indent="228600">
              <a:lnSpc>
                <a:spcPct val="120000"/>
              </a:lnSpc>
              <a:spcBef>
                <a:spcPts val="1200"/>
              </a:spcBef>
              <a:defRPr sz="3000"/>
            </a:pPr>
            <a:r>
              <a:t>第三个区域的数据待定</a:t>
            </a:r>
          </a:p>
          <a:p>
            <a:pPr lvl="1" indent="228600">
              <a:lnSpc>
                <a:spcPct val="120000"/>
              </a:lnSpc>
              <a:spcBef>
                <a:spcPts val="1200"/>
              </a:spcBef>
              <a:defRPr sz="3000"/>
            </a:pPr>
            <a:r>
              <a:t>第四个区域的数据大于枢轴</a:t>
            </a:r>
            <a:r>
              <a:rPr i="1"/>
              <a:t>p</a:t>
            </a:r>
            <a:r>
              <a:rPr baseline="-6000"/>
              <a:t>2</a:t>
            </a:r>
            <a:endParaRPr baseline="-6000"/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双枢轴划分</a:t>
            </a:r>
          </a:p>
        </p:txBody>
      </p:sp>
      <p:sp>
        <p:nvSpPr>
          <p:cNvPr id="1582" name="(1)     如果a[k] &lt; p1，则交换a[k]和a[i]，i = i + 1，转(3)…"/>
          <p:cNvSpPr txBox="1"/>
          <p:nvPr/>
        </p:nvSpPr>
        <p:spPr>
          <a:xfrm>
            <a:off x="1557154" y="1486934"/>
            <a:ext cx="9431901" cy="523204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marL="711200" indent="-355600">
              <a:lnSpc>
                <a:spcPct val="120000"/>
              </a:lnSpc>
              <a:spcBef>
                <a:spcPts val="1200"/>
              </a:spcBef>
              <a:defRPr sz="2500"/>
            </a:pPr>
            <a:r>
              <a:t>(1)     如果</a:t>
            </a:r>
            <a:r>
              <a:rPr i="1"/>
              <a:t>a</a:t>
            </a:r>
            <a:r>
              <a:t>[</a:t>
            </a:r>
            <a:r>
              <a:rPr i="1"/>
              <a:t>k</a:t>
            </a:r>
            <a:r>
              <a:t>] &lt; </a:t>
            </a:r>
            <a:r>
              <a:rPr i="1"/>
              <a:t>p</a:t>
            </a:r>
            <a:r>
              <a:rPr baseline="-6000"/>
              <a:t>1</a:t>
            </a:r>
            <a:r>
              <a:t>，则交换</a:t>
            </a:r>
            <a:r>
              <a:rPr i="1"/>
              <a:t>a</a:t>
            </a:r>
            <a:r>
              <a:t>[</a:t>
            </a:r>
            <a:r>
              <a:rPr i="1"/>
              <a:t>k</a:t>
            </a:r>
            <a:r>
              <a:t>]和</a:t>
            </a:r>
            <a:r>
              <a:rPr i="1"/>
              <a:t>a</a:t>
            </a:r>
            <a:r>
              <a:t>[</a:t>
            </a:r>
            <a:r>
              <a:rPr i="1"/>
              <a:t>i</a:t>
            </a:r>
            <a:r>
              <a:t>]，</a:t>
            </a:r>
            <a:r>
              <a:rPr i="1"/>
              <a:t>i </a:t>
            </a:r>
            <a:r>
              <a:t>= </a:t>
            </a:r>
            <a:r>
              <a:rPr i="1"/>
              <a:t>i</a:t>
            </a:r>
            <a:r>
              <a:t> + 1，转(3)</a:t>
            </a:r>
          </a:p>
          <a:p>
            <a:pPr marL="711200" indent="-355600">
              <a:lnSpc>
                <a:spcPct val="120000"/>
              </a:lnSpc>
              <a:spcBef>
                <a:spcPts val="1200"/>
              </a:spcBef>
              <a:defRPr sz="2500"/>
            </a:pPr>
            <a:r>
              <a:t>(2)     否则，如果</a:t>
            </a:r>
            <a:r>
              <a:rPr i="1"/>
              <a:t>a</a:t>
            </a:r>
            <a:r>
              <a:t>[</a:t>
            </a:r>
            <a:r>
              <a:rPr i="1"/>
              <a:t>k</a:t>
            </a:r>
            <a:r>
              <a:t>] &gt; </a:t>
            </a:r>
            <a:r>
              <a:rPr i="1"/>
              <a:t>p</a:t>
            </a:r>
            <a:r>
              <a:rPr baseline="-6000"/>
              <a:t>2</a:t>
            </a:r>
            <a:r>
              <a:t>，则</a:t>
            </a:r>
          </a:p>
          <a:p>
            <a:pPr marL="1066800" indent="-355600">
              <a:lnSpc>
                <a:spcPct val="120000"/>
              </a:lnSpc>
              <a:spcBef>
                <a:spcPts val="1200"/>
              </a:spcBef>
              <a:defRPr sz="2500"/>
            </a:pPr>
            <a:r>
              <a:t>a)       移动</a:t>
            </a:r>
            <a:r>
              <a:rPr i="1"/>
              <a:t>j</a:t>
            </a:r>
            <a:r>
              <a:t>，即执行</a:t>
            </a:r>
            <a:r>
              <a:rPr i="1"/>
              <a:t>j</a:t>
            </a:r>
            <a:r>
              <a:t> = </a:t>
            </a:r>
            <a:r>
              <a:rPr i="1"/>
              <a:t>j</a:t>
            </a:r>
            <a:r>
              <a:t> – 1，直至不满足条件</a:t>
            </a:r>
            <a:r>
              <a:rPr i="1"/>
              <a:t>k</a:t>
            </a:r>
            <a:r>
              <a:t> &lt; </a:t>
            </a:r>
            <a:r>
              <a:rPr i="1"/>
              <a:t>j</a:t>
            </a:r>
            <a:r>
              <a:t> &amp;&amp; </a:t>
            </a:r>
            <a:r>
              <a:rPr i="1"/>
              <a:t>a</a:t>
            </a:r>
            <a:r>
              <a:t>[</a:t>
            </a:r>
            <a:r>
              <a:rPr i="1"/>
              <a:t>j</a:t>
            </a:r>
            <a:r>
              <a:t>] &gt; </a:t>
            </a:r>
            <a:r>
              <a:rPr i="1"/>
              <a:t>p</a:t>
            </a:r>
            <a:r>
              <a:rPr baseline="-6000"/>
              <a:t>2</a:t>
            </a:r>
            <a:endParaRPr baseline="-6000"/>
          </a:p>
          <a:p>
            <a:pPr marL="1066800" indent="-355600">
              <a:lnSpc>
                <a:spcPct val="120000"/>
              </a:lnSpc>
              <a:spcBef>
                <a:spcPts val="1200"/>
              </a:spcBef>
              <a:defRPr sz="2500"/>
            </a:pPr>
            <a:r>
              <a:t>b)       交换</a:t>
            </a:r>
            <a:r>
              <a:rPr i="1"/>
              <a:t>a</a:t>
            </a:r>
            <a:r>
              <a:t>[</a:t>
            </a:r>
            <a:r>
              <a:rPr i="1"/>
              <a:t>k</a:t>
            </a:r>
            <a:r>
              <a:t>]和</a:t>
            </a:r>
            <a:r>
              <a:rPr i="1"/>
              <a:t>a</a:t>
            </a:r>
            <a:r>
              <a:t>[</a:t>
            </a:r>
            <a:r>
              <a:rPr i="1"/>
              <a:t>j</a:t>
            </a:r>
            <a:r>
              <a:t>]，</a:t>
            </a:r>
            <a:r>
              <a:rPr i="1"/>
              <a:t>j</a:t>
            </a:r>
            <a:r>
              <a:t> = </a:t>
            </a:r>
            <a:r>
              <a:rPr i="1"/>
              <a:t>j</a:t>
            </a:r>
            <a:r>
              <a:t> – 1</a:t>
            </a:r>
          </a:p>
          <a:p>
            <a:pPr marL="1066800" indent="-355600">
              <a:lnSpc>
                <a:spcPct val="120000"/>
              </a:lnSpc>
              <a:spcBef>
                <a:spcPts val="1200"/>
              </a:spcBef>
              <a:defRPr sz="2500"/>
            </a:pPr>
            <a:r>
              <a:t>c)       如果</a:t>
            </a:r>
            <a:r>
              <a:rPr i="1"/>
              <a:t>a</a:t>
            </a:r>
            <a:r>
              <a:t>[</a:t>
            </a:r>
            <a:r>
              <a:rPr i="1"/>
              <a:t>k</a:t>
            </a:r>
            <a:r>
              <a:t>] &lt; </a:t>
            </a:r>
            <a:r>
              <a:rPr i="1"/>
              <a:t>p</a:t>
            </a:r>
            <a:r>
              <a:rPr baseline="-6000"/>
              <a:t>1</a:t>
            </a:r>
            <a:r>
              <a:t>，则交换</a:t>
            </a:r>
            <a:r>
              <a:rPr i="1"/>
              <a:t>a</a:t>
            </a:r>
            <a:r>
              <a:t>[</a:t>
            </a:r>
            <a:r>
              <a:rPr i="1"/>
              <a:t>k</a:t>
            </a:r>
            <a:r>
              <a:t>]和</a:t>
            </a:r>
            <a:r>
              <a:rPr i="1"/>
              <a:t>a</a:t>
            </a:r>
            <a:r>
              <a:t>[</a:t>
            </a:r>
            <a:r>
              <a:rPr i="1"/>
              <a:t>i</a:t>
            </a:r>
            <a:r>
              <a:t>]，</a:t>
            </a:r>
            <a:r>
              <a:rPr i="1"/>
              <a:t>i</a:t>
            </a:r>
            <a:r>
              <a:t> = </a:t>
            </a:r>
            <a:r>
              <a:rPr i="1"/>
              <a:t>i</a:t>
            </a:r>
            <a:r>
              <a:t> – 1</a:t>
            </a:r>
          </a:p>
          <a:p>
            <a:pPr marL="711200" indent="-355600">
              <a:lnSpc>
                <a:spcPct val="120000"/>
              </a:lnSpc>
              <a:spcBef>
                <a:spcPts val="1200"/>
              </a:spcBef>
              <a:defRPr sz="2500"/>
            </a:pPr>
            <a:r>
              <a:t>(3)     </a:t>
            </a:r>
            <a:r>
              <a:rPr i="1"/>
              <a:t>k </a:t>
            </a:r>
            <a:r>
              <a:t>= </a:t>
            </a:r>
            <a:r>
              <a:rPr i="1"/>
              <a:t>k</a:t>
            </a:r>
            <a:r>
              <a:t> + 1，如果k &lt;= j，则转(1)，否则，转(4)</a:t>
            </a:r>
          </a:p>
          <a:p>
            <a:pPr marL="711200" indent="-355600">
              <a:lnSpc>
                <a:spcPct val="120000"/>
              </a:lnSpc>
              <a:spcBef>
                <a:spcPts val="1200"/>
              </a:spcBef>
              <a:defRPr sz="2500"/>
            </a:pPr>
            <a:r>
              <a:t>(4)     交换</a:t>
            </a:r>
            <a:r>
              <a:rPr i="1"/>
              <a:t>a</a:t>
            </a:r>
            <a:r>
              <a:t>[</a:t>
            </a:r>
            <a:r>
              <a:rPr i="1"/>
              <a:t>l</a:t>
            </a:r>
            <a:r>
              <a:t>]和</a:t>
            </a:r>
            <a:r>
              <a:rPr i="1"/>
              <a:t>a</a:t>
            </a:r>
            <a:r>
              <a:t>[</a:t>
            </a:r>
            <a:r>
              <a:rPr i="1"/>
              <a:t>i</a:t>
            </a:r>
            <a:r>
              <a:t> - 1]，交换</a:t>
            </a:r>
            <a:r>
              <a:rPr i="1"/>
              <a:t>a</a:t>
            </a:r>
            <a:r>
              <a:t>[</a:t>
            </a:r>
            <a:r>
              <a:rPr i="1"/>
              <a:t>r</a:t>
            </a:r>
            <a:r>
              <a:t>]和</a:t>
            </a:r>
            <a:r>
              <a:rPr i="1"/>
              <a:t>a</a:t>
            </a:r>
            <a:r>
              <a:t>[</a:t>
            </a:r>
            <a:r>
              <a:rPr i="1"/>
              <a:t>j</a:t>
            </a:r>
            <a:r>
              <a:t> + 1]，结束</a:t>
            </a:r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双枢轴划分</a:t>
            </a:r>
          </a:p>
        </p:txBody>
      </p:sp>
      <p:grpSp>
        <p:nvGrpSpPr>
          <p:cNvPr id="1630" name="成组"/>
          <p:cNvGrpSpPr/>
          <p:nvPr/>
        </p:nvGrpSpPr>
        <p:grpSpPr>
          <a:xfrm>
            <a:off x="2284652" y="1253348"/>
            <a:ext cx="9207501" cy="6947813"/>
            <a:chOff x="0" y="0"/>
            <a:chExt cx="9207500" cy="6947812"/>
          </a:xfrm>
        </p:grpSpPr>
        <p:grpSp>
          <p:nvGrpSpPr>
            <p:cNvPr id="1589" name="成组"/>
            <p:cNvGrpSpPr/>
            <p:nvPr/>
          </p:nvGrpSpPr>
          <p:grpSpPr>
            <a:xfrm>
              <a:off x="0" y="-1"/>
              <a:ext cx="9207500" cy="1269896"/>
              <a:chOff x="0" y="0"/>
              <a:chExt cx="9207500" cy="1269894"/>
            </a:xfrm>
          </p:grpSpPr>
          <p:graphicFrame>
            <p:nvGraphicFramePr>
              <p:cNvPr id="1585" name="表格"/>
              <p:cNvGraphicFramePr/>
              <p:nvPr/>
            </p:nvGraphicFramePr>
            <p:xfrm>
              <a:off x="0" y="294704"/>
              <a:ext cx="9207500" cy="647701"/>
            </p:xfrm>
            <a:graphic>
              <a:graphicData uri="http://schemas.openxmlformats.org/drawingml/2006/table">
                <a:tbl>
                  <a:tblPr firstCol="1">
                    <a:tableStyleId>{4C3C2611-4C71-4FC5-86AE-919BDF0F9419}</a:tableStyleId>
                  </a:tblPr>
                  <a:tblGrid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</a:tblGrid>
                  <a:tr h="599355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>
                              <a:solidFill>
                                <a:srgbClr val="000000"/>
                              </a:solidFill>
                            </a:defRPr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908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170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897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275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653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426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154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677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765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</a:tr>
                </a:tbl>
              </a:graphicData>
            </a:graphic>
          </p:graphicFrame>
          <p:sp>
            <p:nvSpPr>
              <p:cNvPr id="1586" name="l"/>
              <p:cNvSpPr txBox="1"/>
              <p:nvPr/>
            </p:nvSpPr>
            <p:spPr>
              <a:xfrm>
                <a:off x="150074" y="0"/>
                <a:ext cx="277799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l</a:t>
                </a:r>
              </a:p>
            </p:txBody>
          </p:sp>
          <p:sp>
            <p:nvSpPr>
              <p:cNvPr id="1587" name="r"/>
              <p:cNvSpPr txBox="1"/>
              <p:nvPr/>
            </p:nvSpPr>
            <p:spPr>
              <a:xfrm>
                <a:off x="8711669" y="0"/>
                <a:ext cx="307527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r</a:t>
                </a:r>
              </a:p>
            </p:txBody>
          </p:sp>
          <p:sp>
            <p:nvSpPr>
              <p:cNvPr id="1588" name="a)"/>
              <p:cNvSpPr txBox="1"/>
              <p:nvPr/>
            </p:nvSpPr>
            <p:spPr>
              <a:xfrm>
                <a:off x="4422527" y="859347"/>
                <a:ext cx="411052" cy="4105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a)</a:t>
                </a:r>
              </a:p>
            </p:txBody>
          </p:sp>
        </p:grpSp>
        <p:grpSp>
          <p:nvGrpSpPr>
            <p:cNvPr id="1597" name="成组"/>
            <p:cNvGrpSpPr/>
            <p:nvPr/>
          </p:nvGrpSpPr>
          <p:grpSpPr>
            <a:xfrm>
              <a:off x="0" y="1044664"/>
              <a:ext cx="9207500" cy="1337862"/>
              <a:chOff x="0" y="0"/>
              <a:chExt cx="9207500" cy="1337860"/>
            </a:xfrm>
          </p:grpSpPr>
          <p:sp>
            <p:nvSpPr>
              <p:cNvPr id="1590" name="l"/>
              <p:cNvSpPr txBox="1"/>
              <p:nvPr/>
            </p:nvSpPr>
            <p:spPr>
              <a:xfrm>
                <a:off x="150074" y="0"/>
                <a:ext cx="277799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l</a:t>
                </a:r>
              </a:p>
            </p:txBody>
          </p:sp>
          <p:sp>
            <p:nvSpPr>
              <p:cNvPr id="1591" name="r"/>
              <p:cNvSpPr txBox="1"/>
              <p:nvPr/>
            </p:nvSpPr>
            <p:spPr>
              <a:xfrm>
                <a:off x="8711669" y="0"/>
                <a:ext cx="307527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r</a:t>
                </a:r>
              </a:p>
            </p:txBody>
          </p:sp>
          <p:sp>
            <p:nvSpPr>
              <p:cNvPr id="1592" name="i"/>
              <p:cNvSpPr txBox="1"/>
              <p:nvPr/>
            </p:nvSpPr>
            <p:spPr>
              <a:xfrm>
                <a:off x="583995" y="0"/>
                <a:ext cx="277799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  <p:sp>
            <p:nvSpPr>
              <p:cNvPr id="1593" name="k"/>
              <p:cNvSpPr txBox="1"/>
              <p:nvPr/>
            </p:nvSpPr>
            <p:spPr>
              <a:xfrm>
                <a:off x="800955" y="0"/>
                <a:ext cx="322130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k</a:t>
                </a:r>
              </a:p>
            </p:txBody>
          </p:sp>
          <p:sp>
            <p:nvSpPr>
              <p:cNvPr id="1594" name="j"/>
              <p:cNvSpPr txBox="1"/>
              <p:nvPr/>
            </p:nvSpPr>
            <p:spPr>
              <a:xfrm>
                <a:off x="8194302" y="0"/>
                <a:ext cx="277800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  <p:graphicFrame>
            <p:nvGraphicFramePr>
              <p:cNvPr id="1595" name="表格"/>
              <p:cNvGraphicFramePr/>
              <p:nvPr/>
            </p:nvGraphicFramePr>
            <p:xfrm>
              <a:off x="0" y="352599"/>
              <a:ext cx="9207500" cy="647701"/>
            </p:xfrm>
            <a:graphic>
              <a:graphicData uri="http://schemas.openxmlformats.org/drawingml/2006/table">
                <a:tbl>
                  <a:tblPr firstCol="1">
                    <a:tableStyleId>{4C3C2611-4C71-4FC5-86AE-919BDF0F9419}</a:tableStyleId>
                  </a:tblPr>
                  <a:tblGrid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</a:tblGrid>
                  <a:tr h="599355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>
                              <a:solidFill>
                                <a:srgbClr val="000000"/>
                              </a:solidFill>
                            </a:defRPr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275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908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170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897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653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426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154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765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677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1596" name="b)"/>
              <p:cNvSpPr txBox="1"/>
              <p:nvPr/>
            </p:nvSpPr>
            <p:spPr>
              <a:xfrm>
                <a:off x="4414770" y="927314"/>
                <a:ext cx="426046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b)</a:t>
                </a:r>
              </a:p>
            </p:txBody>
          </p:sp>
        </p:grpSp>
        <p:grpSp>
          <p:nvGrpSpPr>
            <p:cNvPr id="1605" name="成组"/>
            <p:cNvGrpSpPr/>
            <p:nvPr/>
          </p:nvGrpSpPr>
          <p:grpSpPr>
            <a:xfrm>
              <a:off x="0" y="3314640"/>
              <a:ext cx="9207500" cy="1337861"/>
              <a:chOff x="0" y="0"/>
              <a:chExt cx="9207500" cy="1337860"/>
            </a:xfrm>
          </p:grpSpPr>
          <p:sp>
            <p:nvSpPr>
              <p:cNvPr id="1598" name="l"/>
              <p:cNvSpPr txBox="1"/>
              <p:nvPr/>
            </p:nvSpPr>
            <p:spPr>
              <a:xfrm>
                <a:off x="150074" y="0"/>
                <a:ext cx="277799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l</a:t>
                </a:r>
              </a:p>
            </p:txBody>
          </p:sp>
          <p:sp>
            <p:nvSpPr>
              <p:cNvPr id="1599" name="r"/>
              <p:cNvSpPr txBox="1"/>
              <p:nvPr/>
            </p:nvSpPr>
            <p:spPr>
              <a:xfrm>
                <a:off x="8711669" y="0"/>
                <a:ext cx="307527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r</a:t>
                </a:r>
              </a:p>
            </p:txBody>
          </p:sp>
          <p:sp>
            <p:nvSpPr>
              <p:cNvPr id="1600" name="i"/>
              <p:cNvSpPr txBox="1"/>
              <p:nvPr/>
            </p:nvSpPr>
            <p:spPr>
              <a:xfrm>
                <a:off x="1318323" y="0"/>
                <a:ext cx="277799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  <p:sp>
            <p:nvSpPr>
              <p:cNvPr id="1601" name="k"/>
              <p:cNvSpPr txBox="1"/>
              <p:nvPr/>
            </p:nvSpPr>
            <p:spPr>
              <a:xfrm>
                <a:off x="1835690" y="0"/>
                <a:ext cx="322130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k</a:t>
                </a:r>
              </a:p>
            </p:txBody>
          </p:sp>
          <p:sp>
            <p:nvSpPr>
              <p:cNvPr id="1602" name="j"/>
              <p:cNvSpPr txBox="1"/>
              <p:nvPr/>
            </p:nvSpPr>
            <p:spPr>
              <a:xfrm>
                <a:off x="8194302" y="0"/>
                <a:ext cx="277800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  <p:graphicFrame>
            <p:nvGraphicFramePr>
              <p:cNvPr id="1603" name="表格"/>
              <p:cNvGraphicFramePr/>
              <p:nvPr/>
            </p:nvGraphicFramePr>
            <p:xfrm>
              <a:off x="0" y="352599"/>
              <a:ext cx="9207500" cy="660401"/>
            </p:xfrm>
            <a:graphic>
              <a:graphicData uri="http://schemas.openxmlformats.org/drawingml/2006/table">
                <a:tbl>
                  <a:tblPr firstCol="1">
                    <a:tableStyleId>{4C3C2611-4C71-4FC5-86AE-919BDF0F9419}</a:tableStyleId>
                  </a:tblPr>
                  <a:tblGrid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</a:tblGrid>
                  <a:tr h="609388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>
                              <a:solidFill>
                                <a:srgbClr val="000000"/>
                              </a:solidFill>
                            </a:defRPr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275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908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170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897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653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426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154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765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677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1604" name="d)"/>
              <p:cNvSpPr txBox="1"/>
              <p:nvPr/>
            </p:nvSpPr>
            <p:spPr>
              <a:xfrm>
                <a:off x="4414770" y="927314"/>
                <a:ext cx="426046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d)</a:t>
                </a:r>
              </a:p>
            </p:txBody>
          </p:sp>
        </p:grpSp>
        <p:grpSp>
          <p:nvGrpSpPr>
            <p:cNvPr id="1613" name="成组"/>
            <p:cNvGrpSpPr/>
            <p:nvPr/>
          </p:nvGrpSpPr>
          <p:grpSpPr>
            <a:xfrm>
              <a:off x="0" y="4441709"/>
              <a:ext cx="9207500" cy="1337862"/>
              <a:chOff x="0" y="0"/>
              <a:chExt cx="9207500" cy="1337860"/>
            </a:xfrm>
          </p:grpSpPr>
          <p:sp>
            <p:nvSpPr>
              <p:cNvPr id="1606" name="l"/>
              <p:cNvSpPr txBox="1"/>
              <p:nvPr/>
            </p:nvSpPr>
            <p:spPr>
              <a:xfrm>
                <a:off x="150074" y="0"/>
                <a:ext cx="277799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l</a:t>
                </a:r>
              </a:p>
            </p:txBody>
          </p:sp>
          <p:sp>
            <p:nvSpPr>
              <p:cNvPr id="1607" name="r"/>
              <p:cNvSpPr txBox="1"/>
              <p:nvPr/>
            </p:nvSpPr>
            <p:spPr>
              <a:xfrm>
                <a:off x="8711669" y="0"/>
                <a:ext cx="307527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r</a:t>
                </a:r>
              </a:p>
            </p:txBody>
          </p:sp>
          <p:sp>
            <p:nvSpPr>
              <p:cNvPr id="1608" name="i"/>
              <p:cNvSpPr txBox="1"/>
              <p:nvPr/>
            </p:nvSpPr>
            <p:spPr>
              <a:xfrm>
                <a:off x="1885758" y="0"/>
                <a:ext cx="277799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  <p:sp>
            <p:nvSpPr>
              <p:cNvPr id="1609" name="k"/>
              <p:cNvSpPr txBox="1"/>
              <p:nvPr/>
            </p:nvSpPr>
            <p:spPr>
              <a:xfrm>
                <a:off x="2453193" y="0"/>
                <a:ext cx="322130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k</a:t>
                </a:r>
              </a:p>
            </p:txBody>
          </p:sp>
          <p:sp>
            <p:nvSpPr>
              <p:cNvPr id="1610" name="j"/>
              <p:cNvSpPr txBox="1"/>
              <p:nvPr/>
            </p:nvSpPr>
            <p:spPr>
              <a:xfrm>
                <a:off x="8194302" y="0"/>
                <a:ext cx="277800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  <p:graphicFrame>
            <p:nvGraphicFramePr>
              <p:cNvPr id="1611" name="表格"/>
              <p:cNvGraphicFramePr/>
              <p:nvPr/>
            </p:nvGraphicFramePr>
            <p:xfrm>
              <a:off x="0" y="352599"/>
              <a:ext cx="9207500" cy="647701"/>
            </p:xfrm>
            <a:graphic>
              <a:graphicData uri="http://schemas.openxmlformats.org/drawingml/2006/table">
                <a:tbl>
                  <a:tblPr firstCol="1">
                    <a:tableStyleId>{4C3C2611-4C71-4FC5-86AE-919BDF0F9419}</a:tableStyleId>
                  </a:tblPr>
                  <a:tblGrid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</a:tblGrid>
                  <a:tr h="599355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>
                              <a:solidFill>
                                <a:srgbClr val="000000"/>
                              </a:solidFill>
                            </a:defRPr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275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908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170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897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653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426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154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765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677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1612" name="e)"/>
              <p:cNvSpPr txBox="1"/>
              <p:nvPr/>
            </p:nvSpPr>
            <p:spPr>
              <a:xfrm>
                <a:off x="4414770" y="927314"/>
                <a:ext cx="411052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e)</a:t>
                </a:r>
              </a:p>
            </p:txBody>
          </p:sp>
        </p:grpSp>
        <p:grpSp>
          <p:nvGrpSpPr>
            <p:cNvPr id="1621" name="成组"/>
            <p:cNvGrpSpPr/>
            <p:nvPr/>
          </p:nvGrpSpPr>
          <p:grpSpPr>
            <a:xfrm>
              <a:off x="0" y="5609951"/>
              <a:ext cx="9207500" cy="1337862"/>
              <a:chOff x="0" y="0"/>
              <a:chExt cx="9207500" cy="1337860"/>
            </a:xfrm>
          </p:grpSpPr>
          <p:sp>
            <p:nvSpPr>
              <p:cNvPr id="1614" name="l"/>
              <p:cNvSpPr txBox="1"/>
              <p:nvPr/>
            </p:nvSpPr>
            <p:spPr>
              <a:xfrm>
                <a:off x="150074" y="0"/>
                <a:ext cx="277799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l</a:t>
                </a:r>
              </a:p>
            </p:txBody>
          </p:sp>
          <p:sp>
            <p:nvSpPr>
              <p:cNvPr id="1615" name="r"/>
              <p:cNvSpPr txBox="1"/>
              <p:nvPr/>
            </p:nvSpPr>
            <p:spPr>
              <a:xfrm>
                <a:off x="8711669" y="0"/>
                <a:ext cx="307527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r</a:t>
                </a:r>
              </a:p>
            </p:txBody>
          </p:sp>
          <p:sp>
            <p:nvSpPr>
              <p:cNvPr id="1616" name="i"/>
              <p:cNvSpPr txBox="1"/>
              <p:nvPr/>
            </p:nvSpPr>
            <p:spPr>
              <a:xfrm>
                <a:off x="1885758" y="0"/>
                <a:ext cx="277799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  <p:sp>
            <p:nvSpPr>
              <p:cNvPr id="1617" name="k"/>
              <p:cNvSpPr txBox="1"/>
              <p:nvPr/>
            </p:nvSpPr>
            <p:spPr>
              <a:xfrm>
                <a:off x="2453193" y="0"/>
                <a:ext cx="322130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k</a:t>
                </a:r>
              </a:p>
            </p:txBody>
          </p:sp>
          <p:sp>
            <p:nvSpPr>
              <p:cNvPr id="1618" name="j"/>
              <p:cNvSpPr txBox="1"/>
              <p:nvPr/>
            </p:nvSpPr>
            <p:spPr>
              <a:xfrm>
                <a:off x="7026054" y="0"/>
                <a:ext cx="277799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  <p:graphicFrame>
            <p:nvGraphicFramePr>
              <p:cNvPr id="1619" name="表格"/>
              <p:cNvGraphicFramePr/>
              <p:nvPr/>
            </p:nvGraphicFramePr>
            <p:xfrm>
              <a:off x="0" y="352599"/>
              <a:ext cx="9207500" cy="647701"/>
            </p:xfrm>
            <a:graphic>
              <a:graphicData uri="http://schemas.openxmlformats.org/drawingml/2006/table">
                <a:tbl>
                  <a:tblPr firstCol="1">
                    <a:tableStyleId>{4C3C2611-4C71-4FC5-86AE-919BDF0F9419}</a:tableStyleId>
                  </a:tblPr>
                  <a:tblGrid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</a:tblGrid>
                  <a:tr h="599355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>
                              <a:solidFill>
                                <a:srgbClr val="000000"/>
                              </a:solidFill>
                            </a:defRPr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275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908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170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897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653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426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154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765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677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1620" name="f)"/>
              <p:cNvSpPr txBox="1"/>
              <p:nvPr/>
            </p:nvSpPr>
            <p:spPr>
              <a:xfrm>
                <a:off x="4414770" y="927314"/>
                <a:ext cx="381455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f)</a:t>
                </a:r>
              </a:p>
            </p:txBody>
          </p:sp>
        </p:grpSp>
        <p:grpSp>
          <p:nvGrpSpPr>
            <p:cNvPr id="1629" name="成组"/>
            <p:cNvGrpSpPr/>
            <p:nvPr/>
          </p:nvGrpSpPr>
          <p:grpSpPr>
            <a:xfrm>
              <a:off x="0" y="2153464"/>
              <a:ext cx="9207500" cy="1337862"/>
              <a:chOff x="0" y="0"/>
              <a:chExt cx="9207500" cy="1337860"/>
            </a:xfrm>
          </p:grpSpPr>
          <p:sp>
            <p:nvSpPr>
              <p:cNvPr id="1622" name="l"/>
              <p:cNvSpPr txBox="1"/>
              <p:nvPr/>
            </p:nvSpPr>
            <p:spPr>
              <a:xfrm>
                <a:off x="150074" y="0"/>
                <a:ext cx="277799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l</a:t>
                </a:r>
              </a:p>
            </p:txBody>
          </p:sp>
          <p:sp>
            <p:nvSpPr>
              <p:cNvPr id="1623" name="r"/>
              <p:cNvSpPr txBox="1"/>
              <p:nvPr/>
            </p:nvSpPr>
            <p:spPr>
              <a:xfrm>
                <a:off x="8711669" y="0"/>
                <a:ext cx="307527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r</a:t>
                </a:r>
              </a:p>
            </p:txBody>
          </p:sp>
          <p:sp>
            <p:nvSpPr>
              <p:cNvPr id="1624" name="i"/>
              <p:cNvSpPr txBox="1"/>
              <p:nvPr/>
            </p:nvSpPr>
            <p:spPr>
              <a:xfrm>
                <a:off x="1134741" y="0"/>
                <a:ext cx="277799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  <p:sp>
            <p:nvSpPr>
              <p:cNvPr id="1625" name="k"/>
              <p:cNvSpPr txBox="1"/>
              <p:nvPr/>
            </p:nvSpPr>
            <p:spPr>
              <a:xfrm>
                <a:off x="1351701" y="0"/>
                <a:ext cx="322130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k</a:t>
                </a:r>
              </a:p>
            </p:txBody>
          </p:sp>
          <p:sp>
            <p:nvSpPr>
              <p:cNvPr id="1626" name="j"/>
              <p:cNvSpPr txBox="1"/>
              <p:nvPr/>
            </p:nvSpPr>
            <p:spPr>
              <a:xfrm>
                <a:off x="8194302" y="0"/>
                <a:ext cx="277800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  <p:graphicFrame>
            <p:nvGraphicFramePr>
              <p:cNvPr id="1627" name="表格"/>
              <p:cNvGraphicFramePr/>
              <p:nvPr/>
            </p:nvGraphicFramePr>
            <p:xfrm>
              <a:off x="0" y="352599"/>
              <a:ext cx="9207500" cy="660401"/>
            </p:xfrm>
            <a:graphic>
              <a:graphicData uri="http://schemas.openxmlformats.org/drawingml/2006/table">
                <a:tbl>
                  <a:tblPr firstCol="1">
                    <a:tableStyleId>{4C3C2611-4C71-4FC5-86AE-919BDF0F9419}</a:tableStyleId>
                  </a:tblPr>
                  <a:tblGrid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  <a:gridCol w="572395"/>
                  </a:tblGrid>
                  <a:tr h="609388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>
                              <a:solidFill>
                                <a:srgbClr val="000000"/>
                              </a:solidFill>
                            </a:defRPr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275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908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170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897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653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426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154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765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677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1628" name="c)"/>
              <p:cNvSpPr txBox="1"/>
              <p:nvPr/>
            </p:nvSpPr>
            <p:spPr>
              <a:xfrm>
                <a:off x="4414770" y="927314"/>
                <a:ext cx="411052" cy="410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c)</a:t>
                </a:r>
              </a:p>
            </p:txBody>
          </p:sp>
        </p:grpSp>
      </p:grpSp>
      <p:grpSp>
        <p:nvGrpSpPr>
          <p:cNvPr id="1638" name="成组"/>
          <p:cNvGrpSpPr/>
          <p:nvPr/>
        </p:nvGrpSpPr>
        <p:grpSpPr>
          <a:xfrm>
            <a:off x="2993672" y="11054234"/>
            <a:ext cx="6993931" cy="1047905"/>
            <a:chOff x="25400" y="0"/>
            <a:chExt cx="6993929" cy="1047904"/>
          </a:xfrm>
        </p:grpSpPr>
        <p:sp>
          <p:nvSpPr>
            <p:cNvPr id="1631" name="l"/>
            <p:cNvSpPr txBox="1"/>
            <p:nvPr/>
          </p:nvSpPr>
          <p:spPr>
            <a:xfrm>
              <a:off x="120273" y="0"/>
              <a:ext cx="211396" cy="3215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l</a:t>
              </a:r>
            </a:p>
          </p:txBody>
        </p:sp>
        <p:sp>
          <p:nvSpPr>
            <p:cNvPr id="1632" name="r"/>
            <p:cNvSpPr txBox="1"/>
            <p:nvPr/>
          </p:nvSpPr>
          <p:spPr>
            <a:xfrm>
              <a:off x="6635373" y="0"/>
              <a:ext cx="234018" cy="3215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r</a:t>
              </a:r>
            </a:p>
          </p:txBody>
        </p:sp>
        <p:sp>
          <p:nvSpPr>
            <p:cNvPr id="1633" name="i"/>
            <p:cNvSpPr txBox="1"/>
            <p:nvPr/>
          </p:nvSpPr>
          <p:spPr>
            <a:xfrm>
              <a:off x="2279273" y="0"/>
              <a:ext cx="211396" cy="3215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i</a:t>
              </a:r>
            </a:p>
          </p:txBody>
        </p:sp>
        <p:sp>
          <p:nvSpPr>
            <p:cNvPr id="1634" name="k"/>
            <p:cNvSpPr txBox="1"/>
            <p:nvPr/>
          </p:nvSpPr>
          <p:spPr>
            <a:xfrm>
              <a:off x="4882773" y="0"/>
              <a:ext cx="245131" cy="3215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k</a:t>
              </a:r>
            </a:p>
          </p:txBody>
        </p:sp>
        <p:sp>
          <p:nvSpPr>
            <p:cNvPr id="1635" name="j"/>
            <p:cNvSpPr txBox="1"/>
            <p:nvPr/>
          </p:nvSpPr>
          <p:spPr>
            <a:xfrm>
              <a:off x="4489073" y="0"/>
              <a:ext cx="211397" cy="3215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 i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j</a:t>
              </a:r>
            </a:p>
          </p:txBody>
        </p:sp>
        <p:graphicFrame>
          <p:nvGraphicFramePr>
            <p:cNvPr id="1636" name="表格"/>
            <p:cNvGraphicFramePr/>
            <p:nvPr/>
          </p:nvGraphicFramePr>
          <p:xfrm>
            <a:off x="25400" y="296074"/>
            <a:ext cx="6993930" cy="500065"/>
          </p:xfrm>
          <a:graphic>
            <a:graphicData uri="http://schemas.openxmlformats.org/drawingml/2006/table">
              <a:tbl>
                <a:tblPr firstCol="1">
                  <a:tableStyleId>{4C3C2611-4C71-4FC5-86AE-919BDF0F9419}</a:tableStyleId>
                </a:tblPr>
                <a:tblGrid>
                  <a:gridCol w="435533"/>
                  <a:gridCol w="435533"/>
                  <a:gridCol w="435533"/>
                  <a:gridCol w="435533"/>
                  <a:gridCol w="435533"/>
                  <a:gridCol w="435533"/>
                  <a:gridCol w="435533"/>
                  <a:gridCol w="435533"/>
                  <a:gridCol w="435533"/>
                  <a:gridCol w="435533"/>
                  <a:gridCol w="435533"/>
                  <a:gridCol w="435533"/>
                  <a:gridCol w="435533"/>
                  <a:gridCol w="435533"/>
                  <a:gridCol w="435533"/>
                  <a:gridCol w="435533"/>
                </a:tblGrid>
                <a:tr h="474663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154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170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275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509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653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426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677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908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765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897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637" name="l)"/>
            <p:cNvSpPr txBox="1"/>
            <p:nvPr/>
          </p:nvSpPr>
          <p:spPr>
            <a:xfrm>
              <a:off x="3365570" y="726336"/>
              <a:ext cx="279063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l)</a:t>
              </a:r>
            </a:p>
          </p:txBody>
        </p:sp>
      </p:grp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双枢轴划分</a:t>
            </a:r>
          </a:p>
        </p:txBody>
      </p:sp>
      <p:sp>
        <p:nvSpPr>
          <p:cNvPr id="1641" name="l"/>
          <p:cNvSpPr txBox="1"/>
          <p:nvPr/>
        </p:nvSpPr>
        <p:spPr>
          <a:xfrm>
            <a:off x="2302638" y="1644544"/>
            <a:ext cx="211397" cy="32156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l</a:t>
            </a:r>
          </a:p>
        </p:txBody>
      </p:sp>
      <p:sp>
        <p:nvSpPr>
          <p:cNvPr id="1642" name="r"/>
          <p:cNvSpPr txBox="1"/>
          <p:nvPr/>
        </p:nvSpPr>
        <p:spPr>
          <a:xfrm>
            <a:off x="8817738" y="1644544"/>
            <a:ext cx="234018" cy="32156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r</a:t>
            </a:r>
          </a:p>
        </p:txBody>
      </p:sp>
      <p:sp>
        <p:nvSpPr>
          <p:cNvPr id="1643" name="i"/>
          <p:cNvSpPr txBox="1"/>
          <p:nvPr/>
        </p:nvSpPr>
        <p:spPr>
          <a:xfrm>
            <a:off x="3623438" y="1644544"/>
            <a:ext cx="211396" cy="32156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i</a:t>
            </a:r>
          </a:p>
        </p:txBody>
      </p:sp>
      <p:sp>
        <p:nvSpPr>
          <p:cNvPr id="1644" name="k"/>
          <p:cNvSpPr txBox="1"/>
          <p:nvPr/>
        </p:nvSpPr>
        <p:spPr>
          <a:xfrm>
            <a:off x="4487038" y="1644544"/>
            <a:ext cx="245131" cy="32156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k</a:t>
            </a:r>
          </a:p>
        </p:txBody>
      </p:sp>
      <p:sp>
        <p:nvSpPr>
          <p:cNvPr id="1645" name="j"/>
          <p:cNvSpPr txBox="1"/>
          <p:nvPr/>
        </p:nvSpPr>
        <p:spPr>
          <a:xfrm>
            <a:off x="7090538" y="1644544"/>
            <a:ext cx="211397" cy="32156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L="40640" marR="40640" indent="0" defTabSz="914400">
              <a:lnSpc>
                <a:spcPct val="100000"/>
              </a:lnSpc>
              <a:spcBef>
                <a:spcPts val="1600"/>
              </a:spcBef>
              <a:defRPr sz="1600" i="1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j</a:t>
            </a:r>
          </a:p>
        </p:txBody>
      </p:sp>
      <p:grpSp>
        <p:nvGrpSpPr>
          <p:cNvPr id="1688" name="成组"/>
          <p:cNvGrpSpPr/>
          <p:nvPr/>
        </p:nvGrpSpPr>
        <p:grpSpPr>
          <a:xfrm>
            <a:off x="2000955" y="1304148"/>
            <a:ext cx="9410701" cy="6687187"/>
            <a:chOff x="0" y="0"/>
            <a:chExt cx="9410700" cy="6687186"/>
          </a:xfrm>
        </p:grpSpPr>
        <p:graphicFrame>
          <p:nvGraphicFramePr>
            <p:cNvPr id="1646" name="表格"/>
            <p:cNvGraphicFramePr/>
            <p:nvPr/>
          </p:nvGraphicFramePr>
          <p:xfrm>
            <a:off x="0" y="0"/>
            <a:ext cx="9410700" cy="635000"/>
          </p:xfrm>
          <a:graphic>
            <a:graphicData uri="http://schemas.openxmlformats.org/drawingml/2006/table">
              <a:tbl>
                <a:tblPr firstCol="1">
                  <a:tableStyleId>{4C3C2611-4C71-4FC5-86AE-919BDF0F9419}</a:tableStyleId>
                </a:tblPr>
                <a:tblGrid>
                  <a:gridCol w="584681"/>
                  <a:gridCol w="584681"/>
                  <a:gridCol w="584681"/>
                  <a:gridCol w="584681"/>
                  <a:gridCol w="584681"/>
                  <a:gridCol w="584681"/>
                  <a:gridCol w="584681"/>
                  <a:gridCol w="584681"/>
                  <a:gridCol w="584681"/>
                  <a:gridCol w="584681"/>
                  <a:gridCol w="584681"/>
                  <a:gridCol w="584681"/>
                  <a:gridCol w="584681"/>
                  <a:gridCol w="584681"/>
                  <a:gridCol w="584681"/>
                  <a:gridCol w="584681"/>
                </a:tblGrid>
                <a:tr h="589357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275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612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170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897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653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426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154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509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908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703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765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 b="0"/>
                        </a:pPr>
                        <a:r>
                          <a:rPr sz="16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677</a:t>
                        </a:r>
                        <a:endParaRPr sz="16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CDEE0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647" name="g)"/>
            <p:cNvSpPr txBox="1"/>
            <p:nvPr/>
          </p:nvSpPr>
          <p:spPr>
            <a:xfrm>
              <a:off x="4508856" y="565742"/>
              <a:ext cx="435179" cy="4038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L="40640" marR="40640" indent="0" defTabSz="914400">
                <a:lnSpc>
                  <a:spcPct val="100000"/>
                </a:lnSpc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g)</a:t>
              </a:r>
            </a:p>
          </p:txBody>
        </p:sp>
        <p:grpSp>
          <p:nvGrpSpPr>
            <p:cNvPr id="1655" name="成组"/>
            <p:cNvGrpSpPr/>
            <p:nvPr/>
          </p:nvGrpSpPr>
          <p:grpSpPr>
            <a:xfrm>
              <a:off x="0" y="774589"/>
              <a:ext cx="9410700" cy="1316009"/>
              <a:chOff x="0" y="0"/>
              <a:chExt cx="9410700" cy="1316007"/>
            </a:xfrm>
          </p:grpSpPr>
          <p:sp>
            <p:nvSpPr>
              <p:cNvPr id="1648" name="l"/>
              <p:cNvSpPr txBox="1"/>
              <p:nvPr/>
            </p:nvSpPr>
            <p:spPr>
              <a:xfrm>
                <a:off x="152746" y="0"/>
                <a:ext cx="283754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l</a:t>
                </a:r>
              </a:p>
            </p:txBody>
          </p:sp>
          <p:sp>
            <p:nvSpPr>
              <p:cNvPr id="1649" name="r"/>
              <p:cNvSpPr txBox="1"/>
              <p:nvPr/>
            </p:nvSpPr>
            <p:spPr>
              <a:xfrm>
                <a:off x="8897860" y="0"/>
                <a:ext cx="314118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r</a:t>
                </a:r>
              </a:p>
            </p:txBody>
          </p:sp>
          <p:sp>
            <p:nvSpPr>
              <p:cNvPr id="1650" name="i"/>
              <p:cNvSpPr txBox="1"/>
              <p:nvPr/>
            </p:nvSpPr>
            <p:spPr>
              <a:xfrm>
                <a:off x="2488186" y="0"/>
                <a:ext cx="283754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  <p:sp>
            <p:nvSpPr>
              <p:cNvPr id="1651" name="k"/>
              <p:cNvSpPr txBox="1"/>
              <p:nvPr/>
            </p:nvSpPr>
            <p:spPr>
              <a:xfrm>
                <a:off x="3613288" y="0"/>
                <a:ext cx="329035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k</a:t>
                </a:r>
              </a:p>
            </p:txBody>
          </p:sp>
          <p:sp>
            <p:nvSpPr>
              <p:cNvPr id="1652" name="j"/>
              <p:cNvSpPr txBox="1"/>
              <p:nvPr/>
            </p:nvSpPr>
            <p:spPr>
              <a:xfrm>
                <a:off x="6579468" y="0"/>
                <a:ext cx="283753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  <p:graphicFrame>
            <p:nvGraphicFramePr>
              <p:cNvPr id="1653" name="表格"/>
              <p:cNvGraphicFramePr/>
              <p:nvPr/>
            </p:nvGraphicFramePr>
            <p:xfrm>
              <a:off x="0" y="346424"/>
              <a:ext cx="9410700" cy="635001"/>
            </p:xfrm>
            <a:graphic>
              <a:graphicData uri="http://schemas.openxmlformats.org/drawingml/2006/table">
                <a:tbl>
                  <a:tblPr firstCol="1">
                    <a:tableStyleId>{4C3C2611-4C71-4FC5-86AE-919BDF0F9419}</a:tableStyleId>
                  </a:tblPr>
                  <a:tblGrid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</a:tblGrid>
                  <a:tr h="589357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>
                              <a:solidFill>
                                <a:srgbClr val="000000"/>
                              </a:solidFill>
                            </a:defRPr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275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170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897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653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426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154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908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765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677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1654" name="h)"/>
              <p:cNvSpPr txBox="1"/>
              <p:nvPr/>
            </p:nvSpPr>
            <p:spPr>
              <a:xfrm>
                <a:off x="4508856" y="912167"/>
                <a:ext cx="435179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h)</a:t>
                </a:r>
              </a:p>
            </p:txBody>
          </p:sp>
        </p:grpSp>
        <p:grpSp>
          <p:nvGrpSpPr>
            <p:cNvPr id="1663" name="成组"/>
            <p:cNvGrpSpPr/>
            <p:nvPr/>
          </p:nvGrpSpPr>
          <p:grpSpPr>
            <a:xfrm>
              <a:off x="0" y="1926137"/>
              <a:ext cx="9410700" cy="1316009"/>
              <a:chOff x="0" y="0"/>
              <a:chExt cx="9410700" cy="1316007"/>
            </a:xfrm>
          </p:grpSpPr>
          <p:sp>
            <p:nvSpPr>
              <p:cNvPr id="1656" name="l"/>
              <p:cNvSpPr txBox="1"/>
              <p:nvPr/>
            </p:nvSpPr>
            <p:spPr>
              <a:xfrm>
                <a:off x="152746" y="0"/>
                <a:ext cx="283754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l</a:t>
                </a:r>
              </a:p>
            </p:txBody>
          </p:sp>
          <p:sp>
            <p:nvSpPr>
              <p:cNvPr id="1657" name="r"/>
              <p:cNvSpPr txBox="1"/>
              <p:nvPr/>
            </p:nvSpPr>
            <p:spPr>
              <a:xfrm>
                <a:off x="8897860" y="0"/>
                <a:ext cx="314118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r</a:t>
                </a:r>
              </a:p>
            </p:txBody>
          </p:sp>
          <p:sp>
            <p:nvSpPr>
              <p:cNvPr id="1658" name="i"/>
              <p:cNvSpPr txBox="1"/>
              <p:nvPr/>
            </p:nvSpPr>
            <p:spPr>
              <a:xfrm>
                <a:off x="2488186" y="0"/>
                <a:ext cx="283754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  <p:sp>
            <p:nvSpPr>
              <p:cNvPr id="1659" name="k"/>
              <p:cNvSpPr txBox="1"/>
              <p:nvPr/>
            </p:nvSpPr>
            <p:spPr>
              <a:xfrm>
                <a:off x="4175839" y="0"/>
                <a:ext cx="329035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k</a:t>
                </a:r>
              </a:p>
            </p:txBody>
          </p:sp>
          <p:sp>
            <p:nvSpPr>
              <p:cNvPr id="1660" name="j"/>
              <p:cNvSpPr txBox="1"/>
              <p:nvPr/>
            </p:nvSpPr>
            <p:spPr>
              <a:xfrm>
                <a:off x="5982822" y="0"/>
                <a:ext cx="283754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  <p:graphicFrame>
            <p:nvGraphicFramePr>
              <p:cNvPr id="1661" name="表格"/>
              <p:cNvGraphicFramePr/>
              <p:nvPr/>
            </p:nvGraphicFramePr>
            <p:xfrm>
              <a:off x="0" y="346424"/>
              <a:ext cx="9410700" cy="647701"/>
            </p:xfrm>
            <a:graphic>
              <a:graphicData uri="http://schemas.openxmlformats.org/drawingml/2006/table">
                <a:tbl>
                  <a:tblPr firstCol="1">
                    <a:tableStyleId>{4C3C2611-4C71-4FC5-86AE-919BDF0F9419}</a:tableStyleId>
                  </a:tblPr>
                  <a:tblGrid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</a:tblGrid>
                  <a:tr h="599227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>
                              <a:solidFill>
                                <a:srgbClr val="000000"/>
                              </a:solidFill>
                            </a:defRPr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275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170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653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426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154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897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908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765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677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1662" name="i)"/>
              <p:cNvSpPr txBox="1"/>
              <p:nvPr/>
            </p:nvSpPr>
            <p:spPr>
              <a:xfrm>
                <a:off x="4508856" y="912167"/>
                <a:ext cx="374582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i)</a:t>
                </a:r>
              </a:p>
            </p:txBody>
          </p:sp>
        </p:grpSp>
        <p:grpSp>
          <p:nvGrpSpPr>
            <p:cNvPr id="1671" name="成组"/>
            <p:cNvGrpSpPr/>
            <p:nvPr/>
          </p:nvGrpSpPr>
          <p:grpSpPr>
            <a:xfrm>
              <a:off x="0" y="3058535"/>
              <a:ext cx="9410700" cy="1316009"/>
              <a:chOff x="0" y="0"/>
              <a:chExt cx="9410700" cy="1316007"/>
            </a:xfrm>
          </p:grpSpPr>
          <p:sp>
            <p:nvSpPr>
              <p:cNvPr id="1664" name="l"/>
              <p:cNvSpPr txBox="1"/>
              <p:nvPr/>
            </p:nvSpPr>
            <p:spPr>
              <a:xfrm>
                <a:off x="152746" y="0"/>
                <a:ext cx="283754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l</a:t>
                </a:r>
              </a:p>
            </p:txBody>
          </p:sp>
          <p:sp>
            <p:nvSpPr>
              <p:cNvPr id="1665" name="r"/>
              <p:cNvSpPr txBox="1"/>
              <p:nvPr/>
            </p:nvSpPr>
            <p:spPr>
              <a:xfrm>
                <a:off x="8897860" y="0"/>
                <a:ext cx="314118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r</a:t>
                </a:r>
              </a:p>
            </p:txBody>
          </p:sp>
          <p:sp>
            <p:nvSpPr>
              <p:cNvPr id="1666" name="i"/>
              <p:cNvSpPr txBox="1"/>
              <p:nvPr/>
            </p:nvSpPr>
            <p:spPr>
              <a:xfrm>
                <a:off x="2488186" y="0"/>
                <a:ext cx="283754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  <p:sp>
            <p:nvSpPr>
              <p:cNvPr id="1667" name="k"/>
              <p:cNvSpPr txBox="1"/>
              <p:nvPr/>
            </p:nvSpPr>
            <p:spPr>
              <a:xfrm>
                <a:off x="5863493" y="0"/>
                <a:ext cx="329035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k</a:t>
                </a:r>
              </a:p>
            </p:txBody>
          </p:sp>
          <p:sp>
            <p:nvSpPr>
              <p:cNvPr id="1668" name="j"/>
              <p:cNvSpPr txBox="1"/>
              <p:nvPr/>
            </p:nvSpPr>
            <p:spPr>
              <a:xfrm>
                <a:off x="6153293" y="0"/>
                <a:ext cx="283753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  <p:graphicFrame>
            <p:nvGraphicFramePr>
              <p:cNvPr id="1669" name="表格"/>
              <p:cNvGraphicFramePr/>
              <p:nvPr/>
            </p:nvGraphicFramePr>
            <p:xfrm>
              <a:off x="0" y="346424"/>
              <a:ext cx="9410700" cy="635001"/>
            </p:xfrm>
            <a:graphic>
              <a:graphicData uri="http://schemas.openxmlformats.org/drawingml/2006/table">
                <a:tbl>
                  <a:tblPr firstCol="1">
                    <a:tableStyleId>{4C3C2611-4C71-4FC5-86AE-919BDF0F9419}</a:tableStyleId>
                  </a:tblPr>
                  <a:tblGrid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</a:tblGrid>
                  <a:tr h="589357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>
                              <a:solidFill>
                                <a:srgbClr val="000000"/>
                              </a:solidFill>
                            </a:defRPr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275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170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653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426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154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897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908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765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677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1670" name="j)"/>
              <p:cNvSpPr txBox="1"/>
              <p:nvPr/>
            </p:nvSpPr>
            <p:spPr>
              <a:xfrm>
                <a:off x="4508856" y="912167"/>
                <a:ext cx="374582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j)</a:t>
                </a:r>
              </a:p>
            </p:txBody>
          </p:sp>
        </p:grpSp>
        <p:grpSp>
          <p:nvGrpSpPr>
            <p:cNvPr id="1679" name="成组"/>
            <p:cNvGrpSpPr/>
            <p:nvPr/>
          </p:nvGrpSpPr>
          <p:grpSpPr>
            <a:xfrm>
              <a:off x="0" y="4206882"/>
              <a:ext cx="9410700" cy="1316009"/>
              <a:chOff x="0" y="0"/>
              <a:chExt cx="9410700" cy="1316007"/>
            </a:xfrm>
          </p:grpSpPr>
          <p:sp>
            <p:nvSpPr>
              <p:cNvPr id="1672" name="l"/>
              <p:cNvSpPr txBox="1"/>
              <p:nvPr/>
            </p:nvSpPr>
            <p:spPr>
              <a:xfrm>
                <a:off x="152746" y="0"/>
                <a:ext cx="283754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l</a:t>
                </a:r>
              </a:p>
            </p:txBody>
          </p:sp>
          <p:sp>
            <p:nvSpPr>
              <p:cNvPr id="1673" name="r"/>
              <p:cNvSpPr txBox="1"/>
              <p:nvPr/>
            </p:nvSpPr>
            <p:spPr>
              <a:xfrm>
                <a:off x="8897860" y="0"/>
                <a:ext cx="314118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r</a:t>
                </a:r>
              </a:p>
            </p:txBody>
          </p:sp>
          <p:sp>
            <p:nvSpPr>
              <p:cNvPr id="1674" name="i"/>
              <p:cNvSpPr txBox="1"/>
              <p:nvPr/>
            </p:nvSpPr>
            <p:spPr>
              <a:xfrm>
                <a:off x="3050737" y="0"/>
                <a:ext cx="283754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  <p:sp>
            <p:nvSpPr>
              <p:cNvPr id="1675" name="k"/>
              <p:cNvSpPr txBox="1"/>
              <p:nvPr/>
            </p:nvSpPr>
            <p:spPr>
              <a:xfrm>
                <a:off x="6545373" y="0"/>
                <a:ext cx="329035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k</a:t>
                </a:r>
              </a:p>
            </p:txBody>
          </p:sp>
          <p:sp>
            <p:nvSpPr>
              <p:cNvPr id="1676" name="j"/>
              <p:cNvSpPr txBox="1"/>
              <p:nvPr/>
            </p:nvSpPr>
            <p:spPr>
              <a:xfrm>
                <a:off x="5999869" y="0"/>
                <a:ext cx="283754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  <p:graphicFrame>
            <p:nvGraphicFramePr>
              <p:cNvPr id="1677" name="表格"/>
              <p:cNvGraphicFramePr/>
              <p:nvPr/>
            </p:nvGraphicFramePr>
            <p:xfrm>
              <a:off x="0" y="346424"/>
              <a:ext cx="9410700" cy="647701"/>
            </p:xfrm>
            <a:graphic>
              <a:graphicData uri="http://schemas.openxmlformats.org/drawingml/2006/table">
                <a:tbl>
                  <a:tblPr firstCol="1">
                    <a:tableStyleId>{4C3C2611-4C71-4FC5-86AE-919BDF0F9419}</a:tableStyleId>
                  </a:tblPr>
                  <a:tblGrid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</a:tblGrid>
                  <a:tr h="599227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>
                              <a:solidFill>
                                <a:srgbClr val="000000"/>
                              </a:solidFill>
                            </a:defRPr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275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170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154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653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426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897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908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765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677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1678" name="k)"/>
              <p:cNvSpPr txBox="1"/>
              <p:nvPr/>
            </p:nvSpPr>
            <p:spPr>
              <a:xfrm>
                <a:off x="4508856" y="912167"/>
                <a:ext cx="435179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k)</a:t>
                </a:r>
              </a:p>
            </p:txBody>
          </p:sp>
        </p:grpSp>
        <p:grpSp>
          <p:nvGrpSpPr>
            <p:cNvPr id="1687" name="成组"/>
            <p:cNvGrpSpPr/>
            <p:nvPr/>
          </p:nvGrpSpPr>
          <p:grpSpPr>
            <a:xfrm>
              <a:off x="0" y="5371178"/>
              <a:ext cx="9410700" cy="1316009"/>
              <a:chOff x="0" y="0"/>
              <a:chExt cx="9410700" cy="1316007"/>
            </a:xfrm>
          </p:grpSpPr>
          <p:sp>
            <p:nvSpPr>
              <p:cNvPr id="1680" name="l"/>
              <p:cNvSpPr txBox="1"/>
              <p:nvPr/>
            </p:nvSpPr>
            <p:spPr>
              <a:xfrm>
                <a:off x="152746" y="0"/>
                <a:ext cx="283754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l</a:t>
                </a:r>
              </a:p>
            </p:txBody>
          </p:sp>
          <p:sp>
            <p:nvSpPr>
              <p:cNvPr id="1681" name="r"/>
              <p:cNvSpPr txBox="1"/>
              <p:nvPr/>
            </p:nvSpPr>
            <p:spPr>
              <a:xfrm>
                <a:off x="8897860" y="0"/>
                <a:ext cx="314118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r</a:t>
                </a:r>
              </a:p>
            </p:txBody>
          </p:sp>
          <p:sp>
            <p:nvSpPr>
              <p:cNvPr id="1682" name="i"/>
              <p:cNvSpPr txBox="1"/>
              <p:nvPr/>
            </p:nvSpPr>
            <p:spPr>
              <a:xfrm>
                <a:off x="3050737" y="0"/>
                <a:ext cx="283754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  <p:sp>
            <p:nvSpPr>
              <p:cNvPr id="1683" name="k"/>
              <p:cNvSpPr txBox="1"/>
              <p:nvPr/>
            </p:nvSpPr>
            <p:spPr>
              <a:xfrm>
                <a:off x="6545373" y="0"/>
                <a:ext cx="329035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k</a:t>
                </a:r>
              </a:p>
            </p:txBody>
          </p:sp>
          <p:sp>
            <p:nvSpPr>
              <p:cNvPr id="1684" name="j"/>
              <p:cNvSpPr txBox="1"/>
              <p:nvPr/>
            </p:nvSpPr>
            <p:spPr>
              <a:xfrm>
                <a:off x="6016916" y="0"/>
                <a:ext cx="283754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  <p:graphicFrame>
            <p:nvGraphicFramePr>
              <p:cNvPr id="1685" name="表格"/>
              <p:cNvGraphicFramePr/>
              <p:nvPr/>
            </p:nvGraphicFramePr>
            <p:xfrm>
              <a:off x="0" y="346424"/>
              <a:ext cx="9410700" cy="647701"/>
            </p:xfrm>
            <a:graphic>
              <a:graphicData uri="http://schemas.openxmlformats.org/drawingml/2006/table">
                <a:tbl>
                  <a:tblPr firstCol="1">
                    <a:tableStyleId>{4C3C2611-4C71-4FC5-86AE-919BDF0F9419}</a:tableStyleId>
                  </a:tblPr>
                  <a:tblGrid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  <a:gridCol w="584681"/>
                  </a:tblGrid>
                  <a:tr h="599227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>
                              <a:solidFill>
                                <a:srgbClr val="000000"/>
                              </a:solidFill>
                            </a:defRPr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154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170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275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503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653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426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612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677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908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703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765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897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solidFill>
                          <a:srgbClr val="DCDEE0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1686" name="l)"/>
              <p:cNvSpPr txBox="1"/>
              <p:nvPr/>
            </p:nvSpPr>
            <p:spPr>
              <a:xfrm>
                <a:off x="4508856" y="912167"/>
                <a:ext cx="374582" cy="403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l)</a:t>
                </a:r>
              </a:p>
            </p:txBody>
          </p:sp>
        </p:grpSp>
      </p:grp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Shape 193"/>
          <p:cNvSpPr txBox="1"/>
          <p:nvPr/>
        </p:nvSpPr>
        <p:spPr>
          <a:xfrm>
            <a:off x="1213555" y="88900"/>
            <a:ext cx="109855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双枢轴划分</a:t>
            </a:r>
          </a:p>
        </p:txBody>
      </p:sp>
      <p:grpSp>
        <p:nvGrpSpPr>
          <p:cNvPr id="1705" name="成组"/>
          <p:cNvGrpSpPr/>
          <p:nvPr/>
        </p:nvGrpSpPr>
        <p:grpSpPr>
          <a:xfrm>
            <a:off x="1034510" y="1667167"/>
            <a:ext cx="10464801" cy="4152243"/>
            <a:chOff x="0" y="0"/>
            <a:chExt cx="10464800" cy="4152242"/>
          </a:xfrm>
        </p:grpSpPr>
        <p:grpSp>
          <p:nvGrpSpPr>
            <p:cNvPr id="1697" name="成组"/>
            <p:cNvGrpSpPr/>
            <p:nvPr/>
          </p:nvGrpSpPr>
          <p:grpSpPr>
            <a:xfrm>
              <a:off x="0" y="0"/>
              <a:ext cx="10464800" cy="2089896"/>
              <a:chOff x="0" y="0"/>
              <a:chExt cx="10464800" cy="2089895"/>
            </a:xfrm>
          </p:grpSpPr>
          <p:graphicFrame>
            <p:nvGraphicFramePr>
              <p:cNvPr id="1691" name="表格"/>
              <p:cNvGraphicFramePr/>
              <p:nvPr/>
            </p:nvGraphicFramePr>
            <p:xfrm>
              <a:off x="0" y="557100"/>
              <a:ext cx="10464800" cy="939801"/>
            </p:xfrm>
            <a:graphic>
              <a:graphicData uri="http://schemas.openxmlformats.org/drawingml/2006/table">
                <a:tbl>
                  <a:tblPr firstCol="1">
                    <a:tableStyleId>{4C3C2611-4C71-4FC5-86AE-919BDF0F9419}</a:tableStyleId>
                  </a:tblPr>
                  <a:tblGrid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</a:tblGrid>
                  <a:tr h="890565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>
                              <a:solidFill>
                                <a:srgbClr val="000000"/>
                              </a:solidFill>
                            </a:defRPr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</a:tr>
                </a:tbl>
              </a:graphicData>
            </a:graphic>
          </p:graphicFrame>
          <p:sp>
            <p:nvSpPr>
              <p:cNvPr id="1692" name="l"/>
              <p:cNvSpPr txBox="1"/>
              <p:nvPr/>
            </p:nvSpPr>
            <p:spPr>
              <a:xfrm>
                <a:off x="167141" y="0"/>
                <a:ext cx="315828" cy="5961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l</a:t>
                </a:r>
              </a:p>
            </p:txBody>
          </p:sp>
          <p:sp>
            <p:nvSpPr>
              <p:cNvPr id="1693" name="r"/>
              <p:cNvSpPr txBox="1"/>
              <p:nvPr/>
            </p:nvSpPr>
            <p:spPr>
              <a:xfrm>
                <a:off x="9900758" y="0"/>
                <a:ext cx="349625" cy="5961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r</a:t>
                </a:r>
              </a:p>
            </p:txBody>
          </p:sp>
          <p:sp>
            <p:nvSpPr>
              <p:cNvPr id="1694" name="i"/>
              <p:cNvSpPr txBox="1"/>
              <p:nvPr/>
            </p:nvSpPr>
            <p:spPr>
              <a:xfrm>
                <a:off x="347394" y="0"/>
                <a:ext cx="315827" cy="5961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  <p:sp>
            <p:nvSpPr>
              <p:cNvPr id="1695" name="j"/>
              <p:cNvSpPr txBox="1"/>
              <p:nvPr/>
            </p:nvSpPr>
            <p:spPr>
              <a:xfrm>
                <a:off x="9238566" y="0"/>
                <a:ext cx="315828" cy="5961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  <p:sp>
            <p:nvSpPr>
              <p:cNvPr id="1696" name="a)"/>
              <p:cNvSpPr txBox="1"/>
              <p:nvPr/>
            </p:nvSpPr>
            <p:spPr>
              <a:xfrm>
                <a:off x="5018903" y="1493787"/>
                <a:ext cx="467323" cy="5961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a)</a:t>
                </a:r>
              </a:p>
            </p:txBody>
          </p:sp>
        </p:grpSp>
        <p:grpSp>
          <p:nvGrpSpPr>
            <p:cNvPr id="1704" name="成组"/>
            <p:cNvGrpSpPr/>
            <p:nvPr/>
          </p:nvGrpSpPr>
          <p:grpSpPr>
            <a:xfrm>
              <a:off x="0" y="2038805"/>
              <a:ext cx="10464800" cy="2113438"/>
              <a:chOff x="0" y="0"/>
              <a:chExt cx="10464800" cy="2113436"/>
            </a:xfrm>
          </p:grpSpPr>
          <p:graphicFrame>
            <p:nvGraphicFramePr>
              <p:cNvPr id="1698" name="表格"/>
              <p:cNvGraphicFramePr/>
              <p:nvPr/>
            </p:nvGraphicFramePr>
            <p:xfrm>
              <a:off x="0" y="593588"/>
              <a:ext cx="10464800" cy="927101"/>
            </p:xfrm>
            <a:graphic>
              <a:graphicData uri="http://schemas.openxmlformats.org/drawingml/2006/table">
                <a:tbl>
                  <a:tblPr firstCol="1">
                    <a:tableStyleId>{4C3C2611-4C71-4FC5-86AE-919BDF0F9419}</a:tableStyleId>
                  </a:tblPr>
                  <a:tblGrid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  <a:gridCol w="694251"/>
                  </a:tblGrid>
                  <a:tr h="875996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>
                              <a:solidFill>
                                <a:srgbClr val="000000"/>
                              </a:solidFill>
                            </a:defRPr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tabLst>
                              <a:tab pos="914400" algn="l"/>
                            </a:tabLst>
                            <a:defRPr sz="1800" b="0"/>
                          </a:pPr>
                          <a:r>
                            <a:rPr sz="16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9</a:t>
                          </a:r>
                          <a:endParaRPr sz="1600">
                            <a:uFill>
                              <a:solidFill>
                                <a:srgbClr val="000000"/>
                              </a:solidFill>
                            </a:uFill>
                          </a:endParaRPr>
                        </a:p>
                      </a:txBody>
                      <a:tcPr marL="50800" marR="50800" marT="50800" marB="50800" anchor="ctr" anchorCtr="0" horzOverflow="overflow">
                        <a:lnL w="12700">
                          <a:solidFill>
                            <a:srgbClr val="000000"/>
                          </a:solidFill>
                          <a:miter lim="400000"/>
                        </a:lnL>
                        <a:lnR w="12700">
                          <a:solidFill>
                            <a:srgbClr val="000000"/>
                          </a:solidFill>
                          <a:miter lim="400000"/>
                        </a:lnR>
                        <a:lnT w="12700">
                          <a:solidFill>
                            <a:srgbClr val="000000"/>
                          </a:solidFill>
                          <a:miter lim="400000"/>
                        </a:lnT>
                        <a:lnB w="12700">
                          <a:solidFill>
                            <a:srgbClr val="000000"/>
                          </a:solidFill>
                          <a:miter lim="400000"/>
                        </a:lnB>
                        <a:noFill/>
                      </a:tcPr>
                    </a:tc>
                  </a:tr>
                </a:tbl>
              </a:graphicData>
            </a:graphic>
          </p:graphicFrame>
          <p:sp>
            <p:nvSpPr>
              <p:cNvPr id="1699" name="l"/>
              <p:cNvSpPr txBox="1"/>
              <p:nvPr/>
            </p:nvSpPr>
            <p:spPr>
              <a:xfrm>
                <a:off x="167141" y="0"/>
                <a:ext cx="315828" cy="5961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l</a:t>
                </a:r>
              </a:p>
            </p:txBody>
          </p:sp>
          <p:sp>
            <p:nvSpPr>
              <p:cNvPr id="1700" name="r"/>
              <p:cNvSpPr txBox="1"/>
              <p:nvPr/>
            </p:nvSpPr>
            <p:spPr>
              <a:xfrm>
                <a:off x="9900758" y="0"/>
                <a:ext cx="349625" cy="5961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r</a:t>
                </a:r>
              </a:p>
            </p:txBody>
          </p:sp>
          <p:sp>
            <p:nvSpPr>
              <p:cNvPr id="1701" name="i"/>
              <p:cNvSpPr txBox="1"/>
              <p:nvPr/>
            </p:nvSpPr>
            <p:spPr>
              <a:xfrm>
                <a:off x="5043436" y="0"/>
                <a:ext cx="315828" cy="5961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  <p:sp>
            <p:nvSpPr>
              <p:cNvPr id="1702" name="j"/>
              <p:cNvSpPr txBox="1"/>
              <p:nvPr/>
            </p:nvSpPr>
            <p:spPr>
              <a:xfrm>
                <a:off x="4347089" y="0"/>
                <a:ext cx="315828" cy="5961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 i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  <p:sp>
            <p:nvSpPr>
              <p:cNvPr id="1703" name="b)"/>
              <p:cNvSpPr txBox="1"/>
              <p:nvPr/>
            </p:nvSpPr>
            <p:spPr>
              <a:xfrm>
                <a:off x="4997261" y="1517328"/>
                <a:ext cx="484370" cy="5961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lvl1pPr marL="40640" marR="40640" indent="0" defTabSz="914400">
                  <a:lnSpc>
                    <a:spcPct val="100000"/>
                  </a:lnSpc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b)</a:t>
                </a:r>
              </a:p>
            </p:txBody>
          </p:sp>
        </p:grpSp>
      </p:grp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9" name="成组"/>
          <p:cNvGrpSpPr/>
          <p:nvPr/>
        </p:nvGrpSpPr>
        <p:grpSpPr>
          <a:xfrm>
            <a:off x="6176997" y="5824883"/>
            <a:ext cx="5310295" cy="975361"/>
            <a:chOff x="0" y="0"/>
            <a:chExt cx="5310293" cy="975360"/>
          </a:xfrm>
        </p:grpSpPr>
        <p:sp>
          <p:nvSpPr>
            <p:cNvPr id="1707" name="矩形"/>
            <p:cNvSpPr/>
            <p:nvPr/>
          </p:nvSpPr>
          <p:spPr>
            <a:xfrm>
              <a:off x="0" y="0"/>
              <a:ext cx="5310294" cy="975361"/>
            </a:xfrm>
            <a:prstGeom prst="rect">
              <a:avLst/>
            </a:prstGeom>
            <a:blipFill rotWithShape="1">
              <a:blip r:embed="rId1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1708" name="无序序列 R[i+1...n]"/>
            <p:cNvSpPr txBox="1"/>
            <p:nvPr/>
          </p:nvSpPr>
          <p:spPr>
            <a:xfrm>
              <a:off x="896644" y="86106"/>
              <a:ext cx="4152005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无序序列 R[i+1...n]</a:t>
              </a:r>
            </a:p>
          </p:txBody>
        </p:sp>
      </p:grpSp>
      <p:sp>
        <p:nvSpPr>
          <p:cNvPr id="1710" name="初始时，有序序列为空"/>
          <p:cNvSpPr txBox="1"/>
          <p:nvPr/>
        </p:nvSpPr>
        <p:spPr>
          <a:xfrm>
            <a:off x="388337" y="1486182"/>
            <a:ext cx="4587749" cy="75234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>
              <a:lnSpc>
                <a:spcPct val="100000"/>
              </a:lnSpc>
            </a:lvl1pPr>
          </a:lstStyle>
          <a:p>
            <a:r>
              <a:t>初始时，有序序列为空</a:t>
            </a:r>
          </a:p>
        </p:txBody>
      </p:sp>
      <p:grpSp>
        <p:nvGrpSpPr>
          <p:cNvPr id="1713" name="成组"/>
          <p:cNvGrpSpPr/>
          <p:nvPr/>
        </p:nvGrpSpPr>
        <p:grpSpPr>
          <a:xfrm>
            <a:off x="866986" y="2492586"/>
            <a:ext cx="5138703" cy="975361"/>
            <a:chOff x="0" y="0"/>
            <a:chExt cx="5138702" cy="975360"/>
          </a:xfrm>
        </p:grpSpPr>
        <p:sp>
          <p:nvSpPr>
            <p:cNvPr id="1711" name="矩形"/>
            <p:cNvSpPr/>
            <p:nvPr/>
          </p:nvSpPr>
          <p:spPr>
            <a:xfrm>
              <a:off x="0" y="0"/>
              <a:ext cx="5138703" cy="975361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1712" name="有序序列R[0…i-1]"/>
            <p:cNvSpPr txBox="1"/>
            <p:nvPr/>
          </p:nvSpPr>
          <p:spPr>
            <a:xfrm>
              <a:off x="580773" y="86106"/>
              <a:ext cx="3977157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有序序列R[0…i-1]</a:t>
              </a:r>
            </a:p>
          </p:txBody>
        </p:sp>
      </p:grpSp>
      <p:grpSp>
        <p:nvGrpSpPr>
          <p:cNvPr id="1716" name="成组"/>
          <p:cNvGrpSpPr/>
          <p:nvPr/>
        </p:nvGrpSpPr>
        <p:grpSpPr>
          <a:xfrm>
            <a:off x="6005406" y="2492586"/>
            <a:ext cx="5481886" cy="975361"/>
            <a:chOff x="0" y="0"/>
            <a:chExt cx="5481884" cy="975360"/>
          </a:xfrm>
        </p:grpSpPr>
        <p:sp>
          <p:nvSpPr>
            <p:cNvPr id="1714" name="矩形"/>
            <p:cNvSpPr/>
            <p:nvPr/>
          </p:nvSpPr>
          <p:spPr>
            <a:xfrm>
              <a:off x="0" y="0"/>
              <a:ext cx="5481885" cy="975361"/>
            </a:xfrm>
            <a:prstGeom prst="rect">
              <a:avLst/>
            </a:prstGeom>
            <a:blipFill rotWithShape="1">
              <a:blip r:embed="rId1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1715" name="无序序列 R[i...n]"/>
            <p:cNvSpPr txBox="1"/>
            <p:nvPr/>
          </p:nvSpPr>
          <p:spPr>
            <a:xfrm>
              <a:off x="1079755" y="86106"/>
              <a:ext cx="3601775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无序序列 R[i...n]</a:t>
              </a:r>
            </a:p>
          </p:txBody>
        </p:sp>
      </p:grpSp>
      <p:grpSp>
        <p:nvGrpSpPr>
          <p:cNvPr id="1719" name="成组"/>
          <p:cNvGrpSpPr/>
          <p:nvPr/>
        </p:nvGrpSpPr>
        <p:grpSpPr>
          <a:xfrm>
            <a:off x="866986" y="5824883"/>
            <a:ext cx="5896692" cy="982783"/>
            <a:chOff x="0" y="0"/>
            <a:chExt cx="5896690" cy="982781"/>
          </a:xfrm>
        </p:grpSpPr>
        <p:sp>
          <p:nvSpPr>
            <p:cNvPr id="1717" name="矩形"/>
            <p:cNvSpPr/>
            <p:nvPr/>
          </p:nvSpPr>
          <p:spPr>
            <a:xfrm>
              <a:off x="0" y="0"/>
              <a:ext cx="5896691" cy="982782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1718" name="有序序列R[0…i]"/>
            <p:cNvSpPr txBox="1"/>
            <p:nvPr/>
          </p:nvSpPr>
          <p:spPr>
            <a:xfrm>
              <a:off x="382787" y="102158"/>
              <a:ext cx="4245097" cy="8353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有序序列R[0…i]</a:t>
              </a:r>
            </a:p>
          </p:txBody>
        </p:sp>
      </p:grpSp>
      <p:sp>
        <p:nvSpPr>
          <p:cNvPr id="1720" name="基于选择的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基于选择的排序</a:t>
            </a:r>
          </a:p>
        </p:txBody>
      </p:sp>
      <p:sp>
        <p:nvSpPr>
          <p:cNvPr id="1721" name="min(R[i...n])"/>
          <p:cNvSpPr txBox="1"/>
          <p:nvPr/>
        </p:nvSpPr>
        <p:spPr>
          <a:xfrm>
            <a:off x="7531298" y="3385217"/>
            <a:ext cx="3792422" cy="116453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 anchor="ctr"/>
          <a:lstStyle>
            <a:lvl1pPr indent="0" algn="ctr" defTabSz="1300480">
              <a:lnSpc>
                <a:spcPct val="100000"/>
              </a:lnSpc>
              <a:defRPr sz="4400"/>
            </a:lvl1pPr>
          </a:lstStyle>
          <a:p>
            <a:r>
              <a:t>min(R[i...n])</a:t>
            </a:r>
          </a:p>
        </p:txBody>
      </p:sp>
      <p:sp>
        <p:nvSpPr>
          <p:cNvPr id="1722" name="线条"/>
          <p:cNvSpPr/>
          <p:nvPr/>
        </p:nvSpPr>
        <p:spPr>
          <a:xfrm>
            <a:off x="6333371" y="3967486"/>
            <a:ext cx="1673337" cy="1"/>
          </a:xfrm>
          <a:prstGeom prst="line">
            <a:avLst/>
          </a:prstGeom>
          <a:ln w="508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723" name="线条"/>
          <p:cNvSpPr/>
          <p:nvPr/>
        </p:nvSpPr>
        <p:spPr>
          <a:xfrm>
            <a:off x="6343778" y="3948418"/>
            <a:ext cx="1" cy="1895534"/>
          </a:xfrm>
          <a:prstGeom prst="line">
            <a:avLst/>
          </a:prstGeom>
          <a:ln w="508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49"/>
          <p:cNvSpPr txBox="1"/>
          <p:nvPr/>
        </p:nvSpPr>
        <p:spPr>
          <a:xfrm>
            <a:off x="3371786" y="3964890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1726" name="13"/>
          <p:cNvSpPr txBox="1"/>
          <p:nvPr/>
        </p:nvSpPr>
        <p:spPr>
          <a:xfrm>
            <a:off x="3383639" y="3982670"/>
            <a:ext cx="676149" cy="716989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13</a:t>
            </a:r>
          </a:p>
        </p:txBody>
      </p:sp>
      <p:sp>
        <p:nvSpPr>
          <p:cNvPr id="1727" name="65"/>
          <p:cNvSpPr txBox="1"/>
          <p:nvPr/>
        </p:nvSpPr>
        <p:spPr>
          <a:xfrm>
            <a:off x="5412817" y="3955858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1728" name="97"/>
          <p:cNvSpPr txBox="1"/>
          <p:nvPr/>
        </p:nvSpPr>
        <p:spPr>
          <a:xfrm>
            <a:off x="6539448" y="3955858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1729" name="76"/>
          <p:cNvSpPr txBox="1"/>
          <p:nvPr/>
        </p:nvSpPr>
        <p:spPr>
          <a:xfrm>
            <a:off x="7453848" y="3944570"/>
            <a:ext cx="803770" cy="71698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1730" name="13"/>
          <p:cNvSpPr txBox="1"/>
          <p:nvPr/>
        </p:nvSpPr>
        <p:spPr>
          <a:xfrm>
            <a:off x="8587253" y="3953601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1731" name="27"/>
          <p:cNvSpPr txBox="1"/>
          <p:nvPr/>
        </p:nvSpPr>
        <p:spPr>
          <a:xfrm>
            <a:off x="9738720" y="3964890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1732" name="38"/>
          <p:cNvSpPr txBox="1"/>
          <p:nvPr/>
        </p:nvSpPr>
        <p:spPr>
          <a:xfrm>
            <a:off x="4491644" y="396714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1733" name="0          1         2         3          4          5         6"/>
          <p:cNvSpPr txBox="1"/>
          <p:nvPr/>
        </p:nvSpPr>
        <p:spPr>
          <a:xfrm>
            <a:off x="3152781" y="3432054"/>
            <a:ext cx="7579361" cy="521343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      0          1         2         3          4          5         6     </a:t>
            </a:r>
          </a:p>
        </p:txBody>
      </p:sp>
      <p:grpSp>
        <p:nvGrpSpPr>
          <p:cNvPr id="1738" name="成组"/>
          <p:cNvGrpSpPr/>
          <p:nvPr/>
        </p:nvGrpSpPr>
        <p:grpSpPr>
          <a:xfrm>
            <a:off x="3256639" y="3944570"/>
            <a:ext cx="7371646" cy="819574"/>
            <a:chOff x="0" y="0"/>
            <a:chExt cx="7371644" cy="819573"/>
          </a:xfrm>
        </p:grpSpPr>
        <p:sp>
          <p:nvSpPr>
            <p:cNvPr id="1734" name="线条"/>
            <p:cNvSpPr/>
            <p:nvPr/>
          </p:nvSpPr>
          <p:spPr>
            <a:xfrm>
              <a:off x="0" y="819573"/>
              <a:ext cx="737164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35" name="线条"/>
            <p:cNvSpPr/>
            <p:nvPr/>
          </p:nvSpPr>
          <p:spPr>
            <a:xfrm>
              <a:off x="0" y="0"/>
              <a:ext cx="737164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36" name="线条"/>
            <p:cNvSpPr/>
            <p:nvPr/>
          </p:nvSpPr>
          <p:spPr>
            <a:xfrm>
              <a:off x="7371644" y="0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37" name="线条"/>
            <p:cNvSpPr/>
            <p:nvPr/>
          </p:nvSpPr>
          <p:spPr>
            <a:xfrm flipH="1">
              <a:off x="-1" y="0"/>
              <a:ext cx="2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1739" name="线条"/>
          <p:cNvSpPr/>
          <p:nvPr/>
        </p:nvSpPr>
        <p:spPr>
          <a:xfrm>
            <a:off x="4281670" y="3944570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740" name="线条"/>
          <p:cNvSpPr/>
          <p:nvPr/>
        </p:nvSpPr>
        <p:spPr>
          <a:xfrm>
            <a:off x="5306702" y="3944570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741" name="线条"/>
          <p:cNvSpPr/>
          <p:nvPr/>
        </p:nvSpPr>
        <p:spPr>
          <a:xfrm>
            <a:off x="6329475" y="3944570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742" name="线条"/>
          <p:cNvSpPr/>
          <p:nvPr/>
        </p:nvSpPr>
        <p:spPr>
          <a:xfrm>
            <a:off x="7354506" y="3944570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743" name="线条"/>
          <p:cNvSpPr/>
          <p:nvPr/>
        </p:nvSpPr>
        <p:spPr>
          <a:xfrm>
            <a:off x="8481137" y="3944570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744" name="线条"/>
          <p:cNvSpPr/>
          <p:nvPr/>
        </p:nvSpPr>
        <p:spPr>
          <a:xfrm>
            <a:off x="9503910" y="3944570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1747" name="成组"/>
          <p:cNvGrpSpPr/>
          <p:nvPr/>
        </p:nvGrpSpPr>
        <p:grpSpPr>
          <a:xfrm>
            <a:off x="3688439" y="1903539"/>
            <a:ext cx="715717" cy="1639147"/>
            <a:chOff x="0" y="0"/>
            <a:chExt cx="715715" cy="1639146"/>
          </a:xfrm>
        </p:grpSpPr>
        <p:sp>
          <p:nvSpPr>
            <p:cNvPr id="1745" name="线条"/>
            <p:cNvSpPr/>
            <p:nvPr/>
          </p:nvSpPr>
          <p:spPr>
            <a:xfrm flipH="1">
              <a:off x="171591" y="717973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46" name="k"/>
            <p:cNvSpPr txBox="1"/>
            <p:nvPr/>
          </p:nvSpPr>
          <p:spPr>
            <a:xfrm>
              <a:off x="0" y="0"/>
              <a:ext cx="715716" cy="650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k</a:t>
              </a:r>
            </a:p>
          </p:txBody>
        </p:sp>
      </p:grpSp>
      <p:grpSp>
        <p:nvGrpSpPr>
          <p:cNvPr id="1750" name="成组"/>
          <p:cNvGrpSpPr/>
          <p:nvPr/>
        </p:nvGrpSpPr>
        <p:grpSpPr>
          <a:xfrm>
            <a:off x="4688070" y="4802525"/>
            <a:ext cx="702170" cy="1461292"/>
            <a:chOff x="0" y="0"/>
            <a:chExt cx="702168" cy="1461290"/>
          </a:xfrm>
        </p:grpSpPr>
        <p:sp>
          <p:nvSpPr>
            <p:cNvPr id="1748" name="线条"/>
            <p:cNvSpPr/>
            <p:nvPr/>
          </p:nvSpPr>
          <p:spPr>
            <a:xfrm flipH="1">
              <a:off x="140264" y="0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49" name="j"/>
            <p:cNvSpPr txBox="1"/>
            <p:nvPr/>
          </p:nvSpPr>
          <p:spPr>
            <a:xfrm>
              <a:off x="0" y="810542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</p:grpSp>
      <p:grpSp>
        <p:nvGrpSpPr>
          <p:cNvPr id="1753" name="成组"/>
          <p:cNvGrpSpPr/>
          <p:nvPr/>
        </p:nvGrpSpPr>
        <p:grpSpPr>
          <a:xfrm>
            <a:off x="4738870" y="1903539"/>
            <a:ext cx="715717" cy="1639147"/>
            <a:chOff x="0" y="0"/>
            <a:chExt cx="715715" cy="1639146"/>
          </a:xfrm>
        </p:grpSpPr>
        <p:sp>
          <p:nvSpPr>
            <p:cNvPr id="1751" name="线条"/>
            <p:cNvSpPr/>
            <p:nvPr/>
          </p:nvSpPr>
          <p:spPr>
            <a:xfrm flipH="1">
              <a:off x="171591" y="717973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52" name="k"/>
            <p:cNvSpPr txBox="1"/>
            <p:nvPr/>
          </p:nvSpPr>
          <p:spPr>
            <a:xfrm>
              <a:off x="0" y="0"/>
              <a:ext cx="715716" cy="650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k</a:t>
              </a:r>
            </a:p>
          </p:txBody>
        </p:sp>
      </p:grpSp>
      <p:grpSp>
        <p:nvGrpSpPr>
          <p:cNvPr id="1756" name="成组"/>
          <p:cNvGrpSpPr/>
          <p:nvPr/>
        </p:nvGrpSpPr>
        <p:grpSpPr>
          <a:xfrm>
            <a:off x="5713102" y="4802525"/>
            <a:ext cx="702169" cy="1461292"/>
            <a:chOff x="0" y="0"/>
            <a:chExt cx="702168" cy="1461290"/>
          </a:xfrm>
        </p:grpSpPr>
        <p:sp>
          <p:nvSpPr>
            <p:cNvPr id="1754" name="线条"/>
            <p:cNvSpPr/>
            <p:nvPr/>
          </p:nvSpPr>
          <p:spPr>
            <a:xfrm flipH="1">
              <a:off x="140264" y="0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55" name="j"/>
            <p:cNvSpPr txBox="1"/>
            <p:nvPr/>
          </p:nvSpPr>
          <p:spPr>
            <a:xfrm>
              <a:off x="0" y="810542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</p:grpSp>
      <p:grpSp>
        <p:nvGrpSpPr>
          <p:cNvPr id="1759" name="成组"/>
          <p:cNvGrpSpPr/>
          <p:nvPr/>
        </p:nvGrpSpPr>
        <p:grpSpPr>
          <a:xfrm>
            <a:off x="6634275" y="4802525"/>
            <a:ext cx="702170" cy="1461292"/>
            <a:chOff x="0" y="0"/>
            <a:chExt cx="702168" cy="1461290"/>
          </a:xfrm>
        </p:grpSpPr>
        <p:sp>
          <p:nvSpPr>
            <p:cNvPr id="1757" name="线条"/>
            <p:cNvSpPr/>
            <p:nvPr/>
          </p:nvSpPr>
          <p:spPr>
            <a:xfrm flipH="1">
              <a:off x="140264" y="0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58" name="j"/>
            <p:cNvSpPr txBox="1"/>
            <p:nvPr/>
          </p:nvSpPr>
          <p:spPr>
            <a:xfrm>
              <a:off x="0" y="810542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</p:grpSp>
      <p:grpSp>
        <p:nvGrpSpPr>
          <p:cNvPr id="1762" name="成组"/>
          <p:cNvGrpSpPr/>
          <p:nvPr/>
        </p:nvGrpSpPr>
        <p:grpSpPr>
          <a:xfrm>
            <a:off x="7760906" y="4802525"/>
            <a:ext cx="702170" cy="1461292"/>
            <a:chOff x="0" y="0"/>
            <a:chExt cx="702168" cy="1461290"/>
          </a:xfrm>
        </p:grpSpPr>
        <p:sp>
          <p:nvSpPr>
            <p:cNvPr id="1760" name="线条"/>
            <p:cNvSpPr/>
            <p:nvPr/>
          </p:nvSpPr>
          <p:spPr>
            <a:xfrm flipH="1">
              <a:off x="140264" y="0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61" name="j"/>
            <p:cNvSpPr txBox="1"/>
            <p:nvPr/>
          </p:nvSpPr>
          <p:spPr>
            <a:xfrm>
              <a:off x="0" y="810542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</p:grpSp>
      <p:grpSp>
        <p:nvGrpSpPr>
          <p:cNvPr id="1765" name="成组"/>
          <p:cNvGrpSpPr/>
          <p:nvPr/>
        </p:nvGrpSpPr>
        <p:grpSpPr>
          <a:xfrm>
            <a:off x="8887537" y="4802525"/>
            <a:ext cx="702170" cy="1461292"/>
            <a:chOff x="0" y="0"/>
            <a:chExt cx="702168" cy="1461290"/>
          </a:xfrm>
        </p:grpSpPr>
        <p:sp>
          <p:nvSpPr>
            <p:cNvPr id="1763" name="线条"/>
            <p:cNvSpPr/>
            <p:nvPr/>
          </p:nvSpPr>
          <p:spPr>
            <a:xfrm flipH="1">
              <a:off x="127564" y="0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64" name="j"/>
            <p:cNvSpPr txBox="1"/>
            <p:nvPr/>
          </p:nvSpPr>
          <p:spPr>
            <a:xfrm>
              <a:off x="0" y="810542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</p:grpSp>
      <p:grpSp>
        <p:nvGrpSpPr>
          <p:cNvPr id="1768" name="成组"/>
          <p:cNvGrpSpPr/>
          <p:nvPr/>
        </p:nvGrpSpPr>
        <p:grpSpPr>
          <a:xfrm>
            <a:off x="8791864" y="1903539"/>
            <a:ext cx="715716" cy="1639147"/>
            <a:chOff x="0" y="0"/>
            <a:chExt cx="715715" cy="1639146"/>
          </a:xfrm>
        </p:grpSpPr>
        <p:sp>
          <p:nvSpPr>
            <p:cNvPr id="1766" name="线条"/>
            <p:cNvSpPr/>
            <p:nvPr/>
          </p:nvSpPr>
          <p:spPr>
            <a:xfrm flipH="1">
              <a:off x="171591" y="717973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67" name="k"/>
            <p:cNvSpPr txBox="1"/>
            <p:nvPr/>
          </p:nvSpPr>
          <p:spPr>
            <a:xfrm>
              <a:off x="0" y="0"/>
              <a:ext cx="715716" cy="650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k</a:t>
              </a:r>
            </a:p>
          </p:txBody>
        </p:sp>
      </p:grpSp>
      <p:grpSp>
        <p:nvGrpSpPr>
          <p:cNvPr id="1771" name="成组"/>
          <p:cNvGrpSpPr/>
          <p:nvPr/>
        </p:nvGrpSpPr>
        <p:grpSpPr>
          <a:xfrm>
            <a:off x="9912568" y="4802525"/>
            <a:ext cx="702170" cy="1461292"/>
            <a:chOff x="0" y="0"/>
            <a:chExt cx="702168" cy="1461290"/>
          </a:xfrm>
        </p:grpSpPr>
        <p:sp>
          <p:nvSpPr>
            <p:cNvPr id="1769" name="线条"/>
            <p:cNvSpPr/>
            <p:nvPr/>
          </p:nvSpPr>
          <p:spPr>
            <a:xfrm flipH="1">
              <a:off x="127564" y="0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70" name="j"/>
            <p:cNvSpPr txBox="1"/>
            <p:nvPr/>
          </p:nvSpPr>
          <p:spPr>
            <a:xfrm>
              <a:off x="0" y="810542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</p:grpSp>
      <p:sp>
        <p:nvSpPr>
          <p:cNvPr id="1772" name="49"/>
          <p:cNvSpPr txBox="1"/>
          <p:nvPr/>
        </p:nvSpPr>
        <p:spPr>
          <a:xfrm>
            <a:off x="8580480" y="3944570"/>
            <a:ext cx="676149" cy="716989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49</a:t>
            </a:r>
          </a:p>
        </p:txBody>
      </p:sp>
      <p:sp>
        <p:nvSpPr>
          <p:cNvPr id="1773" name="第1趟：选择最小的，放在位置0"/>
          <p:cNvSpPr txBox="1"/>
          <p:nvPr/>
        </p:nvSpPr>
        <p:spPr>
          <a:xfrm>
            <a:off x="290406" y="1454450"/>
            <a:ext cx="7198004" cy="6634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>
              <a:lnSpc>
                <a:spcPct val="100000"/>
              </a:lnSpc>
              <a:defRPr sz="3000"/>
            </a:lvl1pPr>
          </a:lstStyle>
          <a:p>
            <a:r>
              <a:t>第1趟：选择最小的，放在位置0</a:t>
            </a:r>
          </a:p>
        </p:txBody>
      </p:sp>
      <p:grpSp>
        <p:nvGrpSpPr>
          <p:cNvPr id="1776" name="成组"/>
          <p:cNvGrpSpPr/>
          <p:nvPr/>
        </p:nvGrpSpPr>
        <p:grpSpPr>
          <a:xfrm>
            <a:off x="3726539" y="4802525"/>
            <a:ext cx="702170" cy="1461292"/>
            <a:chOff x="0" y="0"/>
            <a:chExt cx="702168" cy="1461290"/>
          </a:xfrm>
        </p:grpSpPr>
        <p:sp>
          <p:nvSpPr>
            <p:cNvPr id="1774" name="线条"/>
            <p:cNvSpPr/>
            <p:nvPr/>
          </p:nvSpPr>
          <p:spPr>
            <a:xfrm flipH="1">
              <a:off x="114864" y="0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75" name="i"/>
            <p:cNvSpPr txBox="1"/>
            <p:nvPr/>
          </p:nvSpPr>
          <p:spPr>
            <a:xfrm>
              <a:off x="0" y="810542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i</a:t>
              </a:r>
            </a:p>
          </p:txBody>
        </p:sp>
      </p:grpSp>
      <p:sp>
        <p:nvSpPr>
          <p:cNvPr id="1777" name="直接选择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直接选择排序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indefinite" fill="hold"/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indefinite" fill="hold"/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dur="indefinite" fill="hold"/>
                                        <p:tgtEl>
                                          <p:spTgt spid="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1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dur="indefinite" fill="hold"/>
                                        <p:tgtEl>
                                          <p:spTgt spid="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dur="indefinite" fill="hold"/>
                                        <p:tgtEl>
                                          <p:spTgt spid="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xit" presetSubtype="4" fill="hold" grpId="1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53" dur="500" fill="hold"/>
                                        <p:tgtEl>
                                          <p:spTgt spid="17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xit" presetSubtype="4" fill="hold" grpId="1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57" dur="500" fill="hold"/>
                                        <p:tgtEl>
                                          <p:spTgt spid="17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1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dur="indefinite" fill="hold"/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1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dur="indefinite" fill="hold"/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xit" presetSubtype="4" fill="hold" grpId="1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72" dur="500" fill="hold"/>
                                        <p:tgtEl>
                                          <p:spTgt spid="17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1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dur="indefinite" fill="hold"/>
                                        <p:tgtEl>
                                          <p:spTgt spid="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xit" presetSubtype="4" fill="hold" grpId="1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82" dur="500" fill="hold"/>
                                        <p:tgtEl>
                                          <p:spTgt spid="17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1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dur="indefinite" fill="hold"/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xit" presetSubtype="4" fill="hold" grpId="2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92" dur="500" fill="hold"/>
                                        <p:tgtEl>
                                          <p:spTgt spid="17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2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7" dur="indefinite" fill="hold"/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xit" presetSubtype="4" fill="hold" grpId="2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02" dur="500" fill="hold"/>
                                        <p:tgtEl>
                                          <p:spTgt spid="17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2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7" dur="indefinite" fill="hold"/>
                                        <p:tgtEl>
                                          <p:spTgt spid="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xit" presetSubtype="4" fill="hold" grpId="2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12" dur="500" fill="hold"/>
                                        <p:tgtEl>
                                          <p:spTgt spid="17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grpId="2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7" dur="indefinite" fill="hold"/>
                                        <p:tgtEl>
                                          <p:spTgt spid="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xit" presetSubtype="4" fill="hold" grpId="2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22" dur="500" fill="hold"/>
                                        <p:tgtEl>
                                          <p:spTgt spid="17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xit" presetSubtype="4" fill="hold" grpId="2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26" dur="500" fill="hold"/>
                                        <p:tgtEl>
                                          <p:spTgt spid="17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2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1" dur="indefinite" fill="hold"/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1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4" fill="hold" grpId="2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5" dur="indefinite" fill="hold"/>
                                        <p:tgtEl>
                                          <p:spTgt spid="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1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9" grpId="4" animBg="1" advAuto="0"/>
      <p:bldP spid="1753" grpId="14" animBg="1" advAuto="0"/>
      <p:bldP spid="1727" grpId="2" animBg="1" advAuto="0"/>
      <p:bldP spid="1728" grpId="3" animBg="1" advAuto="0"/>
      <p:bldP spid="1776" grpId="9" animBg="1" advAuto="0"/>
      <p:bldP spid="1765" grpId="21" animBg="1" advAuto="0"/>
      <p:bldP spid="1765" grpId="24" animBg="1" advAuto="0"/>
      <p:bldP spid="1773" grpId="1" animBg="1" advAuto="0"/>
      <p:bldP spid="1750" grpId="11" animBg="1" advAuto="0"/>
      <p:bldP spid="1750" grpId="13" animBg="1" advAuto="0"/>
      <p:bldP spid="1753" grpId="22" animBg="1" advAuto="0"/>
      <p:bldP spid="1730" grpId="26" animBg="1" advAuto="0"/>
      <p:bldP spid="1762" grpId="19" animBg="1" advAuto="0"/>
      <p:bldP spid="1762" grpId="20" animBg="1" advAuto="0"/>
      <p:bldP spid="1725" grpId="8" animBg="1" advAuto="0"/>
      <p:bldP spid="1747" grpId="10" animBg="1" advAuto="0"/>
      <p:bldP spid="1747" grpId="12" animBg="1" advAuto="0"/>
      <p:bldP spid="1759" grpId="17" animBg="1" advAuto="0"/>
      <p:bldP spid="1759" grpId="18" animBg="1" advAuto="0"/>
      <p:bldP spid="1731" grpId="6" animBg="1" advAuto="0"/>
      <p:bldP spid="1771" grpId="25" animBg="1" advAuto="0"/>
      <p:bldP spid="1730" grpId="5" animBg="1" advAuto="0"/>
      <p:bldP spid="1726" grpId="28" animBg="1" advAuto="0"/>
      <p:bldP spid="1756" grpId="15" animBg="1" advAuto="0"/>
      <p:bldP spid="1732" grpId="7" animBg="1" advAuto="0"/>
      <p:bldP spid="1756" grpId="16" animBg="1" advAuto="0"/>
      <p:bldP spid="1725" grpId="27" animBg="1" advAuto="0"/>
      <p:bldP spid="1772" grpId="29" animBg="1" advAuto="0"/>
      <p:bldP spid="1768" grpId="23" animBg="1" advAuto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13"/>
          <p:cNvSpPr txBox="1"/>
          <p:nvPr/>
        </p:nvSpPr>
        <p:spPr>
          <a:xfrm>
            <a:off x="3915714" y="4132593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13</a:t>
            </a:r>
          </a:p>
        </p:txBody>
      </p:sp>
      <p:sp>
        <p:nvSpPr>
          <p:cNvPr id="1780" name="65"/>
          <p:cNvSpPr txBox="1"/>
          <p:nvPr/>
        </p:nvSpPr>
        <p:spPr>
          <a:xfrm>
            <a:off x="5970291" y="4114531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1781" name="97"/>
          <p:cNvSpPr txBox="1"/>
          <p:nvPr/>
        </p:nvSpPr>
        <p:spPr>
          <a:xfrm>
            <a:off x="7096923" y="4114531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1782" name="76"/>
          <p:cNvSpPr txBox="1"/>
          <p:nvPr/>
        </p:nvSpPr>
        <p:spPr>
          <a:xfrm>
            <a:off x="8011323" y="4103242"/>
            <a:ext cx="803770" cy="71699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1783" name="49"/>
          <p:cNvSpPr txBox="1"/>
          <p:nvPr/>
        </p:nvSpPr>
        <p:spPr>
          <a:xfrm>
            <a:off x="9144727" y="411227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1784" name="27"/>
          <p:cNvSpPr txBox="1"/>
          <p:nvPr/>
        </p:nvSpPr>
        <p:spPr>
          <a:xfrm>
            <a:off x="10296194" y="4123562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1785" name="38"/>
          <p:cNvSpPr txBox="1"/>
          <p:nvPr/>
        </p:nvSpPr>
        <p:spPr>
          <a:xfrm>
            <a:off x="5049118" y="4125820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grpSp>
        <p:nvGrpSpPr>
          <p:cNvPr id="1790" name="成组"/>
          <p:cNvGrpSpPr/>
          <p:nvPr/>
        </p:nvGrpSpPr>
        <p:grpSpPr>
          <a:xfrm>
            <a:off x="3814114" y="4103242"/>
            <a:ext cx="7371645" cy="819574"/>
            <a:chOff x="0" y="0"/>
            <a:chExt cx="7371644" cy="819573"/>
          </a:xfrm>
        </p:grpSpPr>
        <p:sp>
          <p:nvSpPr>
            <p:cNvPr id="1786" name="线条"/>
            <p:cNvSpPr/>
            <p:nvPr/>
          </p:nvSpPr>
          <p:spPr>
            <a:xfrm>
              <a:off x="0" y="819573"/>
              <a:ext cx="737164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87" name="线条"/>
            <p:cNvSpPr/>
            <p:nvPr/>
          </p:nvSpPr>
          <p:spPr>
            <a:xfrm>
              <a:off x="0" y="0"/>
              <a:ext cx="737164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88" name="线条"/>
            <p:cNvSpPr/>
            <p:nvPr/>
          </p:nvSpPr>
          <p:spPr>
            <a:xfrm>
              <a:off x="7371644" y="0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89" name="线条"/>
            <p:cNvSpPr/>
            <p:nvPr/>
          </p:nvSpPr>
          <p:spPr>
            <a:xfrm flipH="1">
              <a:off x="-1" y="0"/>
              <a:ext cx="2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1791" name="线条"/>
          <p:cNvSpPr/>
          <p:nvPr/>
        </p:nvSpPr>
        <p:spPr>
          <a:xfrm>
            <a:off x="4839145" y="41032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792" name="线条"/>
          <p:cNvSpPr/>
          <p:nvPr/>
        </p:nvSpPr>
        <p:spPr>
          <a:xfrm>
            <a:off x="5864176" y="41032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793" name="线条"/>
          <p:cNvSpPr/>
          <p:nvPr/>
        </p:nvSpPr>
        <p:spPr>
          <a:xfrm>
            <a:off x="6886949" y="41032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794" name="线条"/>
          <p:cNvSpPr/>
          <p:nvPr/>
        </p:nvSpPr>
        <p:spPr>
          <a:xfrm>
            <a:off x="7911981" y="41032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795" name="线条"/>
          <p:cNvSpPr/>
          <p:nvPr/>
        </p:nvSpPr>
        <p:spPr>
          <a:xfrm>
            <a:off x="9038611" y="41032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796" name="线条"/>
          <p:cNvSpPr/>
          <p:nvPr/>
        </p:nvSpPr>
        <p:spPr>
          <a:xfrm>
            <a:off x="10061385" y="41032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1799" name="成组"/>
          <p:cNvGrpSpPr/>
          <p:nvPr/>
        </p:nvGrpSpPr>
        <p:grpSpPr>
          <a:xfrm>
            <a:off x="5218452" y="2055437"/>
            <a:ext cx="715716" cy="1639148"/>
            <a:chOff x="0" y="0"/>
            <a:chExt cx="715715" cy="1639146"/>
          </a:xfrm>
        </p:grpSpPr>
        <p:sp>
          <p:nvSpPr>
            <p:cNvPr id="1797" name="线条"/>
            <p:cNvSpPr/>
            <p:nvPr/>
          </p:nvSpPr>
          <p:spPr>
            <a:xfrm flipH="1">
              <a:off x="171591" y="717973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798" name="k"/>
            <p:cNvSpPr txBox="1"/>
            <p:nvPr/>
          </p:nvSpPr>
          <p:spPr>
            <a:xfrm>
              <a:off x="0" y="0"/>
              <a:ext cx="715716" cy="650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k</a:t>
              </a:r>
            </a:p>
          </p:txBody>
        </p:sp>
      </p:grpSp>
      <p:grpSp>
        <p:nvGrpSpPr>
          <p:cNvPr id="1802" name="成组"/>
          <p:cNvGrpSpPr/>
          <p:nvPr/>
        </p:nvGrpSpPr>
        <p:grpSpPr>
          <a:xfrm>
            <a:off x="6193811" y="4961197"/>
            <a:ext cx="702170" cy="1461292"/>
            <a:chOff x="0" y="0"/>
            <a:chExt cx="702168" cy="1461290"/>
          </a:xfrm>
        </p:grpSpPr>
        <p:sp>
          <p:nvSpPr>
            <p:cNvPr id="1800" name="线条"/>
            <p:cNvSpPr/>
            <p:nvPr/>
          </p:nvSpPr>
          <p:spPr>
            <a:xfrm flipH="1">
              <a:off x="140264" y="0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01" name="j"/>
            <p:cNvSpPr txBox="1"/>
            <p:nvPr/>
          </p:nvSpPr>
          <p:spPr>
            <a:xfrm>
              <a:off x="0" y="810542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</p:grpSp>
      <p:grpSp>
        <p:nvGrpSpPr>
          <p:cNvPr id="1805" name="成组"/>
          <p:cNvGrpSpPr/>
          <p:nvPr/>
        </p:nvGrpSpPr>
        <p:grpSpPr>
          <a:xfrm>
            <a:off x="7295607" y="4961197"/>
            <a:ext cx="702170" cy="1461292"/>
            <a:chOff x="0" y="0"/>
            <a:chExt cx="702168" cy="1461290"/>
          </a:xfrm>
        </p:grpSpPr>
        <p:sp>
          <p:nvSpPr>
            <p:cNvPr id="1803" name="线条"/>
            <p:cNvSpPr/>
            <p:nvPr/>
          </p:nvSpPr>
          <p:spPr>
            <a:xfrm flipH="1">
              <a:off x="140264" y="0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04" name="j"/>
            <p:cNvSpPr txBox="1"/>
            <p:nvPr/>
          </p:nvSpPr>
          <p:spPr>
            <a:xfrm>
              <a:off x="0" y="810542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</p:grpSp>
      <p:grpSp>
        <p:nvGrpSpPr>
          <p:cNvPr id="1808" name="成组"/>
          <p:cNvGrpSpPr/>
          <p:nvPr/>
        </p:nvGrpSpPr>
        <p:grpSpPr>
          <a:xfrm>
            <a:off x="8302576" y="4961197"/>
            <a:ext cx="702170" cy="1461292"/>
            <a:chOff x="0" y="0"/>
            <a:chExt cx="702168" cy="1461290"/>
          </a:xfrm>
        </p:grpSpPr>
        <p:sp>
          <p:nvSpPr>
            <p:cNvPr id="1806" name="线条"/>
            <p:cNvSpPr/>
            <p:nvPr/>
          </p:nvSpPr>
          <p:spPr>
            <a:xfrm flipH="1">
              <a:off x="127564" y="0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07" name="j"/>
            <p:cNvSpPr txBox="1"/>
            <p:nvPr/>
          </p:nvSpPr>
          <p:spPr>
            <a:xfrm>
              <a:off x="0" y="810542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</p:grpSp>
      <p:grpSp>
        <p:nvGrpSpPr>
          <p:cNvPr id="1811" name="成组"/>
          <p:cNvGrpSpPr/>
          <p:nvPr/>
        </p:nvGrpSpPr>
        <p:grpSpPr>
          <a:xfrm>
            <a:off x="9413402" y="4961197"/>
            <a:ext cx="702170" cy="1461292"/>
            <a:chOff x="0" y="0"/>
            <a:chExt cx="702168" cy="1461290"/>
          </a:xfrm>
        </p:grpSpPr>
        <p:sp>
          <p:nvSpPr>
            <p:cNvPr id="1809" name="线条"/>
            <p:cNvSpPr/>
            <p:nvPr/>
          </p:nvSpPr>
          <p:spPr>
            <a:xfrm flipH="1">
              <a:off x="140264" y="0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10" name="j"/>
            <p:cNvSpPr txBox="1"/>
            <p:nvPr/>
          </p:nvSpPr>
          <p:spPr>
            <a:xfrm>
              <a:off x="0" y="810542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</p:grpSp>
      <p:grpSp>
        <p:nvGrpSpPr>
          <p:cNvPr id="1814" name="成组"/>
          <p:cNvGrpSpPr/>
          <p:nvPr/>
        </p:nvGrpSpPr>
        <p:grpSpPr>
          <a:xfrm>
            <a:off x="10454238" y="4961197"/>
            <a:ext cx="702170" cy="1461292"/>
            <a:chOff x="0" y="0"/>
            <a:chExt cx="702168" cy="1461290"/>
          </a:xfrm>
        </p:grpSpPr>
        <p:sp>
          <p:nvSpPr>
            <p:cNvPr id="1812" name="线条"/>
            <p:cNvSpPr/>
            <p:nvPr/>
          </p:nvSpPr>
          <p:spPr>
            <a:xfrm flipH="1">
              <a:off x="140264" y="0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13" name="j"/>
            <p:cNvSpPr txBox="1"/>
            <p:nvPr/>
          </p:nvSpPr>
          <p:spPr>
            <a:xfrm>
              <a:off x="0" y="810542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</p:grpSp>
      <p:grpSp>
        <p:nvGrpSpPr>
          <p:cNvPr id="1817" name="成组"/>
          <p:cNvGrpSpPr/>
          <p:nvPr/>
        </p:nvGrpSpPr>
        <p:grpSpPr>
          <a:xfrm>
            <a:off x="10377756" y="2055437"/>
            <a:ext cx="715717" cy="1639148"/>
            <a:chOff x="0" y="0"/>
            <a:chExt cx="715715" cy="1639146"/>
          </a:xfrm>
        </p:grpSpPr>
        <p:sp>
          <p:nvSpPr>
            <p:cNvPr id="1815" name="线条"/>
            <p:cNvSpPr/>
            <p:nvPr/>
          </p:nvSpPr>
          <p:spPr>
            <a:xfrm flipH="1">
              <a:off x="171591" y="717973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16" name="k"/>
            <p:cNvSpPr txBox="1"/>
            <p:nvPr/>
          </p:nvSpPr>
          <p:spPr>
            <a:xfrm>
              <a:off x="0" y="0"/>
              <a:ext cx="715716" cy="650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k</a:t>
              </a:r>
            </a:p>
          </p:txBody>
        </p:sp>
      </p:grpSp>
      <p:sp>
        <p:nvSpPr>
          <p:cNvPr id="1818" name="27"/>
          <p:cNvSpPr txBox="1"/>
          <p:nvPr/>
        </p:nvSpPr>
        <p:spPr>
          <a:xfrm>
            <a:off x="4940745" y="4134851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27</a:t>
            </a:r>
          </a:p>
        </p:txBody>
      </p:sp>
      <p:sp>
        <p:nvSpPr>
          <p:cNvPr id="1819" name="38"/>
          <p:cNvSpPr txBox="1"/>
          <p:nvPr/>
        </p:nvSpPr>
        <p:spPr>
          <a:xfrm>
            <a:off x="10194594" y="4119046"/>
            <a:ext cx="80376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38</a:t>
            </a:r>
          </a:p>
        </p:txBody>
      </p:sp>
      <p:grpSp>
        <p:nvGrpSpPr>
          <p:cNvPr id="1822" name="成组"/>
          <p:cNvGrpSpPr/>
          <p:nvPr/>
        </p:nvGrpSpPr>
        <p:grpSpPr>
          <a:xfrm>
            <a:off x="5194745" y="4961197"/>
            <a:ext cx="702170" cy="1461292"/>
            <a:chOff x="25400" y="0"/>
            <a:chExt cx="702168" cy="1461290"/>
          </a:xfrm>
        </p:grpSpPr>
        <p:sp>
          <p:nvSpPr>
            <p:cNvPr id="1820" name="线条"/>
            <p:cNvSpPr/>
            <p:nvPr/>
          </p:nvSpPr>
          <p:spPr>
            <a:xfrm flipH="1">
              <a:off x="140264" y="0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21" name="i"/>
            <p:cNvSpPr txBox="1"/>
            <p:nvPr/>
          </p:nvSpPr>
          <p:spPr>
            <a:xfrm>
              <a:off x="25400" y="810542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i</a:t>
              </a:r>
            </a:p>
          </p:txBody>
        </p:sp>
      </p:grpSp>
      <p:sp>
        <p:nvSpPr>
          <p:cNvPr id="1823" name="第2趟：选择最小的，放在位置1"/>
          <p:cNvSpPr txBox="1"/>
          <p:nvPr/>
        </p:nvSpPr>
        <p:spPr>
          <a:xfrm>
            <a:off x="290406" y="1454450"/>
            <a:ext cx="7198004" cy="6634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>
              <a:lnSpc>
                <a:spcPct val="100000"/>
              </a:lnSpc>
              <a:defRPr sz="3000"/>
            </a:lvl1pPr>
          </a:lstStyle>
          <a:p>
            <a:r>
              <a:t>第2趟：选择最小的，放在位置1</a:t>
            </a:r>
          </a:p>
        </p:txBody>
      </p:sp>
      <p:sp>
        <p:nvSpPr>
          <p:cNvPr id="1824" name="直接选择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直接选择排序</a:t>
            </a:r>
          </a:p>
        </p:txBody>
      </p:sp>
      <p:sp>
        <p:nvSpPr>
          <p:cNvPr id="1825" name="0          1         2         3          4          5          6"/>
          <p:cNvSpPr txBox="1"/>
          <p:nvPr/>
        </p:nvSpPr>
        <p:spPr>
          <a:xfrm>
            <a:off x="3622681" y="3571754"/>
            <a:ext cx="7579361" cy="521343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      0          1         2         3          4          5          6    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indefinite" fill="hold"/>
                                        <p:tgtEl>
                                          <p:spTgt spid="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dur="indefinite" fill="hold"/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dur="indefinite" fill="hold"/>
                                        <p:tgtEl>
                                          <p:spTgt spid="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1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dur="indefinite" fill="hold"/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xit" presetSubtype="4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49" dur="500" fill="hold"/>
                                        <p:tgtEl>
                                          <p:spTgt spid="18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1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dur="indefinite" fill="hold"/>
                                        <p:tgtEl>
                                          <p:spTgt spid="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xit" presetSubtype="4" fill="hold" grpId="1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59" dur="500" fill="hold"/>
                                        <p:tgtEl>
                                          <p:spTgt spid="18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1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dur="indefinite" fill="hold"/>
                                        <p:tgtEl>
                                          <p:spTgt spid="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xit" presetSubtype="4" fill="hold" grpId="1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69" dur="500" fill="hold"/>
                                        <p:tgtEl>
                                          <p:spTgt spid="18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1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dur="indefinite" fill="hold"/>
                                        <p:tgtEl>
                                          <p:spTgt spid="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xit" presetSubtype="4" fill="hold" grpId="1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79" dur="500" fill="hold"/>
                                        <p:tgtEl>
                                          <p:spTgt spid="18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1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dur="indefinite" fill="hold"/>
                                        <p:tgtEl>
                                          <p:spTgt spid="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xit" presetSubtype="4" fill="hold" grpId="1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89" dur="500" fill="hold"/>
                                        <p:tgtEl>
                                          <p:spTgt spid="17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2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dur="indefinite" fill="hold"/>
                                        <p:tgtEl>
                                          <p:spTgt spid="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1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xit" presetSubtype="4" fill="hold" grpId="2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99" dur="500" fill="hold"/>
                                        <p:tgtEl>
                                          <p:spTgt spid="17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xit" presetSubtype="4" fill="hold" grpId="2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03" dur="500" fill="hold"/>
                                        <p:tgtEl>
                                          <p:spTgt spid="17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grpId="2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8" dur="indefinite" fill="hold"/>
                                        <p:tgtEl>
                                          <p:spTgt spid="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1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4" fill="hold" grpId="2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2" dur="indefinite" fill="hold"/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1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5" grpId="7" animBg="1" advAuto="0"/>
      <p:bldP spid="1802" grpId="10" animBg="1" advAuto="0"/>
      <p:bldP spid="1781" grpId="3" animBg="1" advAuto="0"/>
      <p:bldP spid="1802" grpId="11" animBg="1" advAuto="0"/>
      <p:bldP spid="1780" grpId="2" animBg="1" advAuto="0"/>
      <p:bldP spid="1779" grpId="1" animBg="1" advAuto="0"/>
      <p:bldP spid="1784" grpId="22" animBg="1" advAuto="0"/>
      <p:bldP spid="1785" grpId="21" animBg="1" advAuto="0"/>
      <p:bldP spid="1822" grpId="8" animBg="1" advAuto="0"/>
      <p:bldP spid="1799" grpId="9" animBg="1" advAuto="0"/>
      <p:bldP spid="1811" grpId="16" animBg="1" advAuto="0"/>
      <p:bldP spid="1811" grpId="17" animBg="1" advAuto="0"/>
      <p:bldP spid="1817" grpId="20" animBg="1" advAuto="0"/>
      <p:bldP spid="1819" grpId="24" animBg="1" advAuto="0"/>
      <p:bldP spid="1782" grpId="4" animBg="1" advAuto="0"/>
      <p:bldP spid="1783" grpId="5" animBg="1" advAuto="0"/>
      <p:bldP spid="1799" grpId="19" animBg="1" advAuto="0"/>
      <p:bldP spid="1808" grpId="14" animBg="1" advAuto="0"/>
      <p:bldP spid="1808" grpId="15" animBg="1" advAuto="0"/>
      <p:bldP spid="1814" grpId="18" animBg="1" advAuto="0"/>
      <p:bldP spid="1784" grpId="6" animBg="1" advAuto="0"/>
      <p:bldP spid="1805" grpId="12" animBg="1" advAuto="0"/>
      <p:bldP spid="1805" grpId="13" animBg="1" advAuto="0"/>
      <p:bldP spid="1818" grpId="23" animBg="1" advAuto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13"/>
          <p:cNvSpPr txBox="1"/>
          <p:nvPr/>
        </p:nvSpPr>
        <p:spPr>
          <a:xfrm>
            <a:off x="4249137" y="2770293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13</a:t>
            </a:r>
          </a:p>
        </p:txBody>
      </p:sp>
      <p:sp>
        <p:nvSpPr>
          <p:cNvPr id="1828" name="65"/>
          <p:cNvSpPr txBox="1"/>
          <p:nvPr/>
        </p:nvSpPr>
        <p:spPr>
          <a:xfrm>
            <a:off x="6303715" y="2752231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1829" name="97"/>
          <p:cNvSpPr txBox="1"/>
          <p:nvPr/>
        </p:nvSpPr>
        <p:spPr>
          <a:xfrm>
            <a:off x="7430346" y="2752231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1830" name="76"/>
          <p:cNvSpPr txBox="1"/>
          <p:nvPr/>
        </p:nvSpPr>
        <p:spPr>
          <a:xfrm>
            <a:off x="8344746" y="2740942"/>
            <a:ext cx="803770" cy="71699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1831" name="49"/>
          <p:cNvSpPr txBox="1"/>
          <p:nvPr/>
        </p:nvSpPr>
        <p:spPr>
          <a:xfrm>
            <a:off x="9478150" y="274997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1832" name="38"/>
          <p:cNvSpPr txBox="1"/>
          <p:nvPr/>
        </p:nvSpPr>
        <p:spPr>
          <a:xfrm>
            <a:off x="10629617" y="27612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grpSp>
        <p:nvGrpSpPr>
          <p:cNvPr id="1837" name="成组"/>
          <p:cNvGrpSpPr/>
          <p:nvPr/>
        </p:nvGrpSpPr>
        <p:grpSpPr>
          <a:xfrm>
            <a:off x="4147537" y="2740942"/>
            <a:ext cx="7371646" cy="819574"/>
            <a:chOff x="0" y="0"/>
            <a:chExt cx="7371644" cy="819573"/>
          </a:xfrm>
        </p:grpSpPr>
        <p:sp>
          <p:nvSpPr>
            <p:cNvPr id="1833" name="线条"/>
            <p:cNvSpPr/>
            <p:nvPr/>
          </p:nvSpPr>
          <p:spPr>
            <a:xfrm>
              <a:off x="0" y="819573"/>
              <a:ext cx="737164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34" name="线条"/>
            <p:cNvSpPr/>
            <p:nvPr/>
          </p:nvSpPr>
          <p:spPr>
            <a:xfrm>
              <a:off x="0" y="0"/>
              <a:ext cx="737164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35" name="线条"/>
            <p:cNvSpPr/>
            <p:nvPr/>
          </p:nvSpPr>
          <p:spPr>
            <a:xfrm>
              <a:off x="7371644" y="0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36" name="线条"/>
            <p:cNvSpPr/>
            <p:nvPr/>
          </p:nvSpPr>
          <p:spPr>
            <a:xfrm flipH="1">
              <a:off x="-1" y="0"/>
              <a:ext cx="2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1838" name="线条"/>
          <p:cNvSpPr/>
          <p:nvPr/>
        </p:nvSpPr>
        <p:spPr>
          <a:xfrm>
            <a:off x="5172568" y="27409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839" name="线条"/>
          <p:cNvSpPr/>
          <p:nvPr/>
        </p:nvSpPr>
        <p:spPr>
          <a:xfrm>
            <a:off x="6197600" y="27409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840" name="线条"/>
          <p:cNvSpPr/>
          <p:nvPr/>
        </p:nvSpPr>
        <p:spPr>
          <a:xfrm>
            <a:off x="7220373" y="27409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841" name="线条"/>
          <p:cNvSpPr/>
          <p:nvPr/>
        </p:nvSpPr>
        <p:spPr>
          <a:xfrm>
            <a:off x="8245404" y="27409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842" name="线条"/>
          <p:cNvSpPr/>
          <p:nvPr/>
        </p:nvSpPr>
        <p:spPr>
          <a:xfrm>
            <a:off x="9372035" y="27409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843" name="线条"/>
          <p:cNvSpPr/>
          <p:nvPr/>
        </p:nvSpPr>
        <p:spPr>
          <a:xfrm>
            <a:off x="10394808" y="27409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844" name="第3趟："/>
          <p:cNvSpPr txBox="1"/>
          <p:nvPr/>
        </p:nvSpPr>
        <p:spPr>
          <a:xfrm>
            <a:off x="1792675" y="2840284"/>
            <a:ext cx="2047805" cy="7396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>
                <a:latin typeface="Tahoma Bold"/>
                <a:ea typeface="Tahoma Bold"/>
                <a:cs typeface="Tahoma Bold"/>
                <a:sym typeface="Tahoma Bold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第3趟：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1847" name="成组"/>
          <p:cNvGrpSpPr/>
          <p:nvPr/>
        </p:nvGrpSpPr>
        <p:grpSpPr>
          <a:xfrm>
            <a:off x="7631289" y="3595511"/>
            <a:ext cx="702170" cy="1113593"/>
            <a:chOff x="0" y="0"/>
            <a:chExt cx="702168" cy="1113592"/>
          </a:xfrm>
        </p:grpSpPr>
        <p:sp>
          <p:nvSpPr>
            <p:cNvPr id="1845" name="线条"/>
            <p:cNvSpPr/>
            <p:nvPr/>
          </p:nvSpPr>
          <p:spPr>
            <a:xfrm flipH="1">
              <a:off x="140264" y="0"/>
              <a:ext cx="1" cy="564445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46" name="j"/>
            <p:cNvSpPr txBox="1"/>
            <p:nvPr/>
          </p:nvSpPr>
          <p:spPr>
            <a:xfrm>
              <a:off x="0" y="462844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</p:grpSp>
      <p:sp>
        <p:nvSpPr>
          <p:cNvPr id="1848" name="27"/>
          <p:cNvSpPr txBox="1"/>
          <p:nvPr/>
        </p:nvSpPr>
        <p:spPr>
          <a:xfrm>
            <a:off x="5289973" y="2781582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27</a:t>
            </a:r>
          </a:p>
        </p:txBody>
      </p:sp>
      <p:sp>
        <p:nvSpPr>
          <p:cNvPr id="1849" name="65"/>
          <p:cNvSpPr txBox="1"/>
          <p:nvPr/>
        </p:nvSpPr>
        <p:spPr>
          <a:xfrm>
            <a:off x="10600266" y="2761262"/>
            <a:ext cx="803770" cy="716989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65</a:t>
            </a:r>
          </a:p>
        </p:txBody>
      </p:sp>
      <p:grpSp>
        <p:nvGrpSpPr>
          <p:cNvPr id="1852" name="成组"/>
          <p:cNvGrpSpPr/>
          <p:nvPr/>
        </p:nvGrpSpPr>
        <p:grpSpPr>
          <a:xfrm>
            <a:off x="6501835" y="1215248"/>
            <a:ext cx="715717" cy="1131148"/>
            <a:chOff x="0" y="0"/>
            <a:chExt cx="715715" cy="1131146"/>
          </a:xfrm>
        </p:grpSpPr>
        <p:sp>
          <p:nvSpPr>
            <p:cNvPr id="1850" name="线条"/>
            <p:cNvSpPr/>
            <p:nvPr/>
          </p:nvSpPr>
          <p:spPr>
            <a:xfrm flipH="1">
              <a:off x="170744" y="618631"/>
              <a:ext cx="1" cy="512516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51" name="k"/>
            <p:cNvSpPr txBox="1"/>
            <p:nvPr/>
          </p:nvSpPr>
          <p:spPr>
            <a:xfrm>
              <a:off x="0" y="0"/>
              <a:ext cx="715716" cy="650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k</a:t>
              </a:r>
            </a:p>
          </p:txBody>
        </p:sp>
      </p:grpSp>
      <p:grpSp>
        <p:nvGrpSpPr>
          <p:cNvPr id="1855" name="成组"/>
          <p:cNvGrpSpPr/>
          <p:nvPr/>
        </p:nvGrpSpPr>
        <p:grpSpPr>
          <a:xfrm>
            <a:off x="8552462" y="3595511"/>
            <a:ext cx="702170" cy="1113593"/>
            <a:chOff x="0" y="0"/>
            <a:chExt cx="702168" cy="1113592"/>
          </a:xfrm>
        </p:grpSpPr>
        <p:sp>
          <p:nvSpPr>
            <p:cNvPr id="1853" name="线条"/>
            <p:cNvSpPr/>
            <p:nvPr/>
          </p:nvSpPr>
          <p:spPr>
            <a:xfrm flipH="1">
              <a:off x="127564" y="0"/>
              <a:ext cx="1" cy="564445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54" name="j"/>
            <p:cNvSpPr txBox="1"/>
            <p:nvPr/>
          </p:nvSpPr>
          <p:spPr>
            <a:xfrm>
              <a:off x="0" y="462844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</p:grpSp>
      <p:grpSp>
        <p:nvGrpSpPr>
          <p:cNvPr id="1858" name="成组"/>
          <p:cNvGrpSpPr/>
          <p:nvPr/>
        </p:nvGrpSpPr>
        <p:grpSpPr>
          <a:xfrm>
            <a:off x="9780693" y="3595511"/>
            <a:ext cx="702170" cy="1113593"/>
            <a:chOff x="0" y="0"/>
            <a:chExt cx="702168" cy="1113592"/>
          </a:xfrm>
        </p:grpSpPr>
        <p:sp>
          <p:nvSpPr>
            <p:cNvPr id="1856" name="线条"/>
            <p:cNvSpPr/>
            <p:nvPr/>
          </p:nvSpPr>
          <p:spPr>
            <a:xfrm flipH="1">
              <a:off x="127564" y="0"/>
              <a:ext cx="1" cy="564445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57" name="j"/>
            <p:cNvSpPr txBox="1"/>
            <p:nvPr/>
          </p:nvSpPr>
          <p:spPr>
            <a:xfrm>
              <a:off x="0" y="462844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</p:grpSp>
      <p:grpSp>
        <p:nvGrpSpPr>
          <p:cNvPr id="1861" name="成组"/>
          <p:cNvGrpSpPr/>
          <p:nvPr/>
        </p:nvGrpSpPr>
        <p:grpSpPr>
          <a:xfrm>
            <a:off x="10805724" y="3595511"/>
            <a:ext cx="702170" cy="1113593"/>
            <a:chOff x="0" y="0"/>
            <a:chExt cx="702168" cy="1113592"/>
          </a:xfrm>
        </p:grpSpPr>
        <p:sp>
          <p:nvSpPr>
            <p:cNvPr id="1859" name="线条"/>
            <p:cNvSpPr/>
            <p:nvPr/>
          </p:nvSpPr>
          <p:spPr>
            <a:xfrm flipH="1">
              <a:off x="114864" y="0"/>
              <a:ext cx="1" cy="564445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60" name="j"/>
            <p:cNvSpPr txBox="1"/>
            <p:nvPr/>
          </p:nvSpPr>
          <p:spPr>
            <a:xfrm>
              <a:off x="0" y="462844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j</a:t>
              </a:r>
            </a:p>
          </p:txBody>
        </p:sp>
      </p:grpSp>
      <p:sp>
        <p:nvSpPr>
          <p:cNvPr id="1862" name="38"/>
          <p:cNvSpPr txBox="1"/>
          <p:nvPr/>
        </p:nvSpPr>
        <p:spPr>
          <a:xfrm>
            <a:off x="6299200" y="2761262"/>
            <a:ext cx="803769" cy="716989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38</a:t>
            </a:r>
          </a:p>
        </p:txBody>
      </p:sp>
      <p:grpSp>
        <p:nvGrpSpPr>
          <p:cNvPr id="1865" name="成组"/>
          <p:cNvGrpSpPr/>
          <p:nvPr/>
        </p:nvGrpSpPr>
        <p:grpSpPr>
          <a:xfrm>
            <a:off x="10701866" y="1215248"/>
            <a:ext cx="715717" cy="1131148"/>
            <a:chOff x="0" y="0"/>
            <a:chExt cx="715715" cy="1131146"/>
          </a:xfrm>
        </p:grpSpPr>
        <p:sp>
          <p:nvSpPr>
            <p:cNvPr id="1863" name="线条"/>
            <p:cNvSpPr/>
            <p:nvPr/>
          </p:nvSpPr>
          <p:spPr>
            <a:xfrm flipH="1">
              <a:off x="183444" y="618631"/>
              <a:ext cx="1" cy="512516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64" name="k"/>
            <p:cNvSpPr txBox="1"/>
            <p:nvPr/>
          </p:nvSpPr>
          <p:spPr>
            <a:xfrm>
              <a:off x="0" y="0"/>
              <a:ext cx="715716" cy="650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k</a:t>
              </a:r>
            </a:p>
          </p:txBody>
        </p:sp>
      </p:grpSp>
      <p:sp>
        <p:nvSpPr>
          <p:cNvPr id="1866" name="13"/>
          <p:cNvSpPr txBox="1"/>
          <p:nvPr/>
        </p:nvSpPr>
        <p:spPr>
          <a:xfrm>
            <a:off x="4249137" y="5765800"/>
            <a:ext cx="676149" cy="71698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13</a:t>
            </a:r>
          </a:p>
        </p:txBody>
      </p:sp>
      <p:sp>
        <p:nvSpPr>
          <p:cNvPr id="1867" name="65"/>
          <p:cNvSpPr txBox="1"/>
          <p:nvPr/>
        </p:nvSpPr>
        <p:spPr>
          <a:xfrm>
            <a:off x="6238775" y="5763541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1868" name="97"/>
          <p:cNvSpPr txBox="1"/>
          <p:nvPr/>
        </p:nvSpPr>
        <p:spPr>
          <a:xfrm>
            <a:off x="7365407" y="5763541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1869" name="76"/>
          <p:cNvSpPr txBox="1"/>
          <p:nvPr/>
        </p:nvSpPr>
        <p:spPr>
          <a:xfrm>
            <a:off x="8279807" y="5752252"/>
            <a:ext cx="803770" cy="71699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1870" name="49"/>
          <p:cNvSpPr txBox="1"/>
          <p:nvPr/>
        </p:nvSpPr>
        <p:spPr>
          <a:xfrm>
            <a:off x="9413212" y="576128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1871" name="65"/>
          <p:cNvSpPr txBox="1"/>
          <p:nvPr/>
        </p:nvSpPr>
        <p:spPr>
          <a:xfrm>
            <a:off x="10564678" y="5772572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grpSp>
        <p:nvGrpSpPr>
          <p:cNvPr id="1876" name="成组"/>
          <p:cNvGrpSpPr/>
          <p:nvPr/>
        </p:nvGrpSpPr>
        <p:grpSpPr>
          <a:xfrm>
            <a:off x="4082598" y="5752252"/>
            <a:ext cx="7371645" cy="819575"/>
            <a:chOff x="0" y="0"/>
            <a:chExt cx="7371644" cy="819573"/>
          </a:xfrm>
        </p:grpSpPr>
        <p:sp>
          <p:nvSpPr>
            <p:cNvPr id="1872" name="线条"/>
            <p:cNvSpPr/>
            <p:nvPr/>
          </p:nvSpPr>
          <p:spPr>
            <a:xfrm>
              <a:off x="0" y="819573"/>
              <a:ext cx="737164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73" name="线条"/>
            <p:cNvSpPr/>
            <p:nvPr/>
          </p:nvSpPr>
          <p:spPr>
            <a:xfrm>
              <a:off x="0" y="0"/>
              <a:ext cx="737164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74" name="线条"/>
            <p:cNvSpPr/>
            <p:nvPr/>
          </p:nvSpPr>
          <p:spPr>
            <a:xfrm>
              <a:off x="7371644" y="0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75" name="线条"/>
            <p:cNvSpPr/>
            <p:nvPr/>
          </p:nvSpPr>
          <p:spPr>
            <a:xfrm flipH="1">
              <a:off x="-1" y="0"/>
              <a:ext cx="2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1877" name="线条"/>
          <p:cNvSpPr/>
          <p:nvPr/>
        </p:nvSpPr>
        <p:spPr>
          <a:xfrm>
            <a:off x="5107629" y="5752252"/>
            <a:ext cx="1" cy="819575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878" name="线条"/>
          <p:cNvSpPr/>
          <p:nvPr/>
        </p:nvSpPr>
        <p:spPr>
          <a:xfrm>
            <a:off x="6132660" y="5752252"/>
            <a:ext cx="1" cy="819575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879" name="线条"/>
          <p:cNvSpPr/>
          <p:nvPr/>
        </p:nvSpPr>
        <p:spPr>
          <a:xfrm>
            <a:off x="7155433" y="5752252"/>
            <a:ext cx="1" cy="819575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880" name="线条"/>
          <p:cNvSpPr/>
          <p:nvPr/>
        </p:nvSpPr>
        <p:spPr>
          <a:xfrm>
            <a:off x="8180465" y="5752252"/>
            <a:ext cx="1" cy="819575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881" name="线条"/>
          <p:cNvSpPr/>
          <p:nvPr/>
        </p:nvSpPr>
        <p:spPr>
          <a:xfrm>
            <a:off x="9307096" y="5752252"/>
            <a:ext cx="1" cy="819575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882" name="线条"/>
          <p:cNvSpPr/>
          <p:nvPr/>
        </p:nvSpPr>
        <p:spPr>
          <a:xfrm>
            <a:off x="10329869" y="5752252"/>
            <a:ext cx="1" cy="819575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883" name="第4趟："/>
          <p:cNvSpPr txBox="1"/>
          <p:nvPr/>
        </p:nvSpPr>
        <p:spPr>
          <a:xfrm>
            <a:off x="1790417" y="5875584"/>
            <a:ext cx="2047806" cy="7396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>
                <a:latin typeface="Tahoma Bold"/>
                <a:ea typeface="Tahoma Bold"/>
                <a:cs typeface="Tahoma Bold"/>
                <a:sym typeface="Tahoma Bold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第4趟：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884" name="27"/>
          <p:cNvSpPr txBox="1"/>
          <p:nvPr/>
        </p:nvSpPr>
        <p:spPr>
          <a:xfrm>
            <a:off x="5225033" y="5792892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27</a:t>
            </a:r>
          </a:p>
        </p:txBody>
      </p:sp>
      <p:sp>
        <p:nvSpPr>
          <p:cNvPr id="1885" name="38"/>
          <p:cNvSpPr txBox="1"/>
          <p:nvPr/>
        </p:nvSpPr>
        <p:spPr>
          <a:xfrm>
            <a:off x="6234260" y="5830710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38</a:t>
            </a:r>
          </a:p>
        </p:txBody>
      </p:sp>
      <p:sp>
        <p:nvSpPr>
          <p:cNvPr id="1886" name="97"/>
          <p:cNvSpPr txBox="1"/>
          <p:nvPr/>
        </p:nvSpPr>
        <p:spPr>
          <a:xfrm>
            <a:off x="9406438" y="5786119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97</a:t>
            </a:r>
          </a:p>
        </p:txBody>
      </p:sp>
      <p:sp>
        <p:nvSpPr>
          <p:cNvPr id="1887" name="49"/>
          <p:cNvSpPr txBox="1"/>
          <p:nvPr/>
        </p:nvSpPr>
        <p:spPr>
          <a:xfrm>
            <a:off x="7272838" y="5786119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49</a:t>
            </a:r>
          </a:p>
        </p:txBody>
      </p:sp>
      <p:grpSp>
        <p:nvGrpSpPr>
          <p:cNvPr id="1890" name="成组"/>
          <p:cNvGrpSpPr/>
          <p:nvPr/>
        </p:nvGrpSpPr>
        <p:grpSpPr>
          <a:xfrm>
            <a:off x="6597523" y="3595511"/>
            <a:ext cx="543532" cy="1131147"/>
            <a:chOff x="0" y="0"/>
            <a:chExt cx="543530" cy="1131146"/>
          </a:xfrm>
        </p:grpSpPr>
        <p:sp>
          <p:nvSpPr>
            <p:cNvPr id="1888" name="线条"/>
            <p:cNvSpPr/>
            <p:nvPr/>
          </p:nvSpPr>
          <p:spPr>
            <a:xfrm flipH="1">
              <a:off x="112667" y="0"/>
              <a:ext cx="1" cy="713057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89" name="i"/>
            <p:cNvSpPr txBox="1"/>
            <p:nvPr/>
          </p:nvSpPr>
          <p:spPr>
            <a:xfrm>
              <a:off x="0" y="627419"/>
              <a:ext cx="543531" cy="5037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no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i</a:t>
              </a:r>
            </a:p>
          </p:txBody>
        </p:sp>
      </p:grpSp>
      <p:grpSp>
        <p:nvGrpSpPr>
          <p:cNvPr id="1893" name="成组"/>
          <p:cNvGrpSpPr/>
          <p:nvPr/>
        </p:nvGrpSpPr>
        <p:grpSpPr>
          <a:xfrm>
            <a:off x="7561832" y="6648590"/>
            <a:ext cx="535096" cy="1113593"/>
            <a:chOff x="0" y="0"/>
            <a:chExt cx="535095" cy="1113592"/>
          </a:xfrm>
        </p:grpSpPr>
        <p:sp>
          <p:nvSpPr>
            <p:cNvPr id="1891" name="线条"/>
            <p:cNvSpPr/>
            <p:nvPr/>
          </p:nvSpPr>
          <p:spPr>
            <a:xfrm flipH="1">
              <a:off x="110524" y="0"/>
              <a:ext cx="1" cy="701991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92" name="i"/>
            <p:cNvSpPr txBox="1"/>
            <p:nvPr/>
          </p:nvSpPr>
          <p:spPr>
            <a:xfrm>
              <a:off x="0" y="617682"/>
              <a:ext cx="535096" cy="495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no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i</a:t>
              </a:r>
            </a:p>
          </p:txBody>
        </p:sp>
      </p:grpSp>
      <p:grpSp>
        <p:nvGrpSpPr>
          <p:cNvPr id="1896" name="成组"/>
          <p:cNvGrpSpPr/>
          <p:nvPr/>
        </p:nvGrpSpPr>
        <p:grpSpPr>
          <a:xfrm>
            <a:off x="9626035" y="1215248"/>
            <a:ext cx="715717" cy="1131148"/>
            <a:chOff x="0" y="0"/>
            <a:chExt cx="715715" cy="1131146"/>
          </a:xfrm>
        </p:grpSpPr>
        <p:sp>
          <p:nvSpPr>
            <p:cNvPr id="1894" name="线条"/>
            <p:cNvSpPr/>
            <p:nvPr/>
          </p:nvSpPr>
          <p:spPr>
            <a:xfrm flipH="1">
              <a:off x="170744" y="618631"/>
              <a:ext cx="1" cy="512516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895" name="k"/>
            <p:cNvSpPr txBox="1"/>
            <p:nvPr/>
          </p:nvSpPr>
          <p:spPr>
            <a:xfrm>
              <a:off x="0" y="0"/>
              <a:ext cx="715716" cy="650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k</a:t>
              </a:r>
            </a:p>
          </p:txBody>
        </p:sp>
      </p:grpSp>
      <p:sp>
        <p:nvSpPr>
          <p:cNvPr id="1897" name="直接选择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直接选择排序</a:t>
            </a:r>
          </a:p>
        </p:txBody>
      </p:sp>
      <p:sp>
        <p:nvSpPr>
          <p:cNvPr id="1898" name="0          1         2         3          4          5          6"/>
          <p:cNvSpPr txBox="1"/>
          <p:nvPr/>
        </p:nvSpPr>
        <p:spPr>
          <a:xfrm>
            <a:off x="3952881" y="2212854"/>
            <a:ext cx="7579361" cy="521343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      0          1         2         3          4          5          6     </a:t>
            </a:r>
          </a:p>
        </p:txBody>
      </p:sp>
      <p:sp>
        <p:nvSpPr>
          <p:cNvPr id="1899" name="0          1         2         3          4          5         6"/>
          <p:cNvSpPr txBox="1"/>
          <p:nvPr/>
        </p:nvSpPr>
        <p:spPr>
          <a:xfrm>
            <a:off x="4029081" y="5210054"/>
            <a:ext cx="7579361" cy="521343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      0          1         2         3          4          5         6    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indefinite" fill="hold"/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indefinite" fill="hold"/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dur="indefinite" fill="hold"/>
                                        <p:tgtEl>
                                          <p:spTgt spid="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1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dur="indefinite" fill="hold"/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dur="indefinite" fill="hold"/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xit" presetSubtype="4" fill="hold" grpId="1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53" dur="500" fill="hold"/>
                                        <p:tgtEl>
                                          <p:spTgt spid="18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1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dur="indefinite" fill="hold"/>
                                        <p:tgtEl>
                                          <p:spTgt spid="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xit" presetSubtype="4" fill="hold" grpId="1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63" dur="500" fill="hold"/>
                                        <p:tgtEl>
                                          <p:spTgt spid="18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1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dur="indefinite" fill="hold"/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xit" presetSubtype="4" fill="hold" grpId="1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73" dur="500" fill="hold"/>
                                        <p:tgtEl>
                                          <p:spTgt spid="18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1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dur="indefinite" fill="hold"/>
                                        <p:tgtEl>
                                          <p:spTgt spid="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xit" presetSubtype="4" fill="hold" grpId="1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82" dur="500" fill="hold"/>
                                        <p:tgtEl>
                                          <p:spTgt spid="18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1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dur="indefinite" fill="hold"/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xit" presetSubtype="4" fill="hold" grpId="2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92" dur="500" fill="hold"/>
                                        <p:tgtEl>
                                          <p:spTgt spid="18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2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7" dur="indefinite" fill="hold"/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xit" presetSubtype="4" fill="hold" grpId="2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02" dur="500" fill="hold"/>
                                        <p:tgtEl>
                                          <p:spTgt spid="18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xit" presetSubtype="4" fill="hold" grpId="2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06" dur="500" fill="hold"/>
                                        <p:tgtEl>
                                          <p:spTgt spid="18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2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1" dur="indefinite" fill="hold"/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1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4" fill="hold" grpId="2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5" dur="indefinite" fill="hold"/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grpId="2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0" dur="indefinite" fill="hold"/>
                                        <p:tgtEl>
                                          <p:spTgt spid="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1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2" presetClass="entr" presetSubtype="4" fill="hold" grpId="2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4" dur="indefinite" fill="hold"/>
                                        <p:tgtEl>
                                          <p:spTgt spid="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1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000"/>
                            </p:stCondLst>
                            <p:childTnLst>
                              <p:par>
                                <p:cTn id="127" presetID="22" presetClass="entr" presetSubtype="4" fill="hold" grpId="2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8" dur="indefinite" fill="hold"/>
                                        <p:tgtEl>
                                          <p:spTgt spid="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1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500"/>
                            </p:stCondLst>
                            <p:childTnLst>
                              <p:par>
                                <p:cTn id="131" presetID="22" presetClass="entr" presetSubtype="4" fill="hold" grpId="2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2" dur="indefinite" fill="hold"/>
                                        <p:tgtEl>
                                          <p:spTgt spid="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1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000"/>
                            </p:stCondLst>
                            <p:childTnLst>
                              <p:par>
                                <p:cTn id="135" presetID="22" presetClass="entr" presetSubtype="4" fill="hold" grpId="3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6" dur="indefinite" fill="hold"/>
                                        <p:tgtEl>
                                          <p:spTgt spid="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1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2500"/>
                            </p:stCondLst>
                            <p:childTnLst>
                              <p:par>
                                <p:cTn id="139" presetID="22" presetClass="entr" presetSubtype="4" fill="hold" grpId="3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0" dur="indefinite" fill="hold"/>
                                        <p:tgtEl>
                                          <p:spTgt spid="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1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3000"/>
                            </p:stCondLst>
                            <p:childTnLst>
                              <p:par>
                                <p:cTn id="143" presetID="22" presetClass="entr" presetSubtype="4" fill="hold" grpId="3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4" dur="indefinite" fill="hold"/>
                                        <p:tgtEl>
                                          <p:spTgt spid="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1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3500"/>
                            </p:stCondLst>
                            <p:childTnLst>
                              <p:par>
                                <p:cTn id="147" presetID="22" presetClass="entr" presetSubtype="4" fill="hold" grpId="3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8" dur="indefinite" fill="hold"/>
                                        <p:tgtEl>
                                          <p:spTgt spid="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1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4000"/>
                            </p:stCondLst>
                            <p:childTnLst>
                              <p:par>
                                <p:cTn id="151" presetID="22" presetClass="entr" presetSubtype="4" fill="hold" grpId="3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2" dur="indefinite" fill="hold"/>
                                        <p:tgtEl>
                                          <p:spTgt spid="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1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3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7" dur="indefinite" fill="hold"/>
                                        <p:tgtEl>
                                          <p:spTgt spid="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xit" presetSubtype="4" fill="hold" grpId="3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61" dur="500" fill="hold"/>
                                        <p:tgtEl>
                                          <p:spTgt spid="18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22" presetClass="exit" presetSubtype="4" fill="hold" grpId="3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65" dur="500" fill="hold"/>
                                        <p:tgtEl>
                                          <p:spTgt spid="18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4" fill="hold" grpId="3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0" dur="indefinite" fill="hold"/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1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00"/>
                            </p:stCondLst>
                            <p:childTnLst>
                              <p:par>
                                <p:cTn id="173" presetID="22" presetClass="entr" presetSubtype="4" fill="hold" grpId="3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4" dur="indefinite" fill="hold"/>
                                        <p:tgtEl>
                                          <p:spTgt spid="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1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2" grpId="24" animBg="1" advAuto="0"/>
      <p:bldP spid="1885" grpId="34" animBg="1" advAuto="0"/>
      <p:bldP spid="1870" grpId="37" animBg="1" advAuto="0"/>
      <p:bldP spid="1844" grpId="7" animBg="1" advAuto="0"/>
      <p:bldP spid="1871" grpId="31" animBg="1" advAuto="0"/>
      <p:bldP spid="1828" grpId="2" animBg="1" advAuto="0"/>
      <p:bldP spid="1890" grpId="9" animBg="1" advAuto="0"/>
      <p:bldP spid="1829" grpId="3" animBg="1" advAuto="0"/>
      <p:bldP spid="1893" grpId="35" animBg="1" advAuto="0"/>
      <p:bldP spid="1861" grpId="19" animBg="1" advAuto="0"/>
      <p:bldP spid="1830" grpId="4" animBg="1" advAuto="0"/>
      <p:bldP spid="1828" grpId="23" animBg="1" advAuto="0"/>
      <p:bldP spid="1866" grpId="26" animBg="1" advAuto="0"/>
      <p:bldP spid="1883" grpId="32" animBg="1" advAuto="0"/>
      <p:bldP spid="1847" grpId="11" animBg="1" advAuto="0"/>
      <p:bldP spid="1847" grpId="12" animBg="1" advAuto="0"/>
      <p:bldP spid="1858" grpId="15" animBg="1" advAuto="0"/>
      <p:bldP spid="1867" grpId="27" animBg="1" advAuto="0"/>
      <p:bldP spid="1831" grpId="5" animBg="1" advAuto="0"/>
      <p:bldP spid="1858" grpId="18" animBg="1" advAuto="0"/>
      <p:bldP spid="1848" grpId="8" animBg="1" advAuto="0"/>
      <p:bldP spid="1884" grpId="33" animBg="1" advAuto="0"/>
      <p:bldP spid="1855" grpId="13" animBg="1" advAuto="0"/>
      <p:bldP spid="1855" grpId="14" animBg="1" advAuto="0"/>
      <p:bldP spid="1832" grpId="6" animBg="1" advAuto="0"/>
      <p:bldP spid="1868" grpId="28" animBg="1" advAuto="0"/>
      <p:bldP spid="1887" grpId="38" animBg="1" advAuto="0"/>
      <p:bldP spid="1868" grpId="36" animBg="1" advAuto="0"/>
      <p:bldP spid="1869" grpId="29" animBg="1" advAuto="0"/>
      <p:bldP spid="1852" grpId="10" animBg="1" advAuto="0"/>
      <p:bldP spid="1849" grpId="25" animBg="1" advAuto="0"/>
      <p:bldP spid="1827" grpId="1" animBg="1" advAuto="0"/>
      <p:bldP spid="1852" grpId="16" animBg="1" advAuto="0"/>
      <p:bldP spid="1832" grpId="22" animBg="1" advAuto="0"/>
      <p:bldP spid="1886" grpId="39" animBg="1" advAuto="0"/>
      <p:bldP spid="1896" grpId="17" animBg="1" advAuto="0"/>
      <p:bldP spid="1870" grpId="30" animBg="1" advAuto="0"/>
      <p:bldP spid="1896" grpId="20" animBg="1" advAuto="0"/>
      <p:bldP spid="1865" grpId="21" animBg="1" advAuto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13"/>
          <p:cNvSpPr txBox="1"/>
          <p:nvPr/>
        </p:nvSpPr>
        <p:spPr>
          <a:xfrm>
            <a:off x="4334933" y="1721273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13</a:t>
            </a:r>
          </a:p>
        </p:txBody>
      </p:sp>
      <p:sp>
        <p:nvSpPr>
          <p:cNvPr id="1902" name="97"/>
          <p:cNvSpPr txBox="1"/>
          <p:nvPr/>
        </p:nvSpPr>
        <p:spPr>
          <a:xfrm>
            <a:off x="7516141" y="1703210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1903" name="76"/>
          <p:cNvSpPr txBox="1"/>
          <p:nvPr/>
        </p:nvSpPr>
        <p:spPr>
          <a:xfrm>
            <a:off x="8430541" y="1691922"/>
            <a:ext cx="803770" cy="71699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1904" name="97"/>
          <p:cNvSpPr txBox="1"/>
          <p:nvPr/>
        </p:nvSpPr>
        <p:spPr>
          <a:xfrm>
            <a:off x="9563946" y="170095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1905" name="65"/>
          <p:cNvSpPr txBox="1"/>
          <p:nvPr/>
        </p:nvSpPr>
        <p:spPr>
          <a:xfrm>
            <a:off x="10715413" y="1712242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grpSp>
        <p:nvGrpSpPr>
          <p:cNvPr id="1910" name="成组"/>
          <p:cNvGrpSpPr/>
          <p:nvPr/>
        </p:nvGrpSpPr>
        <p:grpSpPr>
          <a:xfrm>
            <a:off x="4233333" y="1691922"/>
            <a:ext cx="7371645" cy="819574"/>
            <a:chOff x="0" y="0"/>
            <a:chExt cx="7371644" cy="819573"/>
          </a:xfrm>
        </p:grpSpPr>
        <p:sp>
          <p:nvSpPr>
            <p:cNvPr id="1906" name="线条"/>
            <p:cNvSpPr/>
            <p:nvPr/>
          </p:nvSpPr>
          <p:spPr>
            <a:xfrm>
              <a:off x="0" y="819573"/>
              <a:ext cx="737164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907" name="线条"/>
            <p:cNvSpPr/>
            <p:nvPr/>
          </p:nvSpPr>
          <p:spPr>
            <a:xfrm>
              <a:off x="0" y="0"/>
              <a:ext cx="737164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908" name="线条"/>
            <p:cNvSpPr/>
            <p:nvPr/>
          </p:nvSpPr>
          <p:spPr>
            <a:xfrm>
              <a:off x="7371644" y="0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909" name="线条"/>
            <p:cNvSpPr/>
            <p:nvPr/>
          </p:nvSpPr>
          <p:spPr>
            <a:xfrm flipH="1">
              <a:off x="-1" y="0"/>
              <a:ext cx="2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1911" name="线条"/>
          <p:cNvSpPr/>
          <p:nvPr/>
        </p:nvSpPr>
        <p:spPr>
          <a:xfrm>
            <a:off x="5258364" y="169192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12" name="线条"/>
          <p:cNvSpPr/>
          <p:nvPr/>
        </p:nvSpPr>
        <p:spPr>
          <a:xfrm>
            <a:off x="6283395" y="169192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13" name="线条"/>
          <p:cNvSpPr/>
          <p:nvPr/>
        </p:nvSpPr>
        <p:spPr>
          <a:xfrm>
            <a:off x="7306168" y="169192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14" name="线条"/>
          <p:cNvSpPr/>
          <p:nvPr/>
        </p:nvSpPr>
        <p:spPr>
          <a:xfrm>
            <a:off x="8331200" y="169192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15" name="线条"/>
          <p:cNvSpPr/>
          <p:nvPr/>
        </p:nvSpPr>
        <p:spPr>
          <a:xfrm>
            <a:off x="9457831" y="169192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16" name="线条"/>
          <p:cNvSpPr/>
          <p:nvPr/>
        </p:nvSpPr>
        <p:spPr>
          <a:xfrm>
            <a:off x="10480604" y="169192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17" name="第5趟："/>
          <p:cNvSpPr txBox="1"/>
          <p:nvPr/>
        </p:nvSpPr>
        <p:spPr>
          <a:xfrm>
            <a:off x="1878470" y="1791264"/>
            <a:ext cx="2047806" cy="7396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>
                <a:latin typeface="Tahoma Bold"/>
                <a:ea typeface="Tahoma Bold"/>
                <a:cs typeface="Tahoma Bold"/>
                <a:sym typeface="Tahoma Bold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第5趟：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918" name="27"/>
          <p:cNvSpPr txBox="1"/>
          <p:nvPr/>
        </p:nvSpPr>
        <p:spPr>
          <a:xfrm>
            <a:off x="5375768" y="1732562"/>
            <a:ext cx="676149" cy="71698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27</a:t>
            </a:r>
          </a:p>
        </p:txBody>
      </p:sp>
      <p:sp>
        <p:nvSpPr>
          <p:cNvPr id="1919" name="38"/>
          <p:cNvSpPr txBox="1"/>
          <p:nvPr/>
        </p:nvSpPr>
        <p:spPr>
          <a:xfrm>
            <a:off x="6396566" y="1764663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38</a:t>
            </a:r>
          </a:p>
        </p:txBody>
      </p:sp>
      <p:sp>
        <p:nvSpPr>
          <p:cNvPr id="1920" name="49"/>
          <p:cNvSpPr txBox="1"/>
          <p:nvPr/>
        </p:nvSpPr>
        <p:spPr>
          <a:xfrm>
            <a:off x="7423573" y="1725788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49</a:t>
            </a:r>
          </a:p>
        </p:txBody>
      </p:sp>
      <p:sp>
        <p:nvSpPr>
          <p:cNvPr id="1921" name="76"/>
          <p:cNvSpPr txBox="1"/>
          <p:nvPr/>
        </p:nvSpPr>
        <p:spPr>
          <a:xfrm>
            <a:off x="10629617" y="1716757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76</a:t>
            </a:r>
          </a:p>
        </p:txBody>
      </p:sp>
      <p:sp>
        <p:nvSpPr>
          <p:cNvPr id="1922" name="65"/>
          <p:cNvSpPr txBox="1"/>
          <p:nvPr/>
        </p:nvSpPr>
        <p:spPr>
          <a:xfrm>
            <a:off x="8448604" y="1716757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65</a:t>
            </a:r>
          </a:p>
        </p:txBody>
      </p:sp>
      <p:sp>
        <p:nvSpPr>
          <p:cNvPr id="1923" name="13"/>
          <p:cNvSpPr txBox="1"/>
          <p:nvPr/>
        </p:nvSpPr>
        <p:spPr>
          <a:xfrm>
            <a:off x="4350737" y="4446693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13</a:t>
            </a:r>
          </a:p>
        </p:txBody>
      </p:sp>
      <p:sp>
        <p:nvSpPr>
          <p:cNvPr id="1924" name="97"/>
          <p:cNvSpPr txBox="1"/>
          <p:nvPr/>
        </p:nvSpPr>
        <p:spPr>
          <a:xfrm>
            <a:off x="7531946" y="4428631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1925" name="76"/>
          <p:cNvSpPr txBox="1"/>
          <p:nvPr/>
        </p:nvSpPr>
        <p:spPr>
          <a:xfrm>
            <a:off x="8446346" y="4417342"/>
            <a:ext cx="803770" cy="71699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1926" name="97"/>
          <p:cNvSpPr txBox="1"/>
          <p:nvPr/>
        </p:nvSpPr>
        <p:spPr>
          <a:xfrm>
            <a:off x="9579750" y="442637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1927" name="76"/>
          <p:cNvSpPr txBox="1"/>
          <p:nvPr/>
        </p:nvSpPr>
        <p:spPr>
          <a:xfrm>
            <a:off x="10731217" y="44376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grpSp>
        <p:nvGrpSpPr>
          <p:cNvPr id="1932" name="成组"/>
          <p:cNvGrpSpPr/>
          <p:nvPr/>
        </p:nvGrpSpPr>
        <p:grpSpPr>
          <a:xfrm>
            <a:off x="4249137" y="4417342"/>
            <a:ext cx="7371646" cy="819574"/>
            <a:chOff x="0" y="0"/>
            <a:chExt cx="7371644" cy="819573"/>
          </a:xfrm>
        </p:grpSpPr>
        <p:sp>
          <p:nvSpPr>
            <p:cNvPr id="1928" name="线条"/>
            <p:cNvSpPr/>
            <p:nvPr/>
          </p:nvSpPr>
          <p:spPr>
            <a:xfrm>
              <a:off x="0" y="819573"/>
              <a:ext cx="737164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929" name="线条"/>
            <p:cNvSpPr/>
            <p:nvPr/>
          </p:nvSpPr>
          <p:spPr>
            <a:xfrm>
              <a:off x="0" y="0"/>
              <a:ext cx="737164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930" name="线条"/>
            <p:cNvSpPr/>
            <p:nvPr/>
          </p:nvSpPr>
          <p:spPr>
            <a:xfrm>
              <a:off x="7371644" y="0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931" name="线条"/>
            <p:cNvSpPr/>
            <p:nvPr/>
          </p:nvSpPr>
          <p:spPr>
            <a:xfrm flipH="1">
              <a:off x="-1" y="0"/>
              <a:ext cx="2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1933" name="线条"/>
          <p:cNvSpPr/>
          <p:nvPr/>
        </p:nvSpPr>
        <p:spPr>
          <a:xfrm>
            <a:off x="5274168" y="44173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34" name="线条"/>
          <p:cNvSpPr/>
          <p:nvPr/>
        </p:nvSpPr>
        <p:spPr>
          <a:xfrm>
            <a:off x="6299200" y="44173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35" name="线条"/>
          <p:cNvSpPr/>
          <p:nvPr/>
        </p:nvSpPr>
        <p:spPr>
          <a:xfrm>
            <a:off x="7321973" y="44173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36" name="线条"/>
          <p:cNvSpPr/>
          <p:nvPr/>
        </p:nvSpPr>
        <p:spPr>
          <a:xfrm>
            <a:off x="8347004" y="44173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37" name="线条"/>
          <p:cNvSpPr/>
          <p:nvPr/>
        </p:nvSpPr>
        <p:spPr>
          <a:xfrm>
            <a:off x="9473635" y="44173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38" name="线条"/>
          <p:cNvSpPr/>
          <p:nvPr/>
        </p:nvSpPr>
        <p:spPr>
          <a:xfrm>
            <a:off x="10496408" y="4417342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39" name="第6趟："/>
          <p:cNvSpPr txBox="1"/>
          <p:nvPr/>
        </p:nvSpPr>
        <p:spPr>
          <a:xfrm>
            <a:off x="1894275" y="4516684"/>
            <a:ext cx="2047805" cy="7396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>
                <a:latin typeface="Tahoma Bold"/>
                <a:ea typeface="Tahoma Bold"/>
                <a:cs typeface="Tahoma Bold"/>
                <a:sym typeface="Tahoma Bold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第6趟：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940" name="27"/>
          <p:cNvSpPr txBox="1"/>
          <p:nvPr/>
        </p:nvSpPr>
        <p:spPr>
          <a:xfrm>
            <a:off x="5391573" y="4457982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27</a:t>
            </a:r>
          </a:p>
        </p:txBody>
      </p:sp>
      <p:sp>
        <p:nvSpPr>
          <p:cNvPr id="1941" name="38"/>
          <p:cNvSpPr txBox="1"/>
          <p:nvPr/>
        </p:nvSpPr>
        <p:spPr>
          <a:xfrm>
            <a:off x="6458344" y="4466376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38</a:t>
            </a:r>
          </a:p>
        </p:txBody>
      </p:sp>
      <p:sp>
        <p:nvSpPr>
          <p:cNvPr id="1942" name="49"/>
          <p:cNvSpPr txBox="1"/>
          <p:nvPr/>
        </p:nvSpPr>
        <p:spPr>
          <a:xfrm>
            <a:off x="7439377" y="4451208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49</a:t>
            </a:r>
          </a:p>
        </p:txBody>
      </p:sp>
      <p:sp>
        <p:nvSpPr>
          <p:cNvPr id="1943" name="76"/>
          <p:cNvSpPr txBox="1"/>
          <p:nvPr/>
        </p:nvSpPr>
        <p:spPr>
          <a:xfrm>
            <a:off x="9550400" y="4446693"/>
            <a:ext cx="676148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76</a:t>
            </a:r>
          </a:p>
        </p:txBody>
      </p:sp>
      <p:sp>
        <p:nvSpPr>
          <p:cNvPr id="1944" name="65"/>
          <p:cNvSpPr txBox="1"/>
          <p:nvPr/>
        </p:nvSpPr>
        <p:spPr>
          <a:xfrm>
            <a:off x="8464408" y="4442177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65</a:t>
            </a:r>
          </a:p>
        </p:txBody>
      </p:sp>
      <p:sp>
        <p:nvSpPr>
          <p:cNvPr id="1945" name="97"/>
          <p:cNvSpPr txBox="1"/>
          <p:nvPr/>
        </p:nvSpPr>
        <p:spPr>
          <a:xfrm>
            <a:off x="10629617" y="4446693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97</a:t>
            </a:r>
          </a:p>
        </p:txBody>
      </p:sp>
      <p:sp>
        <p:nvSpPr>
          <p:cNvPr id="1946" name="13"/>
          <p:cNvSpPr txBox="1"/>
          <p:nvPr/>
        </p:nvSpPr>
        <p:spPr>
          <a:xfrm>
            <a:off x="4350737" y="7142198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13</a:t>
            </a:r>
          </a:p>
        </p:txBody>
      </p:sp>
      <p:sp>
        <p:nvSpPr>
          <p:cNvPr id="1947" name="97"/>
          <p:cNvSpPr txBox="1"/>
          <p:nvPr/>
        </p:nvSpPr>
        <p:spPr>
          <a:xfrm>
            <a:off x="7531946" y="7124135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1948" name="76"/>
          <p:cNvSpPr txBox="1"/>
          <p:nvPr/>
        </p:nvSpPr>
        <p:spPr>
          <a:xfrm>
            <a:off x="8446346" y="7112846"/>
            <a:ext cx="803770" cy="71699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1949" name="97"/>
          <p:cNvSpPr txBox="1"/>
          <p:nvPr/>
        </p:nvSpPr>
        <p:spPr>
          <a:xfrm>
            <a:off x="9579750" y="712187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grpSp>
        <p:nvGrpSpPr>
          <p:cNvPr id="1954" name="成组"/>
          <p:cNvGrpSpPr/>
          <p:nvPr/>
        </p:nvGrpSpPr>
        <p:grpSpPr>
          <a:xfrm>
            <a:off x="4249137" y="7112846"/>
            <a:ext cx="7371646" cy="819574"/>
            <a:chOff x="0" y="0"/>
            <a:chExt cx="7371644" cy="819573"/>
          </a:xfrm>
        </p:grpSpPr>
        <p:sp>
          <p:nvSpPr>
            <p:cNvPr id="1950" name="线条"/>
            <p:cNvSpPr/>
            <p:nvPr/>
          </p:nvSpPr>
          <p:spPr>
            <a:xfrm>
              <a:off x="0" y="819573"/>
              <a:ext cx="737164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951" name="线条"/>
            <p:cNvSpPr/>
            <p:nvPr/>
          </p:nvSpPr>
          <p:spPr>
            <a:xfrm>
              <a:off x="0" y="0"/>
              <a:ext cx="7371645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952" name="线条"/>
            <p:cNvSpPr/>
            <p:nvPr/>
          </p:nvSpPr>
          <p:spPr>
            <a:xfrm>
              <a:off x="7371644" y="0"/>
              <a:ext cx="1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953" name="线条"/>
            <p:cNvSpPr/>
            <p:nvPr/>
          </p:nvSpPr>
          <p:spPr>
            <a:xfrm flipH="1">
              <a:off x="-1" y="0"/>
              <a:ext cx="2" cy="81957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1955" name="线条"/>
          <p:cNvSpPr/>
          <p:nvPr/>
        </p:nvSpPr>
        <p:spPr>
          <a:xfrm>
            <a:off x="5274168" y="7112847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56" name="线条"/>
          <p:cNvSpPr/>
          <p:nvPr/>
        </p:nvSpPr>
        <p:spPr>
          <a:xfrm>
            <a:off x="6299200" y="7112847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57" name="线条"/>
          <p:cNvSpPr/>
          <p:nvPr/>
        </p:nvSpPr>
        <p:spPr>
          <a:xfrm>
            <a:off x="7321973" y="7112847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58" name="线条"/>
          <p:cNvSpPr/>
          <p:nvPr/>
        </p:nvSpPr>
        <p:spPr>
          <a:xfrm>
            <a:off x="8347004" y="7112847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59" name="线条"/>
          <p:cNvSpPr/>
          <p:nvPr/>
        </p:nvSpPr>
        <p:spPr>
          <a:xfrm>
            <a:off x="9473635" y="7112847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60" name="线条"/>
          <p:cNvSpPr/>
          <p:nvPr/>
        </p:nvSpPr>
        <p:spPr>
          <a:xfrm>
            <a:off x="10496408" y="7112847"/>
            <a:ext cx="1" cy="819574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1961" name="排序结果："/>
          <p:cNvSpPr txBox="1"/>
          <p:nvPr/>
        </p:nvSpPr>
        <p:spPr>
          <a:xfrm>
            <a:off x="1587217" y="7243798"/>
            <a:ext cx="2968979" cy="7396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>
                <a:latin typeface="Tahoma Bold"/>
                <a:ea typeface="Tahoma Bold"/>
                <a:cs typeface="Tahoma Bold"/>
                <a:sym typeface="Tahoma Bold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排序结果：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962" name="27"/>
          <p:cNvSpPr txBox="1"/>
          <p:nvPr/>
        </p:nvSpPr>
        <p:spPr>
          <a:xfrm>
            <a:off x="5391573" y="7153486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27</a:t>
            </a:r>
          </a:p>
        </p:txBody>
      </p:sp>
      <p:sp>
        <p:nvSpPr>
          <p:cNvPr id="1963" name="38"/>
          <p:cNvSpPr txBox="1"/>
          <p:nvPr/>
        </p:nvSpPr>
        <p:spPr>
          <a:xfrm>
            <a:off x="6397695" y="7154916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38</a:t>
            </a:r>
          </a:p>
        </p:txBody>
      </p:sp>
      <p:sp>
        <p:nvSpPr>
          <p:cNvPr id="1964" name="49"/>
          <p:cNvSpPr txBox="1"/>
          <p:nvPr/>
        </p:nvSpPr>
        <p:spPr>
          <a:xfrm>
            <a:off x="7439377" y="7146713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49</a:t>
            </a:r>
          </a:p>
        </p:txBody>
      </p:sp>
      <p:sp>
        <p:nvSpPr>
          <p:cNvPr id="1965" name="76"/>
          <p:cNvSpPr txBox="1"/>
          <p:nvPr/>
        </p:nvSpPr>
        <p:spPr>
          <a:xfrm>
            <a:off x="9550400" y="7142198"/>
            <a:ext cx="676148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76</a:t>
            </a:r>
          </a:p>
        </p:txBody>
      </p:sp>
      <p:sp>
        <p:nvSpPr>
          <p:cNvPr id="1966" name="65"/>
          <p:cNvSpPr txBox="1"/>
          <p:nvPr/>
        </p:nvSpPr>
        <p:spPr>
          <a:xfrm>
            <a:off x="8464408" y="7137682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65</a:t>
            </a:r>
          </a:p>
        </p:txBody>
      </p:sp>
      <p:grpSp>
        <p:nvGrpSpPr>
          <p:cNvPr id="1969" name="成组"/>
          <p:cNvGrpSpPr/>
          <p:nvPr/>
        </p:nvGrpSpPr>
        <p:grpSpPr>
          <a:xfrm>
            <a:off x="8731108" y="2521937"/>
            <a:ext cx="702170" cy="921175"/>
            <a:chOff x="0" y="0"/>
            <a:chExt cx="702168" cy="921173"/>
          </a:xfrm>
        </p:grpSpPr>
        <p:sp>
          <p:nvSpPr>
            <p:cNvPr id="1967" name="线条"/>
            <p:cNvSpPr/>
            <p:nvPr/>
          </p:nvSpPr>
          <p:spPr>
            <a:xfrm flipH="1">
              <a:off x="127564" y="0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968" name="i"/>
            <p:cNvSpPr/>
            <p:nvPr/>
          </p:nvSpPr>
          <p:spPr>
            <a:xfrm>
              <a:off x="0" y="797842"/>
              <a:ext cx="702169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i</a:t>
              </a:r>
            </a:p>
          </p:txBody>
        </p:sp>
      </p:grpSp>
      <p:grpSp>
        <p:nvGrpSpPr>
          <p:cNvPr id="1972" name="成组"/>
          <p:cNvGrpSpPr/>
          <p:nvPr/>
        </p:nvGrpSpPr>
        <p:grpSpPr>
          <a:xfrm>
            <a:off x="9832340" y="5207564"/>
            <a:ext cx="702170" cy="1461291"/>
            <a:chOff x="0" y="0"/>
            <a:chExt cx="702168" cy="1461290"/>
          </a:xfrm>
        </p:grpSpPr>
        <p:sp>
          <p:nvSpPr>
            <p:cNvPr id="1970" name="线条"/>
            <p:cNvSpPr/>
            <p:nvPr/>
          </p:nvSpPr>
          <p:spPr>
            <a:xfrm flipH="1">
              <a:off x="114864" y="0"/>
              <a:ext cx="1" cy="921174"/>
            </a:xfrm>
            <a:prstGeom prst="line">
              <a:avLst/>
            </a:prstGeom>
            <a:noFill/>
            <a:ln w="50800" cap="flat">
              <a:solidFill>
                <a:srgbClr val="99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1971" name="i"/>
            <p:cNvSpPr txBox="1"/>
            <p:nvPr/>
          </p:nvSpPr>
          <p:spPr>
            <a:xfrm>
              <a:off x="0" y="810542"/>
              <a:ext cx="702169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2000"/>
                </a:spcBef>
                <a:defRPr sz="3400">
                  <a:solidFill>
                    <a:srgbClr val="333399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lvl1pPr>
            </a:lstStyle>
            <a:p>
              <a:r>
                <a:t>i</a:t>
              </a:r>
            </a:p>
          </p:txBody>
        </p:sp>
      </p:grpSp>
      <p:sp>
        <p:nvSpPr>
          <p:cNvPr id="1973" name="直接选择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直接选择排序</a:t>
            </a:r>
          </a:p>
        </p:txBody>
      </p:sp>
      <p:sp>
        <p:nvSpPr>
          <p:cNvPr id="1974" name="97"/>
          <p:cNvSpPr txBox="1"/>
          <p:nvPr/>
        </p:nvSpPr>
        <p:spPr>
          <a:xfrm>
            <a:off x="10695092" y="7181144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993300"/>
                </a:solidFill>
              </a:defRPr>
            </a:lvl1pPr>
          </a:lstStyle>
          <a:p>
            <a:r>
              <a:t>97</a:t>
            </a:r>
          </a:p>
        </p:txBody>
      </p:sp>
      <p:sp>
        <p:nvSpPr>
          <p:cNvPr id="1975" name="0          1         2         3          4          5         6"/>
          <p:cNvSpPr txBox="1"/>
          <p:nvPr/>
        </p:nvSpPr>
        <p:spPr>
          <a:xfrm>
            <a:off x="4064536" y="1177148"/>
            <a:ext cx="7579361" cy="521342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      0          1         2         3          4          5         6     </a:t>
            </a:r>
          </a:p>
        </p:txBody>
      </p:sp>
      <p:sp>
        <p:nvSpPr>
          <p:cNvPr id="1976" name="0          1         2         3          4          5         6"/>
          <p:cNvSpPr txBox="1"/>
          <p:nvPr/>
        </p:nvSpPr>
        <p:spPr>
          <a:xfrm>
            <a:off x="4092581" y="3889254"/>
            <a:ext cx="7579361" cy="521343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      0          1         2         3          4          5         6     </a:t>
            </a:r>
          </a:p>
        </p:txBody>
      </p:sp>
      <p:sp>
        <p:nvSpPr>
          <p:cNvPr id="1977" name="0          1         2         3          4           5          6"/>
          <p:cNvSpPr txBox="1"/>
          <p:nvPr/>
        </p:nvSpPr>
        <p:spPr>
          <a:xfrm>
            <a:off x="3987772" y="6603289"/>
            <a:ext cx="7579360" cy="521343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      0          1         2         3          4           5          6    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indefinite" fill="hold"/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indefinite" fill="hold"/>
                                        <p:tgtEl>
                                          <p:spTgt spid="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grpId="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dur="indefinite" fill="hold"/>
                                        <p:tgtEl>
                                          <p:spTgt spid="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1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dur="indefinite" fill="hold"/>
                                        <p:tgtEl>
                                          <p:spTgt spid="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xit" presetSubtype="4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47" dur="500" fill="hold"/>
                                        <p:tgtEl>
                                          <p:spTgt spid="19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xit" presetSubtype="4" fill="hold" grpId="1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51" dur="500" fill="hold"/>
                                        <p:tgtEl>
                                          <p:spTgt spid="19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1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dur="indefinite" fill="hold"/>
                                        <p:tgtEl>
                                          <p:spTgt spid="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4" fill="hold" grpId="1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dur="indefinite" fill="hold"/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1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dur="indefinite" fill="hold"/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4" fill="hold" grpId="1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" dur="indefinite" fill="hold"/>
                                        <p:tgtEl>
                                          <p:spTgt spid="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4" fill="hold" grpId="1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dur="indefinite" fill="hold"/>
                                        <p:tgtEl>
                                          <p:spTgt spid="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4" fill="hold" grpId="1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dur="indefinite" fill="hold"/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22" presetClass="entr" presetSubtype="4" fill="hold" grpId="1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dur="indefinite" fill="hold"/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500"/>
                            </p:stCondLst>
                            <p:childTnLst>
                              <p:par>
                                <p:cTn id="84" presetID="22" presetClass="entr" presetSubtype="4" fill="hold" grpId="2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" dur="indefinite" fill="hold"/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000"/>
                            </p:stCondLst>
                            <p:childTnLst>
                              <p:par>
                                <p:cTn id="88" presetID="22" presetClass="entr" presetSubtype="4" fill="hold" grpId="2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9" dur="indefinite" fill="hold"/>
                                        <p:tgtEl>
                                          <p:spTgt spid="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3500"/>
                            </p:stCondLst>
                            <p:childTnLst>
                              <p:par>
                                <p:cTn id="92" presetID="22" presetClass="entr" presetSubtype="4" fill="hold" grpId="2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3" dur="indefinite" fill="hold"/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4000"/>
                            </p:stCondLst>
                            <p:childTnLst>
                              <p:par>
                                <p:cTn id="96" presetID="22" presetClass="entr" presetSubtype="4" fill="hold" grpId="2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7" dur="indefinite" fill="hold"/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4500"/>
                            </p:stCondLst>
                            <p:childTnLst>
                              <p:par>
                                <p:cTn id="100" presetID="22" presetClass="entr" presetSubtype="4" fill="hold" grpId="2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dur="indefinite" fill="hold"/>
                                        <p:tgtEl>
                                          <p:spTgt spid="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2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dur="indefinite" fill="hold"/>
                                        <p:tgtEl>
                                          <p:spTgt spid="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xit" presetSubtype="4" fill="hold" grpId="2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10" dur="500" fill="hold"/>
                                        <p:tgtEl>
                                          <p:spTgt spid="19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xit" presetSubtype="4" fill="hold" grpId="2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14" dur="500" fill="hold"/>
                                        <p:tgtEl>
                                          <p:spTgt spid="19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grpId="2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9" dur="indefinite" fill="hold"/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1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4" fill="hold" grpId="2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3" dur="indefinite" fill="hold"/>
                                        <p:tgtEl>
                                          <p:spTgt spid="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1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grpId="3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8" dur="indefinite" fill="hold"/>
                                        <p:tgtEl>
                                          <p:spTgt spid="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1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4" fill="hold" grpId="3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2" dur="indefinite" fill="hold"/>
                                        <p:tgtEl>
                                          <p:spTgt spid="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1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22" presetClass="entr" presetSubtype="4" fill="hold" grpId="3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6" dur="indefinite" fill="hold"/>
                                        <p:tgtEl>
                                          <p:spTgt spid="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1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500"/>
                            </p:stCondLst>
                            <p:childTnLst>
                              <p:par>
                                <p:cTn id="139" presetID="22" presetClass="entr" presetSubtype="4" fill="hold" grpId="3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0" dur="indefinite" fill="hold"/>
                                        <p:tgtEl>
                                          <p:spTgt spid="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1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000"/>
                            </p:stCondLst>
                            <p:childTnLst>
                              <p:par>
                                <p:cTn id="143" presetID="22" presetClass="entr" presetSubtype="4" fill="hold" grpId="3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4" dur="indefinite" fill="hold"/>
                                        <p:tgtEl>
                                          <p:spTgt spid="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1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2500"/>
                            </p:stCondLst>
                            <p:childTnLst>
                              <p:par>
                                <p:cTn id="147" presetID="22" presetClass="entr" presetSubtype="4" fill="hold" grpId="3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8" dur="indefinite" fill="hold"/>
                                        <p:tgtEl>
                                          <p:spTgt spid="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1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3000"/>
                            </p:stCondLst>
                            <p:childTnLst>
                              <p:par>
                                <p:cTn id="151" presetID="22" presetClass="entr" presetSubtype="4" fill="hold" grpId="3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2" dur="indefinite" fill="hold"/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1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3500"/>
                            </p:stCondLst>
                            <p:childTnLst>
                              <p:par>
                                <p:cTn id="155" presetID="22" presetClass="entr" presetSubtype="4" fill="hold" grpId="3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6" dur="indefinite" fill="hold"/>
                                        <p:tgtEl>
                                          <p:spTgt spid="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1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4000"/>
                            </p:stCondLst>
                            <p:childTnLst>
                              <p:par>
                                <p:cTn id="159" presetID="22" presetClass="entr" presetSubtype="4" fill="hold" grpId="3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0" dur="indefinite" fill="hold"/>
                                        <p:tgtEl>
                                          <p:spTgt spid="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1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4500"/>
                            </p:stCondLst>
                            <p:childTnLst>
                              <p:par>
                                <p:cTn id="163" presetID="22" presetClass="entr" presetSubtype="4" fill="hold" grpId="3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4" dur="indefinite" fill="hold"/>
                                        <p:tgtEl>
                                          <p:spTgt spid="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1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000"/>
                            </p:stCondLst>
                            <p:childTnLst>
                              <p:par>
                                <p:cTn id="167" presetID="22" presetClass="entr" presetSubtype="4" fill="hold" grpId="4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8" dur="indefinite" fill="hold"/>
                                        <p:tgtEl>
                                          <p:spTgt spid="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1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6" grpId="26" animBg="1" advAuto="0"/>
      <p:bldP spid="1943" grpId="28" animBg="1" advAuto="0"/>
      <p:bldP spid="1904" grpId="4" animBg="1" advAuto="0"/>
      <p:bldP spid="1966" grpId="39" animBg="1" advAuto="0"/>
      <p:bldP spid="1944" grpId="24" animBg="1" advAuto="0"/>
      <p:bldP spid="1927" grpId="27" animBg="1" advAuto="0"/>
      <p:bldP spid="1905" grpId="5" animBg="1" advAuto="0"/>
      <p:bldP spid="1921" grpId="14" animBg="1" advAuto="0"/>
      <p:bldP spid="1905" grpId="12" animBg="1" advAuto="0"/>
      <p:bldP spid="1961" grpId="34" animBg="1" advAuto="0"/>
      <p:bldP spid="1922" grpId="13" animBg="1" advAuto="0"/>
      <p:bldP spid="1945" grpId="29" animBg="1" advAuto="0"/>
      <p:bldP spid="1939" grpId="20" animBg="1" advAuto="0"/>
      <p:bldP spid="1962" grpId="35" animBg="1" advAuto="0"/>
      <p:bldP spid="1923" grpId="15" animBg="1" advAuto="0"/>
      <p:bldP spid="1901" grpId="1" animBg="1" advAuto="0"/>
      <p:bldP spid="1946" grpId="30" animBg="1" advAuto="0"/>
      <p:bldP spid="1917" grpId="6" animBg="1" advAuto="0"/>
      <p:bldP spid="1940" grpId="21" animBg="1" advAuto="0"/>
      <p:bldP spid="1924" grpId="16" animBg="1" advAuto="0"/>
      <p:bldP spid="1947" grpId="31" animBg="1" advAuto="0"/>
      <p:bldP spid="1969" grpId="10" animBg="1" advAuto="0"/>
      <p:bldP spid="1963" grpId="36" animBg="1" advAuto="0"/>
      <p:bldP spid="1972" grpId="25" animBg="1" advAuto="0"/>
      <p:bldP spid="1918" grpId="7" animBg="1" advAuto="0"/>
      <p:bldP spid="1941" grpId="22" animBg="1" advAuto="0"/>
      <p:bldP spid="1902" grpId="2" animBg="1" advAuto="0"/>
      <p:bldP spid="1925" grpId="17" animBg="1" advAuto="0"/>
      <p:bldP spid="1948" grpId="32" animBg="1" advAuto="0"/>
      <p:bldP spid="1964" grpId="37" animBg="1" advAuto="0"/>
      <p:bldP spid="1974" grpId="40" animBg="1" advAuto="0"/>
      <p:bldP spid="1919" grpId="8" animBg="1" advAuto="0"/>
      <p:bldP spid="1942" grpId="23" animBg="1" advAuto="0"/>
      <p:bldP spid="1903" grpId="3" animBg="1" advAuto="0"/>
      <p:bldP spid="1926" grpId="18" animBg="1" advAuto="0"/>
      <p:bldP spid="1949" grpId="33" animBg="1" advAuto="0"/>
      <p:bldP spid="1965" grpId="38" animBg="1" advAuto="0"/>
      <p:bldP spid="1903" grpId="11" animBg="1" advAuto="0"/>
      <p:bldP spid="1920" grpId="9" animBg="1" advAuto="0"/>
      <p:bldP spid="1927" grpId="19" animBg="1" advAuto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直接选择排序代码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直接选择排序代码</a:t>
            </a:r>
          </a:p>
        </p:txBody>
      </p:sp>
      <p:sp>
        <p:nvSpPr>
          <p:cNvPr id="1980" name="public static &lt;T&gt; T[] selectMinSort(T[] a) {…"/>
          <p:cNvSpPr txBox="1"/>
          <p:nvPr/>
        </p:nvSpPr>
        <p:spPr>
          <a:xfrm>
            <a:off x="573670" y="1777203"/>
            <a:ext cx="11850416" cy="463981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&lt;T&gt; T[] selectMinSort(T[]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) {</a:t>
            </a: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rPr>
                <a:solidFill>
                  <a:srgbClr val="000000"/>
                </a:solidFill>
              </a:rPr>
              <a:t> - 1; ++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 找到最小的，交换到位置i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k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最小数据的下标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j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+ 1; </a:t>
            </a:r>
            <a:r>
              <a:rPr>
                <a:solidFill>
                  <a:srgbClr val="7E504F"/>
                </a:solidFill>
              </a:rPr>
              <a:t>j</a:t>
            </a:r>
            <a:r>
              <a:rPr>
                <a:solidFill>
                  <a:srgbClr val="000000"/>
                </a:solidFill>
              </a:rPr>
              <a:t> &lt;=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rPr>
                <a:solidFill>
                  <a:srgbClr val="000000"/>
                </a:solidFill>
              </a:rPr>
              <a:t> - 1; ++</a:t>
            </a:r>
            <a:r>
              <a:rPr>
                <a:solidFill>
                  <a:srgbClr val="7E504F"/>
                </a:solidFill>
              </a:rPr>
              <a:t>j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 在[i,n]区间找最小的数据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(((Comparable&lt;T&gt;)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k</a:t>
            </a:r>
            <a:r>
              <a:t>]).compareTo(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]) &gt; 0)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7E504F"/>
                </a:solidFill>
              </a:rPr>
              <a:t>k</a:t>
            </a:r>
            <a:r>
              <a:t> = </a:t>
            </a:r>
            <a:r>
              <a:rPr>
                <a:solidFill>
                  <a:srgbClr val="7E504F"/>
                </a:solidFill>
              </a:rPr>
              <a:t>j</a:t>
            </a:r>
            <a:r>
              <a:t>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T </a:t>
            </a:r>
            <a:r>
              <a:rPr>
                <a:solidFill>
                  <a:srgbClr val="7E504F"/>
                </a:solidFill>
              </a:rPr>
              <a:t>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k</a:t>
            </a:r>
            <a:r>
              <a:t>];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k</a:t>
            </a:r>
            <a:r>
              <a:t>] = </a:t>
            </a:r>
            <a:r>
              <a:rPr>
                <a:solidFill>
                  <a:srgbClr val="7E504F"/>
                </a:solidFill>
              </a:rPr>
              <a:t>t</a:t>
            </a:r>
            <a:r>
              <a:t>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直接选择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直接选择排序</a:t>
            </a:r>
          </a:p>
        </p:txBody>
      </p:sp>
      <p:sp>
        <p:nvSpPr>
          <p:cNvPr id="1983" name="与数据分布无关：每次选择最小值，必须与范围内的所有数据…"/>
          <p:cNvSpPr txBox="1"/>
          <p:nvPr/>
        </p:nvSpPr>
        <p:spPr>
          <a:xfrm>
            <a:off x="213476" y="1564542"/>
            <a:ext cx="12466722" cy="435452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marL="351155" indent="-351155">
              <a:buSzPct val="60000"/>
              <a:buBlip>
                <a:blip r:embed="rId1"/>
              </a:buBlip>
            </a:pPr>
            <a:r>
              <a:rPr>
                <a:solidFill>
                  <a:schemeClr val="accent1"/>
                </a:solidFill>
              </a:rPr>
              <a:t>与数据分布无关</a:t>
            </a:r>
            <a:r>
              <a:t>：每次选择最小值，必须与范围内的所有数据</a:t>
            </a:r>
          </a:p>
          <a:p>
            <a:pPr indent="0"/>
            <a:r>
              <a:t>    进行比较；每趟选择一个最小值，必须n - 1趟。</a:t>
            </a:r>
          </a:p>
          <a:p>
            <a:pPr indent="0"/>
            <a:r>
              <a:t>                                  1 2 3 4 5 6 7 8 9 10</a:t>
            </a:r>
          </a:p>
          <a:p>
            <a:pPr marL="351155" indent="-351155">
              <a:buSzPct val="60000"/>
              <a:buBlip>
                <a:blip r:embed="rId1"/>
              </a:buBlip>
            </a:pPr>
            <a:r>
              <a:t>最好、最坏、平均时间复杂度都是O(n</a:t>
            </a:r>
            <a:r>
              <a:rPr baseline="32000"/>
              <a:t>2</a:t>
            </a:r>
            <a:r>
              <a:t>)</a:t>
            </a:r>
          </a:p>
          <a:p>
            <a:pPr marL="351155" indent="-351155">
              <a:buSzPct val="60000"/>
              <a:buBlip>
                <a:blip r:embed="rId1"/>
              </a:buBlip>
            </a:pPr>
            <a:r>
              <a:t>如果通过交换，将最小值放入最终的位置，则直接选择排序是</a:t>
            </a:r>
          </a:p>
          <a:p>
            <a:pPr indent="0"/>
            <a:r>
              <a:t>   不稳定的算法。</a:t>
            </a:r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树形选择排序-竞赛树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树形选择排序-竞赛树</a:t>
            </a:r>
          </a:p>
        </p:txBody>
      </p:sp>
      <p:sp>
        <p:nvSpPr>
          <p:cNvPr id="1986" name="直接选择排序选取一个最小值后，再选择下一个最小值就可以…"/>
          <p:cNvSpPr txBox="1"/>
          <p:nvPr/>
        </p:nvSpPr>
        <p:spPr>
          <a:xfrm>
            <a:off x="366360" y="1500875"/>
            <a:ext cx="12115801" cy="14706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/>
            <a:r>
              <a:t>直接选择排序选取一个最小值后，再选择下一个最小值就可以</a:t>
            </a:r>
          </a:p>
          <a:p>
            <a:pPr indent="0"/>
            <a:r>
              <a:rPr>
                <a:solidFill>
                  <a:schemeClr val="accent1"/>
                </a:solidFill>
              </a:rPr>
              <a:t>利用上次的比较结果</a:t>
            </a:r>
            <a:r>
              <a:t>： </a:t>
            </a:r>
          </a:p>
        </p:txBody>
      </p:sp>
      <p:graphicFrame>
        <p:nvGraphicFramePr>
          <p:cNvPr id="1987" name="表格"/>
          <p:cNvGraphicFramePr/>
          <p:nvPr/>
        </p:nvGraphicFramePr>
        <p:xfrm>
          <a:off x="2365018" y="3570321"/>
          <a:ext cx="8891477" cy="5635415"/>
        </p:xfrm>
        <a:graphic>
          <a:graphicData uri="http://schemas.openxmlformats.org/drawingml/2006/table">
            <a:tbl>
              <a:tblPr bandRow="1">
                <a:tableStyleId>{EEE7283C-3CF3-47DC-8721-378D4A62B228}</a:tableStyleId>
              </a:tblPr>
              <a:tblGrid>
                <a:gridCol w="1270211"/>
                <a:gridCol w="1270211"/>
                <a:gridCol w="1270211"/>
                <a:gridCol w="1270211"/>
                <a:gridCol w="1270211"/>
                <a:gridCol w="1270211"/>
                <a:gridCol w="1270211"/>
              </a:tblGrid>
              <a:tr h="1124542"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49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38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65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97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76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13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27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</a:tr>
            </a:tbl>
          </a:graphicData>
        </a:graphic>
      </p:graphicFrame>
      <p:sp>
        <p:nvSpPr>
          <p:cNvPr id="1988" name="选13时，38与65、97、76比较过，最后输给了13；…"/>
          <p:cNvSpPr txBox="1"/>
          <p:nvPr/>
        </p:nvSpPr>
        <p:spPr>
          <a:xfrm>
            <a:off x="520826" y="5108092"/>
            <a:ext cx="10244222" cy="225518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marL="351155" indent="-351155">
              <a:buSzPct val="60000"/>
              <a:buBlip>
                <a:blip r:embed="rId1"/>
              </a:buBlip>
            </a:pPr>
            <a:r>
              <a:t>选13时，38与65、97、76比较过，最后输给了13；</a:t>
            </a:r>
          </a:p>
          <a:p>
            <a:pPr marL="351155" indent="-351155">
              <a:buSzPct val="60000"/>
              <a:buBlip>
                <a:blip r:embed="rId1"/>
              </a:buBlip>
            </a:pPr>
            <a:r>
              <a:t>选出13后，再选下一个最小值时，38只需要和</a:t>
            </a:r>
          </a:p>
          <a:p>
            <a:pPr indent="0"/>
            <a:r>
              <a:t>    49比较，再和27比较</a:t>
            </a:r>
          </a:p>
        </p:txBody>
      </p: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胜者树-扩展的完全二叉树"/>
          <p:cNvSpPr txBox="1"/>
          <p:nvPr/>
        </p:nvSpPr>
        <p:spPr>
          <a:xfrm>
            <a:off x="1611488" y="200795"/>
            <a:ext cx="9448801" cy="80208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marR="57785" algn="ctr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胜者树-扩展的完全二叉树</a:t>
            </a:r>
          </a:p>
        </p:txBody>
      </p:sp>
      <p:sp>
        <p:nvSpPr>
          <p:cNvPr id="1991" name="线条"/>
          <p:cNvSpPr/>
          <p:nvPr/>
        </p:nvSpPr>
        <p:spPr>
          <a:xfrm flipH="1">
            <a:off x="4754767" y="2989338"/>
            <a:ext cx="1602616" cy="88226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</a:p>
        </p:txBody>
      </p:sp>
      <p:sp>
        <p:nvSpPr>
          <p:cNvPr id="1992" name="线条"/>
          <p:cNvSpPr/>
          <p:nvPr/>
        </p:nvSpPr>
        <p:spPr>
          <a:xfrm>
            <a:off x="6854154" y="3091814"/>
            <a:ext cx="1560415" cy="75351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</a:p>
        </p:txBody>
      </p:sp>
      <p:grpSp>
        <p:nvGrpSpPr>
          <p:cNvPr id="1995" name="成组"/>
          <p:cNvGrpSpPr/>
          <p:nvPr/>
        </p:nvGrpSpPr>
        <p:grpSpPr>
          <a:xfrm>
            <a:off x="6197796" y="2763859"/>
            <a:ext cx="647703" cy="647703"/>
            <a:chOff x="0" y="0"/>
            <a:chExt cx="647701" cy="647701"/>
          </a:xfrm>
        </p:grpSpPr>
        <p:sp>
          <p:nvSpPr>
            <p:cNvPr id="1993" name="圆形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94" name="5"/>
            <p:cNvSpPr txBox="1"/>
            <p:nvPr/>
          </p:nvSpPr>
          <p:spPr>
            <a:xfrm>
              <a:off x="130337" y="7740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</a:t>
              </a:r>
            </a:p>
          </p:txBody>
        </p:sp>
      </p:grpSp>
      <p:sp>
        <p:nvSpPr>
          <p:cNvPr id="1996" name="线条"/>
          <p:cNvSpPr/>
          <p:nvPr/>
        </p:nvSpPr>
        <p:spPr>
          <a:xfrm>
            <a:off x="8784554" y="4215981"/>
            <a:ext cx="716681" cy="1035844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</a:p>
        </p:txBody>
      </p:sp>
      <p:sp>
        <p:nvSpPr>
          <p:cNvPr id="1997" name="线条"/>
          <p:cNvSpPr/>
          <p:nvPr/>
        </p:nvSpPr>
        <p:spPr>
          <a:xfrm flipH="1">
            <a:off x="7624967" y="4246634"/>
            <a:ext cx="793367" cy="79336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</a:p>
        </p:txBody>
      </p:sp>
      <p:sp>
        <p:nvSpPr>
          <p:cNvPr id="1998" name="线条"/>
          <p:cNvSpPr/>
          <p:nvPr/>
        </p:nvSpPr>
        <p:spPr>
          <a:xfrm flipH="1">
            <a:off x="8756213" y="5645950"/>
            <a:ext cx="640073" cy="896144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</a:p>
        </p:txBody>
      </p:sp>
      <p:grpSp>
        <p:nvGrpSpPr>
          <p:cNvPr id="2001" name="成组"/>
          <p:cNvGrpSpPr/>
          <p:nvPr/>
        </p:nvGrpSpPr>
        <p:grpSpPr>
          <a:xfrm>
            <a:off x="8292264" y="3771833"/>
            <a:ext cx="647703" cy="647703"/>
            <a:chOff x="0" y="0"/>
            <a:chExt cx="647701" cy="647701"/>
          </a:xfrm>
        </p:grpSpPr>
        <p:sp>
          <p:nvSpPr>
            <p:cNvPr id="1999" name="圆形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00" name="5"/>
            <p:cNvSpPr txBox="1"/>
            <p:nvPr/>
          </p:nvSpPr>
          <p:spPr>
            <a:xfrm>
              <a:off x="130337" y="7740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2004" name="成组"/>
          <p:cNvGrpSpPr/>
          <p:nvPr/>
        </p:nvGrpSpPr>
        <p:grpSpPr>
          <a:xfrm>
            <a:off x="9220024" y="5011246"/>
            <a:ext cx="647703" cy="647703"/>
            <a:chOff x="0" y="0"/>
            <a:chExt cx="647701" cy="647701"/>
          </a:xfrm>
        </p:grpSpPr>
        <p:sp>
          <p:nvSpPr>
            <p:cNvPr id="2002" name="圆形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03" name="6"/>
            <p:cNvSpPr txBox="1"/>
            <p:nvPr/>
          </p:nvSpPr>
          <p:spPr>
            <a:xfrm>
              <a:off x="130337" y="7740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2007" name="成组"/>
          <p:cNvGrpSpPr/>
          <p:nvPr/>
        </p:nvGrpSpPr>
        <p:grpSpPr>
          <a:xfrm>
            <a:off x="7207483" y="5011246"/>
            <a:ext cx="647703" cy="647703"/>
            <a:chOff x="0" y="0"/>
            <a:chExt cx="647701" cy="647701"/>
          </a:xfrm>
        </p:grpSpPr>
        <p:sp>
          <p:nvSpPr>
            <p:cNvPr id="2005" name="圆形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06" name="5"/>
            <p:cNvSpPr txBox="1"/>
            <p:nvPr/>
          </p:nvSpPr>
          <p:spPr>
            <a:xfrm>
              <a:off x="130337" y="7740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2010" name="成组"/>
          <p:cNvGrpSpPr/>
          <p:nvPr/>
        </p:nvGrpSpPr>
        <p:grpSpPr>
          <a:xfrm>
            <a:off x="6708405" y="5624220"/>
            <a:ext cx="1598477" cy="947700"/>
            <a:chOff x="0" y="0"/>
            <a:chExt cx="1598476" cy="947699"/>
          </a:xfrm>
        </p:grpSpPr>
        <p:sp>
          <p:nvSpPr>
            <p:cNvPr id="2008" name="线条"/>
            <p:cNvSpPr/>
            <p:nvPr/>
          </p:nvSpPr>
          <p:spPr>
            <a:xfrm flipH="1">
              <a:off x="-1" y="21262"/>
              <a:ext cx="640074" cy="89614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009" name="线条"/>
            <p:cNvSpPr/>
            <p:nvPr/>
          </p:nvSpPr>
          <p:spPr>
            <a:xfrm>
              <a:off x="958549" y="0"/>
              <a:ext cx="639928" cy="9477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</p:grpSp>
      <p:sp>
        <p:nvSpPr>
          <p:cNvPr id="2011" name="49"/>
          <p:cNvSpPr txBox="1"/>
          <p:nvPr/>
        </p:nvSpPr>
        <p:spPr>
          <a:xfrm>
            <a:off x="2366304" y="6546519"/>
            <a:ext cx="622302" cy="469114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algn="ctr" defTabSz="1295400">
              <a:lnSpc>
                <a:spcPct val="100000"/>
              </a:lnSpc>
              <a:spcBef>
                <a:spcPts val="1900"/>
              </a:spcBef>
              <a:defRPr sz="25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2012" name="线条"/>
          <p:cNvSpPr/>
          <p:nvPr/>
        </p:nvSpPr>
        <p:spPr>
          <a:xfrm>
            <a:off x="4733254" y="4215981"/>
            <a:ext cx="716681" cy="1035844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</a:p>
        </p:txBody>
      </p:sp>
      <p:sp>
        <p:nvSpPr>
          <p:cNvPr id="2013" name="线条"/>
          <p:cNvSpPr/>
          <p:nvPr/>
        </p:nvSpPr>
        <p:spPr>
          <a:xfrm flipH="1">
            <a:off x="3573667" y="4246634"/>
            <a:ext cx="793367" cy="79336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</a:p>
        </p:txBody>
      </p:sp>
      <p:grpSp>
        <p:nvGrpSpPr>
          <p:cNvPr id="2016" name="成组"/>
          <p:cNvGrpSpPr/>
          <p:nvPr/>
        </p:nvGrpSpPr>
        <p:grpSpPr>
          <a:xfrm>
            <a:off x="4704913" y="5624688"/>
            <a:ext cx="1598477" cy="947700"/>
            <a:chOff x="0" y="0"/>
            <a:chExt cx="1598476" cy="947699"/>
          </a:xfrm>
        </p:grpSpPr>
        <p:sp>
          <p:nvSpPr>
            <p:cNvPr id="2014" name="线条"/>
            <p:cNvSpPr/>
            <p:nvPr/>
          </p:nvSpPr>
          <p:spPr>
            <a:xfrm flipH="1">
              <a:off x="-1" y="21262"/>
              <a:ext cx="640074" cy="89614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015" name="线条"/>
            <p:cNvSpPr/>
            <p:nvPr/>
          </p:nvSpPr>
          <p:spPr>
            <a:xfrm>
              <a:off x="958549" y="0"/>
              <a:ext cx="639928" cy="9477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</p:grpSp>
      <p:grpSp>
        <p:nvGrpSpPr>
          <p:cNvPr id="2019" name="成组"/>
          <p:cNvGrpSpPr/>
          <p:nvPr/>
        </p:nvGrpSpPr>
        <p:grpSpPr>
          <a:xfrm>
            <a:off x="4240964" y="3771833"/>
            <a:ext cx="647703" cy="647703"/>
            <a:chOff x="0" y="0"/>
            <a:chExt cx="647701" cy="647701"/>
          </a:xfrm>
        </p:grpSpPr>
        <p:sp>
          <p:nvSpPr>
            <p:cNvPr id="2017" name="圆形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18" name="1"/>
            <p:cNvSpPr txBox="1"/>
            <p:nvPr/>
          </p:nvSpPr>
          <p:spPr>
            <a:xfrm>
              <a:off x="130337" y="7740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2022" name="成组"/>
          <p:cNvGrpSpPr/>
          <p:nvPr/>
        </p:nvGrpSpPr>
        <p:grpSpPr>
          <a:xfrm>
            <a:off x="5168724" y="5011246"/>
            <a:ext cx="647703" cy="647703"/>
            <a:chOff x="0" y="0"/>
            <a:chExt cx="647701" cy="647701"/>
          </a:xfrm>
        </p:grpSpPr>
        <p:sp>
          <p:nvSpPr>
            <p:cNvPr id="2020" name="圆形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21" name="2"/>
            <p:cNvSpPr txBox="1"/>
            <p:nvPr/>
          </p:nvSpPr>
          <p:spPr>
            <a:xfrm>
              <a:off x="130337" y="7740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2025" name="成组"/>
          <p:cNvGrpSpPr/>
          <p:nvPr/>
        </p:nvGrpSpPr>
        <p:grpSpPr>
          <a:xfrm>
            <a:off x="3156183" y="5011246"/>
            <a:ext cx="647703" cy="647703"/>
            <a:chOff x="0" y="0"/>
            <a:chExt cx="647701" cy="647701"/>
          </a:xfrm>
        </p:grpSpPr>
        <p:sp>
          <p:nvSpPr>
            <p:cNvPr id="2023" name="圆形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24" name="1"/>
            <p:cNvSpPr txBox="1"/>
            <p:nvPr/>
          </p:nvSpPr>
          <p:spPr>
            <a:xfrm>
              <a:off x="130337" y="7740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2028" name="成组"/>
          <p:cNvGrpSpPr/>
          <p:nvPr/>
        </p:nvGrpSpPr>
        <p:grpSpPr>
          <a:xfrm>
            <a:off x="2657105" y="5624220"/>
            <a:ext cx="1598477" cy="947700"/>
            <a:chOff x="0" y="0"/>
            <a:chExt cx="1598476" cy="947699"/>
          </a:xfrm>
        </p:grpSpPr>
        <p:sp>
          <p:nvSpPr>
            <p:cNvPr id="2026" name="线条"/>
            <p:cNvSpPr/>
            <p:nvPr/>
          </p:nvSpPr>
          <p:spPr>
            <a:xfrm flipH="1">
              <a:off x="-1" y="21262"/>
              <a:ext cx="640074" cy="89614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027" name="线条"/>
            <p:cNvSpPr/>
            <p:nvPr/>
          </p:nvSpPr>
          <p:spPr>
            <a:xfrm>
              <a:off x="958549" y="0"/>
              <a:ext cx="639928" cy="9477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</p:grpSp>
      <p:sp>
        <p:nvSpPr>
          <p:cNvPr id="2029" name="4"/>
          <p:cNvSpPr txBox="1"/>
          <p:nvPr/>
        </p:nvSpPr>
        <p:spPr>
          <a:xfrm>
            <a:off x="6650438" y="7094942"/>
            <a:ext cx="349113" cy="51721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4</a:t>
            </a:r>
          </a:p>
        </p:txBody>
      </p:sp>
      <p:sp>
        <p:nvSpPr>
          <p:cNvPr id="2030" name="5"/>
          <p:cNvSpPr txBox="1"/>
          <p:nvPr/>
        </p:nvSpPr>
        <p:spPr>
          <a:xfrm>
            <a:off x="8016840" y="7094942"/>
            <a:ext cx="349113" cy="51721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5</a:t>
            </a:r>
          </a:p>
        </p:txBody>
      </p:sp>
      <p:sp>
        <p:nvSpPr>
          <p:cNvPr id="2031" name="6"/>
          <p:cNvSpPr txBox="1"/>
          <p:nvPr/>
        </p:nvSpPr>
        <p:spPr>
          <a:xfrm>
            <a:off x="8721004" y="7094942"/>
            <a:ext cx="349113" cy="51721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6</a:t>
            </a:r>
          </a:p>
        </p:txBody>
      </p:sp>
      <p:sp>
        <p:nvSpPr>
          <p:cNvPr id="2032" name="0"/>
          <p:cNvSpPr txBox="1"/>
          <p:nvPr/>
        </p:nvSpPr>
        <p:spPr>
          <a:xfrm>
            <a:off x="2484838" y="7094942"/>
            <a:ext cx="349113" cy="51721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0</a:t>
            </a:r>
          </a:p>
        </p:txBody>
      </p:sp>
      <p:sp>
        <p:nvSpPr>
          <p:cNvPr id="2033" name="1"/>
          <p:cNvSpPr txBox="1"/>
          <p:nvPr/>
        </p:nvSpPr>
        <p:spPr>
          <a:xfrm>
            <a:off x="4016339" y="7094942"/>
            <a:ext cx="349114" cy="51721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1</a:t>
            </a:r>
          </a:p>
        </p:txBody>
      </p:sp>
      <p:sp>
        <p:nvSpPr>
          <p:cNvPr id="2034" name="2"/>
          <p:cNvSpPr txBox="1"/>
          <p:nvPr/>
        </p:nvSpPr>
        <p:spPr>
          <a:xfrm>
            <a:off x="4657003" y="7094942"/>
            <a:ext cx="349114" cy="51721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2</a:t>
            </a:r>
          </a:p>
        </p:txBody>
      </p:sp>
      <p:sp>
        <p:nvSpPr>
          <p:cNvPr id="2035" name="3"/>
          <p:cNvSpPr txBox="1"/>
          <p:nvPr/>
        </p:nvSpPr>
        <p:spPr>
          <a:xfrm>
            <a:off x="6010894" y="7094942"/>
            <a:ext cx="349113" cy="51721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</a:t>
            </a:r>
          </a:p>
        </p:txBody>
      </p:sp>
      <p:sp>
        <p:nvSpPr>
          <p:cNvPr id="2036" name="结点记录了获胜者的编号。第一轮的失败者(49, 97, 76)换人后，只需要…"/>
          <p:cNvSpPr txBox="1"/>
          <p:nvPr/>
        </p:nvSpPr>
        <p:spPr>
          <a:xfrm>
            <a:off x="707337" y="1302272"/>
            <a:ext cx="11959499" cy="118458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3000"/>
            </a:pPr>
            <a:r>
              <a:t>结点记录了获胜者的编号。第一轮的失败者(49, 97, 76)换人后，只需要</a:t>
            </a:r>
          </a:p>
          <a:p>
            <a:pPr>
              <a:lnSpc>
                <a:spcPct val="100000"/>
              </a:lnSpc>
              <a:defRPr sz="3000"/>
            </a:pPr>
            <a:r>
              <a:t>重赛参与的比赛，就可以得到新冠军。</a:t>
            </a:r>
          </a:p>
        </p:txBody>
      </p:sp>
      <p:sp>
        <p:nvSpPr>
          <p:cNvPr id="2037" name="38"/>
          <p:cNvSpPr txBox="1"/>
          <p:nvPr/>
        </p:nvSpPr>
        <p:spPr>
          <a:xfrm>
            <a:off x="3854344" y="6546519"/>
            <a:ext cx="622303" cy="469114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algn="ctr" defTabSz="1295400">
              <a:lnSpc>
                <a:spcPct val="100000"/>
              </a:lnSpc>
              <a:spcBef>
                <a:spcPts val="1900"/>
              </a:spcBef>
              <a:defRPr sz="25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2038" name="65"/>
          <p:cNvSpPr txBox="1"/>
          <p:nvPr/>
        </p:nvSpPr>
        <p:spPr>
          <a:xfrm>
            <a:off x="4527444" y="6546519"/>
            <a:ext cx="622303" cy="469114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algn="ctr" defTabSz="1295400">
              <a:lnSpc>
                <a:spcPct val="100000"/>
              </a:lnSpc>
              <a:spcBef>
                <a:spcPts val="1900"/>
              </a:spcBef>
              <a:defRPr sz="25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2039" name="97"/>
          <p:cNvSpPr txBox="1"/>
          <p:nvPr/>
        </p:nvSpPr>
        <p:spPr>
          <a:xfrm>
            <a:off x="5845179" y="6546519"/>
            <a:ext cx="622303" cy="469114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algn="ctr" defTabSz="1295400">
              <a:lnSpc>
                <a:spcPct val="100000"/>
              </a:lnSpc>
              <a:spcBef>
                <a:spcPts val="1900"/>
              </a:spcBef>
              <a:defRPr sz="25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2040" name="76"/>
          <p:cNvSpPr txBox="1"/>
          <p:nvPr/>
        </p:nvSpPr>
        <p:spPr>
          <a:xfrm>
            <a:off x="6537624" y="6546519"/>
            <a:ext cx="622303" cy="469114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algn="ctr" defTabSz="1295400">
              <a:lnSpc>
                <a:spcPct val="100000"/>
              </a:lnSpc>
              <a:spcBef>
                <a:spcPts val="1900"/>
              </a:spcBef>
              <a:defRPr sz="25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sp>
        <p:nvSpPr>
          <p:cNvPr id="2041" name="13"/>
          <p:cNvSpPr txBox="1"/>
          <p:nvPr/>
        </p:nvSpPr>
        <p:spPr>
          <a:xfrm>
            <a:off x="7855360" y="6546519"/>
            <a:ext cx="622303" cy="469114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algn="ctr" defTabSz="1295400">
              <a:lnSpc>
                <a:spcPct val="100000"/>
              </a:lnSpc>
              <a:spcBef>
                <a:spcPts val="1900"/>
              </a:spcBef>
              <a:defRPr sz="25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2042" name="27"/>
          <p:cNvSpPr txBox="1"/>
          <p:nvPr/>
        </p:nvSpPr>
        <p:spPr>
          <a:xfrm>
            <a:off x="8520909" y="6546519"/>
            <a:ext cx="622303" cy="469114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algn="ctr" defTabSz="1295400">
              <a:lnSpc>
                <a:spcPct val="100000"/>
              </a:lnSpc>
              <a:spcBef>
                <a:spcPts val="1900"/>
              </a:spcBef>
              <a:defRPr sz="25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27</a:t>
            </a:r>
          </a:p>
        </p:txBody>
      </p: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败者树"/>
          <p:cNvSpPr txBox="1"/>
          <p:nvPr/>
        </p:nvSpPr>
        <p:spPr>
          <a:xfrm>
            <a:off x="1611488" y="214488"/>
            <a:ext cx="9448801" cy="7747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marR="57785" algn="ctr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败者树</a:t>
            </a:r>
          </a:p>
        </p:txBody>
      </p:sp>
      <p:sp>
        <p:nvSpPr>
          <p:cNvPr id="2045" name="结点中记录失败者的编号。0号元素存放冠军"/>
          <p:cNvSpPr txBox="1"/>
          <p:nvPr/>
        </p:nvSpPr>
        <p:spPr>
          <a:xfrm>
            <a:off x="416719" y="1416472"/>
            <a:ext cx="6858650" cy="5842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7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结点中记录失败者的编号。0号元素存放冠军</a:t>
            </a:r>
          </a:p>
        </p:txBody>
      </p:sp>
      <p:grpSp>
        <p:nvGrpSpPr>
          <p:cNvPr id="2078" name="成组"/>
          <p:cNvGrpSpPr/>
          <p:nvPr/>
        </p:nvGrpSpPr>
        <p:grpSpPr>
          <a:xfrm>
            <a:off x="2112319" y="2458831"/>
            <a:ext cx="7200961" cy="5886022"/>
            <a:chOff x="0" y="0"/>
            <a:chExt cx="7200960" cy="5886020"/>
          </a:xfrm>
        </p:grpSpPr>
        <p:sp>
          <p:nvSpPr>
            <p:cNvPr id="2046" name="0"/>
            <p:cNvSpPr txBox="1"/>
            <p:nvPr/>
          </p:nvSpPr>
          <p:spPr>
            <a:xfrm>
              <a:off x="0" y="5368805"/>
              <a:ext cx="362599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0</a:t>
              </a:r>
            </a:p>
          </p:txBody>
        </p:sp>
        <p:sp>
          <p:nvSpPr>
            <p:cNvPr id="2047" name="1"/>
            <p:cNvSpPr txBox="1"/>
            <p:nvPr/>
          </p:nvSpPr>
          <p:spPr>
            <a:xfrm>
              <a:off x="1583433" y="5368805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2048" name="2"/>
            <p:cNvSpPr txBox="1"/>
            <p:nvPr/>
          </p:nvSpPr>
          <p:spPr>
            <a:xfrm>
              <a:off x="2758014" y="4166182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2049" name="3"/>
            <p:cNvSpPr txBox="1"/>
            <p:nvPr/>
          </p:nvSpPr>
          <p:spPr>
            <a:xfrm>
              <a:off x="5010722" y="4111606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2050" name="4"/>
            <p:cNvSpPr txBox="1"/>
            <p:nvPr/>
          </p:nvSpPr>
          <p:spPr>
            <a:xfrm>
              <a:off x="6814777" y="4111606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2051" name="线条"/>
            <p:cNvSpPr/>
            <p:nvPr/>
          </p:nvSpPr>
          <p:spPr>
            <a:xfrm flipH="1">
              <a:off x="2310433" y="1328043"/>
              <a:ext cx="1602616" cy="8822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052" name="线条"/>
            <p:cNvSpPr/>
            <p:nvPr/>
          </p:nvSpPr>
          <p:spPr>
            <a:xfrm>
              <a:off x="4409821" y="1430519"/>
              <a:ext cx="1560414" cy="75351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053" name="圆形"/>
            <p:cNvSpPr/>
            <p:nvPr/>
          </p:nvSpPr>
          <p:spPr>
            <a:xfrm>
              <a:off x="3753462" y="1102564"/>
              <a:ext cx="647703" cy="647703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54" name="4"/>
            <p:cNvSpPr txBox="1"/>
            <p:nvPr/>
          </p:nvSpPr>
          <p:spPr>
            <a:xfrm>
              <a:off x="3883800" y="1179967"/>
              <a:ext cx="4388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 </a:t>
              </a:r>
            </a:p>
          </p:txBody>
        </p:sp>
        <p:sp>
          <p:nvSpPr>
            <p:cNvPr id="2055" name="4"/>
            <p:cNvSpPr txBox="1"/>
            <p:nvPr/>
          </p:nvSpPr>
          <p:spPr>
            <a:xfrm>
              <a:off x="6851847" y="3583726"/>
              <a:ext cx="349114" cy="542616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2056" name="线条"/>
            <p:cNvSpPr/>
            <p:nvPr/>
          </p:nvSpPr>
          <p:spPr>
            <a:xfrm>
              <a:off x="6340220" y="2554687"/>
              <a:ext cx="716681" cy="103584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057" name="线条"/>
            <p:cNvSpPr/>
            <p:nvPr/>
          </p:nvSpPr>
          <p:spPr>
            <a:xfrm flipH="1">
              <a:off x="5181517" y="2585340"/>
              <a:ext cx="792483" cy="97453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058" name="圆形"/>
            <p:cNvSpPr/>
            <p:nvPr/>
          </p:nvSpPr>
          <p:spPr>
            <a:xfrm>
              <a:off x="5847930" y="2110538"/>
              <a:ext cx="647703" cy="647703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59" name="3"/>
            <p:cNvSpPr txBox="1"/>
            <p:nvPr/>
          </p:nvSpPr>
          <p:spPr>
            <a:xfrm>
              <a:off x="5978267" y="2187941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2060" name="3"/>
            <p:cNvSpPr txBox="1"/>
            <p:nvPr/>
          </p:nvSpPr>
          <p:spPr>
            <a:xfrm>
              <a:off x="36270" y="4904526"/>
              <a:ext cx="349113" cy="542616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2061" name="线条"/>
            <p:cNvSpPr/>
            <p:nvPr/>
          </p:nvSpPr>
          <p:spPr>
            <a:xfrm>
              <a:off x="2288919" y="2554687"/>
              <a:ext cx="716682" cy="103584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062" name="线条"/>
            <p:cNvSpPr/>
            <p:nvPr/>
          </p:nvSpPr>
          <p:spPr>
            <a:xfrm flipH="1">
              <a:off x="1129333" y="2585340"/>
              <a:ext cx="793367" cy="79336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063" name="圆形"/>
            <p:cNvSpPr/>
            <p:nvPr/>
          </p:nvSpPr>
          <p:spPr>
            <a:xfrm>
              <a:off x="1796630" y="2110538"/>
              <a:ext cx="647703" cy="647703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64" name="0"/>
            <p:cNvSpPr txBox="1"/>
            <p:nvPr/>
          </p:nvSpPr>
          <p:spPr>
            <a:xfrm>
              <a:off x="1926967" y="2187941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0</a:t>
              </a:r>
            </a:p>
          </p:txBody>
        </p:sp>
        <p:sp>
          <p:nvSpPr>
            <p:cNvPr id="2065" name="圆形"/>
            <p:cNvSpPr/>
            <p:nvPr/>
          </p:nvSpPr>
          <p:spPr>
            <a:xfrm>
              <a:off x="711848" y="3349951"/>
              <a:ext cx="647703" cy="647703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66" name="1"/>
            <p:cNvSpPr txBox="1"/>
            <p:nvPr/>
          </p:nvSpPr>
          <p:spPr>
            <a:xfrm>
              <a:off x="842186" y="3427354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2067" name="线条"/>
            <p:cNvSpPr/>
            <p:nvPr/>
          </p:nvSpPr>
          <p:spPr>
            <a:xfrm flipH="1">
              <a:off x="212771" y="3984187"/>
              <a:ext cx="640073" cy="89614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068" name="线条"/>
            <p:cNvSpPr/>
            <p:nvPr/>
          </p:nvSpPr>
          <p:spPr>
            <a:xfrm>
              <a:off x="1171320" y="3962925"/>
              <a:ext cx="639928" cy="9477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069" name="9"/>
            <p:cNvSpPr txBox="1"/>
            <p:nvPr/>
          </p:nvSpPr>
          <p:spPr>
            <a:xfrm>
              <a:off x="1618571" y="4904526"/>
              <a:ext cx="349113" cy="542616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9</a:t>
              </a:r>
            </a:p>
          </p:txBody>
        </p:sp>
        <p:sp>
          <p:nvSpPr>
            <p:cNvPr id="2070" name="1"/>
            <p:cNvSpPr txBox="1"/>
            <p:nvPr/>
          </p:nvSpPr>
          <p:spPr>
            <a:xfrm>
              <a:off x="2825652" y="3583726"/>
              <a:ext cx="349113" cy="542616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2071" name="6"/>
            <p:cNvSpPr txBox="1"/>
            <p:nvPr/>
          </p:nvSpPr>
          <p:spPr>
            <a:xfrm>
              <a:off x="5035525" y="3571026"/>
              <a:ext cx="349114" cy="542616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</a:t>
              </a:r>
            </a:p>
          </p:txBody>
        </p:sp>
        <p:sp>
          <p:nvSpPr>
            <p:cNvPr id="2072" name="0"/>
            <p:cNvSpPr txBox="1"/>
            <p:nvPr/>
          </p:nvSpPr>
          <p:spPr>
            <a:xfrm>
              <a:off x="139573" y="3427355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0</a:t>
              </a:r>
            </a:p>
          </p:txBody>
        </p:sp>
        <p:sp>
          <p:nvSpPr>
            <p:cNvPr id="2073" name="1"/>
            <p:cNvSpPr txBox="1"/>
            <p:nvPr/>
          </p:nvSpPr>
          <p:spPr>
            <a:xfrm>
              <a:off x="1316333" y="2139467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2074" name="1"/>
            <p:cNvSpPr txBox="1"/>
            <p:nvPr/>
          </p:nvSpPr>
          <p:spPr>
            <a:xfrm>
              <a:off x="5264991" y="2139467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2075" name="圆形"/>
            <p:cNvSpPr/>
            <p:nvPr/>
          </p:nvSpPr>
          <p:spPr>
            <a:xfrm>
              <a:off x="3756214" y="0"/>
              <a:ext cx="647703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76" name="2"/>
            <p:cNvSpPr txBox="1"/>
            <p:nvPr/>
          </p:nvSpPr>
          <p:spPr>
            <a:xfrm>
              <a:off x="3886551" y="77403"/>
              <a:ext cx="4388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 </a:t>
              </a:r>
            </a:p>
          </p:txBody>
        </p:sp>
        <p:sp>
          <p:nvSpPr>
            <p:cNvPr id="2077" name="线条"/>
            <p:cNvSpPr/>
            <p:nvPr/>
          </p:nvSpPr>
          <p:spPr>
            <a:xfrm flipV="1">
              <a:off x="4102340" y="638566"/>
              <a:ext cx="1" cy="47313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</p:grpSp>
      <p:sp>
        <p:nvSpPr>
          <p:cNvPr id="2079" name="冠军被替换成别的选手，重新组织比赛比胜者树简单。替换者和比赛的失败者重赛。"/>
          <p:cNvSpPr txBox="1"/>
          <p:nvPr/>
        </p:nvSpPr>
        <p:spPr>
          <a:xfrm>
            <a:off x="418422" y="1930198"/>
            <a:ext cx="11919600" cy="5334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2500"/>
            </a:pPr>
            <a:r>
              <a:rPr>
                <a:solidFill>
                  <a:schemeClr val="accent1"/>
                </a:solidFill>
              </a:rPr>
              <a:t>冠军</a:t>
            </a:r>
            <a:r>
              <a:t>被替换成别的选手，重新组织比赛比胜者树简单。替换者和比赛的失败者重赛。</a:t>
            </a:r>
          </a:p>
        </p:txBody>
      </p:sp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树形选择排序-二叉堆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树形选择排序-二叉堆</a:t>
            </a:r>
          </a:p>
        </p:txBody>
      </p:sp>
      <p:sp>
        <p:nvSpPr>
          <p:cNvPr id="2082" name="竞赛树中，叶子结点存储待排序的数据，非叶子结点是为了…"/>
          <p:cNvSpPr txBox="1"/>
          <p:nvPr/>
        </p:nvSpPr>
        <p:spPr>
          <a:xfrm>
            <a:off x="269215" y="1405369"/>
            <a:ext cx="12123822" cy="292410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marL="351155" indent="-351155">
              <a:buSzPct val="60000"/>
              <a:buBlip>
                <a:blip r:embed="rId1"/>
              </a:buBlip>
              <a:defRPr sz="3400"/>
            </a:pPr>
            <a:r>
              <a:t>竞赛树中，叶子结点存储待排序的数据，非叶子结点是为了</a:t>
            </a:r>
          </a:p>
          <a:p>
            <a:pPr>
              <a:defRPr sz="3400"/>
            </a:pPr>
            <a:r>
              <a:t>  使用树结构，而增加的存储空间。</a:t>
            </a:r>
          </a:p>
          <a:p>
            <a:pPr marL="351155" indent="-351155">
              <a:buSzPct val="60000"/>
              <a:buBlip>
                <a:blip r:embed="rId1"/>
              </a:buBlip>
              <a:defRPr sz="3400"/>
            </a:pPr>
            <a:r>
              <a:t>二叉堆对此进行了改进：非叶子结点不再保存获胜者的编号，</a:t>
            </a:r>
          </a:p>
          <a:p>
            <a:pPr indent="0">
              <a:defRPr sz="3400"/>
            </a:pPr>
            <a:r>
              <a:t>   而是保存数据</a:t>
            </a:r>
          </a:p>
        </p:txBody>
      </p:sp>
      <p:sp>
        <p:nvSpPr>
          <p:cNvPr id="2083" name="Shape 159"/>
          <p:cNvSpPr txBox="1"/>
          <p:nvPr/>
        </p:nvSpPr>
        <p:spPr>
          <a:xfrm>
            <a:off x="3198070" y="4182337"/>
            <a:ext cx="6275637" cy="6096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marR="57785" defTabSz="1295400">
              <a:lnSpc>
                <a:spcPct val="100000"/>
              </a:lnSpc>
              <a:defRPr sz="2800">
                <a:uFill>
                  <a:solidFill>
                    <a:srgbClr val="000000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pPr>
            <a:r>
              <a:t>（</a:t>
            </a:r>
            <a:r>
              <a: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49</a:t>
            </a:r>
            <a:r>
              <a:t>，</a:t>
            </a:r>
            <a:r>
              <a: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38</a:t>
            </a:r>
            <a:r>
              <a:t>，</a:t>
            </a:r>
            <a:r>
              <a: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65</a:t>
            </a:r>
            <a:r>
              <a:t>，</a:t>
            </a:r>
            <a:r>
              <a: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97</a:t>
            </a:r>
            <a:r>
              <a:t>，</a:t>
            </a:r>
            <a:r>
              <a: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76</a:t>
            </a:r>
            <a:r>
              <a:t>，</a:t>
            </a:r>
            <a:r>
              <a: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13</a:t>
            </a:r>
            <a:r>
              <a:t>，2</a:t>
            </a:r>
            <a:r>
              <a: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7</a:t>
            </a:r>
            <a:r>
              <a:t>）</a:t>
            </a:r>
          </a:p>
        </p:txBody>
      </p:sp>
      <p:sp>
        <p:nvSpPr>
          <p:cNvPr id="2084" name="Shape 162"/>
          <p:cNvSpPr/>
          <p:nvPr/>
        </p:nvSpPr>
        <p:spPr>
          <a:xfrm>
            <a:off x="6754689" y="5165975"/>
            <a:ext cx="666047" cy="666047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085" name="Shape 163"/>
          <p:cNvSpPr/>
          <p:nvPr/>
        </p:nvSpPr>
        <p:spPr>
          <a:xfrm flipH="1">
            <a:off x="5372929" y="5204358"/>
            <a:ext cx="835380" cy="673102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086" name="Shape 164"/>
          <p:cNvSpPr/>
          <p:nvPr/>
        </p:nvSpPr>
        <p:spPr>
          <a:xfrm flipH="1">
            <a:off x="4738211" y="6441620"/>
            <a:ext cx="410917" cy="666046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087" name="Shape 165"/>
          <p:cNvSpPr/>
          <p:nvPr/>
        </p:nvSpPr>
        <p:spPr>
          <a:xfrm>
            <a:off x="5483561" y="6333247"/>
            <a:ext cx="512517" cy="819575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088" name="Shape 166"/>
          <p:cNvSpPr/>
          <p:nvPr/>
        </p:nvSpPr>
        <p:spPr>
          <a:xfrm flipH="1">
            <a:off x="6987241" y="6441620"/>
            <a:ext cx="410917" cy="666046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089" name="Shape 167"/>
          <p:cNvSpPr/>
          <p:nvPr/>
        </p:nvSpPr>
        <p:spPr>
          <a:xfrm>
            <a:off x="7635224" y="6333248"/>
            <a:ext cx="609602" cy="819574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2092" name="Group 171"/>
          <p:cNvGrpSpPr/>
          <p:nvPr/>
        </p:nvGrpSpPr>
        <p:grpSpPr>
          <a:xfrm>
            <a:off x="6122512" y="4730225"/>
            <a:ext cx="1600483" cy="1304150"/>
            <a:chOff x="0" y="0"/>
            <a:chExt cx="1600482" cy="1304148"/>
          </a:xfrm>
        </p:grpSpPr>
        <p:sp>
          <p:nvSpPr>
            <p:cNvPr id="2090" name="Shape 169"/>
            <p:cNvSpPr/>
            <p:nvPr/>
          </p:nvSpPr>
          <p:spPr>
            <a:xfrm>
              <a:off x="0" y="0"/>
              <a:ext cx="673102" cy="673102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91" name="Shape 170"/>
            <p:cNvSpPr/>
            <p:nvPr/>
          </p:nvSpPr>
          <p:spPr>
            <a:xfrm>
              <a:off x="330482" y="3414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algn="ctr" defTabSz="1295400">
                <a:lnSpc>
                  <a:spcPct val="100000"/>
                </a:lnSpc>
                <a:defRPr sz="30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r>
                <a:t>13</a:t>
              </a:r>
            </a:p>
          </p:txBody>
        </p:sp>
      </p:grpSp>
      <p:grpSp>
        <p:nvGrpSpPr>
          <p:cNvPr id="2095" name="Group 174"/>
          <p:cNvGrpSpPr/>
          <p:nvPr/>
        </p:nvGrpSpPr>
        <p:grpSpPr>
          <a:xfrm>
            <a:off x="5038778" y="5872659"/>
            <a:ext cx="673103" cy="666049"/>
            <a:chOff x="0" y="4515"/>
            <a:chExt cx="673101" cy="666048"/>
          </a:xfrm>
        </p:grpSpPr>
        <p:sp>
          <p:nvSpPr>
            <p:cNvPr id="2093" name="Shape 172"/>
            <p:cNvSpPr/>
            <p:nvPr/>
          </p:nvSpPr>
          <p:spPr>
            <a:xfrm>
              <a:off x="0" y="4515"/>
              <a:ext cx="673102" cy="666049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94" name="Shape 173"/>
            <p:cNvSpPr txBox="1"/>
            <p:nvPr/>
          </p:nvSpPr>
          <p:spPr>
            <a:xfrm>
              <a:off x="5954" y="50799"/>
              <a:ext cx="5531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algn="ctr" defTabSz="1295400">
                <a:lnSpc>
                  <a:spcPct val="100000"/>
                </a:lnSpc>
                <a:defRPr sz="30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r>
                <a:t>38</a:t>
              </a:r>
            </a:p>
          </p:txBody>
        </p:sp>
      </p:grpSp>
      <p:grpSp>
        <p:nvGrpSpPr>
          <p:cNvPr id="2098" name="Group 177"/>
          <p:cNvGrpSpPr/>
          <p:nvPr/>
        </p:nvGrpSpPr>
        <p:grpSpPr>
          <a:xfrm>
            <a:off x="7170120" y="5856856"/>
            <a:ext cx="673103" cy="666047"/>
            <a:chOff x="0" y="2258"/>
            <a:chExt cx="673101" cy="666046"/>
          </a:xfrm>
        </p:grpSpPr>
        <p:sp>
          <p:nvSpPr>
            <p:cNvPr id="2096" name="Shape 175"/>
            <p:cNvSpPr/>
            <p:nvPr/>
          </p:nvSpPr>
          <p:spPr>
            <a:xfrm>
              <a:off x="0" y="2258"/>
              <a:ext cx="673102" cy="666047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97" name="Shape 176"/>
            <p:cNvSpPr txBox="1"/>
            <p:nvPr/>
          </p:nvSpPr>
          <p:spPr>
            <a:xfrm>
              <a:off x="46594" y="38100"/>
              <a:ext cx="553100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algn="ctr" defTabSz="1295400">
                <a:lnSpc>
                  <a:spcPct val="100000"/>
                </a:lnSpc>
                <a:defRPr sz="30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r>
                <a:t>27</a:t>
              </a:r>
            </a:p>
          </p:txBody>
        </p:sp>
      </p:grpSp>
      <p:grpSp>
        <p:nvGrpSpPr>
          <p:cNvPr id="2101" name="Group 180"/>
          <p:cNvGrpSpPr/>
          <p:nvPr/>
        </p:nvGrpSpPr>
        <p:grpSpPr>
          <a:xfrm>
            <a:off x="4291453" y="6947362"/>
            <a:ext cx="666047" cy="663791"/>
            <a:chOff x="0" y="0"/>
            <a:chExt cx="666046" cy="663790"/>
          </a:xfrm>
        </p:grpSpPr>
        <p:sp>
          <p:nvSpPr>
            <p:cNvPr id="2099" name="Shape 178"/>
            <p:cNvSpPr/>
            <p:nvPr/>
          </p:nvSpPr>
          <p:spPr>
            <a:xfrm>
              <a:off x="-1" y="0"/>
              <a:ext cx="666048" cy="66379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00" name="Shape 179"/>
            <p:cNvSpPr txBox="1"/>
            <p:nvPr/>
          </p:nvSpPr>
          <p:spPr>
            <a:xfrm>
              <a:off x="38974" y="49388"/>
              <a:ext cx="553100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algn="ctr" defTabSz="1295400">
                <a:lnSpc>
                  <a:spcPct val="100000"/>
                </a:lnSpc>
                <a:defRPr sz="30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</p:grpSp>
      <p:grpSp>
        <p:nvGrpSpPr>
          <p:cNvPr id="2104" name="Group 183"/>
          <p:cNvGrpSpPr/>
          <p:nvPr/>
        </p:nvGrpSpPr>
        <p:grpSpPr>
          <a:xfrm>
            <a:off x="5740947" y="6947362"/>
            <a:ext cx="673103" cy="673103"/>
            <a:chOff x="0" y="0"/>
            <a:chExt cx="673101" cy="673101"/>
          </a:xfrm>
        </p:grpSpPr>
        <p:sp>
          <p:nvSpPr>
            <p:cNvPr id="2102" name="Shape 181"/>
            <p:cNvSpPr/>
            <p:nvPr/>
          </p:nvSpPr>
          <p:spPr>
            <a:xfrm>
              <a:off x="0" y="0"/>
              <a:ext cx="673102" cy="673102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03" name="Shape 182"/>
            <p:cNvSpPr txBox="1"/>
            <p:nvPr/>
          </p:nvSpPr>
          <p:spPr>
            <a:xfrm>
              <a:off x="28532" y="56162"/>
              <a:ext cx="553100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algn="ctr" defTabSz="1295400">
                <a:lnSpc>
                  <a:spcPct val="100000"/>
                </a:lnSpc>
                <a:defRPr sz="30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r>
                <a:t>76</a:t>
              </a:r>
            </a:p>
          </p:txBody>
        </p:sp>
      </p:grpSp>
      <p:grpSp>
        <p:nvGrpSpPr>
          <p:cNvPr id="2107" name="Group 186"/>
          <p:cNvGrpSpPr/>
          <p:nvPr/>
        </p:nvGrpSpPr>
        <p:grpSpPr>
          <a:xfrm>
            <a:off x="6727596" y="6924220"/>
            <a:ext cx="666047" cy="663791"/>
            <a:chOff x="0" y="0"/>
            <a:chExt cx="666046" cy="663790"/>
          </a:xfrm>
        </p:grpSpPr>
        <p:sp>
          <p:nvSpPr>
            <p:cNvPr id="2105" name="Shape 184"/>
            <p:cNvSpPr/>
            <p:nvPr/>
          </p:nvSpPr>
          <p:spPr>
            <a:xfrm>
              <a:off x="-1" y="0"/>
              <a:ext cx="666048" cy="66379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06" name="Shape 185"/>
            <p:cNvSpPr txBox="1"/>
            <p:nvPr/>
          </p:nvSpPr>
          <p:spPr>
            <a:xfrm>
              <a:off x="38975" y="49953"/>
              <a:ext cx="553100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algn="ctr" defTabSz="1295400">
                <a:lnSpc>
                  <a:spcPct val="100000"/>
                </a:lnSpc>
                <a:defRPr sz="30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r>
                <a:t>65</a:t>
              </a:r>
            </a:p>
          </p:txBody>
        </p:sp>
      </p:grpSp>
      <p:grpSp>
        <p:nvGrpSpPr>
          <p:cNvPr id="2110" name="Group 189"/>
          <p:cNvGrpSpPr/>
          <p:nvPr/>
        </p:nvGrpSpPr>
        <p:grpSpPr>
          <a:xfrm>
            <a:off x="7899383" y="6893176"/>
            <a:ext cx="673103" cy="673103"/>
            <a:chOff x="0" y="0"/>
            <a:chExt cx="673101" cy="673101"/>
          </a:xfrm>
        </p:grpSpPr>
        <p:sp>
          <p:nvSpPr>
            <p:cNvPr id="2108" name="Shape 187"/>
            <p:cNvSpPr/>
            <p:nvPr/>
          </p:nvSpPr>
          <p:spPr>
            <a:xfrm>
              <a:off x="0" y="0"/>
              <a:ext cx="673102" cy="673102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09" name="Shape 188"/>
            <p:cNvSpPr txBox="1"/>
            <p:nvPr/>
          </p:nvSpPr>
          <p:spPr>
            <a:xfrm>
              <a:off x="66632" y="18062"/>
              <a:ext cx="553100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algn="ctr" defTabSz="1295400">
                <a:lnSpc>
                  <a:spcPct val="100000"/>
                </a:lnSpc>
                <a:defRPr sz="30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</p:grpSp>
      <p:sp>
        <p:nvSpPr>
          <p:cNvPr id="2111" name="线条"/>
          <p:cNvSpPr/>
          <p:nvPr/>
        </p:nvSpPr>
        <p:spPr>
          <a:xfrm flipV="1">
            <a:off x="6515100" y="5439308"/>
            <a:ext cx="0" cy="3445835"/>
          </a:xfrm>
          <a:prstGeom prst="line">
            <a:avLst/>
          </a:prstGeom>
          <a:ln w="25400">
            <a:solidFill>
              <a:schemeClr val="accent1"/>
            </a:solidFill>
            <a:custDash>
              <a:ds d="200000" sp="200000"/>
            </a:custDash>
            <a:miter lim="400000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12" name="上半区"/>
          <p:cNvSpPr txBox="1"/>
          <p:nvPr/>
        </p:nvSpPr>
        <p:spPr>
          <a:xfrm>
            <a:off x="4844779" y="8287506"/>
            <a:ext cx="150560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上半区</a:t>
            </a:r>
          </a:p>
        </p:txBody>
      </p:sp>
      <p:sp>
        <p:nvSpPr>
          <p:cNvPr id="2113" name="下半区"/>
          <p:cNvSpPr txBox="1"/>
          <p:nvPr/>
        </p:nvSpPr>
        <p:spPr>
          <a:xfrm>
            <a:off x="6753872" y="8287506"/>
            <a:ext cx="150560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下半区</a:t>
            </a:r>
          </a:p>
        </p:txBody>
      </p: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" name="Shape 755"/>
          <p:cNvSpPr txBox="1"/>
          <p:nvPr/>
        </p:nvSpPr>
        <p:spPr>
          <a:xfrm>
            <a:off x="646994" y="2377764"/>
            <a:ext cx="5502971" cy="7239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40000"/>
              </a:lnSpc>
              <a:defRPr>
                <a:uFill>
                  <a:solidFill>
                    <a:srgbClr val="990000"/>
                  </a:solidFill>
                </a:uFill>
              </a:defRPr>
            </a:lvl1pPr>
          </a:lstStyle>
          <a:p>
            <a:pPr>
              <a:defRPr>
                <a:uFill>
                  <a:solidFill>
                    <a:srgbClr val="000000"/>
                  </a:solidFill>
                </a:uFill>
              </a:defRPr>
            </a:pPr>
            <a:r>
              <a:rPr>
                <a:uFill>
                  <a:solidFill>
                    <a:srgbClr val="990000"/>
                  </a:solidFill>
                </a:uFill>
              </a:rPr>
              <a:t>例如，2-路归并排序：</a:t>
            </a:r>
            <a:endParaRPr>
              <a:uFill>
                <a:solidFill>
                  <a:srgbClr val="990000"/>
                </a:solidFill>
              </a:uFill>
            </a:endParaRPr>
          </a:p>
        </p:txBody>
      </p:sp>
      <p:grpSp>
        <p:nvGrpSpPr>
          <p:cNvPr id="2118" name="Group 759"/>
          <p:cNvGrpSpPr/>
          <p:nvPr/>
        </p:nvGrpSpPr>
        <p:grpSpPr>
          <a:xfrm>
            <a:off x="6479050" y="3491167"/>
            <a:ext cx="5588001" cy="729257"/>
            <a:chOff x="0" y="0"/>
            <a:chExt cx="5588000" cy="729256"/>
          </a:xfrm>
        </p:grpSpPr>
        <p:sp>
          <p:nvSpPr>
            <p:cNvPr id="2116" name="Shape 757"/>
            <p:cNvSpPr/>
            <p:nvPr/>
          </p:nvSpPr>
          <p:spPr>
            <a:xfrm>
              <a:off x="0" y="35857"/>
              <a:ext cx="5588000" cy="660403"/>
            </a:xfrm>
            <a:prstGeom prst="rect">
              <a:avLst/>
            </a:prstGeom>
            <a:solidFill>
              <a:srgbClr val="FF6600">
                <a:alpha val="50195"/>
              </a:srgbClr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17" name="Shape 758"/>
            <p:cNvSpPr txBox="1"/>
            <p:nvPr/>
          </p:nvSpPr>
          <p:spPr>
            <a:xfrm>
              <a:off x="260136" y="0"/>
              <a:ext cx="4892552" cy="7292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algn="ctr" defTabSz="1295400">
                <a:lnSpc>
                  <a:spcPct val="100000"/>
                </a:lnSpc>
                <a:defRPr sz="3800">
                  <a:uFill>
                    <a:solidFill>
                      <a:srgbClr val="000000"/>
                    </a:solidFill>
                  </a:u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  <a:r>
                <a:t>有序序列</a:t>
              </a:r>
              <a:r>
                <a:rPr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r>
                <a:rPr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S</a:t>
              </a:r>
              <a:endPara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grpSp>
        <p:nvGrpSpPr>
          <p:cNvPr id="2121" name="Group 763"/>
          <p:cNvGrpSpPr/>
          <p:nvPr/>
        </p:nvGrpSpPr>
        <p:grpSpPr>
          <a:xfrm>
            <a:off x="877155" y="5312649"/>
            <a:ext cx="11171770" cy="730591"/>
            <a:chOff x="0" y="0"/>
            <a:chExt cx="11171768" cy="730590"/>
          </a:xfrm>
        </p:grpSpPr>
        <p:sp>
          <p:nvSpPr>
            <p:cNvPr id="2119" name="Shape 761"/>
            <p:cNvSpPr/>
            <p:nvPr/>
          </p:nvSpPr>
          <p:spPr>
            <a:xfrm>
              <a:off x="0" y="56722"/>
              <a:ext cx="11171769" cy="673869"/>
            </a:xfrm>
            <a:prstGeom prst="rect">
              <a:avLst/>
            </a:prstGeom>
            <a:solidFill>
              <a:srgbClr val="FFCC99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20" name="Shape 762"/>
            <p:cNvSpPr txBox="1"/>
            <p:nvPr/>
          </p:nvSpPr>
          <p:spPr>
            <a:xfrm>
              <a:off x="3609914" y="0"/>
              <a:ext cx="3956306" cy="6922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algn="ctr" defTabSz="1295400">
                <a:lnSpc>
                  <a:spcPct val="100000"/>
                </a:lnSpc>
                <a:defRPr sz="3800">
                  <a:uFill>
                    <a:solidFill>
                      <a:srgbClr val="000000"/>
                    </a:solidFill>
                  </a:u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  <a:r>
                <a:t>有</a:t>
              </a:r>
              <a:r>
                <a:rPr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r>
                <a:t>序</a:t>
              </a:r>
              <a:r>
                <a:rPr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r>
                <a:t>序</a:t>
              </a:r>
              <a:r>
                <a:rPr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</a:t>
              </a:r>
              <a:r>
                <a:t>列</a:t>
              </a:r>
              <a:r>
                <a:rPr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T</a:t>
              </a:r>
              <a:endPara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sp>
        <p:nvSpPr>
          <p:cNvPr id="2122" name="Shape 765"/>
          <p:cNvSpPr txBox="1"/>
          <p:nvPr/>
        </p:nvSpPr>
        <p:spPr>
          <a:xfrm>
            <a:off x="2126544" y="139700"/>
            <a:ext cx="85471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归并</a:t>
            </a:r>
          </a:p>
        </p:txBody>
      </p:sp>
      <p:sp>
        <p:nvSpPr>
          <p:cNvPr id="2123" name="Shape 753"/>
          <p:cNvSpPr txBox="1"/>
          <p:nvPr/>
        </p:nvSpPr>
        <p:spPr>
          <a:xfrm>
            <a:off x="371121" y="1552384"/>
            <a:ext cx="12118296" cy="7239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marR="57785" defTabSz="1295400">
              <a:lnSpc>
                <a:spcPct val="125000"/>
              </a:lnSpc>
              <a:defRPr>
                <a:uFill>
                  <a:solidFill>
                    <a:srgbClr val="000000"/>
                  </a:solidFill>
                </a:uFill>
              </a:defRPr>
            </a:pPr>
            <a:r>
              <a:t>m路归并：将m个有序序列(</a:t>
            </a:r>
            <a:r>
              <a:rPr>
                <a:solidFill>
                  <a:schemeClr val="accent1"/>
                </a:solidFill>
              </a:rPr>
              <a:t>run</a:t>
            </a:r>
            <a:r>
              <a:t>)， 合并为一个有序序列。</a:t>
            </a:r>
          </a:p>
        </p:txBody>
      </p:sp>
      <p:sp>
        <p:nvSpPr>
          <p:cNvPr id="2124" name="Shape 757"/>
          <p:cNvSpPr/>
          <p:nvPr/>
        </p:nvSpPr>
        <p:spPr>
          <a:xfrm>
            <a:off x="881918" y="3525390"/>
            <a:ext cx="5588001" cy="660403"/>
          </a:xfrm>
          <a:prstGeom prst="rect">
            <a:avLst/>
          </a:prstGeom>
          <a:solidFill>
            <a:srgbClr val="FF6600">
              <a:alpha val="50195"/>
            </a:srgbClr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25" name="Shape 758"/>
          <p:cNvSpPr txBox="1"/>
          <p:nvPr/>
        </p:nvSpPr>
        <p:spPr>
          <a:xfrm>
            <a:off x="771696" y="3472277"/>
            <a:ext cx="5092703" cy="7747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marR="57785" algn="ctr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pPr>
            <a:r>
              <a:t>有序序列</a:t>
            </a:r>
            <a:r>
              <a: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7" name="Shape 812"/>
          <p:cNvSpPr txBox="1"/>
          <p:nvPr/>
        </p:nvSpPr>
        <p:spPr>
          <a:xfrm>
            <a:off x="2126544" y="139700"/>
            <a:ext cx="85471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归并</a:t>
            </a:r>
          </a:p>
        </p:txBody>
      </p:sp>
      <p:graphicFrame>
        <p:nvGraphicFramePr>
          <p:cNvPr id="2128" name="表格"/>
          <p:cNvGraphicFramePr/>
          <p:nvPr/>
        </p:nvGraphicFramePr>
        <p:xfrm>
          <a:off x="1153520" y="2924531"/>
          <a:ext cx="5093547" cy="5635414"/>
        </p:xfrm>
        <a:graphic>
          <a:graphicData uri="http://schemas.openxmlformats.org/drawingml/2006/table">
            <a:tbl>
              <a:tblPr bandRow="1">
                <a:tableStyleId>{EEE7283C-3CF3-47DC-8721-378D4A62B228}</a:tableStyleId>
              </a:tblPr>
              <a:tblGrid>
                <a:gridCol w="1270211"/>
                <a:gridCol w="1270211"/>
                <a:gridCol w="1270211"/>
              </a:tblGrid>
              <a:tr h="1124542"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38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chemeClr val="accent6">
                        <a:satOff val="-10693"/>
                        <a:lumOff val="2862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49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chemeClr val="accent6">
                        <a:satOff val="-10693"/>
                        <a:lumOff val="2862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65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chemeClr val="accent6">
                        <a:satOff val="-10693"/>
                        <a:lumOff val="28627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29" name="表格"/>
          <p:cNvGraphicFramePr/>
          <p:nvPr/>
        </p:nvGraphicFramePr>
        <p:xfrm>
          <a:off x="6931336" y="2924531"/>
          <a:ext cx="5093548" cy="5635414"/>
        </p:xfrm>
        <a:graphic>
          <a:graphicData uri="http://schemas.openxmlformats.org/drawingml/2006/table">
            <a:tbl>
              <a:tblPr bandRow="1">
                <a:tableStyleId>{EEE7283C-3CF3-47DC-8721-378D4A62B228}</a:tableStyleId>
              </a:tblPr>
              <a:tblGrid>
                <a:gridCol w="1270211"/>
                <a:gridCol w="1270211"/>
                <a:gridCol w="1270211"/>
                <a:gridCol w="1270211"/>
              </a:tblGrid>
              <a:tr h="1124542"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13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T w="1270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FFFFFF"/>
                      </a:solidFill>
                      <a:miter lim="400000"/>
                    </a:lnB>
                    <a:solidFill>
                      <a:schemeClr val="accent6">
                        <a:satOff val="-10693"/>
                        <a:lumOff val="2862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27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lnT w="1270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FFFFFF"/>
                      </a:solidFill>
                      <a:miter lim="400000"/>
                    </a:lnB>
                    <a:solidFill>
                      <a:schemeClr val="accent6">
                        <a:satOff val="-10693"/>
                        <a:lumOff val="2862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76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lnT w="1270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FFFFFF"/>
                      </a:solidFill>
                      <a:miter lim="400000"/>
                    </a:lnB>
                    <a:solidFill>
                      <a:schemeClr val="accent6">
                        <a:satOff val="-10693"/>
                        <a:lumOff val="2862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97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lnR w="12700">
                      <a:solidFill>
                        <a:srgbClr val="FFFFFF"/>
                      </a:solidFill>
                      <a:miter lim="400000"/>
                    </a:lnR>
                    <a:lnT w="1270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FFFFFF"/>
                      </a:solidFill>
                      <a:miter lim="400000"/>
                    </a:lnB>
                    <a:solidFill>
                      <a:schemeClr val="accent6">
                        <a:satOff val="-10693"/>
                        <a:lumOff val="28627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30" name="表格"/>
          <p:cNvGraphicFramePr/>
          <p:nvPr/>
        </p:nvGraphicFramePr>
        <p:xfrm>
          <a:off x="2042904" y="6072192"/>
          <a:ext cx="8891477" cy="5635414"/>
        </p:xfrm>
        <a:graphic>
          <a:graphicData uri="http://schemas.openxmlformats.org/drawingml/2006/table">
            <a:tbl>
              <a:tblPr bandRow="1">
                <a:tableStyleId>{EEE7283C-3CF3-47DC-8721-378D4A62B228}</a:tableStyleId>
              </a:tblPr>
              <a:tblGrid>
                <a:gridCol w="1270211"/>
                <a:gridCol w="1270211"/>
                <a:gridCol w="1270211"/>
                <a:gridCol w="1270211"/>
                <a:gridCol w="1270211"/>
                <a:gridCol w="1270211"/>
                <a:gridCol w="1270211"/>
              </a:tblGrid>
              <a:tr h="1124542"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13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27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500" b="1">
                          <a:uFill>
                            <a:solidFill>
                              <a:srgbClr val="000000"/>
                            </a:solidFill>
                          </a:uFill>
                        </a:rPr>
                        <a:t>38</a:t>
                      </a:r>
                      <a:endParaRPr sz="3500" b="1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3500"/>
                      </a:p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3500"/>
                      </a:p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3500"/>
                      </a:p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3500"/>
                      </a:p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</a:tr>
            </a:tbl>
          </a:graphicData>
        </a:graphic>
      </p:graphicFrame>
      <p:sp>
        <p:nvSpPr>
          <p:cNvPr id="2131" name="线条"/>
          <p:cNvSpPr/>
          <p:nvPr/>
        </p:nvSpPr>
        <p:spPr>
          <a:xfrm flipV="1">
            <a:off x="6502400" y="7236061"/>
            <a:ext cx="1" cy="76200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32" name="k"/>
          <p:cNvSpPr txBox="1"/>
          <p:nvPr/>
        </p:nvSpPr>
        <p:spPr>
          <a:xfrm>
            <a:off x="6314750" y="7928385"/>
            <a:ext cx="394350" cy="59071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k</a:t>
            </a:r>
          </a:p>
        </p:txBody>
      </p:sp>
      <p:sp>
        <p:nvSpPr>
          <p:cNvPr id="2133" name="线条"/>
          <p:cNvSpPr/>
          <p:nvPr/>
        </p:nvSpPr>
        <p:spPr>
          <a:xfrm flipV="1">
            <a:off x="10116033" y="4026745"/>
            <a:ext cx="1" cy="76200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34" name="j"/>
          <p:cNvSpPr txBox="1"/>
          <p:nvPr/>
        </p:nvSpPr>
        <p:spPr>
          <a:xfrm>
            <a:off x="9953783" y="4719068"/>
            <a:ext cx="295597" cy="59071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j</a:t>
            </a:r>
          </a:p>
        </p:txBody>
      </p:sp>
      <p:sp>
        <p:nvSpPr>
          <p:cNvPr id="2135" name="线条"/>
          <p:cNvSpPr/>
          <p:nvPr/>
        </p:nvSpPr>
        <p:spPr>
          <a:xfrm flipV="1">
            <a:off x="3073289" y="4009466"/>
            <a:ext cx="1" cy="76200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36" name="i"/>
          <p:cNvSpPr txBox="1"/>
          <p:nvPr/>
        </p:nvSpPr>
        <p:spPr>
          <a:xfrm>
            <a:off x="2911039" y="4701789"/>
            <a:ext cx="295597" cy="59071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i</a:t>
            </a:r>
          </a:p>
        </p:txBody>
      </p:sp>
      <p:sp>
        <p:nvSpPr>
          <p:cNvPr id="2137" name="比较i和j所指的数据，将小的数据复制到位置k。"/>
          <p:cNvSpPr txBox="1"/>
          <p:nvPr/>
        </p:nvSpPr>
        <p:spPr>
          <a:xfrm>
            <a:off x="782630" y="1613241"/>
            <a:ext cx="9531343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比较i和j所指的数据，将小的数据复制到位置k。</a:t>
            </a:r>
          </a:p>
        </p:txBody>
      </p:sp>
    </p:spTree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Shape 812"/>
          <p:cNvSpPr txBox="1"/>
          <p:nvPr/>
        </p:nvSpPr>
        <p:spPr>
          <a:xfrm>
            <a:off x="2126544" y="139700"/>
            <a:ext cx="85471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归并代码</a:t>
            </a:r>
          </a:p>
        </p:txBody>
      </p:sp>
      <p:sp>
        <p:nvSpPr>
          <p:cNvPr id="2140" name="private static &lt;T&gt; void twoWayMerge(T[] a, T[] b, int lo, int m, int hi, int t) {…"/>
          <p:cNvSpPr txBox="1"/>
          <p:nvPr/>
        </p:nvSpPr>
        <p:spPr>
          <a:xfrm>
            <a:off x="-58861" y="1545456"/>
            <a:ext cx="12917911" cy="4538093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&lt;T&gt;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twoWayMerge(T[]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, T[] </a:t>
            </a:r>
            <a:r>
              <a:rPr>
                <a:solidFill>
                  <a:srgbClr val="7E504F"/>
                </a:solidFill>
              </a:rPr>
              <a:t>b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lo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m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hi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t</a:t>
            </a:r>
            <a:r>
              <a:t>) {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q</a:t>
            </a:r>
            <a:r>
              <a:t> = </a:t>
            </a:r>
            <a:r>
              <a:rPr>
                <a:solidFill>
                  <a:srgbClr val="7E504F"/>
                </a:solidFill>
              </a:rPr>
              <a:t>m</a:t>
            </a:r>
            <a:r>
              <a:t> + 1;</a:t>
            </a:r>
          </a:p>
          <a:p>
            <a:pPr indent="0">
              <a:lnSpc>
                <a:spcPct val="10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while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lo</a:t>
            </a:r>
            <a:r>
              <a:rPr>
                <a:solidFill>
                  <a:srgbClr val="000000"/>
                </a:solidFill>
              </a:rPr>
              <a:t> &lt;= </a:t>
            </a:r>
            <a:r>
              <a:rPr>
                <a:solidFill>
                  <a:srgbClr val="7E504F"/>
                </a:solidFill>
              </a:rPr>
              <a:t>m</a:t>
            </a:r>
            <a:r>
              <a:rPr>
                <a:solidFill>
                  <a:srgbClr val="000000"/>
                </a:solidFill>
              </a:rPr>
              <a:t> &amp;&amp; </a:t>
            </a:r>
            <a:r>
              <a:rPr>
                <a:solidFill>
                  <a:srgbClr val="7E504F"/>
                </a:solidFill>
              </a:rPr>
              <a:t>q</a:t>
            </a:r>
            <a:r>
              <a:rPr>
                <a:solidFill>
                  <a:srgbClr val="000000"/>
                </a:solidFill>
              </a:rPr>
              <a:t> &lt;= </a:t>
            </a:r>
            <a:r>
              <a:rPr>
                <a:solidFill>
                  <a:srgbClr val="7E504F"/>
                </a:solidFill>
              </a:rPr>
              <a:t>hi</a:t>
            </a:r>
            <a:r>
              <a:rPr>
                <a:solidFill>
                  <a:srgbClr val="000000"/>
                </a:solidFill>
              </a:rPr>
              <a:t>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(((Comparable&lt;T&gt;)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lo</a:t>
            </a:r>
            <a:r>
              <a:t>]).compareTo(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q</a:t>
            </a:r>
            <a:r>
              <a:t>]) &lt; 0)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b</a:t>
            </a:r>
            <a:r>
              <a:t>[</a:t>
            </a:r>
            <a:r>
              <a:rPr>
                <a:solidFill>
                  <a:srgbClr val="7E504F"/>
                </a:solidFill>
              </a:rPr>
              <a:t>t</a:t>
            </a:r>
            <a:r>
              <a:t>++]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lo</a:t>
            </a:r>
            <a:r>
              <a:t>++];</a:t>
            </a:r>
          </a:p>
          <a:p>
            <a:pPr indent="0">
              <a:lnSpc>
                <a:spcPct val="10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else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b</a:t>
            </a:r>
            <a:r>
              <a:t>[</a:t>
            </a:r>
            <a:r>
              <a:rPr>
                <a:solidFill>
                  <a:srgbClr val="7E504F"/>
                </a:solidFill>
              </a:rPr>
              <a:t>t</a:t>
            </a:r>
            <a:r>
              <a:t>++]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q</a:t>
            </a:r>
            <a:r>
              <a:t>++];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lo</a:t>
            </a:r>
            <a:r>
              <a:t> &lt;= </a:t>
            </a:r>
            <a:r>
              <a:rPr>
                <a:solidFill>
                  <a:srgbClr val="7E504F"/>
                </a:solidFill>
              </a:rPr>
              <a:t>m</a:t>
            </a:r>
            <a:r>
              <a:t>)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System.arraycopy(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lo</a:t>
            </a:r>
            <a:r>
              <a:t>, </a:t>
            </a:r>
            <a:r>
              <a:rPr>
                <a:solidFill>
                  <a:srgbClr val="7E504F"/>
                </a:solidFill>
              </a:rPr>
              <a:t>b</a:t>
            </a:r>
            <a:r>
              <a:t>, </a:t>
            </a:r>
            <a:r>
              <a:rPr>
                <a:solidFill>
                  <a:srgbClr val="7E504F"/>
                </a:solidFill>
              </a:rPr>
              <a:t>t</a:t>
            </a:r>
            <a:r>
              <a:t>, </a:t>
            </a:r>
            <a:r>
              <a:rPr>
                <a:solidFill>
                  <a:srgbClr val="7E504F"/>
                </a:solidFill>
              </a:rPr>
              <a:t>m</a:t>
            </a:r>
            <a:r>
              <a:t> - </a:t>
            </a:r>
            <a:r>
              <a:rPr>
                <a:solidFill>
                  <a:srgbClr val="7E504F"/>
                </a:solidFill>
              </a:rPr>
              <a:t>lo</a:t>
            </a:r>
            <a:r>
              <a:t> + 1);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q</a:t>
            </a:r>
            <a:r>
              <a:t> &lt;= </a:t>
            </a:r>
            <a:r>
              <a:rPr>
                <a:solidFill>
                  <a:srgbClr val="7E504F"/>
                </a:solidFill>
              </a:rPr>
              <a:t>hi</a:t>
            </a:r>
            <a:r>
              <a:t>)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System.arraycopy(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q</a:t>
            </a:r>
            <a:r>
              <a:t>, </a:t>
            </a:r>
            <a:r>
              <a:rPr>
                <a:solidFill>
                  <a:srgbClr val="7E504F"/>
                </a:solidFill>
              </a:rPr>
              <a:t>b</a:t>
            </a:r>
            <a:r>
              <a:t>, </a:t>
            </a:r>
            <a:r>
              <a:rPr>
                <a:solidFill>
                  <a:srgbClr val="7E504F"/>
                </a:solidFill>
              </a:rPr>
              <a:t>t</a:t>
            </a:r>
            <a:r>
              <a:t>, </a:t>
            </a:r>
            <a:r>
              <a:rPr>
                <a:solidFill>
                  <a:srgbClr val="7E504F"/>
                </a:solidFill>
              </a:rPr>
              <a:t>hi</a:t>
            </a:r>
            <a:r>
              <a:t> - </a:t>
            </a:r>
            <a:r>
              <a:rPr>
                <a:solidFill>
                  <a:srgbClr val="7E504F"/>
                </a:solidFill>
              </a:rPr>
              <a:t>q</a:t>
            </a:r>
            <a:r>
              <a:t> + 1);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2" name="Shape 812"/>
          <p:cNvSpPr txBox="1"/>
          <p:nvPr/>
        </p:nvSpPr>
        <p:spPr>
          <a:xfrm>
            <a:off x="2126544" y="139700"/>
            <a:ext cx="85471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归并排序</a:t>
            </a:r>
          </a:p>
        </p:txBody>
      </p:sp>
      <p:sp>
        <p:nvSpPr>
          <p:cNvPr id="2143" name="将待排序的数据划分成若干个有序的序列，再进行归并。…"/>
          <p:cNvSpPr txBox="1"/>
          <p:nvPr/>
        </p:nvSpPr>
        <p:spPr>
          <a:xfrm>
            <a:off x="1026788" y="1663219"/>
            <a:ext cx="11284600" cy="433564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将待排序的数据</a:t>
            </a:r>
            <a:r>
              <a:rPr>
                <a:solidFill>
                  <a:schemeClr val="accent1"/>
                </a:solidFill>
              </a:rPr>
              <a:t>划分</a:t>
            </a:r>
            <a:r>
              <a:t>成若干个有序的序列，再进行归并。</a:t>
            </a:r>
          </a:p>
          <a:p>
            <a:pPr marL="732155" lvl="1" indent="-351155">
              <a:buSzPct val="60000"/>
              <a:buBlip>
                <a:blip r:embed="rId1"/>
              </a:buBlip>
            </a:pPr>
            <a:r>
              <a:t>直接插入排序是归并排序的特例</a:t>
            </a:r>
          </a:p>
          <a:p>
            <a:pPr marL="732155" lvl="1" indent="-351155">
              <a:buSzPct val="60000"/>
              <a:buBlip>
                <a:blip r:embed="rId1"/>
              </a:buBlip>
            </a:pPr>
            <a:r>
              <a:t>某种意义上，直接交换排序和直接选择排序也是</a:t>
            </a:r>
          </a:p>
          <a:p>
            <a:pPr lvl="1" indent="228600"/>
            <a:r>
              <a:t>     归并排序的特例</a:t>
            </a:r>
          </a:p>
          <a:p>
            <a:pPr indent="0"/>
          </a:p>
          <a:p>
            <a:pPr indent="0"/>
            <a:r>
              <a:t>如何划分？</a:t>
            </a:r>
          </a:p>
        </p:txBody>
      </p:sp>
    </p:spTree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5" name="Shape 828"/>
          <p:cNvSpPr txBox="1"/>
          <p:nvPr/>
        </p:nvSpPr>
        <p:spPr>
          <a:xfrm>
            <a:off x="3034350" y="1352927"/>
            <a:ext cx="7448803" cy="63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[52] [23] [80] [36] [68] [14] [19] [41]</a:t>
            </a:r>
          </a:p>
        </p:txBody>
      </p:sp>
      <p:sp>
        <p:nvSpPr>
          <p:cNvPr id="2146" name="Shape 828"/>
          <p:cNvSpPr txBox="1"/>
          <p:nvPr/>
        </p:nvSpPr>
        <p:spPr>
          <a:xfrm>
            <a:off x="3707450" y="3262961"/>
            <a:ext cx="6283777" cy="63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[23  52] [36 80] [14 68] [19 41]</a:t>
            </a:r>
          </a:p>
        </p:txBody>
      </p:sp>
      <p:sp>
        <p:nvSpPr>
          <p:cNvPr id="2147" name="初始有序长度=1"/>
          <p:cNvSpPr txBox="1"/>
          <p:nvPr/>
        </p:nvSpPr>
        <p:spPr>
          <a:xfrm>
            <a:off x="553028" y="1445493"/>
            <a:ext cx="2325196" cy="5207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初始有序长度=1</a:t>
            </a:r>
          </a:p>
        </p:txBody>
      </p:sp>
      <p:sp>
        <p:nvSpPr>
          <p:cNvPr id="2148" name="线条"/>
          <p:cNvSpPr/>
          <p:nvPr/>
        </p:nvSpPr>
        <p:spPr>
          <a:xfrm flipV="1">
            <a:off x="3422256" y="1975932"/>
            <a:ext cx="1" cy="76200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49" name="线条"/>
          <p:cNvSpPr/>
          <p:nvPr/>
        </p:nvSpPr>
        <p:spPr>
          <a:xfrm flipV="1">
            <a:off x="4501756" y="1975932"/>
            <a:ext cx="1" cy="76200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50" name="线条"/>
          <p:cNvSpPr/>
          <p:nvPr/>
        </p:nvSpPr>
        <p:spPr>
          <a:xfrm flipV="1">
            <a:off x="4552556" y="3903932"/>
            <a:ext cx="1" cy="76200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51" name="线条"/>
          <p:cNvSpPr/>
          <p:nvPr/>
        </p:nvSpPr>
        <p:spPr>
          <a:xfrm flipV="1">
            <a:off x="6191040" y="3903932"/>
            <a:ext cx="1" cy="76200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52" name="有序长度=2"/>
          <p:cNvSpPr txBox="1"/>
          <p:nvPr/>
        </p:nvSpPr>
        <p:spPr>
          <a:xfrm>
            <a:off x="616528" y="3362807"/>
            <a:ext cx="1715596" cy="5207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有序长度=2</a:t>
            </a:r>
          </a:p>
        </p:txBody>
      </p:sp>
      <p:sp>
        <p:nvSpPr>
          <p:cNvPr id="2153" name="有序长度=4"/>
          <p:cNvSpPr txBox="1"/>
          <p:nvPr/>
        </p:nvSpPr>
        <p:spPr>
          <a:xfrm>
            <a:off x="658582" y="5342680"/>
            <a:ext cx="1715596" cy="5207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有序长度=4</a:t>
            </a:r>
          </a:p>
        </p:txBody>
      </p:sp>
      <p:sp>
        <p:nvSpPr>
          <p:cNvPr id="2154" name="线条"/>
          <p:cNvSpPr/>
          <p:nvPr/>
        </p:nvSpPr>
        <p:spPr>
          <a:xfrm flipV="1">
            <a:off x="5381446" y="5795796"/>
            <a:ext cx="1" cy="76200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55" name="线条"/>
          <p:cNvSpPr/>
          <p:nvPr/>
        </p:nvSpPr>
        <p:spPr>
          <a:xfrm flipV="1">
            <a:off x="8214317" y="5784253"/>
            <a:ext cx="1" cy="76200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56" name="Shape 828"/>
          <p:cNvSpPr txBox="1"/>
          <p:nvPr/>
        </p:nvSpPr>
        <p:spPr>
          <a:xfrm>
            <a:off x="3938282" y="5219581"/>
            <a:ext cx="5640939" cy="63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[23 36 52 80]  [14 19 41 68]</a:t>
            </a:r>
          </a:p>
        </p:txBody>
      </p:sp>
      <p:sp>
        <p:nvSpPr>
          <p:cNvPr id="2157" name="Shape 828"/>
          <p:cNvSpPr txBox="1"/>
          <p:nvPr/>
        </p:nvSpPr>
        <p:spPr>
          <a:xfrm>
            <a:off x="4249904" y="7091260"/>
            <a:ext cx="5198869" cy="63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[14 19 23 36 41 52 68 80]</a:t>
            </a:r>
          </a:p>
        </p:txBody>
      </p:sp>
      <p:sp>
        <p:nvSpPr>
          <p:cNvPr id="2158" name="Shape 812"/>
          <p:cNvSpPr txBox="1"/>
          <p:nvPr/>
        </p:nvSpPr>
        <p:spPr>
          <a:xfrm>
            <a:off x="2254179" y="139700"/>
            <a:ext cx="85471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直接归并排序</a:t>
            </a:r>
          </a:p>
        </p:txBody>
      </p:sp>
    </p:spTree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Shape 812"/>
          <p:cNvSpPr txBox="1"/>
          <p:nvPr/>
        </p:nvSpPr>
        <p:spPr>
          <a:xfrm>
            <a:off x="2126544" y="139700"/>
            <a:ext cx="85471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直接归并排序代码</a:t>
            </a:r>
          </a:p>
        </p:txBody>
      </p:sp>
      <p:sp>
        <p:nvSpPr>
          <p:cNvPr id="2161" name="public static &lt;T&gt; T[] mergeSort(T[] a) {…"/>
          <p:cNvSpPr txBox="1"/>
          <p:nvPr/>
        </p:nvSpPr>
        <p:spPr>
          <a:xfrm>
            <a:off x="1140223" y="1060812"/>
            <a:ext cx="11317375" cy="8799033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&lt;T&gt; T[] mergeSort(T[]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) {</a:t>
            </a:r>
          </a:p>
          <a:p>
            <a:pPr indent="0">
              <a:lnSpc>
                <a:spcPct val="100000"/>
              </a:lnSpc>
              <a:defRPr sz="1800"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@SuppressWarnings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T[] </a:t>
            </a:r>
            <a:r>
              <a:rPr>
                <a:solidFill>
                  <a:srgbClr val="7E504F"/>
                </a:solidFill>
              </a:rPr>
              <a:t>b</a:t>
            </a:r>
            <a:r>
              <a:t> = (T[]) Array.newInstance(</a:t>
            </a:r>
            <a:r>
              <a:rPr>
                <a:solidFill>
                  <a:srgbClr val="7E504F"/>
                </a:solidFill>
              </a:rPr>
              <a:t>a</a:t>
            </a:r>
            <a:r>
              <a:t>.getClass().getComponentType(),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);</a:t>
            </a:r>
          </a:p>
          <a:p>
            <a:pPr indent="0">
              <a:lnSpc>
                <a:spcPct val="100000"/>
              </a:lnSpc>
              <a:defRPr sz="18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// 合并的长度从1开始，逐次加倍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length</a:t>
            </a:r>
            <a:r>
              <a:t> = 1; </a:t>
            </a:r>
            <a:r>
              <a:rPr>
                <a:solidFill>
                  <a:srgbClr val="7E504F"/>
                </a:solidFill>
              </a:rPr>
              <a:t>length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; </a:t>
            </a:r>
            <a:r>
              <a:rPr>
                <a:solidFill>
                  <a:srgbClr val="7E504F"/>
                </a:solidFill>
              </a:rPr>
              <a:t>length</a:t>
            </a:r>
            <a:r>
              <a:t> &lt;&lt;= 1) {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t</a:t>
            </a:r>
            <a:r>
              <a:t> = 0;</a:t>
            </a:r>
          </a:p>
          <a:p>
            <a:pPr indent="0">
              <a:lnSpc>
                <a:spcPct val="100000"/>
              </a:lnSpc>
              <a:defRPr sz="18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lo</a:t>
            </a:r>
            <a:r>
              <a:rPr>
                <a:solidFill>
                  <a:srgbClr val="000000"/>
                </a:solidFill>
              </a:rPr>
              <a:t> = 0;</a:t>
            </a:r>
            <a:r>
              <a:t>// 待合并的第1部分的开始位置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8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lo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8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m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lo</a:t>
            </a:r>
            <a:r>
              <a:rPr>
                <a:solidFill>
                  <a:srgbClr val="000000"/>
                </a:solidFill>
              </a:rPr>
              <a:t> + </a:t>
            </a:r>
            <a:r>
              <a:rPr>
                <a:solidFill>
                  <a:srgbClr val="7E504F"/>
                </a:solidFill>
              </a:rPr>
              <a:t>length</a:t>
            </a:r>
            <a:r>
              <a:rPr>
                <a:solidFill>
                  <a:srgbClr val="000000"/>
                </a:solidFill>
              </a:rPr>
              <a:t> - 1;</a:t>
            </a:r>
            <a:r>
              <a:t>// 待合并的第1部分的结束位置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8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m</a:t>
            </a:r>
            <a:r>
              <a:rPr>
                <a:solidFill>
                  <a:srgbClr val="000000"/>
                </a:solidFill>
              </a:rPr>
              <a:t> &gt;=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 需要合并的只有1部分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		System.arraycopy(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lo</a:t>
            </a:r>
            <a:r>
              <a:t>, </a:t>
            </a:r>
            <a:r>
              <a:rPr>
                <a:solidFill>
                  <a:srgbClr val="7E504F"/>
                </a:solidFill>
              </a:rPr>
              <a:t>b</a:t>
            </a:r>
            <a:r>
              <a:t>, </a:t>
            </a:r>
            <a:r>
              <a:rPr>
                <a:solidFill>
                  <a:srgbClr val="7E504F"/>
                </a:solidFill>
              </a:rPr>
              <a:t>t</a:t>
            </a:r>
            <a:r>
              <a:t>,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 - </a:t>
            </a:r>
            <a:r>
              <a:rPr>
                <a:solidFill>
                  <a:srgbClr val="7E504F"/>
                </a:solidFill>
              </a:rPr>
              <a:t>lo</a:t>
            </a:r>
            <a:r>
              <a:t>);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931A68"/>
                </a:solidFill>
              </a:rPr>
              <a:t>break</a:t>
            </a:r>
            <a:r>
              <a:t>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	}</a:t>
            </a:r>
          </a:p>
          <a:p>
            <a:pPr indent="0">
              <a:lnSpc>
                <a:spcPct val="100000"/>
              </a:lnSpc>
              <a:defRPr sz="18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hi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m</a:t>
            </a:r>
            <a:r>
              <a:rPr>
                <a:solidFill>
                  <a:srgbClr val="000000"/>
                </a:solidFill>
              </a:rPr>
              <a:t> + </a:t>
            </a:r>
            <a:r>
              <a:rPr>
                <a:solidFill>
                  <a:srgbClr val="7E504F"/>
                </a:solidFill>
              </a:rPr>
              <a:t>length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待合并的第2部分的结束位置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8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hi</a:t>
            </a:r>
            <a:r>
              <a:rPr>
                <a:solidFill>
                  <a:srgbClr val="000000"/>
                </a:solidFill>
              </a:rPr>
              <a:t> &gt;=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8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	</a:t>
            </a:r>
            <a:r>
              <a:rPr>
                <a:solidFill>
                  <a:srgbClr val="7E504F"/>
                </a:solidFill>
              </a:rPr>
              <a:t>hi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rPr>
                <a:solidFill>
                  <a:srgbClr val="000000"/>
                </a:solidFill>
              </a:rPr>
              <a:t> - 1;</a:t>
            </a:r>
            <a:r>
              <a:t>// 需要合并的第2部分比length短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	twoWayMerge(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b</a:t>
            </a:r>
            <a:r>
              <a:t>, </a:t>
            </a:r>
            <a:r>
              <a:rPr>
                <a:solidFill>
                  <a:srgbClr val="7E504F"/>
                </a:solidFill>
              </a:rPr>
              <a:t>lo</a:t>
            </a:r>
            <a:r>
              <a:t>, </a:t>
            </a:r>
            <a:r>
              <a:rPr>
                <a:solidFill>
                  <a:srgbClr val="7E504F"/>
                </a:solidFill>
              </a:rPr>
              <a:t>m</a:t>
            </a:r>
            <a:r>
              <a:t>, </a:t>
            </a:r>
            <a:r>
              <a:rPr>
                <a:solidFill>
                  <a:srgbClr val="7E504F"/>
                </a:solidFill>
              </a:rPr>
              <a:t>hi</a:t>
            </a:r>
            <a:r>
              <a:t>, </a:t>
            </a:r>
            <a:r>
              <a:rPr>
                <a:solidFill>
                  <a:srgbClr val="7E504F"/>
                </a:solidFill>
              </a:rPr>
              <a:t>t</a:t>
            </a:r>
            <a:r>
              <a:t>);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t</a:t>
            </a:r>
            <a:r>
              <a:t> += </a:t>
            </a:r>
            <a:r>
              <a:rPr>
                <a:solidFill>
                  <a:srgbClr val="7E504F"/>
                </a:solidFill>
              </a:rPr>
              <a:t>hi</a:t>
            </a:r>
            <a:r>
              <a:t> - </a:t>
            </a:r>
            <a:r>
              <a:rPr>
                <a:solidFill>
                  <a:srgbClr val="7E504F"/>
                </a:solidFill>
              </a:rPr>
              <a:t>lo</a:t>
            </a:r>
            <a:r>
              <a:t> + 1;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lo</a:t>
            </a:r>
            <a:r>
              <a:t> = </a:t>
            </a:r>
            <a:r>
              <a:rPr>
                <a:solidFill>
                  <a:srgbClr val="7E504F"/>
                </a:solidFill>
              </a:rPr>
              <a:t>hi</a:t>
            </a:r>
            <a:r>
              <a:t> + 1;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lnSpc>
                <a:spcPct val="100000"/>
              </a:lnSpc>
              <a:defRPr sz="18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// 交换2个数组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T[] </a:t>
            </a:r>
            <a:r>
              <a:rPr>
                <a:solidFill>
                  <a:srgbClr val="7E504F"/>
                </a:solidFill>
              </a:rPr>
              <a:t>tmp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a</a:t>
            </a:r>
            <a:r>
              <a:t> = </a:t>
            </a:r>
            <a:r>
              <a:rPr>
                <a:solidFill>
                  <a:srgbClr val="7E504F"/>
                </a:solidFill>
              </a:rPr>
              <a:t>b</a:t>
            </a:r>
            <a:r>
              <a:t>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b</a:t>
            </a:r>
            <a:r>
              <a:t> = </a:t>
            </a:r>
            <a:r>
              <a:rPr>
                <a:solidFill>
                  <a:srgbClr val="7E504F"/>
                </a:solidFill>
              </a:rPr>
              <a:t>tmp</a:t>
            </a:r>
            <a:r>
              <a:t>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18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Shape 812"/>
          <p:cNvSpPr txBox="1"/>
          <p:nvPr/>
        </p:nvSpPr>
        <p:spPr>
          <a:xfrm>
            <a:off x="2126544" y="139700"/>
            <a:ext cx="85471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自然归并排序</a:t>
            </a:r>
          </a:p>
        </p:txBody>
      </p:sp>
      <p:sp>
        <p:nvSpPr>
          <p:cNvPr id="2164" name="Shape 828"/>
          <p:cNvSpPr txBox="1"/>
          <p:nvPr/>
        </p:nvSpPr>
        <p:spPr>
          <a:xfrm>
            <a:off x="3108050" y="4494608"/>
            <a:ext cx="6023525" cy="59071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lnSpc>
                <a:spcPct val="100000"/>
              </a:lnSpc>
            </a:lvl1pPr>
          </a:lstStyle>
          <a:p>
            <a:r>
              <a:t>[52]  [23 80]  [36 68]  [14 19 41]</a:t>
            </a:r>
          </a:p>
        </p:txBody>
      </p:sp>
      <p:sp>
        <p:nvSpPr>
          <p:cNvPr id="2165" name="利用数据中已经存在的次序，可以减少初始的run数；数据随机…"/>
          <p:cNvSpPr txBox="1"/>
          <p:nvPr/>
        </p:nvSpPr>
        <p:spPr>
          <a:xfrm>
            <a:off x="309839" y="1544378"/>
            <a:ext cx="12321622" cy="1489543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利用数据中已经存在的次序，可以减少初始的run数；数据随机</a:t>
            </a:r>
          </a:p>
          <a:p>
            <a:r>
              <a:t>分布时，初始的run数为n/2。</a:t>
            </a:r>
          </a:p>
        </p:txBody>
      </p:sp>
      <p:sp>
        <p:nvSpPr>
          <p:cNvPr id="2166" name="Shape 828"/>
          <p:cNvSpPr txBox="1"/>
          <p:nvPr/>
        </p:nvSpPr>
        <p:spPr>
          <a:xfrm>
            <a:off x="3873515" y="3521093"/>
            <a:ext cx="4617100" cy="59071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lnSpc>
                <a:spcPct val="100000"/>
              </a:lnSpc>
            </a:lvl1pPr>
          </a:lstStyle>
          <a:p>
            <a:r>
              <a:t>52 23 80 36 68 14 19 41 </a:t>
            </a:r>
          </a:p>
        </p:txBody>
      </p:sp>
    </p:spTree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8" name="Shape 812"/>
          <p:cNvSpPr txBox="1"/>
          <p:nvPr/>
        </p:nvSpPr>
        <p:spPr>
          <a:xfrm>
            <a:off x="2126544" y="139700"/>
            <a:ext cx="85471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自然归并排序</a:t>
            </a:r>
          </a:p>
        </p:txBody>
      </p:sp>
      <p:sp>
        <p:nvSpPr>
          <p:cNvPr id="2169" name="如果数据正序，自然归并排序初始时就只有1个run。"/>
          <p:cNvSpPr txBox="1"/>
          <p:nvPr/>
        </p:nvSpPr>
        <p:spPr>
          <a:xfrm>
            <a:off x="195539" y="1481441"/>
            <a:ext cx="10614494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L="351155" indent="-351155">
              <a:buSzPct val="60000"/>
              <a:buBlip>
                <a:blip r:embed="rId1"/>
              </a:buBlip>
            </a:lvl1pPr>
          </a:lstStyle>
          <a:p>
            <a:r>
              <a:t>如果数据正序，自然归并排序初始时就只有1个run。</a:t>
            </a:r>
          </a:p>
        </p:txBody>
      </p:sp>
      <p:sp>
        <p:nvSpPr>
          <p:cNvPr id="2170" name="Shape 828"/>
          <p:cNvSpPr txBox="1"/>
          <p:nvPr/>
        </p:nvSpPr>
        <p:spPr>
          <a:xfrm>
            <a:off x="3683037" y="2457586"/>
            <a:ext cx="4802019" cy="59071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lnSpc>
                <a:spcPct val="100000"/>
              </a:lnSpc>
            </a:lvl1pPr>
          </a:lstStyle>
          <a:p>
            <a:r>
              <a:t>[14 19 23 36 41 52 68 80]</a:t>
            </a:r>
          </a:p>
        </p:txBody>
      </p:sp>
      <p:sp>
        <p:nvSpPr>
          <p:cNvPr id="2171" name="如果数据逆序，采用前后交替产生run的方法，自然归并排序…"/>
          <p:cNvSpPr txBox="1"/>
          <p:nvPr/>
        </p:nvSpPr>
        <p:spPr>
          <a:xfrm>
            <a:off x="195539" y="3832018"/>
            <a:ext cx="12170244" cy="148954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marL="351155" indent="-351155">
              <a:buSzPct val="60000"/>
              <a:buBlip>
                <a:blip r:embed="rId1"/>
              </a:buBlip>
            </a:pPr>
            <a:r>
              <a:t>如果数据逆序，采用</a:t>
            </a:r>
            <a:r>
              <a:rPr>
                <a:solidFill>
                  <a:schemeClr val="accent1">
                    <a:satOff val="-36922"/>
                    <a:lumOff val="15441"/>
                  </a:schemeClr>
                </a:solidFill>
              </a:rPr>
              <a:t>前后交替</a:t>
            </a:r>
            <a:r>
              <a:t>产生run的方法，自然归并排序</a:t>
            </a:r>
          </a:p>
          <a:p>
            <a:r>
              <a:t>初始时就只有2个run。</a:t>
            </a:r>
          </a:p>
        </p:txBody>
      </p:sp>
      <p:sp>
        <p:nvSpPr>
          <p:cNvPr id="2172" name="Shape 828"/>
          <p:cNvSpPr txBox="1"/>
          <p:nvPr/>
        </p:nvSpPr>
        <p:spPr>
          <a:xfrm>
            <a:off x="3582184" y="5394076"/>
            <a:ext cx="5209187" cy="59071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lnSpc>
                <a:spcPct val="100000"/>
              </a:lnSpc>
            </a:lvl1pPr>
          </a:lstStyle>
          <a:p>
            <a:r>
              <a:t>[80]  [68 52 41 36 23 19 14]</a:t>
            </a:r>
          </a:p>
        </p:txBody>
      </p:sp>
      <p:sp>
        <p:nvSpPr>
          <p:cNvPr id="2173" name="自然归并排序需要付出检测run的开销"/>
          <p:cNvSpPr txBox="1"/>
          <p:nvPr/>
        </p:nvSpPr>
        <p:spPr>
          <a:xfrm>
            <a:off x="276895" y="6738873"/>
            <a:ext cx="7725245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L="351155" indent="-351155">
              <a:buSzPct val="60000"/>
              <a:buBlip>
                <a:blip r:embed="rId1"/>
              </a:buBlip>
              <a:defRPr>
                <a:solidFill>
                  <a:schemeClr val="accent1"/>
                </a:solidFill>
              </a:defRPr>
            </a:lvl1pPr>
          </a:lstStyle>
          <a:p>
            <a:r>
              <a:t>自然归并排序需要付出检测run的开销</a:t>
            </a:r>
          </a:p>
        </p:txBody>
      </p:sp>
    </p:spTree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5" name="Shape 812"/>
          <p:cNvSpPr txBox="1"/>
          <p:nvPr/>
        </p:nvSpPr>
        <p:spPr>
          <a:xfrm>
            <a:off x="2126544" y="139700"/>
            <a:ext cx="85471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自然归并排序</a:t>
            </a:r>
          </a:p>
        </p:txBody>
      </p:sp>
      <p:sp>
        <p:nvSpPr>
          <p:cNvPr id="2176" name="Shape 828"/>
          <p:cNvSpPr txBox="1"/>
          <p:nvPr/>
        </p:nvSpPr>
        <p:spPr>
          <a:xfrm>
            <a:off x="2793422" y="3259652"/>
            <a:ext cx="4997108" cy="51721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lnSpc>
                <a:spcPct val="100000"/>
              </a:lnSpc>
              <a:defRPr sz="3000"/>
            </a:lvl1pPr>
          </a:lstStyle>
          <a:p>
            <a:r>
              <a:t>[52] [23 80]  [36 68] [14 19 41]</a:t>
            </a:r>
          </a:p>
        </p:txBody>
      </p:sp>
      <p:sp>
        <p:nvSpPr>
          <p:cNvPr id="2177" name="前后交替产生run，交替存放归并结果"/>
          <p:cNvSpPr txBox="1"/>
          <p:nvPr/>
        </p:nvSpPr>
        <p:spPr>
          <a:xfrm>
            <a:off x="186560" y="1417919"/>
            <a:ext cx="7432122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前后交替产生run，交替存放归并结果</a:t>
            </a:r>
          </a:p>
        </p:txBody>
      </p:sp>
      <p:sp>
        <p:nvSpPr>
          <p:cNvPr id="2178" name="Shape 828"/>
          <p:cNvSpPr txBox="1"/>
          <p:nvPr/>
        </p:nvSpPr>
        <p:spPr>
          <a:xfrm>
            <a:off x="3174050" y="2324734"/>
            <a:ext cx="3982100" cy="51721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52  23 80 36 68 14 19 41</a:t>
            </a:r>
          </a:p>
        </p:txBody>
      </p:sp>
      <p:sp>
        <p:nvSpPr>
          <p:cNvPr id="2179" name="Shape 828"/>
          <p:cNvSpPr txBox="1"/>
          <p:nvPr/>
        </p:nvSpPr>
        <p:spPr>
          <a:xfrm>
            <a:off x="3110922" y="4150683"/>
            <a:ext cx="4394354" cy="51721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lnSpc>
                <a:spcPct val="100000"/>
              </a:lnSpc>
              <a:defRPr sz="3000"/>
            </a:lvl1pPr>
          </a:lstStyle>
          <a:p>
            <a:r>
              <a:t>[14 19 41 52] [23 36 68 80]</a:t>
            </a:r>
          </a:p>
        </p:txBody>
      </p:sp>
      <p:sp>
        <p:nvSpPr>
          <p:cNvPr id="2180" name="Shape 828"/>
          <p:cNvSpPr txBox="1"/>
          <p:nvPr/>
        </p:nvSpPr>
        <p:spPr>
          <a:xfrm>
            <a:off x="3276022" y="5077436"/>
            <a:ext cx="4140602" cy="51721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lnSpc>
                <a:spcPct val="100000"/>
              </a:lnSpc>
              <a:defRPr sz="3000"/>
            </a:lvl1pPr>
          </a:lstStyle>
          <a:p>
            <a:r>
              <a:t>[14 19 23 36 41 52 68 80]</a:t>
            </a:r>
          </a:p>
        </p:txBody>
      </p:sp>
    </p:spTree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Shape 812"/>
          <p:cNvSpPr txBox="1"/>
          <p:nvPr/>
        </p:nvSpPr>
        <p:spPr>
          <a:xfrm>
            <a:off x="2126544" y="139700"/>
            <a:ext cx="85471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递归的归并排序</a:t>
            </a:r>
          </a:p>
        </p:txBody>
      </p:sp>
      <p:sp>
        <p:nvSpPr>
          <p:cNvPr id="2183" name="Shape 828"/>
          <p:cNvSpPr txBox="1"/>
          <p:nvPr/>
        </p:nvSpPr>
        <p:spPr>
          <a:xfrm>
            <a:off x="2596444" y="1395306"/>
            <a:ext cx="4756800" cy="63989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52,  23,  80, 36,  68,  14</a:t>
            </a:r>
          </a:p>
        </p:txBody>
      </p:sp>
      <p:sp>
        <p:nvSpPr>
          <p:cNvPr id="2184" name="Shape 829"/>
          <p:cNvSpPr txBox="1"/>
          <p:nvPr/>
        </p:nvSpPr>
        <p:spPr>
          <a:xfrm>
            <a:off x="2494843" y="2111021"/>
            <a:ext cx="5640939" cy="63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/>
          <a:p>
            <a:pPr marR="57785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pPr>
            <a:r>
              <a:t>[ 52,  23,  80]   </a:t>
            </a:r>
            <a:r>
              <a:rPr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rPr>
              <a:t>[36,  68,  14]</a:t>
            </a:r>
            <a:endParaRPr>
              <a:solidFill>
                <a:srgbClr val="990000"/>
              </a:solidFill>
              <a:uFill>
                <a:solidFill>
                  <a:srgbClr val="990000"/>
                </a:solidFill>
              </a:uFill>
            </a:endParaRPr>
          </a:p>
        </p:txBody>
      </p:sp>
      <p:sp>
        <p:nvSpPr>
          <p:cNvPr id="2185" name="Shape 830"/>
          <p:cNvSpPr txBox="1"/>
          <p:nvPr/>
        </p:nvSpPr>
        <p:spPr>
          <a:xfrm>
            <a:off x="2508391" y="2828994"/>
            <a:ext cx="2745338" cy="63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/>
          <a:p>
            <a:pPr marR="57785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pPr>
            <a:r>
              <a:t>[ 52,  23]</a:t>
            </a:r>
            <a:r>
              <a:rPr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rPr>
              <a:t>[80]</a:t>
            </a:r>
            <a:endParaRPr>
              <a:solidFill>
                <a:srgbClr val="990000"/>
              </a:solidFill>
              <a:uFill>
                <a:solidFill>
                  <a:srgbClr val="990000"/>
                </a:solidFill>
              </a:uFill>
            </a:endParaRPr>
          </a:p>
        </p:txBody>
      </p:sp>
      <p:sp>
        <p:nvSpPr>
          <p:cNvPr id="2186" name="Shape 831"/>
          <p:cNvSpPr txBox="1"/>
          <p:nvPr/>
        </p:nvSpPr>
        <p:spPr>
          <a:xfrm>
            <a:off x="2508391" y="3544711"/>
            <a:ext cx="1638302" cy="6399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[ 52]</a:t>
            </a:r>
          </a:p>
        </p:txBody>
      </p:sp>
      <p:sp>
        <p:nvSpPr>
          <p:cNvPr id="2187" name="Shape 832"/>
          <p:cNvSpPr txBox="1"/>
          <p:nvPr/>
        </p:nvSpPr>
        <p:spPr>
          <a:xfrm>
            <a:off x="2508391" y="4965700"/>
            <a:ext cx="1941319" cy="63989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[ 23,  52]</a:t>
            </a:r>
          </a:p>
        </p:txBody>
      </p:sp>
      <p:sp>
        <p:nvSpPr>
          <p:cNvPr id="2188" name="Shape 833"/>
          <p:cNvSpPr txBox="1"/>
          <p:nvPr/>
        </p:nvSpPr>
        <p:spPr>
          <a:xfrm>
            <a:off x="2508391" y="6108700"/>
            <a:ext cx="2785869" cy="63989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/>
          <a:p>
            <a:pPr marR="57785" defTabSz="1295400">
              <a:lnSpc>
                <a:spcPct val="100000"/>
              </a:lnSpc>
              <a:defRPr sz="3800">
                <a:solidFill>
                  <a:srgbClr val="9900CC"/>
                </a:solidFill>
                <a:uFill>
                  <a:solidFill>
                    <a:srgbClr val="9900CC"/>
                  </a:solidFill>
                </a:uFill>
              </a:defRPr>
            </a:pPr>
            <a:r>
              <a:t>[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t>23,  52,  80]</a:t>
            </a:r>
          </a:p>
        </p:txBody>
      </p:sp>
      <p:sp>
        <p:nvSpPr>
          <p:cNvPr id="2189" name="Shape 834"/>
          <p:cNvSpPr txBox="1"/>
          <p:nvPr/>
        </p:nvSpPr>
        <p:spPr>
          <a:xfrm>
            <a:off x="6626576" y="2828994"/>
            <a:ext cx="2624689" cy="63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/>
          <a:p>
            <a:pPr marR="57785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pPr>
            <a:r>
              <a:t>[36,  68]</a:t>
            </a:r>
            <a:r>
              <a:rPr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rPr>
              <a:t>[14]</a:t>
            </a:r>
            <a:endParaRPr>
              <a:solidFill>
                <a:srgbClr val="990000"/>
              </a:solidFill>
              <a:uFill>
                <a:solidFill>
                  <a:srgbClr val="990000"/>
                </a:solidFill>
              </a:uFill>
            </a:endParaRPr>
          </a:p>
        </p:txBody>
      </p:sp>
      <p:sp>
        <p:nvSpPr>
          <p:cNvPr id="2190" name="Shape 835"/>
          <p:cNvSpPr txBox="1"/>
          <p:nvPr/>
        </p:nvSpPr>
        <p:spPr>
          <a:xfrm>
            <a:off x="6626576" y="3650825"/>
            <a:ext cx="1780139" cy="63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/>
          <a:p>
            <a:pPr marR="57785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pPr>
            <a:r>
              <a:t>[36]</a:t>
            </a:r>
            <a:r>
              <a:rPr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rPr>
              <a:t>[68]</a:t>
            </a:r>
            <a:endParaRPr>
              <a:solidFill>
                <a:srgbClr val="990000"/>
              </a:solidFill>
              <a:uFill>
                <a:solidFill>
                  <a:srgbClr val="990000"/>
                </a:solidFill>
              </a:uFill>
            </a:endParaRPr>
          </a:p>
        </p:txBody>
      </p:sp>
      <p:sp>
        <p:nvSpPr>
          <p:cNvPr id="2191" name="Shape 836"/>
          <p:cNvSpPr txBox="1"/>
          <p:nvPr/>
        </p:nvSpPr>
        <p:spPr>
          <a:xfrm>
            <a:off x="6604000" y="4888088"/>
            <a:ext cx="1820669" cy="63989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[36,  68]</a:t>
            </a:r>
          </a:p>
        </p:txBody>
      </p:sp>
      <p:sp>
        <p:nvSpPr>
          <p:cNvPr id="2192" name="Shape 837"/>
          <p:cNvSpPr txBox="1"/>
          <p:nvPr/>
        </p:nvSpPr>
        <p:spPr>
          <a:xfrm>
            <a:off x="6604000" y="6127608"/>
            <a:ext cx="2665219" cy="63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solidFill>
                  <a:srgbClr val="9900CC"/>
                </a:solidFill>
                <a:uFill>
                  <a:solidFill>
                    <a:srgbClr val="9900CC"/>
                  </a:solidFill>
                </a:uFill>
              </a:defRPr>
            </a:lvl1pPr>
          </a:lstStyle>
          <a:p>
            <a:r>
              <a:t>[14,  36,  68]</a:t>
            </a:r>
          </a:p>
        </p:txBody>
      </p:sp>
      <p:sp>
        <p:nvSpPr>
          <p:cNvPr id="2193" name="Shape 838"/>
          <p:cNvSpPr txBox="1"/>
          <p:nvPr/>
        </p:nvSpPr>
        <p:spPr>
          <a:xfrm>
            <a:off x="3278292" y="7231661"/>
            <a:ext cx="5440169" cy="63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solidFill>
                  <a:srgbClr val="660066"/>
                </a:solidFill>
                <a:uFill>
                  <a:solidFill>
                    <a:srgbClr val="660066"/>
                  </a:solidFill>
                </a:uFill>
              </a:defRPr>
            </a:lvl1pPr>
          </a:lstStyle>
          <a:p>
            <a:r>
              <a:t>[ 14,  23,  36,  52,  68,  80 ]</a:t>
            </a:r>
          </a:p>
        </p:txBody>
      </p:sp>
      <p:sp>
        <p:nvSpPr>
          <p:cNvPr id="2194" name="Shape 839"/>
          <p:cNvSpPr txBox="1"/>
          <p:nvPr/>
        </p:nvSpPr>
        <p:spPr>
          <a:xfrm>
            <a:off x="3607929" y="3562772"/>
            <a:ext cx="976119" cy="63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38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r>
              <a:t>[23]</a:t>
            </a:r>
          </a:p>
        </p:txBody>
      </p:sp>
      <p:sp>
        <p:nvSpPr>
          <p:cNvPr id="2195" name="Shape 840"/>
          <p:cNvSpPr/>
          <p:nvPr/>
        </p:nvSpPr>
        <p:spPr>
          <a:xfrm>
            <a:off x="3278468" y="4445739"/>
            <a:ext cx="420338" cy="420338"/>
          </a:xfrm>
          <a:prstGeom prst="line">
            <a:avLst/>
          </a:prstGeom>
          <a:ln w="28575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96" name="Shape 841"/>
          <p:cNvSpPr/>
          <p:nvPr/>
        </p:nvSpPr>
        <p:spPr>
          <a:xfrm flipH="1">
            <a:off x="4025616" y="4301066"/>
            <a:ext cx="401887" cy="566705"/>
          </a:xfrm>
          <a:prstGeom prst="line">
            <a:avLst/>
          </a:prstGeom>
          <a:ln w="28575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97" name="Shape 842"/>
          <p:cNvSpPr/>
          <p:nvPr/>
        </p:nvSpPr>
        <p:spPr>
          <a:xfrm>
            <a:off x="3914985" y="5633154"/>
            <a:ext cx="205460" cy="512518"/>
          </a:xfrm>
          <a:prstGeom prst="line">
            <a:avLst/>
          </a:prstGeom>
          <a:ln w="28575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98" name="Shape 843"/>
          <p:cNvSpPr/>
          <p:nvPr/>
        </p:nvSpPr>
        <p:spPr>
          <a:xfrm>
            <a:off x="5041616" y="3510843"/>
            <a:ext cx="2261" cy="2594189"/>
          </a:xfrm>
          <a:prstGeom prst="line">
            <a:avLst/>
          </a:prstGeom>
          <a:ln w="28575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99" name="Shape 844"/>
          <p:cNvSpPr/>
          <p:nvPr/>
        </p:nvSpPr>
        <p:spPr>
          <a:xfrm>
            <a:off x="7276817" y="4377830"/>
            <a:ext cx="431802" cy="431802"/>
          </a:xfrm>
          <a:prstGeom prst="line">
            <a:avLst/>
          </a:prstGeom>
          <a:ln w="28575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200" name="Shape 845"/>
          <p:cNvSpPr/>
          <p:nvPr/>
        </p:nvSpPr>
        <p:spPr>
          <a:xfrm flipH="1">
            <a:off x="7751189" y="4348479"/>
            <a:ext cx="363265" cy="500382"/>
          </a:xfrm>
          <a:prstGeom prst="line">
            <a:avLst/>
          </a:prstGeom>
          <a:ln w="28575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201" name="Shape 846"/>
          <p:cNvSpPr/>
          <p:nvPr/>
        </p:nvSpPr>
        <p:spPr>
          <a:xfrm>
            <a:off x="7927058" y="5569937"/>
            <a:ext cx="431802" cy="431802"/>
          </a:xfrm>
          <a:prstGeom prst="line">
            <a:avLst/>
          </a:prstGeom>
          <a:ln w="28575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202" name="Shape 847"/>
          <p:cNvSpPr/>
          <p:nvPr/>
        </p:nvSpPr>
        <p:spPr>
          <a:xfrm>
            <a:off x="8934026" y="3546968"/>
            <a:ext cx="2259" cy="2451103"/>
          </a:xfrm>
          <a:prstGeom prst="line">
            <a:avLst/>
          </a:prstGeom>
          <a:ln w="28575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203" name="Shape 848"/>
          <p:cNvSpPr/>
          <p:nvPr/>
        </p:nvSpPr>
        <p:spPr>
          <a:xfrm>
            <a:off x="4567484" y="6678507"/>
            <a:ext cx="977901" cy="647702"/>
          </a:xfrm>
          <a:prstGeom prst="line">
            <a:avLst/>
          </a:prstGeom>
          <a:ln w="28575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204" name="Shape 849"/>
          <p:cNvSpPr/>
          <p:nvPr/>
        </p:nvSpPr>
        <p:spPr>
          <a:xfrm flipH="1">
            <a:off x="7276816" y="6680200"/>
            <a:ext cx="1079502" cy="647700"/>
          </a:xfrm>
          <a:prstGeom prst="line">
            <a:avLst/>
          </a:prstGeom>
          <a:ln w="28575">
            <a:solidFill>
              <a:srgbClr val="990000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2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dur="indefinite" fill="hold"/>
                                        <p:tgtEl>
                                          <p:spTgt spid="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indefinite" fill="hold"/>
                                        <p:tgtEl>
                                          <p:spTgt spid="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dur="indefinite" fill="hold"/>
                                        <p:tgtEl>
                                          <p:spTgt spid="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dur="indefinite" fill="hold"/>
                                        <p:tgtEl>
                                          <p:spTgt spid="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grpId="1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dur="indefinite" fill="hold"/>
                                        <p:tgtEl>
                                          <p:spTgt spid="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dur="indefinite" fill="hold"/>
                                        <p:tgtEl>
                                          <p:spTgt spid="2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1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dur="indefinite" fill="hold"/>
                                        <p:tgtEl>
                                          <p:spTgt spid="2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1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dur="indefinite" fill="hold"/>
                                        <p:tgtEl>
                                          <p:spTgt spid="2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1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dur="indefinite" fill="hold"/>
                                        <p:tgtEl>
                                          <p:spTgt spid="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grpId="1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dur="indefinite" fill="hold"/>
                                        <p:tgtEl>
                                          <p:spTgt spid="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1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dur="indefinite" fill="hold"/>
                                        <p:tgtEl>
                                          <p:spTgt spid="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1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dur="indefinite" fill="hold"/>
                                        <p:tgtEl>
                                          <p:spTgt spid="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1" fill="hold" grpId="1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dur="indefinite" fill="hold"/>
                                        <p:tgtEl>
                                          <p:spTgt spid="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1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dur="indefinite" fill="hold"/>
                                        <p:tgtEl>
                                          <p:spTgt spid="2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2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dur="indefinite" fill="hold"/>
                                        <p:tgtEl>
                                          <p:spTgt spid="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2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1" fill="hold" grpId="2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0" dur="indefinite" fill="hold"/>
                                        <p:tgtEl>
                                          <p:spTgt spid="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2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2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5" dur="indefinite" fill="hold"/>
                                        <p:tgtEl>
                                          <p:spTgt spid="2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7" grpId="9" animBg="1" advAuto="0"/>
      <p:bldP spid="2190" grpId="13" animBg="1" advAuto="0"/>
      <p:bldP spid="2186" grpId="4" animBg="1" advAuto="0"/>
      <p:bldP spid="2192" grpId="19" animBg="1" advAuto="0"/>
      <p:bldP spid="2196" grpId="7" animBg="1" advAuto="0"/>
      <p:bldP spid="2184" grpId="2" animBg="1" advAuto="0"/>
      <p:bldP spid="2189" grpId="12" animBg="1" advAuto="0"/>
      <p:bldP spid="2188" grpId="11" animBg="1" advAuto="0"/>
      <p:bldP spid="2200" grpId="15" animBg="1" advAuto="0"/>
      <p:bldP spid="2202" grpId="18" animBg="1" advAuto="0"/>
      <p:bldP spid="2191" grpId="16" animBg="1" advAuto="0"/>
      <p:bldP spid="2183" grpId="1" animBg="1" advAuto="0"/>
      <p:bldP spid="2185" grpId="3" animBg="1" advAuto="0"/>
      <p:bldP spid="2198" grpId="10" animBg="1" advAuto="0"/>
      <p:bldP spid="2187" grpId="8" animBg="1" advAuto="0"/>
      <p:bldP spid="2199" grpId="14" animBg="1" advAuto="0"/>
      <p:bldP spid="2201" grpId="17" animBg="1" advAuto="0"/>
      <p:bldP spid="2193" grpId="22" animBg="1" advAuto="0"/>
      <p:bldP spid="2204" grpId="21" animBg="1" advAuto="0"/>
      <p:bldP spid="2194" grpId="5" animBg="1" advAuto="0"/>
      <p:bldP spid="2195" grpId="6" animBg="1" advAuto="0"/>
      <p:bldP spid="2203" grpId="20" animBg="1" advAuto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Shape 812"/>
          <p:cNvSpPr txBox="1"/>
          <p:nvPr/>
        </p:nvSpPr>
        <p:spPr>
          <a:xfrm>
            <a:off x="2126544" y="139700"/>
            <a:ext cx="8547102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递归的归并排序代码</a:t>
            </a:r>
          </a:p>
        </p:txBody>
      </p:sp>
      <p:sp>
        <p:nvSpPr>
          <p:cNvPr id="2207" name="public static &lt;T&gt; T[] rMergeSort(T[] a) {…"/>
          <p:cNvSpPr txBox="1"/>
          <p:nvPr/>
        </p:nvSpPr>
        <p:spPr>
          <a:xfrm>
            <a:off x="296802" y="1619260"/>
            <a:ext cx="12460561" cy="5566793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&lt;T&gt; T[] rMergeSort(T[]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) {</a:t>
            </a:r>
          </a:p>
          <a:p>
            <a:pPr indent="0">
              <a:lnSpc>
                <a:spcPct val="100000"/>
              </a:lnSpc>
              <a:defRPr sz="2000"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@SuppressWarnings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T[] </a:t>
            </a:r>
            <a:r>
              <a:rPr>
                <a:solidFill>
                  <a:srgbClr val="7E504F"/>
                </a:solidFill>
              </a:rPr>
              <a:t>b</a:t>
            </a:r>
            <a:r>
              <a:t> = (T[]) Array.newInstance(</a:t>
            </a:r>
            <a:r>
              <a:rPr>
                <a:solidFill>
                  <a:srgbClr val="7E504F"/>
                </a:solidFill>
              </a:rPr>
              <a:t>a</a:t>
            </a:r>
            <a:r>
              <a:t>.getClass().getComponentType(),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);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rMergeSort(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b</a:t>
            </a:r>
            <a:r>
              <a:t>, 0,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 - 1);</a:t>
            </a:r>
          </a:p>
          <a:p>
            <a:pPr indent="0">
              <a:lnSpc>
                <a:spcPct val="10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&lt;T&gt;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rMergeSort(T[]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, T[] </a:t>
            </a:r>
            <a:r>
              <a:rPr>
                <a:solidFill>
                  <a:srgbClr val="7E504F"/>
                </a:solidFill>
              </a:rPr>
              <a:t>b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lo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hi</a:t>
            </a:r>
            <a:r>
              <a:t>) {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lo</a:t>
            </a:r>
            <a:r>
              <a:t> == </a:t>
            </a:r>
            <a:r>
              <a:rPr>
                <a:solidFill>
                  <a:srgbClr val="7E504F"/>
                </a:solidFill>
              </a:rPr>
              <a:t>hi</a:t>
            </a:r>
            <a:r>
              <a:t>)</a:t>
            </a:r>
          </a:p>
          <a:p>
            <a:pPr indent="0">
              <a:lnSpc>
                <a:spcPct val="10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m</a:t>
            </a:r>
            <a:r>
              <a:t> = (</a:t>
            </a:r>
            <a:r>
              <a:rPr>
                <a:solidFill>
                  <a:srgbClr val="7E504F"/>
                </a:solidFill>
              </a:rPr>
              <a:t>lo</a:t>
            </a:r>
            <a:r>
              <a:t> + </a:t>
            </a:r>
            <a:r>
              <a:rPr>
                <a:solidFill>
                  <a:srgbClr val="7E504F"/>
                </a:solidFill>
              </a:rPr>
              <a:t>hi</a:t>
            </a:r>
            <a:r>
              <a:t>) &gt;&gt;&gt; 1;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rMergeSort(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b</a:t>
            </a:r>
            <a:r>
              <a:t>, </a:t>
            </a:r>
            <a:r>
              <a:rPr>
                <a:solidFill>
                  <a:srgbClr val="7E504F"/>
                </a:solidFill>
              </a:rPr>
              <a:t>lo</a:t>
            </a:r>
            <a:r>
              <a:t>, </a:t>
            </a:r>
            <a:r>
              <a:rPr>
                <a:solidFill>
                  <a:srgbClr val="7E504F"/>
                </a:solidFill>
              </a:rPr>
              <a:t>m</a:t>
            </a:r>
            <a:r>
              <a:t>);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rMergeSort(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b</a:t>
            </a:r>
            <a:r>
              <a:t>, </a:t>
            </a:r>
            <a:r>
              <a:rPr>
                <a:solidFill>
                  <a:srgbClr val="7E504F"/>
                </a:solidFill>
              </a:rPr>
              <a:t>m</a:t>
            </a:r>
            <a:r>
              <a:t> + 1, </a:t>
            </a:r>
            <a:r>
              <a:rPr>
                <a:solidFill>
                  <a:srgbClr val="7E504F"/>
                </a:solidFill>
              </a:rPr>
              <a:t>hi</a:t>
            </a:r>
            <a:r>
              <a:t>);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twoWayMerge(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b</a:t>
            </a:r>
            <a:r>
              <a:t>, </a:t>
            </a:r>
            <a:r>
              <a:rPr>
                <a:solidFill>
                  <a:srgbClr val="7E504F"/>
                </a:solidFill>
              </a:rPr>
              <a:t>lo</a:t>
            </a:r>
            <a:r>
              <a:t>, </a:t>
            </a:r>
            <a:r>
              <a:rPr>
                <a:solidFill>
                  <a:srgbClr val="7E504F"/>
                </a:solidFill>
              </a:rPr>
              <a:t>m</a:t>
            </a:r>
            <a:r>
              <a:t>, </a:t>
            </a:r>
            <a:r>
              <a:rPr>
                <a:solidFill>
                  <a:srgbClr val="7E504F"/>
                </a:solidFill>
              </a:rPr>
              <a:t>hi</a:t>
            </a:r>
            <a:r>
              <a:t>, </a:t>
            </a:r>
            <a:r>
              <a:rPr>
                <a:solidFill>
                  <a:srgbClr val="7E504F"/>
                </a:solidFill>
              </a:rPr>
              <a:t>lo</a:t>
            </a:r>
            <a:r>
              <a:t>);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System.arraycopy(</a:t>
            </a:r>
            <a:r>
              <a:rPr>
                <a:solidFill>
                  <a:srgbClr val="7E504F"/>
                </a:solidFill>
              </a:rPr>
              <a:t>b</a:t>
            </a:r>
            <a:r>
              <a:t>, </a:t>
            </a:r>
            <a:r>
              <a:rPr>
                <a:solidFill>
                  <a:srgbClr val="7E504F"/>
                </a:solidFill>
              </a:rPr>
              <a:t>lo</a:t>
            </a:r>
            <a:r>
              <a:t>, 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lo</a:t>
            </a:r>
            <a:r>
              <a:t>, </a:t>
            </a:r>
            <a:r>
              <a:rPr>
                <a:solidFill>
                  <a:srgbClr val="7E504F"/>
                </a:solidFill>
              </a:rPr>
              <a:t>hi</a:t>
            </a:r>
            <a:r>
              <a:t> - </a:t>
            </a:r>
            <a:r>
              <a:rPr>
                <a:solidFill>
                  <a:srgbClr val="7E504F"/>
                </a:solidFill>
              </a:rPr>
              <a:t>lo</a:t>
            </a:r>
            <a:r>
              <a:t> + 1);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2208" name="效率比较低"/>
          <p:cNvSpPr txBox="1"/>
          <p:nvPr/>
        </p:nvSpPr>
        <p:spPr>
          <a:xfrm>
            <a:off x="352100" y="7478412"/>
            <a:ext cx="2077100" cy="635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r>
              <a:t>效率比较低</a:t>
            </a:r>
          </a:p>
        </p:txBody>
      </p:sp>
    </p:spTree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Shape 851"/>
          <p:cNvSpPr txBox="1"/>
          <p:nvPr/>
        </p:nvSpPr>
        <p:spPr>
          <a:xfrm>
            <a:off x="1275644" y="190500"/>
            <a:ext cx="10655301" cy="952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归并排序算法性能分析</a:t>
            </a:r>
          </a:p>
        </p:txBody>
      </p:sp>
      <p:sp>
        <p:nvSpPr>
          <p:cNvPr id="2211" name="Shape 852"/>
          <p:cNvSpPr txBox="1"/>
          <p:nvPr/>
        </p:nvSpPr>
        <p:spPr>
          <a:xfrm>
            <a:off x="1043657" y="1649305"/>
            <a:ext cx="11341103" cy="332283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marL="300990" marR="57785" indent="-300990" defTabSz="1295400">
              <a:buSzPct val="60000"/>
              <a:buBlip>
                <a:blip r:embed="rId1"/>
              </a:buBlip>
              <a:defRPr sz="3000">
                <a:uFill>
                  <a:solidFill>
                    <a:srgbClr val="000000"/>
                  </a:solidFill>
                </a:uFill>
              </a:defRPr>
            </a:pPr>
            <a:r>
              <a:t>对 </a:t>
            </a:r>
            <a:r>
              <a:rPr b="1" i="1"/>
              <a:t>n</a:t>
            </a:r>
            <a:r>
              <a:rPr i="1"/>
              <a:t> </a:t>
            </a:r>
            <a:r>
              <a:t>个数据进行2-路归并排序的时间复杂度为Ο(</a:t>
            </a:r>
            <a:r>
              <a:rPr b="1" i="1"/>
              <a:t>n</a:t>
            </a:r>
            <a:r>
              <a:t>log</a:t>
            </a:r>
            <a:r>
              <a:rPr b="1" i="1"/>
              <a:t>n</a:t>
            </a:r>
            <a:r>
              <a:t>)。</a:t>
            </a:r>
          </a:p>
          <a:p>
            <a:pPr marL="681990" marR="57785" lvl="1" indent="-300990" defTabSz="1295400">
              <a:buSzPct val="100000"/>
              <a:buChar char="•"/>
              <a:defRPr sz="3000">
                <a:uFill>
                  <a:solidFill>
                    <a:srgbClr val="000000"/>
                  </a:solidFill>
                </a:uFill>
              </a:defRPr>
            </a:pPr>
            <a:r>
              <a:t>每一趟归并的时间复杂度为 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O(</a:t>
            </a:r>
            <a:r>
              <a:rPr i="1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n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)</a:t>
            </a:r>
            <a:r>
              <a:t>，</a:t>
            </a:r>
          </a:p>
          <a:p>
            <a:pPr marL="681990" marR="57785" lvl="1" indent="-300990" defTabSz="1295400">
              <a:buSzPct val="100000"/>
              <a:buChar char="•"/>
              <a:defRPr sz="3000">
                <a:uFill>
                  <a:solidFill>
                    <a:srgbClr val="000000"/>
                  </a:solidFill>
                </a:uFill>
              </a:defRPr>
            </a:pPr>
            <a:r>
              <a:t>总共需进行 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⎡log</a:t>
            </a:r>
            <a:r>
              <a:rPr baseline="-260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2</a:t>
            </a:r>
            <a:r>
              <a:rPr i="1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n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⎤</a:t>
            </a: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rPr>
              <a:t> </a:t>
            </a:r>
            <a:r>
              <a:t>趟。</a:t>
            </a:r>
          </a:p>
          <a:p>
            <a:pPr marL="300990" marR="57785" indent="-300990" defTabSz="1295400">
              <a:lnSpc>
                <a:spcPct val="125000"/>
              </a:lnSpc>
              <a:buSzPct val="60000"/>
              <a:buBlip>
                <a:blip r:embed="rId1"/>
              </a:buBlip>
              <a:defRPr sz="3000">
                <a:uFill>
                  <a:solidFill>
                    <a:srgbClr val="000000"/>
                  </a:solidFill>
                </a:uFill>
              </a:defRPr>
            </a:pPr>
            <a:r>
              <a:t>需要的辅助存储空间为O(n)</a:t>
            </a:r>
          </a:p>
          <a:p>
            <a:pPr marL="300990" marR="57785" indent="-300990" defTabSz="1295400">
              <a:lnSpc>
                <a:spcPct val="125000"/>
              </a:lnSpc>
              <a:buSzPct val="60000"/>
              <a:buBlip>
                <a:blip r:embed="rId1"/>
              </a:buBlip>
              <a:defRPr sz="3000">
                <a:solidFill>
                  <a:schemeClr val="accent1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稳定的排序</a:t>
            </a:r>
          </a:p>
        </p:txBody>
      </p:sp>
    </p:spTree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sorting by distribu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sorting by distribution</a:t>
            </a:r>
          </a:p>
        </p:txBody>
      </p:sp>
      <p:sp>
        <p:nvSpPr>
          <p:cNvPr id="2214" name="♣︎ &lt; ♦︎ &lt; ♥︎ &lt; ♠︎"/>
          <p:cNvSpPr txBox="1"/>
          <p:nvPr/>
        </p:nvSpPr>
        <p:spPr>
          <a:xfrm>
            <a:off x="4304559" y="5012082"/>
            <a:ext cx="3300467" cy="6096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defRPr>
            </a:lvl1pPr>
          </a:lstStyle>
          <a:p>
            <a:pPr>
              <a:defRPr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§︎ &lt; ¨︎ &lt; ©︎ &lt; ª︎</a:t>
            </a:r>
            <a:endParaRPr>
              <a:latin typeface="Symbol" panose="05050102010706020507"/>
              <a:ea typeface="Symbol" panose="05050102010706020507"/>
              <a:cs typeface="Symbol" panose="05050102010706020507"/>
              <a:sym typeface="Symbol" panose="05050102010706020507"/>
            </a:endParaRPr>
          </a:p>
        </p:txBody>
      </p:sp>
      <p:sp>
        <p:nvSpPr>
          <p:cNvPr id="2215" name="扑克牌排序规则："/>
          <p:cNvSpPr txBox="1"/>
          <p:nvPr/>
        </p:nvSpPr>
        <p:spPr>
          <a:xfrm>
            <a:off x="492025" y="3278882"/>
            <a:ext cx="372810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扑克牌排序规则：</a:t>
            </a:r>
          </a:p>
        </p:txBody>
      </p:sp>
      <p:sp>
        <p:nvSpPr>
          <p:cNvPr id="2216" name="2 &lt; 3 &lt; 4 &lt; 5 &lt; 6 &lt; 7 &lt; 8 &lt; 9 &lt; 10 &lt; J &lt; Q &lt; K&lt;A"/>
          <p:cNvSpPr txBox="1"/>
          <p:nvPr/>
        </p:nvSpPr>
        <p:spPr>
          <a:xfrm>
            <a:off x="2052488" y="4147626"/>
            <a:ext cx="8983532" cy="59071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2 &lt; 3 &lt; 4 &lt; 5 &lt; 6 &lt; 7 &lt; 8 &lt; 9 &lt; 10 &lt; J &lt; Q &lt; K&lt;A</a:t>
            </a:r>
          </a:p>
        </p:txBody>
      </p:sp>
      <p:sp>
        <p:nvSpPr>
          <p:cNvPr id="2217" name="扑克牌排序结果："/>
          <p:cNvSpPr txBox="1"/>
          <p:nvPr/>
        </p:nvSpPr>
        <p:spPr>
          <a:xfrm>
            <a:off x="492025" y="5721744"/>
            <a:ext cx="372810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扑克牌排序结果：</a:t>
            </a:r>
          </a:p>
        </p:txBody>
      </p:sp>
      <p:sp>
        <p:nvSpPr>
          <p:cNvPr id="2218" name="2♣︎ &lt; ... &lt; A♣︎ &lt; 2♦︎ &lt; ... A♦︎ &lt; 2♥︎ &lt;… A♥︎ &lt; 2♠︎ &lt;…&lt; A♠︎"/>
          <p:cNvSpPr txBox="1"/>
          <p:nvPr/>
        </p:nvSpPr>
        <p:spPr>
          <a:xfrm>
            <a:off x="2385791" y="6724226"/>
            <a:ext cx="10626749" cy="66136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2</a:t>
            </a:r>
            <a:r>
              <a:rPr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§︎</a:t>
            </a:r>
            <a:r>
              <a:t> &lt; ... </a:t>
            </a:r>
            <a:r>
              <a:rPr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&lt; </a:t>
            </a:r>
            <a:r>
              <a:t>A</a:t>
            </a:r>
            <a:r>
              <a:rPr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§︎ &lt; 2¨︎ &lt; ... A¨︎ &lt; 2©︎ &lt;¼ A©︎ &lt;</a:t>
            </a:r>
            <a:r>
              <a:t> 2</a:t>
            </a:r>
            <a:r>
              <a:rPr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ª︎ &lt;¼&lt; Aª︎</a:t>
            </a:r>
            <a:endParaRPr>
              <a:latin typeface="Symbol" panose="05050102010706020507"/>
              <a:ea typeface="Symbol" panose="05050102010706020507"/>
              <a:cs typeface="Symbol" panose="05050102010706020507"/>
              <a:sym typeface="Symbol" panose="05050102010706020507"/>
            </a:endParaRPr>
          </a:p>
        </p:txBody>
      </p:sp>
      <p:sp>
        <p:nvSpPr>
          <p:cNvPr id="2219" name="如何排序？"/>
          <p:cNvSpPr txBox="1"/>
          <p:nvPr/>
        </p:nvSpPr>
        <p:spPr>
          <a:xfrm>
            <a:off x="492025" y="7605452"/>
            <a:ext cx="239460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如何排序？</a:t>
            </a:r>
          </a:p>
        </p:txBody>
      </p:sp>
      <p:sp>
        <p:nvSpPr>
          <p:cNvPr id="2220" name="如果已知待排序数据的某些分布特征，可以采用与前面不同的…"/>
          <p:cNvSpPr txBox="1"/>
          <p:nvPr/>
        </p:nvSpPr>
        <p:spPr>
          <a:xfrm>
            <a:off x="352100" y="1443155"/>
            <a:ext cx="12173600" cy="14706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如果已知待排序数据的某些分布特征，可以采用与前面不同的</a:t>
            </a:r>
          </a:p>
          <a:p>
            <a:r>
              <a:t>排序方法</a:t>
            </a:r>
          </a:p>
        </p:txBody>
      </p:sp>
    </p:spTree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" name="计数制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计数制</a:t>
            </a:r>
          </a:p>
        </p:txBody>
      </p:sp>
      <p:sp>
        <p:nvSpPr>
          <p:cNvPr id="2223" name="十六进制…"/>
          <p:cNvSpPr txBox="1"/>
          <p:nvPr/>
        </p:nvSpPr>
        <p:spPr>
          <a:xfrm>
            <a:off x="35131" y="1718277"/>
            <a:ext cx="12565537" cy="282452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defRPr sz="3300"/>
            </a:pPr>
            <a:r>
              <a:t>十六进制</a:t>
            </a:r>
          </a:p>
          <a:p>
            <a:pPr marL="732155" lvl="1" indent="-351155">
              <a:buSzPct val="60000"/>
              <a:buBlip>
                <a:blip r:embed="rId1"/>
              </a:buBlip>
              <a:defRPr sz="3300"/>
            </a:pPr>
            <a:r>
              <a:t>数符：0、1、2、3、4、5、6、7、8、9、A、B、C、D、E、F</a:t>
            </a:r>
          </a:p>
          <a:p>
            <a:pPr marL="732155" lvl="1" indent="-351155">
              <a:buSzPct val="60000"/>
              <a:buBlip>
                <a:blip r:embed="rId1"/>
              </a:buBlip>
              <a:defRPr sz="3300"/>
            </a:pPr>
            <a:r>
              <a:t>基数：16</a:t>
            </a:r>
          </a:p>
          <a:p>
            <a:pPr marL="732155" lvl="1" indent="-351155">
              <a:buSzPct val="60000"/>
              <a:buBlip>
                <a:blip r:embed="rId1"/>
              </a:buBlip>
              <a:defRPr sz="3300"/>
            </a:pPr>
            <a:r>
              <a:t>位权：从右往左，第0位，第1位，...，第n位，第i位的权重为16</a:t>
            </a:r>
            <a:r>
              <a:rPr baseline="32000"/>
              <a:t>i</a:t>
            </a:r>
            <a:r>
              <a:t> </a:t>
            </a:r>
          </a:p>
        </p:txBody>
      </p:sp>
      <p:sp>
        <p:nvSpPr>
          <p:cNvPr id="2224" name="A121    ⇔    10×163 + 1×162 + 2×161 + 1×160 = 323169"/>
          <p:cNvSpPr txBox="1"/>
          <p:nvPr/>
        </p:nvSpPr>
        <p:spPr>
          <a:xfrm>
            <a:off x="1522988" y="5127676"/>
            <a:ext cx="9589822" cy="58828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defRPr sz="3300"/>
            </a:pPr>
            <a:r>
              <a:t>A121    ⇔    10×16</a:t>
            </a:r>
            <a:r>
              <a:rPr baseline="32000"/>
              <a:t>3</a:t>
            </a:r>
            <a:r>
              <a:t> + 1×16</a:t>
            </a:r>
            <a:r>
              <a:rPr baseline="32000"/>
              <a:t>2</a:t>
            </a:r>
            <a:r>
              <a:t> + 2×16</a:t>
            </a:r>
            <a:r>
              <a:rPr baseline="32000"/>
              <a:t>1</a:t>
            </a:r>
            <a:r>
              <a:t> + 1×16</a:t>
            </a:r>
            <a:r>
              <a:rPr baseline="32000"/>
              <a:t>0</a:t>
            </a:r>
            <a:r>
              <a:t> = 323169</a:t>
            </a:r>
          </a:p>
        </p:txBody>
      </p:sp>
    </p:spTree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6" name="计数制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计数制</a:t>
            </a:r>
          </a:p>
        </p:txBody>
      </p:sp>
      <p:sp>
        <p:nvSpPr>
          <p:cNvPr id="2227" name="abcd = ?"/>
          <p:cNvSpPr txBox="1"/>
          <p:nvPr/>
        </p:nvSpPr>
        <p:spPr>
          <a:xfrm>
            <a:off x="167678" y="1615851"/>
            <a:ext cx="1465789" cy="51721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r>
              <a:t>abcd = ?</a:t>
            </a:r>
          </a:p>
        </p:txBody>
      </p:sp>
      <p:sp>
        <p:nvSpPr>
          <p:cNvPr id="2228" name="如果建立以下的数制：…"/>
          <p:cNvSpPr txBox="1"/>
          <p:nvPr/>
        </p:nvSpPr>
        <p:spPr>
          <a:xfrm>
            <a:off x="7857820" y="1225971"/>
            <a:ext cx="4533901" cy="324387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>
              <a:defRPr sz="3000"/>
            </a:pPr>
            <a:r>
              <a:t>如果建立以下的数制：</a:t>
            </a:r>
          </a:p>
          <a:p>
            <a:pPr marL="732155" lvl="1" indent="-351155">
              <a:buSzPct val="60000"/>
              <a:buBlip>
                <a:blip r:embed="rId1"/>
              </a:buBlip>
              <a:defRPr sz="3000"/>
            </a:pPr>
            <a:r>
              <a:t>基数：26</a:t>
            </a:r>
          </a:p>
          <a:p>
            <a:pPr marL="732155" lvl="1" indent="-351155">
              <a:buSzPct val="60000"/>
              <a:buBlip>
                <a:blip r:embed="rId1"/>
              </a:buBlip>
              <a:defRPr sz="3000"/>
            </a:pPr>
            <a:r>
              <a:t>位权:   26</a:t>
            </a:r>
            <a:r>
              <a:rPr baseline="32000"/>
              <a:t>i</a:t>
            </a:r>
            <a:r>
              <a:t> </a:t>
            </a:r>
          </a:p>
          <a:p>
            <a:pPr marL="732155" lvl="1" indent="-351155">
              <a:buSzPct val="60000"/>
              <a:buBlip>
                <a:blip r:embed="rId1"/>
              </a:buBlip>
              <a:defRPr sz="3000"/>
            </a:pPr>
            <a:r>
              <a:t>数符: a、b、c、...、z</a:t>
            </a:r>
          </a:p>
          <a:p>
            <a:pPr lvl="1" indent="228600">
              <a:defRPr sz="3000"/>
            </a:pPr>
            <a:r>
              <a:t>               0、1、2、...、25</a:t>
            </a:r>
          </a:p>
        </p:txBody>
      </p:sp>
      <p:sp>
        <p:nvSpPr>
          <p:cNvPr id="2229" name="abcd = 0×263 + 1×262 + 2×261 + 3×260 = 731"/>
          <p:cNvSpPr txBox="1"/>
          <p:nvPr/>
        </p:nvSpPr>
        <p:spPr>
          <a:xfrm>
            <a:off x="72701" y="2497534"/>
            <a:ext cx="7143147" cy="51721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>
              <a:defRPr sz="3000"/>
            </a:pPr>
            <a:r>
              <a:t>abcd = 0×26</a:t>
            </a:r>
            <a:r>
              <a:rPr baseline="32000"/>
              <a:t>3</a:t>
            </a:r>
            <a:r>
              <a:t> + 1×26</a:t>
            </a:r>
            <a:r>
              <a:rPr baseline="32000"/>
              <a:t>2</a:t>
            </a:r>
            <a:r>
              <a:t> + 2×26</a:t>
            </a:r>
            <a:r>
              <a:rPr baseline="32000"/>
              <a:t>1</a:t>
            </a:r>
            <a:r>
              <a:t> + 3×26</a:t>
            </a:r>
            <a:r>
              <a:rPr baseline="32000"/>
              <a:t>0</a:t>
            </a:r>
            <a:r>
              <a:t> = 731</a:t>
            </a:r>
          </a:p>
        </p:txBody>
      </p:sp>
      <p:sp>
        <p:nvSpPr>
          <p:cNvPr id="2230" name="字符串即数，数即字符串。…"/>
          <p:cNvSpPr txBox="1"/>
          <p:nvPr/>
        </p:nvSpPr>
        <p:spPr>
          <a:xfrm>
            <a:off x="306475" y="4857132"/>
            <a:ext cx="12338226" cy="257142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marL="351155" indent="-351155">
              <a:buSzPct val="60000"/>
              <a:buBlip>
                <a:blip r:embed="rId1"/>
              </a:buBlip>
              <a:defRPr sz="3000">
                <a:solidFill>
                  <a:schemeClr val="accent5"/>
                </a:solidFill>
              </a:defRPr>
            </a:pPr>
            <a:r>
              <a:t>字符串即数，数即字符串。</a:t>
            </a:r>
          </a:p>
          <a:p>
            <a:pPr marL="351155" indent="-351155">
              <a:buSzPct val="60000"/>
              <a:buBlip>
                <a:blip r:embed="rId1"/>
              </a:buBlip>
              <a:defRPr sz="3000">
                <a:solidFill>
                  <a:schemeClr val="accent1"/>
                </a:solidFill>
              </a:defRPr>
            </a:pPr>
            <a:r>
              <a:t>字符串比较大小，就是对应的数比较大小：</a:t>
            </a:r>
          </a:p>
          <a:p>
            <a:pPr indent="0">
              <a:defRPr sz="3000">
                <a:solidFill>
                  <a:schemeClr val="accent1"/>
                </a:solidFill>
              </a:defRPr>
            </a:pPr>
            <a:r>
              <a:t>    从低位数字(Least Significant Digit)到高位数字(Most Significant Digit)</a:t>
            </a:r>
          </a:p>
          <a:p>
            <a:pPr indent="0">
              <a:defRPr sz="3000">
                <a:solidFill>
                  <a:schemeClr val="accent1"/>
                </a:solidFill>
              </a:defRPr>
            </a:pPr>
            <a:r>
              <a:t>    逐位比较。</a:t>
            </a:r>
          </a:p>
        </p:txBody>
      </p:sp>
    </p:spTree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" name="基数排序-radix sor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基数排序-radix sort</a:t>
            </a:r>
          </a:p>
        </p:txBody>
      </p:sp>
      <p:sp>
        <p:nvSpPr>
          <p:cNvPr id="2233" name="如果关键字可以视为M进制数，即关键字表示为p-元组：…"/>
          <p:cNvSpPr txBox="1"/>
          <p:nvPr/>
        </p:nvSpPr>
        <p:spPr>
          <a:xfrm>
            <a:off x="855572" y="1667033"/>
            <a:ext cx="11103305" cy="435453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/>
            <a:r>
              <a:t>如果关键字</a:t>
            </a:r>
            <a:r>
              <a:rPr>
                <a:solidFill>
                  <a:schemeClr val="accent1"/>
                </a:solidFill>
              </a:rPr>
              <a:t>可以视为</a:t>
            </a:r>
            <a:r>
              <a:t>M进制数，即关键字表示为p-元组：</a:t>
            </a:r>
          </a:p>
          <a:p>
            <a:r>
              <a:t>                    &lt;a</a:t>
            </a:r>
            <a:r>
              <a:rPr baseline="-6000"/>
              <a:t>1</a:t>
            </a:r>
            <a:r>
              <a:t>，a</a:t>
            </a:r>
            <a:r>
              <a:rPr baseline="-6000"/>
              <a:t>2</a:t>
            </a:r>
            <a:r>
              <a:t>，...，a</a:t>
            </a:r>
            <a:r>
              <a:rPr baseline="-6000"/>
              <a:t>p</a:t>
            </a:r>
            <a:r>
              <a:t>&gt;，0 ≤ a</a:t>
            </a:r>
            <a:r>
              <a:rPr baseline="-6000"/>
              <a:t>i</a:t>
            </a:r>
            <a:r>
              <a:t> &lt; M</a:t>
            </a:r>
          </a:p>
          <a:p/>
          <a:p>
            <a:r>
              <a:t>基数排序算法：</a:t>
            </a:r>
          </a:p>
          <a:p>
            <a:pPr marL="732155" lvl="1" indent="-351155">
              <a:buSzPct val="60000"/>
              <a:buBlip>
                <a:blip r:embed="rId1"/>
              </a:buBlip>
            </a:pPr>
            <a:r>
              <a:t>分配</a:t>
            </a:r>
          </a:p>
          <a:p>
            <a:pPr marL="732155" lvl="1" indent="-351155">
              <a:buSzPct val="60000"/>
              <a:buBlip>
                <a:blip r:embed="rId1"/>
              </a:buBlip>
            </a:pPr>
            <a:r>
              <a:t>收集</a:t>
            </a:r>
          </a:p>
        </p:txBody>
      </p:sp>
    </p:spTree>
  </p:cSld>
  <p:clrMapOvr>
    <a:masterClrMapping/>
  </p:clrMapOvr>
  <p:transition spd="med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对下列这组十进制关键字排序:…"/>
          <p:cNvSpPr txBox="1"/>
          <p:nvPr/>
        </p:nvSpPr>
        <p:spPr>
          <a:xfrm>
            <a:off x="302374" y="1425051"/>
            <a:ext cx="9312149" cy="169849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/>
          <a:p>
            <a:pPr indent="0" defTabSz="1300480">
              <a:lnSpc>
                <a:spcPct val="150000"/>
              </a:lnSpc>
              <a:defRPr sz="3800"/>
            </a:pPr>
            <a:r>
              <a:t>对下列这组十进制关键字排序:</a:t>
            </a:r>
          </a:p>
          <a:p>
            <a:pPr indent="0" defTabSz="1300480">
              <a:lnSpc>
                <a:spcPct val="150000"/>
              </a:lnSpc>
              <a:defRPr sz="3800"/>
            </a:pPr>
            <a:r>
              <a:t>     209, 386, 768, 185, 247, 606, 230, 834, 539 </a:t>
            </a:r>
          </a:p>
        </p:txBody>
      </p:sp>
      <p:sp>
        <p:nvSpPr>
          <p:cNvPr id="2236" name="1、按个位数的取值， 分配成 10 组，然后按从 0 至…"/>
          <p:cNvSpPr txBox="1"/>
          <p:nvPr/>
        </p:nvSpPr>
        <p:spPr>
          <a:xfrm>
            <a:off x="394337" y="3503601"/>
            <a:ext cx="12351199" cy="163137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/>
          <a:p>
            <a:pPr indent="0" defTabSz="1300480">
              <a:defRPr sz="3800"/>
            </a:pPr>
            <a:r>
              <a:t>1、按个位数的取值， </a:t>
            </a:r>
            <a:r>
              <a:rPr>
                <a:solidFill>
                  <a:schemeClr val="accent1"/>
                </a:solidFill>
              </a:rPr>
              <a:t>分配</a:t>
            </a:r>
            <a:r>
              <a:t>成 10 组，然后按从 0 至 </a:t>
            </a:r>
          </a:p>
          <a:p>
            <a:pPr indent="0" defTabSz="1300480">
              <a:defRPr sz="3800"/>
            </a:pPr>
            <a:r>
              <a:t>    9 的顺序将它们</a:t>
            </a:r>
            <a:r>
              <a:rPr>
                <a:solidFill>
                  <a:schemeClr val="accent1"/>
                </a:solidFill>
              </a:rPr>
              <a:t>收集</a:t>
            </a:r>
            <a:r>
              <a:t>在一起：</a:t>
            </a:r>
          </a:p>
        </p:txBody>
      </p:sp>
      <p:sp>
        <p:nvSpPr>
          <p:cNvPr id="2237" name="基数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基数排序</a:t>
            </a:r>
          </a:p>
        </p:txBody>
      </p:sp>
    </p:spTree>
  </p:cSld>
  <p:clrMapOvr>
    <a:masterClrMapping/>
  </p:clrMapOvr>
  <p:transition spd="med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初始状态："/>
          <p:cNvSpPr txBox="1"/>
          <p:nvPr/>
        </p:nvSpPr>
        <p:spPr>
          <a:xfrm>
            <a:off x="400610" y="1443287"/>
            <a:ext cx="3072837" cy="5872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5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初始状态：</a:t>
            </a:r>
            <a:endParaRPr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2290" name="成组"/>
          <p:cNvGrpSpPr/>
          <p:nvPr/>
        </p:nvGrpSpPr>
        <p:grpSpPr>
          <a:xfrm>
            <a:off x="824088" y="1918828"/>
            <a:ext cx="11905264" cy="577992"/>
            <a:chOff x="0" y="0"/>
            <a:chExt cx="11905262" cy="577991"/>
          </a:xfrm>
        </p:grpSpPr>
        <p:grpSp>
          <p:nvGrpSpPr>
            <p:cNvPr id="2244" name="成组"/>
            <p:cNvGrpSpPr/>
            <p:nvPr/>
          </p:nvGrpSpPr>
          <p:grpSpPr>
            <a:xfrm>
              <a:off x="-1" y="0"/>
              <a:ext cx="1223717" cy="577992"/>
              <a:chOff x="0" y="0"/>
              <a:chExt cx="1223715" cy="577991"/>
            </a:xfrm>
          </p:grpSpPr>
          <p:grpSp>
            <p:nvGrpSpPr>
              <p:cNvPr id="2242" name="成组"/>
              <p:cNvGrpSpPr/>
              <p:nvPr/>
            </p:nvGrpSpPr>
            <p:grpSpPr>
              <a:xfrm>
                <a:off x="406400" y="0"/>
                <a:ext cx="817316" cy="577992"/>
                <a:chOff x="0" y="0"/>
                <a:chExt cx="817315" cy="577991"/>
              </a:xfrm>
            </p:grpSpPr>
            <p:sp>
              <p:nvSpPr>
                <p:cNvPr id="2240" name="矩形"/>
                <p:cNvSpPr/>
                <p:nvPr/>
              </p:nvSpPr>
              <p:spPr>
                <a:xfrm>
                  <a:off x="0" y="0"/>
                  <a:ext cx="817316" cy="577992"/>
                </a:xfrm>
                <a:prstGeom prst="rect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ctr">
                  <a:noAutofit/>
                </a:bodyPr>
                <a:lstStyle/>
                <a:p>
                  <a:pPr indent="0" algn="ctr" defTabSz="1300480">
                    <a:lnSpc>
                      <a:spcPct val="100000"/>
                    </a:lnSpc>
                    <a:defRPr sz="2800" b="1"/>
                  </a:pPr>
                </a:p>
              </p:txBody>
            </p:sp>
            <p:sp>
              <p:nvSpPr>
                <p:cNvPr id="2241" name="278"/>
                <p:cNvSpPr txBox="1"/>
                <p:nvPr/>
              </p:nvSpPr>
              <p:spPr>
                <a:xfrm>
                  <a:off x="70583" y="28324"/>
                  <a:ext cx="676149" cy="5213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65023" tIns="65023" rIns="65023" bIns="65023" numCol="1" anchor="ctr">
                  <a:spAutoFit/>
                </a:bodyPr>
                <a:lstStyle>
                  <a:lvl1pPr indent="0" algn="ctr" defTabSz="1300480">
                    <a:lnSpc>
                      <a:spcPct val="100000"/>
                    </a:lnSpc>
                    <a:defRPr sz="2800" b="1"/>
                  </a:lvl1pPr>
                </a:lstStyle>
                <a:p>
                  <a:r>
                    <a:t>278</a:t>
                  </a:r>
                </a:p>
              </p:txBody>
            </p:sp>
          </p:grpSp>
          <p:sp>
            <p:nvSpPr>
              <p:cNvPr id="2243" name="线条"/>
              <p:cNvSpPr/>
              <p:nvPr/>
            </p:nvSpPr>
            <p:spPr>
              <a:xfrm>
                <a:off x="0" y="275448"/>
                <a:ext cx="401885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grpSp>
          <p:nvGrpSpPr>
            <p:cNvPr id="2249" name="成组"/>
            <p:cNvGrpSpPr/>
            <p:nvPr/>
          </p:nvGrpSpPr>
          <p:grpSpPr>
            <a:xfrm>
              <a:off x="1187591" y="0"/>
              <a:ext cx="1223716" cy="577992"/>
              <a:chOff x="0" y="0"/>
              <a:chExt cx="1223715" cy="577991"/>
            </a:xfrm>
          </p:grpSpPr>
          <p:grpSp>
            <p:nvGrpSpPr>
              <p:cNvPr id="2247" name="成组"/>
              <p:cNvGrpSpPr/>
              <p:nvPr/>
            </p:nvGrpSpPr>
            <p:grpSpPr>
              <a:xfrm>
                <a:off x="406400" y="0"/>
                <a:ext cx="817316" cy="577992"/>
                <a:chOff x="0" y="0"/>
                <a:chExt cx="817315" cy="577991"/>
              </a:xfrm>
            </p:grpSpPr>
            <p:sp>
              <p:nvSpPr>
                <p:cNvPr id="2245" name="矩形"/>
                <p:cNvSpPr/>
                <p:nvPr/>
              </p:nvSpPr>
              <p:spPr>
                <a:xfrm>
                  <a:off x="0" y="0"/>
                  <a:ext cx="817316" cy="577992"/>
                </a:xfrm>
                <a:prstGeom prst="rect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ctr">
                  <a:noAutofit/>
                </a:bodyPr>
                <a:lstStyle/>
                <a:p>
                  <a:pPr indent="0" algn="ctr" defTabSz="1300480">
                    <a:lnSpc>
                      <a:spcPct val="100000"/>
                    </a:lnSpc>
                    <a:defRPr sz="2800" b="1"/>
                  </a:pPr>
                </a:p>
              </p:txBody>
            </p:sp>
            <p:sp>
              <p:nvSpPr>
                <p:cNvPr id="2246" name="109"/>
                <p:cNvSpPr txBox="1"/>
                <p:nvPr/>
              </p:nvSpPr>
              <p:spPr>
                <a:xfrm>
                  <a:off x="70583" y="28324"/>
                  <a:ext cx="676149" cy="5213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65023" tIns="65023" rIns="65023" bIns="65023" numCol="1" anchor="ctr">
                  <a:spAutoFit/>
                </a:bodyPr>
                <a:lstStyle>
                  <a:lvl1pPr indent="0" algn="ctr" defTabSz="1300480">
                    <a:lnSpc>
                      <a:spcPct val="100000"/>
                    </a:lnSpc>
                    <a:defRPr sz="2800" b="1"/>
                  </a:lvl1pPr>
                </a:lstStyle>
                <a:p>
                  <a:r>
                    <a:t>109</a:t>
                  </a:r>
                </a:p>
              </p:txBody>
            </p:sp>
          </p:grpSp>
          <p:sp>
            <p:nvSpPr>
              <p:cNvPr id="2248" name="线条"/>
              <p:cNvSpPr/>
              <p:nvPr/>
            </p:nvSpPr>
            <p:spPr>
              <a:xfrm>
                <a:off x="0" y="275448"/>
                <a:ext cx="401885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grpSp>
          <p:nvGrpSpPr>
            <p:cNvPr id="2254" name="成组"/>
            <p:cNvGrpSpPr/>
            <p:nvPr/>
          </p:nvGrpSpPr>
          <p:grpSpPr>
            <a:xfrm>
              <a:off x="2375182" y="0"/>
              <a:ext cx="1223716" cy="577992"/>
              <a:chOff x="0" y="0"/>
              <a:chExt cx="1223715" cy="577991"/>
            </a:xfrm>
          </p:grpSpPr>
          <p:grpSp>
            <p:nvGrpSpPr>
              <p:cNvPr id="2252" name="成组"/>
              <p:cNvGrpSpPr/>
              <p:nvPr/>
            </p:nvGrpSpPr>
            <p:grpSpPr>
              <a:xfrm>
                <a:off x="406400" y="0"/>
                <a:ext cx="817316" cy="577992"/>
                <a:chOff x="0" y="0"/>
                <a:chExt cx="817315" cy="577991"/>
              </a:xfrm>
            </p:grpSpPr>
            <p:sp>
              <p:nvSpPr>
                <p:cNvPr id="2250" name="矩形"/>
                <p:cNvSpPr/>
                <p:nvPr/>
              </p:nvSpPr>
              <p:spPr>
                <a:xfrm>
                  <a:off x="0" y="0"/>
                  <a:ext cx="817316" cy="577992"/>
                </a:xfrm>
                <a:prstGeom prst="rect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ctr">
                  <a:noAutofit/>
                </a:bodyPr>
                <a:lstStyle/>
                <a:p>
                  <a:pPr indent="0" algn="ctr" defTabSz="1300480">
                    <a:lnSpc>
                      <a:spcPct val="100000"/>
                    </a:lnSpc>
                    <a:defRPr sz="2800" b="1"/>
                  </a:pPr>
                </a:p>
              </p:txBody>
            </p:sp>
            <p:sp>
              <p:nvSpPr>
                <p:cNvPr id="2251" name="063"/>
                <p:cNvSpPr txBox="1"/>
                <p:nvPr/>
              </p:nvSpPr>
              <p:spPr>
                <a:xfrm>
                  <a:off x="70583" y="28324"/>
                  <a:ext cx="676149" cy="5213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65023" tIns="65023" rIns="65023" bIns="65023" numCol="1" anchor="ctr">
                  <a:spAutoFit/>
                </a:bodyPr>
                <a:lstStyle>
                  <a:lvl1pPr indent="0" algn="ctr" defTabSz="1300480">
                    <a:lnSpc>
                      <a:spcPct val="100000"/>
                    </a:lnSpc>
                    <a:defRPr sz="2800" b="1"/>
                  </a:lvl1pPr>
                </a:lstStyle>
                <a:p>
                  <a:r>
                    <a:t>063</a:t>
                  </a:r>
                </a:p>
              </p:txBody>
            </p:sp>
          </p:grpSp>
          <p:sp>
            <p:nvSpPr>
              <p:cNvPr id="2253" name="线条"/>
              <p:cNvSpPr/>
              <p:nvPr/>
            </p:nvSpPr>
            <p:spPr>
              <a:xfrm>
                <a:off x="0" y="275448"/>
                <a:ext cx="401885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grpSp>
          <p:nvGrpSpPr>
            <p:cNvPr id="2259" name="成组"/>
            <p:cNvGrpSpPr/>
            <p:nvPr/>
          </p:nvGrpSpPr>
          <p:grpSpPr>
            <a:xfrm>
              <a:off x="3560515" y="0"/>
              <a:ext cx="1223717" cy="577992"/>
              <a:chOff x="0" y="0"/>
              <a:chExt cx="1223715" cy="577991"/>
            </a:xfrm>
          </p:grpSpPr>
          <p:grpSp>
            <p:nvGrpSpPr>
              <p:cNvPr id="2257" name="成组"/>
              <p:cNvGrpSpPr/>
              <p:nvPr/>
            </p:nvGrpSpPr>
            <p:grpSpPr>
              <a:xfrm>
                <a:off x="406400" y="0"/>
                <a:ext cx="817316" cy="577992"/>
                <a:chOff x="0" y="0"/>
                <a:chExt cx="817315" cy="577991"/>
              </a:xfrm>
            </p:grpSpPr>
            <p:sp>
              <p:nvSpPr>
                <p:cNvPr id="2255" name="矩形"/>
                <p:cNvSpPr/>
                <p:nvPr/>
              </p:nvSpPr>
              <p:spPr>
                <a:xfrm>
                  <a:off x="0" y="0"/>
                  <a:ext cx="817316" cy="577992"/>
                </a:xfrm>
                <a:prstGeom prst="rect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ctr">
                  <a:noAutofit/>
                </a:bodyPr>
                <a:lstStyle/>
                <a:p>
                  <a:pPr indent="0" algn="ctr" defTabSz="1300480">
                    <a:lnSpc>
                      <a:spcPct val="100000"/>
                    </a:lnSpc>
                    <a:defRPr sz="2800" b="1"/>
                  </a:pPr>
                </a:p>
              </p:txBody>
            </p:sp>
            <p:sp>
              <p:nvSpPr>
                <p:cNvPr id="2256" name="930"/>
                <p:cNvSpPr txBox="1"/>
                <p:nvPr/>
              </p:nvSpPr>
              <p:spPr>
                <a:xfrm>
                  <a:off x="70583" y="28324"/>
                  <a:ext cx="676149" cy="5213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65023" tIns="65023" rIns="65023" bIns="65023" numCol="1" anchor="ctr">
                  <a:spAutoFit/>
                </a:bodyPr>
                <a:lstStyle>
                  <a:lvl1pPr indent="0" algn="ctr" defTabSz="1300480">
                    <a:lnSpc>
                      <a:spcPct val="100000"/>
                    </a:lnSpc>
                    <a:defRPr sz="2800" b="1"/>
                  </a:lvl1pPr>
                </a:lstStyle>
                <a:p>
                  <a:r>
                    <a:t>930</a:t>
                  </a:r>
                </a:p>
              </p:txBody>
            </p:sp>
          </p:grpSp>
          <p:sp>
            <p:nvSpPr>
              <p:cNvPr id="2258" name="线条"/>
              <p:cNvSpPr/>
              <p:nvPr/>
            </p:nvSpPr>
            <p:spPr>
              <a:xfrm>
                <a:off x="0" y="275448"/>
                <a:ext cx="401885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grpSp>
          <p:nvGrpSpPr>
            <p:cNvPr id="2264" name="成组"/>
            <p:cNvGrpSpPr/>
            <p:nvPr/>
          </p:nvGrpSpPr>
          <p:grpSpPr>
            <a:xfrm>
              <a:off x="4748106" y="0"/>
              <a:ext cx="1223717" cy="577992"/>
              <a:chOff x="0" y="0"/>
              <a:chExt cx="1223715" cy="577991"/>
            </a:xfrm>
          </p:grpSpPr>
          <p:grpSp>
            <p:nvGrpSpPr>
              <p:cNvPr id="2262" name="成组"/>
              <p:cNvGrpSpPr/>
              <p:nvPr/>
            </p:nvGrpSpPr>
            <p:grpSpPr>
              <a:xfrm>
                <a:off x="406400" y="0"/>
                <a:ext cx="817316" cy="577992"/>
                <a:chOff x="0" y="0"/>
                <a:chExt cx="817315" cy="577991"/>
              </a:xfrm>
            </p:grpSpPr>
            <p:sp>
              <p:nvSpPr>
                <p:cNvPr id="2260" name="矩形"/>
                <p:cNvSpPr/>
                <p:nvPr/>
              </p:nvSpPr>
              <p:spPr>
                <a:xfrm>
                  <a:off x="0" y="0"/>
                  <a:ext cx="817316" cy="577992"/>
                </a:xfrm>
                <a:prstGeom prst="rect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ctr">
                  <a:noAutofit/>
                </a:bodyPr>
                <a:lstStyle/>
                <a:p>
                  <a:pPr indent="0" algn="ctr" defTabSz="1300480">
                    <a:lnSpc>
                      <a:spcPct val="100000"/>
                    </a:lnSpc>
                    <a:defRPr sz="2800" b="1"/>
                  </a:pPr>
                </a:p>
              </p:txBody>
            </p:sp>
            <p:sp>
              <p:nvSpPr>
                <p:cNvPr id="2261" name="589"/>
                <p:cNvSpPr txBox="1"/>
                <p:nvPr/>
              </p:nvSpPr>
              <p:spPr>
                <a:xfrm>
                  <a:off x="70583" y="28324"/>
                  <a:ext cx="676149" cy="5213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65023" tIns="65023" rIns="65023" bIns="65023" numCol="1" anchor="ctr">
                  <a:spAutoFit/>
                </a:bodyPr>
                <a:lstStyle>
                  <a:lvl1pPr indent="0" algn="ctr" defTabSz="1300480">
                    <a:lnSpc>
                      <a:spcPct val="100000"/>
                    </a:lnSpc>
                    <a:defRPr sz="2800" b="1"/>
                  </a:lvl1pPr>
                </a:lstStyle>
                <a:p>
                  <a:r>
                    <a:t>589</a:t>
                  </a:r>
                </a:p>
              </p:txBody>
            </p:sp>
          </p:grpSp>
          <p:sp>
            <p:nvSpPr>
              <p:cNvPr id="2263" name="线条"/>
              <p:cNvSpPr/>
              <p:nvPr/>
            </p:nvSpPr>
            <p:spPr>
              <a:xfrm>
                <a:off x="0" y="275448"/>
                <a:ext cx="401885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grpSp>
          <p:nvGrpSpPr>
            <p:cNvPr id="2269" name="成组"/>
            <p:cNvGrpSpPr/>
            <p:nvPr/>
          </p:nvGrpSpPr>
          <p:grpSpPr>
            <a:xfrm>
              <a:off x="5935697" y="0"/>
              <a:ext cx="1223717" cy="577992"/>
              <a:chOff x="0" y="0"/>
              <a:chExt cx="1223715" cy="577991"/>
            </a:xfrm>
          </p:grpSpPr>
          <p:grpSp>
            <p:nvGrpSpPr>
              <p:cNvPr id="2267" name="成组"/>
              <p:cNvGrpSpPr/>
              <p:nvPr/>
            </p:nvGrpSpPr>
            <p:grpSpPr>
              <a:xfrm>
                <a:off x="406400" y="0"/>
                <a:ext cx="817316" cy="577992"/>
                <a:chOff x="0" y="0"/>
                <a:chExt cx="817315" cy="577991"/>
              </a:xfrm>
            </p:grpSpPr>
            <p:sp>
              <p:nvSpPr>
                <p:cNvPr id="2265" name="矩形"/>
                <p:cNvSpPr/>
                <p:nvPr/>
              </p:nvSpPr>
              <p:spPr>
                <a:xfrm>
                  <a:off x="0" y="0"/>
                  <a:ext cx="817316" cy="577992"/>
                </a:xfrm>
                <a:prstGeom prst="rect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ctr">
                  <a:noAutofit/>
                </a:bodyPr>
                <a:lstStyle/>
                <a:p>
                  <a:pPr indent="0" algn="ctr" defTabSz="1300480">
                    <a:lnSpc>
                      <a:spcPct val="100000"/>
                    </a:lnSpc>
                    <a:defRPr sz="2800" b="1"/>
                  </a:pPr>
                </a:p>
              </p:txBody>
            </p:sp>
            <p:sp>
              <p:nvSpPr>
                <p:cNvPr id="2266" name="184"/>
                <p:cNvSpPr txBox="1"/>
                <p:nvPr/>
              </p:nvSpPr>
              <p:spPr>
                <a:xfrm>
                  <a:off x="70583" y="28324"/>
                  <a:ext cx="676149" cy="5213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65023" tIns="65023" rIns="65023" bIns="65023" numCol="1" anchor="ctr">
                  <a:spAutoFit/>
                </a:bodyPr>
                <a:lstStyle>
                  <a:lvl1pPr indent="0" algn="ctr" defTabSz="1300480">
                    <a:lnSpc>
                      <a:spcPct val="100000"/>
                    </a:lnSpc>
                    <a:defRPr sz="2800" b="1"/>
                  </a:lvl1pPr>
                </a:lstStyle>
                <a:p>
                  <a:r>
                    <a:t>184</a:t>
                  </a:r>
                </a:p>
              </p:txBody>
            </p:sp>
          </p:grpSp>
          <p:sp>
            <p:nvSpPr>
              <p:cNvPr id="2268" name="线条"/>
              <p:cNvSpPr/>
              <p:nvPr/>
            </p:nvSpPr>
            <p:spPr>
              <a:xfrm>
                <a:off x="0" y="275448"/>
                <a:ext cx="401885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grpSp>
          <p:nvGrpSpPr>
            <p:cNvPr id="2274" name="成组"/>
            <p:cNvGrpSpPr/>
            <p:nvPr/>
          </p:nvGrpSpPr>
          <p:grpSpPr>
            <a:xfrm>
              <a:off x="7121031" y="0"/>
              <a:ext cx="1223716" cy="577992"/>
              <a:chOff x="0" y="0"/>
              <a:chExt cx="1223715" cy="577991"/>
            </a:xfrm>
          </p:grpSpPr>
          <p:grpSp>
            <p:nvGrpSpPr>
              <p:cNvPr id="2272" name="成组"/>
              <p:cNvGrpSpPr/>
              <p:nvPr/>
            </p:nvGrpSpPr>
            <p:grpSpPr>
              <a:xfrm>
                <a:off x="406400" y="0"/>
                <a:ext cx="817316" cy="577992"/>
                <a:chOff x="0" y="0"/>
                <a:chExt cx="817315" cy="577991"/>
              </a:xfrm>
            </p:grpSpPr>
            <p:sp>
              <p:nvSpPr>
                <p:cNvPr id="2270" name="矩形"/>
                <p:cNvSpPr/>
                <p:nvPr/>
              </p:nvSpPr>
              <p:spPr>
                <a:xfrm>
                  <a:off x="0" y="0"/>
                  <a:ext cx="817316" cy="577992"/>
                </a:xfrm>
                <a:prstGeom prst="rect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ctr">
                  <a:noAutofit/>
                </a:bodyPr>
                <a:lstStyle/>
                <a:p>
                  <a:pPr indent="0" algn="ctr" defTabSz="1300480">
                    <a:lnSpc>
                      <a:spcPct val="100000"/>
                    </a:lnSpc>
                    <a:defRPr sz="2800" b="1"/>
                  </a:pPr>
                </a:p>
              </p:txBody>
            </p:sp>
            <p:sp>
              <p:nvSpPr>
                <p:cNvPr id="2271" name="505"/>
                <p:cNvSpPr txBox="1"/>
                <p:nvPr/>
              </p:nvSpPr>
              <p:spPr>
                <a:xfrm>
                  <a:off x="70583" y="28324"/>
                  <a:ext cx="676149" cy="5213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65023" tIns="65023" rIns="65023" bIns="65023" numCol="1" anchor="ctr">
                  <a:spAutoFit/>
                </a:bodyPr>
                <a:lstStyle>
                  <a:lvl1pPr indent="0" algn="ctr" defTabSz="1300480">
                    <a:lnSpc>
                      <a:spcPct val="100000"/>
                    </a:lnSpc>
                    <a:defRPr sz="2800" b="1"/>
                  </a:lvl1pPr>
                </a:lstStyle>
                <a:p>
                  <a:r>
                    <a:t>505</a:t>
                  </a:r>
                </a:p>
              </p:txBody>
            </p:sp>
          </p:grpSp>
          <p:sp>
            <p:nvSpPr>
              <p:cNvPr id="2273" name="线条"/>
              <p:cNvSpPr/>
              <p:nvPr/>
            </p:nvSpPr>
            <p:spPr>
              <a:xfrm>
                <a:off x="0" y="275448"/>
                <a:ext cx="401885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grpSp>
          <p:nvGrpSpPr>
            <p:cNvPr id="2279" name="成组"/>
            <p:cNvGrpSpPr/>
            <p:nvPr/>
          </p:nvGrpSpPr>
          <p:grpSpPr>
            <a:xfrm>
              <a:off x="8308622" y="0"/>
              <a:ext cx="1223716" cy="577992"/>
              <a:chOff x="0" y="0"/>
              <a:chExt cx="1223715" cy="577991"/>
            </a:xfrm>
          </p:grpSpPr>
          <p:grpSp>
            <p:nvGrpSpPr>
              <p:cNvPr id="2277" name="成组"/>
              <p:cNvGrpSpPr/>
              <p:nvPr/>
            </p:nvGrpSpPr>
            <p:grpSpPr>
              <a:xfrm>
                <a:off x="406400" y="0"/>
                <a:ext cx="817316" cy="577992"/>
                <a:chOff x="0" y="0"/>
                <a:chExt cx="817315" cy="577991"/>
              </a:xfrm>
            </p:grpSpPr>
            <p:sp>
              <p:nvSpPr>
                <p:cNvPr id="2275" name="矩形"/>
                <p:cNvSpPr/>
                <p:nvPr/>
              </p:nvSpPr>
              <p:spPr>
                <a:xfrm>
                  <a:off x="0" y="0"/>
                  <a:ext cx="817316" cy="577992"/>
                </a:xfrm>
                <a:prstGeom prst="rect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ctr">
                  <a:noAutofit/>
                </a:bodyPr>
                <a:lstStyle/>
                <a:p>
                  <a:pPr indent="0" algn="ctr" defTabSz="1300480">
                    <a:lnSpc>
                      <a:spcPct val="100000"/>
                    </a:lnSpc>
                    <a:defRPr sz="2800" b="1"/>
                  </a:pPr>
                </a:p>
              </p:txBody>
            </p:sp>
            <p:sp>
              <p:nvSpPr>
                <p:cNvPr id="2276" name="269"/>
                <p:cNvSpPr txBox="1"/>
                <p:nvPr/>
              </p:nvSpPr>
              <p:spPr>
                <a:xfrm>
                  <a:off x="70583" y="28324"/>
                  <a:ext cx="676149" cy="5213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65023" tIns="65023" rIns="65023" bIns="65023" numCol="1" anchor="ctr">
                  <a:spAutoFit/>
                </a:bodyPr>
                <a:lstStyle>
                  <a:lvl1pPr indent="0" algn="ctr" defTabSz="1300480">
                    <a:lnSpc>
                      <a:spcPct val="100000"/>
                    </a:lnSpc>
                    <a:defRPr sz="2800" b="1"/>
                  </a:lvl1pPr>
                </a:lstStyle>
                <a:p>
                  <a:r>
                    <a:t>269</a:t>
                  </a:r>
                </a:p>
              </p:txBody>
            </p:sp>
          </p:grpSp>
          <p:sp>
            <p:nvSpPr>
              <p:cNvPr id="2278" name="线条"/>
              <p:cNvSpPr/>
              <p:nvPr/>
            </p:nvSpPr>
            <p:spPr>
              <a:xfrm>
                <a:off x="0" y="275448"/>
                <a:ext cx="401885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grpSp>
          <p:nvGrpSpPr>
            <p:cNvPr id="2284" name="成组"/>
            <p:cNvGrpSpPr/>
            <p:nvPr/>
          </p:nvGrpSpPr>
          <p:grpSpPr>
            <a:xfrm>
              <a:off x="9496213" y="0"/>
              <a:ext cx="1223717" cy="577992"/>
              <a:chOff x="0" y="0"/>
              <a:chExt cx="1223715" cy="577991"/>
            </a:xfrm>
          </p:grpSpPr>
          <p:grpSp>
            <p:nvGrpSpPr>
              <p:cNvPr id="2282" name="成组"/>
              <p:cNvGrpSpPr/>
              <p:nvPr/>
            </p:nvGrpSpPr>
            <p:grpSpPr>
              <a:xfrm>
                <a:off x="406400" y="0"/>
                <a:ext cx="817316" cy="577992"/>
                <a:chOff x="0" y="0"/>
                <a:chExt cx="817315" cy="577991"/>
              </a:xfrm>
            </p:grpSpPr>
            <p:sp>
              <p:nvSpPr>
                <p:cNvPr id="2280" name="矩形"/>
                <p:cNvSpPr/>
                <p:nvPr/>
              </p:nvSpPr>
              <p:spPr>
                <a:xfrm>
                  <a:off x="0" y="0"/>
                  <a:ext cx="817316" cy="577992"/>
                </a:xfrm>
                <a:prstGeom prst="rect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ctr">
                  <a:noAutofit/>
                </a:bodyPr>
                <a:lstStyle/>
                <a:p>
                  <a:pPr indent="0" algn="ctr" defTabSz="1300480">
                    <a:lnSpc>
                      <a:spcPct val="100000"/>
                    </a:lnSpc>
                    <a:defRPr sz="2800" b="1"/>
                  </a:pPr>
                </a:p>
              </p:txBody>
            </p:sp>
            <p:sp>
              <p:nvSpPr>
                <p:cNvPr id="2281" name="008"/>
                <p:cNvSpPr txBox="1"/>
                <p:nvPr/>
              </p:nvSpPr>
              <p:spPr>
                <a:xfrm>
                  <a:off x="70583" y="28324"/>
                  <a:ext cx="676149" cy="5213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65023" tIns="65023" rIns="65023" bIns="65023" numCol="1" anchor="ctr">
                  <a:spAutoFit/>
                </a:bodyPr>
                <a:lstStyle>
                  <a:lvl1pPr indent="0" algn="ctr" defTabSz="1300480">
                    <a:lnSpc>
                      <a:spcPct val="100000"/>
                    </a:lnSpc>
                    <a:defRPr sz="2800" b="1"/>
                  </a:lvl1pPr>
                </a:lstStyle>
                <a:p>
                  <a:r>
                    <a:t>008</a:t>
                  </a:r>
                </a:p>
              </p:txBody>
            </p:sp>
          </p:grpSp>
          <p:sp>
            <p:nvSpPr>
              <p:cNvPr id="2283" name="线条"/>
              <p:cNvSpPr/>
              <p:nvPr/>
            </p:nvSpPr>
            <p:spPr>
              <a:xfrm>
                <a:off x="0" y="275448"/>
                <a:ext cx="401885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grpSp>
          <p:nvGrpSpPr>
            <p:cNvPr id="2289" name="成组"/>
            <p:cNvGrpSpPr/>
            <p:nvPr/>
          </p:nvGrpSpPr>
          <p:grpSpPr>
            <a:xfrm>
              <a:off x="10681547" y="0"/>
              <a:ext cx="1223716" cy="577992"/>
              <a:chOff x="0" y="0"/>
              <a:chExt cx="1223715" cy="577991"/>
            </a:xfrm>
          </p:grpSpPr>
          <p:grpSp>
            <p:nvGrpSpPr>
              <p:cNvPr id="2287" name="成组"/>
              <p:cNvGrpSpPr/>
              <p:nvPr/>
            </p:nvGrpSpPr>
            <p:grpSpPr>
              <a:xfrm>
                <a:off x="406400" y="0"/>
                <a:ext cx="817316" cy="577992"/>
                <a:chOff x="0" y="0"/>
                <a:chExt cx="817315" cy="577991"/>
              </a:xfrm>
            </p:grpSpPr>
            <p:sp>
              <p:nvSpPr>
                <p:cNvPr id="2285" name="矩形"/>
                <p:cNvSpPr/>
                <p:nvPr/>
              </p:nvSpPr>
              <p:spPr>
                <a:xfrm>
                  <a:off x="0" y="0"/>
                  <a:ext cx="817316" cy="577992"/>
                </a:xfrm>
                <a:prstGeom prst="rect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ctr">
                  <a:noAutofit/>
                </a:bodyPr>
                <a:lstStyle/>
                <a:p>
                  <a:pPr indent="0" algn="ctr" defTabSz="1300480">
                    <a:lnSpc>
                      <a:spcPct val="100000"/>
                    </a:lnSpc>
                    <a:defRPr sz="2800" b="1"/>
                  </a:pPr>
                </a:p>
              </p:txBody>
            </p:sp>
            <p:sp>
              <p:nvSpPr>
                <p:cNvPr id="2286" name="083"/>
                <p:cNvSpPr txBox="1"/>
                <p:nvPr/>
              </p:nvSpPr>
              <p:spPr>
                <a:xfrm>
                  <a:off x="70583" y="28324"/>
                  <a:ext cx="676149" cy="5213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65023" tIns="65023" rIns="65023" bIns="65023" numCol="1" anchor="ctr">
                  <a:spAutoFit/>
                </a:bodyPr>
                <a:lstStyle>
                  <a:lvl1pPr indent="0" algn="ctr" defTabSz="1300480">
                    <a:lnSpc>
                      <a:spcPct val="100000"/>
                    </a:lnSpc>
                    <a:defRPr sz="2800" b="1"/>
                  </a:lvl1pPr>
                </a:lstStyle>
                <a:p>
                  <a:r>
                    <a:t>083</a:t>
                  </a:r>
                </a:p>
              </p:txBody>
            </p:sp>
          </p:grpSp>
          <p:sp>
            <p:nvSpPr>
              <p:cNvPr id="2288" name="线条"/>
              <p:cNvSpPr/>
              <p:nvPr/>
            </p:nvSpPr>
            <p:spPr>
              <a:xfrm>
                <a:off x="0" y="275448"/>
                <a:ext cx="401885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grpSp>
        <p:nvGrpSpPr>
          <p:cNvPr id="2293" name="成组"/>
          <p:cNvGrpSpPr/>
          <p:nvPr/>
        </p:nvGrpSpPr>
        <p:grpSpPr>
          <a:xfrm>
            <a:off x="11805920" y="5427697"/>
            <a:ext cx="828605" cy="1020517"/>
            <a:chOff x="0" y="0"/>
            <a:chExt cx="828604" cy="1020515"/>
          </a:xfrm>
        </p:grpSpPr>
        <p:sp>
          <p:nvSpPr>
            <p:cNvPr id="2291" name="109"/>
            <p:cNvSpPr txBox="1"/>
            <p:nvPr/>
          </p:nvSpPr>
          <p:spPr>
            <a:xfrm>
              <a:off x="0" y="0"/>
              <a:ext cx="828605" cy="53404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109</a:t>
              </a:r>
            </a:p>
          </p:txBody>
        </p:sp>
        <p:sp>
          <p:nvSpPr>
            <p:cNvPr id="2292" name="线条"/>
            <p:cNvSpPr/>
            <p:nvPr/>
          </p:nvSpPr>
          <p:spPr>
            <a:xfrm flipV="1">
              <a:off x="392401" y="566702"/>
              <a:ext cx="1" cy="45381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grpSp>
        <p:nvGrpSpPr>
          <p:cNvPr id="2296" name="成组"/>
          <p:cNvGrpSpPr/>
          <p:nvPr/>
        </p:nvGrpSpPr>
        <p:grpSpPr>
          <a:xfrm>
            <a:off x="11805920" y="4583288"/>
            <a:ext cx="828605" cy="835379"/>
            <a:chOff x="0" y="0"/>
            <a:chExt cx="828604" cy="835377"/>
          </a:xfrm>
        </p:grpSpPr>
        <p:sp>
          <p:nvSpPr>
            <p:cNvPr id="2294" name="589"/>
            <p:cNvSpPr txBox="1"/>
            <p:nvPr/>
          </p:nvSpPr>
          <p:spPr>
            <a:xfrm>
              <a:off x="0" y="0"/>
              <a:ext cx="828605" cy="53404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589</a:t>
              </a:r>
            </a:p>
          </p:txBody>
        </p:sp>
        <p:sp>
          <p:nvSpPr>
            <p:cNvPr id="2295" name="线条"/>
            <p:cNvSpPr/>
            <p:nvPr/>
          </p:nvSpPr>
          <p:spPr>
            <a:xfrm flipV="1">
              <a:off x="390595" y="584764"/>
              <a:ext cx="1" cy="25061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grpSp>
        <p:nvGrpSpPr>
          <p:cNvPr id="2300" name="成组"/>
          <p:cNvGrpSpPr/>
          <p:nvPr/>
        </p:nvGrpSpPr>
        <p:grpSpPr>
          <a:xfrm>
            <a:off x="11805920" y="3312159"/>
            <a:ext cx="828605" cy="1280161"/>
            <a:chOff x="0" y="0"/>
            <a:chExt cx="828604" cy="1280160"/>
          </a:xfrm>
        </p:grpSpPr>
        <p:sp>
          <p:nvSpPr>
            <p:cNvPr id="2297" name="269"/>
            <p:cNvSpPr txBox="1"/>
            <p:nvPr/>
          </p:nvSpPr>
          <p:spPr>
            <a:xfrm>
              <a:off x="0" y="426720"/>
              <a:ext cx="828605" cy="53404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269</a:t>
              </a:r>
            </a:p>
          </p:txBody>
        </p:sp>
        <p:sp>
          <p:nvSpPr>
            <p:cNvPr id="2298" name="线条"/>
            <p:cNvSpPr/>
            <p:nvPr/>
          </p:nvSpPr>
          <p:spPr>
            <a:xfrm flipH="1">
              <a:off x="402166" y="0"/>
              <a:ext cx="1" cy="42672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299" name="线条"/>
            <p:cNvSpPr/>
            <p:nvPr/>
          </p:nvSpPr>
          <p:spPr>
            <a:xfrm flipV="1">
              <a:off x="415431" y="1002453"/>
              <a:ext cx="1" cy="277708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grpSp>
        <p:nvGrpSpPr>
          <p:cNvPr id="2303" name="成组"/>
          <p:cNvGrpSpPr/>
          <p:nvPr/>
        </p:nvGrpSpPr>
        <p:grpSpPr>
          <a:xfrm>
            <a:off x="10652195" y="5427697"/>
            <a:ext cx="828605" cy="961815"/>
            <a:chOff x="0" y="0"/>
            <a:chExt cx="828604" cy="961813"/>
          </a:xfrm>
        </p:grpSpPr>
        <p:sp>
          <p:nvSpPr>
            <p:cNvPr id="2301" name="278"/>
            <p:cNvSpPr txBox="1"/>
            <p:nvPr/>
          </p:nvSpPr>
          <p:spPr>
            <a:xfrm>
              <a:off x="0" y="0"/>
              <a:ext cx="828605" cy="53404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278</a:t>
              </a:r>
            </a:p>
          </p:txBody>
        </p:sp>
        <p:sp>
          <p:nvSpPr>
            <p:cNvPr id="2302" name="线条"/>
            <p:cNvSpPr/>
            <p:nvPr/>
          </p:nvSpPr>
          <p:spPr>
            <a:xfrm flipV="1">
              <a:off x="383370" y="508000"/>
              <a:ext cx="1" cy="45381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grpSp>
        <p:nvGrpSpPr>
          <p:cNvPr id="2306" name="成组"/>
          <p:cNvGrpSpPr/>
          <p:nvPr/>
        </p:nvGrpSpPr>
        <p:grpSpPr>
          <a:xfrm>
            <a:off x="4617155" y="5427697"/>
            <a:ext cx="828605" cy="986650"/>
            <a:chOff x="0" y="0"/>
            <a:chExt cx="828604" cy="986648"/>
          </a:xfrm>
        </p:grpSpPr>
        <p:sp>
          <p:nvSpPr>
            <p:cNvPr id="2304" name="063"/>
            <p:cNvSpPr txBox="1"/>
            <p:nvPr/>
          </p:nvSpPr>
          <p:spPr>
            <a:xfrm>
              <a:off x="0" y="0"/>
              <a:ext cx="828605" cy="53404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063</a:t>
              </a:r>
            </a:p>
          </p:txBody>
        </p:sp>
        <p:sp>
          <p:nvSpPr>
            <p:cNvPr id="2305" name="线条"/>
            <p:cNvSpPr/>
            <p:nvPr/>
          </p:nvSpPr>
          <p:spPr>
            <a:xfrm flipV="1">
              <a:off x="421752" y="532835"/>
              <a:ext cx="1" cy="45381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grpSp>
        <p:nvGrpSpPr>
          <p:cNvPr id="2311" name="成组"/>
          <p:cNvGrpSpPr/>
          <p:nvPr/>
        </p:nvGrpSpPr>
        <p:grpSpPr>
          <a:xfrm>
            <a:off x="1158239" y="3361831"/>
            <a:ext cx="828606" cy="3054774"/>
            <a:chOff x="0" y="0"/>
            <a:chExt cx="828604" cy="3054773"/>
          </a:xfrm>
        </p:grpSpPr>
        <p:grpSp>
          <p:nvGrpSpPr>
            <p:cNvPr id="2309" name="成组"/>
            <p:cNvGrpSpPr/>
            <p:nvPr/>
          </p:nvGrpSpPr>
          <p:grpSpPr>
            <a:xfrm>
              <a:off x="0" y="2065866"/>
              <a:ext cx="828605" cy="988908"/>
              <a:chOff x="0" y="0"/>
              <a:chExt cx="828604" cy="988906"/>
            </a:xfrm>
          </p:grpSpPr>
          <p:sp>
            <p:nvSpPr>
              <p:cNvPr id="2307" name="930"/>
              <p:cNvSpPr txBox="1"/>
              <p:nvPr/>
            </p:nvSpPr>
            <p:spPr>
              <a:xfrm>
                <a:off x="0" y="0"/>
                <a:ext cx="828605" cy="534042"/>
              </a:xfrm>
              <a:prstGeom prst="rect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1700"/>
                  </a:spcBef>
                  <a:defRPr sz="2800" b="1"/>
                </a:lvl1pPr>
              </a:lstStyle>
              <a:p>
                <a:r>
                  <a:t>930</a:t>
                </a:r>
              </a:p>
            </p:txBody>
          </p:sp>
          <p:sp>
            <p:nvSpPr>
              <p:cNvPr id="2308" name="线条"/>
              <p:cNvSpPr/>
              <p:nvPr/>
            </p:nvSpPr>
            <p:spPr>
              <a:xfrm flipV="1">
                <a:off x="342730" y="535093"/>
                <a:ext cx="1" cy="453814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sp>
          <p:nvSpPr>
            <p:cNvPr id="2310" name="线条"/>
            <p:cNvSpPr/>
            <p:nvPr/>
          </p:nvSpPr>
          <p:spPr>
            <a:xfrm flipH="1">
              <a:off x="374791" y="0"/>
              <a:ext cx="1" cy="205683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grpSp>
        <p:nvGrpSpPr>
          <p:cNvPr id="2315" name="成组"/>
          <p:cNvGrpSpPr/>
          <p:nvPr/>
        </p:nvGrpSpPr>
        <p:grpSpPr>
          <a:xfrm>
            <a:off x="4628444" y="3361831"/>
            <a:ext cx="828605" cy="2022970"/>
            <a:chOff x="0" y="0"/>
            <a:chExt cx="828604" cy="2022968"/>
          </a:xfrm>
        </p:grpSpPr>
        <p:sp>
          <p:nvSpPr>
            <p:cNvPr id="2312" name="083"/>
            <p:cNvSpPr txBox="1"/>
            <p:nvPr/>
          </p:nvSpPr>
          <p:spPr>
            <a:xfrm>
              <a:off x="0" y="1221457"/>
              <a:ext cx="828605" cy="534043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083</a:t>
              </a:r>
            </a:p>
          </p:txBody>
        </p:sp>
        <p:sp>
          <p:nvSpPr>
            <p:cNvPr id="2313" name="线条"/>
            <p:cNvSpPr/>
            <p:nvPr/>
          </p:nvSpPr>
          <p:spPr>
            <a:xfrm flipV="1">
              <a:off x="408657" y="1772355"/>
              <a:ext cx="1" cy="25061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314" name="线条"/>
            <p:cNvSpPr/>
            <p:nvPr/>
          </p:nvSpPr>
          <p:spPr>
            <a:xfrm flipH="1">
              <a:off x="442524" y="0"/>
              <a:ext cx="1" cy="123048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grpSp>
        <p:nvGrpSpPr>
          <p:cNvPr id="2320" name="成组"/>
          <p:cNvGrpSpPr/>
          <p:nvPr/>
        </p:nvGrpSpPr>
        <p:grpSpPr>
          <a:xfrm>
            <a:off x="5813777" y="3361831"/>
            <a:ext cx="828606" cy="3077352"/>
            <a:chOff x="0" y="0"/>
            <a:chExt cx="828604" cy="3077351"/>
          </a:xfrm>
        </p:grpSpPr>
        <p:grpSp>
          <p:nvGrpSpPr>
            <p:cNvPr id="2318" name="成组"/>
            <p:cNvGrpSpPr/>
            <p:nvPr/>
          </p:nvGrpSpPr>
          <p:grpSpPr>
            <a:xfrm>
              <a:off x="0" y="2065866"/>
              <a:ext cx="828605" cy="1011486"/>
              <a:chOff x="0" y="0"/>
              <a:chExt cx="828604" cy="1011484"/>
            </a:xfrm>
          </p:grpSpPr>
          <p:sp>
            <p:nvSpPr>
              <p:cNvPr id="2316" name="184"/>
              <p:cNvSpPr txBox="1"/>
              <p:nvPr/>
            </p:nvSpPr>
            <p:spPr>
              <a:xfrm>
                <a:off x="0" y="0"/>
                <a:ext cx="828605" cy="534042"/>
              </a:xfrm>
              <a:prstGeom prst="rect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1700"/>
                  </a:spcBef>
                  <a:defRPr sz="2800" b="1"/>
                </a:lvl1pPr>
              </a:lstStyle>
              <a:p>
                <a:r>
                  <a:t>184</a:t>
                </a:r>
              </a:p>
            </p:txBody>
          </p:sp>
          <p:sp>
            <p:nvSpPr>
              <p:cNvPr id="2317" name="线条"/>
              <p:cNvSpPr/>
              <p:nvPr/>
            </p:nvSpPr>
            <p:spPr>
              <a:xfrm flipV="1">
                <a:off x="428526" y="557671"/>
                <a:ext cx="1" cy="453814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sp>
          <p:nvSpPr>
            <p:cNvPr id="2319" name="线条"/>
            <p:cNvSpPr/>
            <p:nvPr/>
          </p:nvSpPr>
          <p:spPr>
            <a:xfrm flipH="1">
              <a:off x="487680" y="0"/>
              <a:ext cx="1" cy="205683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grpSp>
        <p:nvGrpSpPr>
          <p:cNvPr id="2324" name="成组"/>
          <p:cNvGrpSpPr/>
          <p:nvPr/>
        </p:nvGrpSpPr>
        <p:grpSpPr>
          <a:xfrm>
            <a:off x="7084906" y="3336995"/>
            <a:ext cx="828605" cy="3065217"/>
            <a:chOff x="0" y="0"/>
            <a:chExt cx="828604" cy="3065215"/>
          </a:xfrm>
        </p:grpSpPr>
        <p:sp>
          <p:nvSpPr>
            <p:cNvPr id="2321" name="505"/>
            <p:cNvSpPr/>
            <p:nvPr/>
          </p:nvSpPr>
          <p:spPr>
            <a:xfrm>
              <a:off x="0" y="2090702"/>
              <a:ext cx="82860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505</a:t>
              </a:r>
            </a:p>
          </p:txBody>
        </p:sp>
        <p:sp>
          <p:nvSpPr>
            <p:cNvPr id="2322" name="线条"/>
            <p:cNvSpPr/>
            <p:nvPr/>
          </p:nvSpPr>
          <p:spPr>
            <a:xfrm flipV="1">
              <a:off x="363050" y="2611402"/>
              <a:ext cx="1" cy="453814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323" name="线条"/>
            <p:cNvSpPr/>
            <p:nvPr/>
          </p:nvSpPr>
          <p:spPr>
            <a:xfrm flipH="1">
              <a:off x="395111" y="0"/>
              <a:ext cx="1" cy="2081672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grpSp>
        <p:nvGrpSpPr>
          <p:cNvPr id="2328" name="成组"/>
          <p:cNvGrpSpPr/>
          <p:nvPr/>
        </p:nvGrpSpPr>
        <p:grpSpPr>
          <a:xfrm>
            <a:off x="10613813" y="3361831"/>
            <a:ext cx="828605" cy="1998134"/>
            <a:chOff x="0" y="0"/>
            <a:chExt cx="828604" cy="1998133"/>
          </a:xfrm>
        </p:grpSpPr>
        <p:sp>
          <p:nvSpPr>
            <p:cNvPr id="2325" name="008"/>
            <p:cNvSpPr txBox="1"/>
            <p:nvPr/>
          </p:nvSpPr>
          <p:spPr>
            <a:xfrm>
              <a:off x="0" y="1221457"/>
              <a:ext cx="828605" cy="534043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008</a:t>
              </a:r>
            </a:p>
          </p:txBody>
        </p:sp>
        <p:sp>
          <p:nvSpPr>
            <p:cNvPr id="2326" name="线条"/>
            <p:cNvSpPr/>
            <p:nvPr/>
          </p:nvSpPr>
          <p:spPr>
            <a:xfrm flipV="1">
              <a:off x="419946" y="1747520"/>
              <a:ext cx="1" cy="25061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327" name="线条"/>
            <p:cNvSpPr/>
            <p:nvPr/>
          </p:nvSpPr>
          <p:spPr>
            <a:xfrm flipH="1">
              <a:off x="379306" y="0"/>
              <a:ext cx="1" cy="123048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2329" name="t[0]"/>
          <p:cNvSpPr txBox="1"/>
          <p:nvPr/>
        </p:nvSpPr>
        <p:spPr>
          <a:xfrm>
            <a:off x="1142435" y="2817706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t[0]</a:t>
            </a:r>
          </a:p>
        </p:txBody>
      </p:sp>
      <p:sp>
        <p:nvSpPr>
          <p:cNvPr id="2330" name="t[1]"/>
          <p:cNvSpPr txBox="1"/>
          <p:nvPr/>
        </p:nvSpPr>
        <p:spPr>
          <a:xfrm>
            <a:off x="2325510" y="2817706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t[1]</a:t>
            </a:r>
          </a:p>
        </p:txBody>
      </p:sp>
      <p:sp>
        <p:nvSpPr>
          <p:cNvPr id="2331" name="t[2]"/>
          <p:cNvSpPr txBox="1"/>
          <p:nvPr/>
        </p:nvSpPr>
        <p:spPr>
          <a:xfrm>
            <a:off x="3508586" y="2817706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t[2]</a:t>
            </a:r>
          </a:p>
        </p:txBody>
      </p:sp>
      <p:sp>
        <p:nvSpPr>
          <p:cNvPr id="2332" name="t[3]"/>
          <p:cNvSpPr txBox="1"/>
          <p:nvPr/>
        </p:nvSpPr>
        <p:spPr>
          <a:xfrm>
            <a:off x="4693920" y="2817706"/>
            <a:ext cx="675801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t[3]</a:t>
            </a:r>
          </a:p>
        </p:txBody>
      </p:sp>
      <p:sp>
        <p:nvSpPr>
          <p:cNvPr id="2333" name="t[4]"/>
          <p:cNvSpPr txBox="1"/>
          <p:nvPr/>
        </p:nvSpPr>
        <p:spPr>
          <a:xfrm>
            <a:off x="5876995" y="2817706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t[4]</a:t>
            </a:r>
          </a:p>
        </p:txBody>
      </p:sp>
      <p:sp>
        <p:nvSpPr>
          <p:cNvPr id="2334" name="t[5]"/>
          <p:cNvSpPr txBox="1"/>
          <p:nvPr/>
        </p:nvSpPr>
        <p:spPr>
          <a:xfrm>
            <a:off x="7062329" y="2817706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t[5]</a:t>
            </a:r>
          </a:p>
        </p:txBody>
      </p:sp>
      <p:sp>
        <p:nvSpPr>
          <p:cNvPr id="2335" name="t[6]"/>
          <p:cNvSpPr txBox="1"/>
          <p:nvPr/>
        </p:nvSpPr>
        <p:spPr>
          <a:xfrm>
            <a:off x="8245404" y="2817706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t[6]</a:t>
            </a:r>
          </a:p>
        </p:txBody>
      </p:sp>
      <p:sp>
        <p:nvSpPr>
          <p:cNvPr id="2336" name="t[7]"/>
          <p:cNvSpPr txBox="1"/>
          <p:nvPr/>
        </p:nvSpPr>
        <p:spPr>
          <a:xfrm>
            <a:off x="9430737" y="2817706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t[7]</a:t>
            </a:r>
          </a:p>
        </p:txBody>
      </p:sp>
      <p:sp>
        <p:nvSpPr>
          <p:cNvPr id="2337" name="t[8]"/>
          <p:cNvSpPr txBox="1"/>
          <p:nvPr/>
        </p:nvSpPr>
        <p:spPr>
          <a:xfrm>
            <a:off x="10613813" y="2817706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t[8]</a:t>
            </a:r>
          </a:p>
        </p:txBody>
      </p:sp>
      <p:sp>
        <p:nvSpPr>
          <p:cNvPr id="2338" name="t[9]"/>
          <p:cNvSpPr txBox="1"/>
          <p:nvPr/>
        </p:nvSpPr>
        <p:spPr>
          <a:xfrm>
            <a:off x="11799146" y="2817706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t[9]</a:t>
            </a:r>
          </a:p>
        </p:txBody>
      </p:sp>
      <p:sp>
        <p:nvSpPr>
          <p:cNvPr id="2339" name="h[0]"/>
          <p:cNvSpPr txBox="1"/>
          <p:nvPr/>
        </p:nvSpPr>
        <p:spPr>
          <a:xfrm>
            <a:off x="1142435" y="6294683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h[0]</a:t>
            </a:r>
          </a:p>
        </p:txBody>
      </p:sp>
      <p:sp>
        <p:nvSpPr>
          <p:cNvPr id="2340" name="h[1]"/>
          <p:cNvSpPr txBox="1"/>
          <p:nvPr/>
        </p:nvSpPr>
        <p:spPr>
          <a:xfrm>
            <a:off x="2325510" y="6294683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h[1]</a:t>
            </a:r>
          </a:p>
        </p:txBody>
      </p:sp>
      <p:sp>
        <p:nvSpPr>
          <p:cNvPr id="2341" name="h[2]"/>
          <p:cNvSpPr txBox="1"/>
          <p:nvPr/>
        </p:nvSpPr>
        <p:spPr>
          <a:xfrm>
            <a:off x="3508586" y="6294683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h[2]</a:t>
            </a:r>
          </a:p>
        </p:txBody>
      </p:sp>
      <p:sp>
        <p:nvSpPr>
          <p:cNvPr id="2342" name="h[3]"/>
          <p:cNvSpPr txBox="1"/>
          <p:nvPr/>
        </p:nvSpPr>
        <p:spPr>
          <a:xfrm>
            <a:off x="4693920" y="6294683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h[3]</a:t>
            </a:r>
          </a:p>
        </p:txBody>
      </p:sp>
      <p:sp>
        <p:nvSpPr>
          <p:cNvPr id="2343" name="h[4]"/>
          <p:cNvSpPr txBox="1"/>
          <p:nvPr/>
        </p:nvSpPr>
        <p:spPr>
          <a:xfrm>
            <a:off x="5876995" y="6294683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h[4]</a:t>
            </a:r>
          </a:p>
        </p:txBody>
      </p:sp>
      <p:sp>
        <p:nvSpPr>
          <p:cNvPr id="2344" name="h[5]"/>
          <p:cNvSpPr txBox="1"/>
          <p:nvPr/>
        </p:nvSpPr>
        <p:spPr>
          <a:xfrm>
            <a:off x="7062329" y="6294683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h[5]</a:t>
            </a:r>
          </a:p>
        </p:txBody>
      </p:sp>
      <p:sp>
        <p:nvSpPr>
          <p:cNvPr id="2345" name="h[6]"/>
          <p:cNvSpPr txBox="1"/>
          <p:nvPr/>
        </p:nvSpPr>
        <p:spPr>
          <a:xfrm>
            <a:off x="8245404" y="6294683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h[6]</a:t>
            </a:r>
          </a:p>
        </p:txBody>
      </p:sp>
      <p:sp>
        <p:nvSpPr>
          <p:cNvPr id="2346" name="h[7]"/>
          <p:cNvSpPr txBox="1"/>
          <p:nvPr/>
        </p:nvSpPr>
        <p:spPr>
          <a:xfrm>
            <a:off x="9430737" y="6294683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h[7]</a:t>
            </a:r>
          </a:p>
        </p:txBody>
      </p:sp>
      <p:sp>
        <p:nvSpPr>
          <p:cNvPr id="2347" name="h[8]"/>
          <p:cNvSpPr txBox="1"/>
          <p:nvPr/>
        </p:nvSpPr>
        <p:spPr>
          <a:xfrm>
            <a:off x="10613813" y="6294683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h[8]</a:t>
            </a:r>
          </a:p>
        </p:txBody>
      </p:sp>
      <p:sp>
        <p:nvSpPr>
          <p:cNvPr id="2348" name="h[9]"/>
          <p:cNvSpPr txBox="1"/>
          <p:nvPr/>
        </p:nvSpPr>
        <p:spPr>
          <a:xfrm>
            <a:off x="11799146" y="6294683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h[9]</a:t>
            </a:r>
          </a:p>
        </p:txBody>
      </p:sp>
      <p:grpSp>
        <p:nvGrpSpPr>
          <p:cNvPr id="2389" name="成组"/>
          <p:cNvGrpSpPr/>
          <p:nvPr/>
        </p:nvGrpSpPr>
        <p:grpSpPr>
          <a:xfrm>
            <a:off x="946008" y="7515859"/>
            <a:ext cx="11905264" cy="577992"/>
            <a:chOff x="0" y="0"/>
            <a:chExt cx="11905262" cy="577991"/>
          </a:xfrm>
        </p:grpSpPr>
        <p:grpSp>
          <p:nvGrpSpPr>
            <p:cNvPr id="2351" name="成组"/>
            <p:cNvGrpSpPr/>
            <p:nvPr/>
          </p:nvGrpSpPr>
          <p:grpSpPr>
            <a:xfrm>
              <a:off x="406400" y="0"/>
              <a:ext cx="817316" cy="577992"/>
              <a:chOff x="0" y="0"/>
              <a:chExt cx="817315" cy="577991"/>
            </a:xfrm>
          </p:grpSpPr>
          <p:sp>
            <p:nvSpPr>
              <p:cNvPr id="2349" name="矩形"/>
              <p:cNvSpPr/>
              <p:nvPr/>
            </p:nvSpPr>
            <p:spPr>
              <a:xfrm>
                <a:off x="0" y="0"/>
                <a:ext cx="817316" cy="577992"/>
              </a:xfrm>
              <a:prstGeom prst="rect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ctr">
                <a:noAutofit/>
              </a:bodyPr>
              <a:lstStyle/>
              <a:p>
                <a:pPr indent="0" algn="ctr" defTabSz="1300480">
                  <a:lnSpc>
                    <a:spcPct val="100000"/>
                  </a:lnSpc>
                  <a:defRPr sz="2800" b="1"/>
                </a:pPr>
              </a:p>
            </p:txBody>
          </p:sp>
          <p:sp>
            <p:nvSpPr>
              <p:cNvPr id="2350" name="930"/>
              <p:cNvSpPr txBox="1"/>
              <p:nvPr/>
            </p:nvSpPr>
            <p:spPr>
              <a:xfrm>
                <a:off x="70583" y="28324"/>
                <a:ext cx="676149" cy="5213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65023" tIns="65023" rIns="65023" bIns="65023" numCol="1" anchor="ctr">
                <a:spAutoFit/>
              </a:bodyPr>
              <a:lstStyle>
                <a:lvl1pPr indent="0" algn="ctr" defTabSz="1300480">
                  <a:lnSpc>
                    <a:spcPct val="100000"/>
                  </a:lnSpc>
                  <a:defRPr sz="2800" b="1"/>
                </a:lvl1pPr>
              </a:lstStyle>
              <a:p>
                <a:r>
                  <a:t>930</a:t>
                </a:r>
              </a:p>
            </p:txBody>
          </p:sp>
        </p:grpSp>
        <p:sp>
          <p:nvSpPr>
            <p:cNvPr id="2352" name="线条"/>
            <p:cNvSpPr/>
            <p:nvPr/>
          </p:nvSpPr>
          <p:spPr>
            <a:xfrm>
              <a:off x="0" y="275449"/>
              <a:ext cx="401885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grpSp>
          <p:nvGrpSpPr>
            <p:cNvPr id="2355" name="成组"/>
            <p:cNvGrpSpPr/>
            <p:nvPr/>
          </p:nvGrpSpPr>
          <p:grpSpPr>
            <a:xfrm>
              <a:off x="1593991" y="0"/>
              <a:ext cx="817316" cy="577992"/>
              <a:chOff x="0" y="0"/>
              <a:chExt cx="817315" cy="577991"/>
            </a:xfrm>
          </p:grpSpPr>
          <p:sp>
            <p:nvSpPr>
              <p:cNvPr id="2353" name="矩形"/>
              <p:cNvSpPr/>
              <p:nvPr/>
            </p:nvSpPr>
            <p:spPr>
              <a:xfrm>
                <a:off x="0" y="0"/>
                <a:ext cx="817316" cy="577992"/>
              </a:xfrm>
              <a:prstGeom prst="rect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ctr">
                <a:noAutofit/>
              </a:bodyPr>
              <a:lstStyle/>
              <a:p>
                <a:pPr indent="0" algn="ctr" defTabSz="1300480">
                  <a:lnSpc>
                    <a:spcPct val="100000"/>
                  </a:lnSpc>
                  <a:defRPr sz="2800" b="1"/>
                </a:pPr>
              </a:p>
            </p:txBody>
          </p:sp>
          <p:sp>
            <p:nvSpPr>
              <p:cNvPr id="2354" name="063"/>
              <p:cNvSpPr txBox="1"/>
              <p:nvPr/>
            </p:nvSpPr>
            <p:spPr>
              <a:xfrm>
                <a:off x="70583" y="28324"/>
                <a:ext cx="676149" cy="5213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65023" tIns="65023" rIns="65023" bIns="65023" numCol="1" anchor="ctr">
                <a:spAutoFit/>
              </a:bodyPr>
              <a:lstStyle>
                <a:lvl1pPr indent="0" algn="ctr" defTabSz="1300480">
                  <a:lnSpc>
                    <a:spcPct val="100000"/>
                  </a:lnSpc>
                  <a:defRPr sz="2800" b="1"/>
                </a:lvl1pPr>
              </a:lstStyle>
              <a:p>
                <a:r>
                  <a:t>063</a:t>
                </a:r>
              </a:p>
            </p:txBody>
          </p:sp>
        </p:grpSp>
        <p:sp>
          <p:nvSpPr>
            <p:cNvPr id="2356" name="线条"/>
            <p:cNvSpPr/>
            <p:nvPr/>
          </p:nvSpPr>
          <p:spPr>
            <a:xfrm>
              <a:off x="1187591" y="275449"/>
              <a:ext cx="401885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grpSp>
          <p:nvGrpSpPr>
            <p:cNvPr id="2359" name="成组"/>
            <p:cNvGrpSpPr/>
            <p:nvPr/>
          </p:nvGrpSpPr>
          <p:grpSpPr>
            <a:xfrm>
              <a:off x="2781582" y="0"/>
              <a:ext cx="817316" cy="577992"/>
              <a:chOff x="0" y="0"/>
              <a:chExt cx="817315" cy="577991"/>
            </a:xfrm>
          </p:grpSpPr>
          <p:sp>
            <p:nvSpPr>
              <p:cNvPr id="2357" name="矩形"/>
              <p:cNvSpPr/>
              <p:nvPr/>
            </p:nvSpPr>
            <p:spPr>
              <a:xfrm>
                <a:off x="0" y="0"/>
                <a:ext cx="817316" cy="577992"/>
              </a:xfrm>
              <a:prstGeom prst="rect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ctr">
                <a:noAutofit/>
              </a:bodyPr>
              <a:lstStyle/>
              <a:p>
                <a:pPr indent="0" algn="ctr" defTabSz="1300480">
                  <a:lnSpc>
                    <a:spcPct val="100000"/>
                  </a:lnSpc>
                  <a:defRPr sz="2800" b="1"/>
                </a:pPr>
              </a:p>
            </p:txBody>
          </p:sp>
          <p:sp>
            <p:nvSpPr>
              <p:cNvPr id="2358" name="083"/>
              <p:cNvSpPr txBox="1"/>
              <p:nvPr/>
            </p:nvSpPr>
            <p:spPr>
              <a:xfrm>
                <a:off x="70583" y="28324"/>
                <a:ext cx="676149" cy="5213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65023" tIns="65023" rIns="65023" bIns="65023" numCol="1" anchor="ctr">
                <a:spAutoFit/>
              </a:bodyPr>
              <a:lstStyle>
                <a:lvl1pPr indent="0" algn="ctr" defTabSz="1300480">
                  <a:lnSpc>
                    <a:spcPct val="100000"/>
                  </a:lnSpc>
                  <a:defRPr sz="2800" b="1"/>
                </a:lvl1pPr>
              </a:lstStyle>
              <a:p>
                <a:r>
                  <a:t>083</a:t>
                </a:r>
              </a:p>
            </p:txBody>
          </p:sp>
        </p:grpSp>
        <p:sp>
          <p:nvSpPr>
            <p:cNvPr id="2360" name="线条"/>
            <p:cNvSpPr/>
            <p:nvPr/>
          </p:nvSpPr>
          <p:spPr>
            <a:xfrm>
              <a:off x="2375182" y="275449"/>
              <a:ext cx="401885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grpSp>
          <p:nvGrpSpPr>
            <p:cNvPr id="2363" name="成组"/>
            <p:cNvGrpSpPr/>
            <p:nvPr/>
          </p:nvGrpSpPr>
          <p:grpSpPr>
            <a:xfrm>
              <a:off x="3966915" y="0"/>
              <a:ext cx="817316" cy="577992"/>
              <a:chOff x="0" y="0"/>
              <a:chExt cx="817315" cy="577991"/>
            </a:xfrm>
          </p:grpSpPr>
          <p:sp>
            <p:nvSpPr>
              <p:cNvPr id="2361" name="矩形"/>
              <p:cNvSpPr/>
              <p:nvPr/>
            </p:nvSpPr>
            <p:spPr>
              <a:xfrm>
                <a:off x="0" y="0"/>
                <a:ext cx="817316" cy="577992"/>
              </a:xfrm>
              <a:prstGeom prst="rect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ctr">
                <a:noAutofit/>
              </a:bodyPr>
              <a:lstStyle/>
              <a:p>
                <a:pPr indent="0" algn="ctr" defTabSz="1300480">
                  <a:lnSpc>
                    <a:spcPct val="100000"/>
                  </a:lnSpc>
                  <a:defRPr sz="2800" b="1"/>
                </a:pPr>
              </a:p>
            </p:txBody>
          </p:sp>
          <p:sp>
            <p:nvSpPr>
              <p:cNvPr id="2362" name="184"/>
              <p:cNvSpPr txBox="1"/>
              <p:nvPr/>
            </p:nvSpPr>
            <p:spPr>
              <a:xfrm>
                <a:off x="70583" y="28324"/>
                <a:ext cx="676149" cy="5213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65023" tIns="65023" rIns="65023" bIns="65023" numCol="1" anchor="ctr">
                <a:spAutoFit/>
              </a:bodyPr>
              <a:lstStyle>
                <a:lvl1pPr indent="0" algn="ctr" defTabSz="1300480">
                  <a:lnSpc>
                    <a:spcPct val="100000"/>
                  </a:lnSpc>
                  <a:defRPr sz="2800" b="1"/>
                </a:lvl1pPr>
              </a:lstStyle>
              <a:p>
                <a:r>
                  <a:t>184</a:t>
                </a:r>
              </a:p>
            </p:txBody>
          </p:sp>
        </p:grpSp>
        <p:sp>
          <p:nvSpPr>
            <p:cNvPr id="2364" name="线条"/>
            <p:cNvSpPr/>
            <p:nvPr/>
          </p:nvSpPr>
          <p:spPr>
            <a:xfrm>
              <a:off x="3560515" y="275449"/>
              <a:ext cx="401885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grpSp>
          <p:nvGrpSpPr>
            <p:cNvPr id="2367" name="成组"/>
            <p:cNvGrpSpPr/>
            <p:nvPr/>
          </p:nvGrpSpPr>
          <p:grpSpPr>
            <a:xfrm>
              <a:off x="5154506" y="0"/>
              <a:ext cx="817316" cy="577992"/>
              <a:chOff x="0" y="0"/>
              <a:chExt cx="817315" cy="577991"/>
            </a:xfrm>
          </p:grpSpPr>
          <p:sp>
            <p:nvSpPr>
              <p:cNvPr id="2365" name="矩形"/>
              <p:cNvSpPr/>
              <p:nvPr/>
            </p:nvSpPr>
            <p:spPr>
              <a:xfrm>
                <a:off x="0" y="0"/>
                <a:ext cx="817316" cy="577992"/>
              </a:xfrm>
              <a:prstGeom prst="rect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ctr">
                <a:noAutofit/>
              </a:bodyPr>
              <a:lstStyle/>
              <a:p>
                <a:pPr indent="0" algn="ctr" defTabSz="1300480">
                  <a:lnSpc>
                    <a:spcPct val="100000"/>
                  </a:lnSpc>
                  <a:defRPr sz="2800" b="1"/>
                </a:pPr>
              </a:p>
            </p:txBody>
          </p:sp>
          <p:sp>
            <p:nvSpPr>
              <p:cNvPr id="2366" name="505"/>
              <p:cNvSpPr txBox="1"/>
              <p:nvPr/>
            </p:nvSpPr>
            <p:spPr>
              <a:xfrm>
                <a:off x="70583" y="28324"/>
                <a:ext cx="676149" cy="5213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65023" tIns="65023" rIns="65023" bIns="65023" numCol="1" anchor="ctr">
                <a:spAutoFit/>
              </a:bodyPr>
              <a:lstStyle>
                <a:lvl1pPr indent="0" algn="ctr" defTabSz="1300480">
                  <a:lnSpc>
                    <a:spcPct val="100000"/>
                  </a:lnSpc>
                  <a:defRPr sz="2800" b="1"/>
                </a:lvl1pPr>
              </a:lstStyle>
              <a:p>
                <a:r>
                  <a:t>505</a:t>
                </a:r>
              </a:p>
            </p:txBody>
          </p:sp>
        </p:grpSp>
        <p:sp>
          <p:nvSpPr>
            <p:cNvPr id="2368" name="线条"/>
            <p:cNvSpPr/>
            <p:nvPr/>
          </p:nvSpPr>
          <p:spPr>
            <a:xfrm>
              <a:off x="4748106" y="275449"/>
              <a:ext cx="401885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grpSp>
          <p:nvGrpSpPr>
            <p:cNvPr id="2371" name="成组"/>
            <p:cNvGrpSpPr/>
            <p:nvPr/>
          </p:nvGrpSpPr>
          <p:grpSpPr>
            <a:xfrm>
              <a:off x="6342097" y="0"/>
              <a:ext cx="817316" cy="577992"/>
              <a:chOff x="0" y="0"/>
              <a:chExt cx="817315" cy="577991"/>
            </a:xfrm>
          </p:grpSpPr>
          <p:sp>
            <p:nvSpPr>
              <p:cNvPr id="2369" name="矩形"/>
              <p:cNvSpPr/>
              <p:nvPr/>
            </p:nvSpPr>
            <p:spPr>
              <a:xfrm>
                <a:off x="0" y="0"/>
                <a:ext cx="817316" cy="577992"/>
              </a:xfrm>
              <a:prstGeom prst="rect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ctr">
                <a:noAutofit/>
              </a:bodyPr>
              <a:lstStyle/>
              <a:p>
                <a:pPr indent="0" algn="ctr" defTabSz="1300480">
                  <a:lnSpc>
                    <a:spcPct val="100000"/>
                  </a:lnSpc>
                  <a:defRPr sz="2800" b="1"/>
                </a:pPr>
              </a:p>
            </p:txBody>
          </p:sp>
          <p:sp>
            <p:nvSpPr>
              <p:cNvPr id="2370" name="278"/>
              <p:cNvSpPr txBox="1"/>
              <p:nvPr/>
            </p:nvSpPr>
            <p:spPr>
              <a:xfrm>
                <a:off x="70583" y="28324"/>
                <a:ext cx="676149" cy="5213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65023" tIns="65023" rIns="65023" bIns="65023" numCol="1" anchor="ctr">
                <a:spAutoFit/>
              </a:bodyPr>
              <a:lstStyle>
                <a:lvl1pPr indent="0" algn="ctr" defTabSz="1300480">
                  <a:lnSpc>
                    <a:spcPct val="100000"/>
                  </a:lnSpc>
                  <a:defRPr sz="2800" b="1"/>
                </a:lvl1pPr>
              </a:lstStyle>
              <a:p>
                <a:r>
                  <a:t>278</a:t>
                </a:r>
              </a:p>
            </p:txBody>
          </p:sp>
        </p:grpSp>
        <p:sp>
          <p:nvSpPr>
            <p:cNvPr id="2372" name="线条"/>
            <p:cNvSpPr/>
            <p:nvPr/>
          </p:nvSpPr>
          <p:spPr>
            <a:xfrm>
              <a:off x="5935697" y="275449"/>
              <a:ext cx="401885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grpSp>
          <p:nvGrpSpPr>
            <p:cNvPr id="2375" name="成组"/>
            <p:cNvGrpSpPr/>
            <p:nvPr/>
          </p:nvGrpSpPr>
          <p:grpSpPr>
            <a:xfrm>
              <a:off x="7527431" y="0"/>
              <a:ext cx="817316" cy="577992"/>
              <a:chOff x="0" y="0"/>
              <a:chExt cx="817315" cy="577991"/>
            </a:xfrm>
          </p:grpSpPr>
          <p:sp>
            <p:nvSpPr>
              <p:cNvPr id="2373" name="矩形"/>
              <p:cNvSpPr/>
              <p:nvPr/>
            </p:nvSpPr>
            <p:spPr>
              <a:xfrm>
                <a:off x="0" y="0"/>
                <a:ext cx="817316" cy="577992"/>
              </a:xfrm>
              <a:prstGeom prst="rect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ctr">
                <a:noAutofit/>
              </a:bodyPr>
              <a:lstStyle/>
              <a:p>
                <a:pPr indent="0" algn="ctr" defTabSz="1300480">
                  <a:lnSpc>
                    <a:spcPct val="100000"/>
                  </a:lnSpc>
                  <a:defRPr sz="2800" b="1"/>
                </a:pPr>
              </a:p>
            </p:txBody>
          </p:sp>
          <p:sp>
            <p:nvSpPr>
              <p:cNvPr id="2374" name="008"/>
              <p:cNvSpPr txBox="1"/>
              <p:nvPr/>
            </p:nvSpPr>
            <p:spPr>
              <a:xfrm>
                <a:off x="70583" y="28324"/>
                <a:ext cx="676149" cy="5213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65023" tIns="65023" rIns="65023" bIns="65023" numCol="1" anchor="ctr">
                <a:spAutoFit/>
              </a:bodyPr>
              <a:lstStyle>
                <a:lvl1pPr indent="0" algn="ctr" defTabSz="1300480">
                  <a:lnSpc>
                    <a:spcPct val="100000"/>
                  </a:lnSpc>
                  <a:defRPr sz="2800" b="1"/>
                </a:lvl1pPr>
              </a:lstStyle>
              <a:p>
                <a:r>
                  <a:t>008</a:t>
                </a:r>
              </a:p>
            </p:txBody>
          </p:sp>
        </p:grpSp>
        <p:sp>
          <p:nvSpPr>
            <p:cNvPr id="2376" name="线条"/>
            <p:cNvSpPr/>
            <p:nvPr/>
          </p:nvSpPr>
          <p:spPr>
            <a:xfrm>
              <a:off x="7121031" y="275449"/>
              <a:ext cx="401885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grpSp>
          <p:nvGrpSpPr>
            <p:cNvPr id="2379" name="成组"/>
            <p:cNvGrpSpPr/>
            <p:nvPr/>
          </p:nvGrpSpPr>
          <p:grpSpPr>
            <a:xfrm>
              <a:off x="8715022" y="0"/>
              <a:ext cx="817316" cy="577992"/>
              <a:chOff x="0" y="0"/>
              <a:chExt cx="817315" cy="577991"/>
            </a:xfrm>
          </p:grpSpPr>
          <p:sp>
            <p:nvSpPr>
              <p:cNvPr id="2377" name="矩形"/>
              <p:cNvSpPr/>
              <p:nvPr/>
            </p:nvSpPr>
            <p:spPr>
              <a:xfrm>
                <a:off x="0" y="0"/>
                <a:ext cx="817316" cy="577992"/>
              </a:xfrm>
              <a:prstGeom prst="rect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ctr">
                <a:noAutofit/>
              </a:bodyPr>
              <a:lstStyle/>
              <a:p>
                <a:pPr indent="0" algn="ctr" defTabSz="1300480">
                  <a:lnSpc>
                    <a:spcPct val="100000"/>
                  </a:lnSpc>
                  <a:defRPr sz="2800" b="1"/>
                </a:pPr>
              </a:p>
            </p:txBody>
          </p:sp>
          <p:sp>
            <p:nvSpPr>
              <p:cNvPr id="2378" name="109"/>
              <p:cNvSpPr txBox="1"/>
              <p:nvPr/>
            </p:nvSpPr>
            <p:spPr>
              <a:xfrm>
                <a:off x="70583" y="28324"/>
                <a:ext cx="676149" cy="5213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65023" tIns="65023" rIns="65023" bIns="65023" numCol="1" anchor="ctr">
                <a:spAutoFit/>
              </a:bodyPr>
              <a:lstStyle>
                <a:lvl1pPr indent="0" algn="ctr" defTabSz="1300480">
                  <a:lnSpc>
                    <a:spcPct val="100000"/>
                  </a:lnSpc>
                  <a:defRPr sz="2800" b="1"/>
                </a:lvl1pPr>
              </a:lstStyle>
              <a:p>
                <a:r>
                  <a:t>109</a:t>
                </a:r>
              </a:p>
            </p:txBody>
          </p:sp>
        </p:grpSp>
        <p:sp>
          <p:nvSpPr>
            <p:cNvPr id="2380" name="线条"/>
            <p:cNvSpPr/>
            <p:nvPr/>
          </p:nvSpPr>
          <p:spPr>
            <a:xfrm>
              <a:off x="8308622" y="275449"/>
              <a:ext cx="401885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grpSp>
          <p:nvGrpSpPr>
            <p:cNvPr id="2383" name="成组"/>
            <p:cNvGrpSpPr/>
            <p:nvPr/>
          </p:nvGrpSpPr>
          <p:grpSpPr>
            <a:xfrm>
              <a:off x="9902613" y="0"/>
              <a:ext cx="817317" cy="577992"/>
              <a:chOff x="0" y="0"/>
              <a:chExt cx="817315" cy="577991"/>
            </a:xfrm>
          </p:grpSpPr>
          <p:sp>
            <p:nvSpPr>
              <p:cNvPr id="2381" name="矩形"/>
              <p:cNvSpPr/>
              <p:nvPr/>
            </p:nvSpPr>
            <p:spPr>
              <a:xfrm>
                <a:off x="0" y="0"/>
                <a:ext cx="817316" cy="577992"/>
              </a:xfrm>
              <a:prstGeom prst="rect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ctr">
                <a:noAutofit/>
              </a:bodyPr>
              <a:lstStyle/>
              <a:p>
                <a:pPr indent="0" algn="ctr" defTabSz="1300480">
                  <a:lnSpc>
                    <a:spcPct val="100000"/>
                  </a:lnSpc>
                  <a:defRPr sz="2800" b="1"/>
                </a:pPr>
              </a:p>
            </p:txBody>
          </p:sp>
          <p:sp>
            <p:nvSpPr>
              <p:cNvPr id="2382" name="589"/>
              <p:cNvSpPr txBox="1"/>
              <p:nvPr/>
            </p:nvSpPr>
            <p:spPr>
              <a:xfrm>
                <a:off x="70583" y="28324"/>
                <a:ext cx="676149" cy="5213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65023" tIns="65023" rIns="65023" bIns="65023" numCol="1" anchor="ctr">
                <a:spAutoFit/>
              </a:bodyPr>
              <a:lstStyle>
                <a:lvl1pPr indent="0" algn="ctr" defTabSz="1300480">
                  <a:lnSpc>
                    <a:spcPct val="100000"/>
                  </a:lnSpc>
                  <a:defRPr sz="2800" b="1"/>
                </a:lvl1pPr>
              </a:lstStyle>
              <a:p>
                <a:r>
                  <a:t>589</a:t>
                </a:r>
              </a:p>
            </p:txBody>
          </p:sp>
        </p:grpSp>
        <p:sp>
          <p:nvSpPr>
            <p:cNvPr id="2384" name="线条"/>
            <p:cNvSpPr/>
            <p:nvPr/>
          </p:nvSpPr>
          <p:spPr>
            <a:xfrm>
              <a:off x="9496213" y="275449"/>
              <a:ext cx="401885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grpSp>
          <p:nvGrpSpPr>
            <p:cNvPr id="2387" name="成组"/>
            <p:cNvGrpSpPr/>
            <p:nvPr/>
          </p:nvGrpSpPr>
          <p:grpSpPr>
            <a:xfrm>
              <a:off x="11087947" y="0"/>
              <a:ext cx="817316" cy="577992"/>
              <a:chOff x="0" y="0"/>
              <a:chExt cx="817315" cy="577991"/>
            </a:xfrm>
          </p:grpSpPr>
          <p:sp>
            <p:nvSpPr>
              <p:cNvPr id="2385" name="矩形"/>
              <p:cNvSpPr/>
              <p:nvPr/>
            </p:nvSpPr>
            <p:spPr>
              <a:xfrm>
                <a:off x="0" y="0"/>
                <a:ext cx="817316" cy="577992"/>
              </a:xfrm>
              <a:prstGeom prst="rect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ctr">
                <a:noAutofit/>
              </a:bodyPr>
              <a:lstStyle/>
              <a:p>
                <a:pPr indent="0" algn="ctr" defTabSz="1300480">
                  <a:lnSpc>
                    <a:spcPct val="100000"/>
                  </a:lnSpc>
                  <a:defRPr sz="2800" b="1"/>
                </a:pPr>
              </a:p>
            </p:txBody>
          </p:sp>
          <p:sp>
            <p:nvSpPr>
              <p:cNvPr id="2386" name="269"/>
              <p:cNvSpPr txBox="1"/>
              <p:nvPr/>
            </p:nvSpPr>
            <p:spPr>
              <a:xfrm>
                <a:off x="70583" y="28324"/>
                <a:ext cx="676149" cy="5213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65023" tIns="65023" rIns="65023" bIns="65023" numCol="1" anchor="ctr">
                <a:spAutoFit/>
              </a:bodyPr>
              <a:lstStyle>
                <a:lvl1pPr indent="0" algn="ctr" defTabSz="1300480">
                  <a:lnSpc>
                    <a:spcPct val="100000"/>
                  </a:lnSpc>
                  <a:defRPr sz="2800" b="1"/>
                </a:lvl1pPr>
              </a:lstStyle>
              <a:p>
                <a:r>
                  <a:t>269</a:t>
                </a:r>
              </a:p>
            </p:txBody>
          </p:sp>
        </p:grpSp>
        <p:sp>
          <p:nvSpPr>
            <p:cNvPr id="2388" name="线条"/>
            <p:cNvSpPr/>
            <p:nvPr/>
          </p:nvSpPr>
          <p:spPr>
            <a:xfrm>
              <a:off x="10681547" y="275449"/>
              <a:ext cx="401885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2390" name="一趟收集"/>
          <p:cNvSpPr txBox="1"/>
          <p:nvPr/>
        </p:nvSpPr>
        <p:spPr>
          <a:xfrm>
            <a:off x="281968" y="6621216"/>
            <a:ext cx="561849" cy="19588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5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一趟收集</a:t>
            </a:r>
            <a:endParaRPr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391" name="基数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基数排序</a:t>
            </a:r>
          </a:p>
        </p:txBody>
      </p:sp>
      <p:sp>
        <p:nvSpPr>
          <p:cNvPr id="2392" name="一趟分配"/>
          <p:cNvSpPr txBox="1"/>
          <p:nvPr/>
        </p:nvSpPr>
        <p:spPr>
          <a:xfrm>
            <a:off x="281968" y="3348052"/>
            <a:ext cx="561849" cy="19588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5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一趟分配</a:t>
            </a:r>
            <a:endParaRPr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indefinite" fill="hold"/>
                                        <p:tgtEl>
                                          <p:spTgt spid="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1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dur="indefinite" fill="hold"/>
                                        <p:tgtEl>
                                          <p:spTgt spid="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dur="indefinite" fill="hold"/>
                                        <p:tgtEl>
                                          <p:spTgt spid="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1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dur="indefinite" fill="hold"/>
                                        <p:tgtEl>
                                          <p:spTgt spid="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" grpId="2" animBg="1" advAuto="0"/>
      <p:bldP spid="2389" grpId="12" animBg="1" advAuto="0"/>
      <p:bldP spid="2306" grpId="3" animBg="1" advAuto="0"/>
      <p:bldP spid="2390" grpId="11" animBg="1" advAuto="0"/>
      <p:bldP spid="2311" grpId="4" animBg="1" advAuto="0"/>
      <p:bldP spid="2324" grpId="7" animBg="1" advAuto="0"/>
      <p:bldP spid="2328" grpId="9" animBg="1" advAuto="0"/>
      <p:bldP spid="2320" grpId="6" animBg="1" advAuto="0"/>
      <p:bldP spid="2315" grpId="10" animBg="1" advAuto="0"/>
      <p:bldP spid="2296" grpId="5" animBg="1" advAuto="0"/>
      <p:bldP spid="2300" grpId="8" animBg="1" advAuto="0"/>
      <p:bldP spid="2303" grpId="1" animBg="1" advAuto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基数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基数排序</a:t>
            </a:r>
          </a:p>
        </p:txBody>
      </p:sp>
      <p:sp>
        <p:nvSpPr>
          <p:cNvPr id="2395" name="2、按十位数的取值， 分配成 10 组，然后按从 0 至…"/>
          <p:cNvSpPr txBox="1"/>
          <p:nvPr/>
        </p:nvSpPr>
        <p:spPr>
          <a:xfrm>
            <a:off x="326801" y="1608112"/>
            <a:ext cx="12351199" cy="163137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/>
          <a:p>
            <a:pPr indent="0" defTabSz="1300480">
              <a:defRPr sz="3800"/>
            </a:pPr>
            <a:r>
              <a:t>2、按十位数的取值， </a:t>
            </a:r>
            <a:r>
              <a:rPr>
                <a:solidFill>
                  <a:schemeClr val="accent1"/>
                </a:solidFill>
              </a:rPr>
              <a:t>分配</a:t>
            </a:r>
            <a:r>
              <a:t>成 10 组，然后按从 0 至 </a:t>
            </a:r>
          </a:p>
          <a:p>
            <a:pPr indent="0" defTabSz="1300480">
              <a:defRPr sz="3800"/>
            </a:pPr>
            <a:r>
              <a:t>    9 的顺序将它们</a:t>
            </a:r>
            <a:r>
              <a:rPr>
                <a:solidFill>
                  <a:schemeClr val="accent1"/>
                </a:solidFill>
              </a:rPr>
              <a:t>收集</a:t>
            </a:r>
            <a:r>
              <a:t>在一起：</a:t>
            </a:r>
          </a:p>
        </p:txBody>
      </p:sp>
    </p:spTree>
  </p:cSld>
  <p:clrMapOvr>
    <a:masterClrMapping/>
  </p:clrMapOvr>
  <p:transition spd="med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9" name="成组"/>
          <p:cNvGrpSpPr/>
          <p:nvPr/>
        </p:nvGrpSpPr>
        <p:grpSpPr>
          <a:xfrm>
            <a:off x="1155982" y="1598506"/>
            <a:ext cx="817316" cy="577992"/>
            <a:chOff x="0" y="0"/>
            <a:chExt cx="817315" cy="577991"/>
          </a:xfrm>
        </p:grpSpPr>
        <p:sp>
          <p:nvSpPr>
            <p:cNvPr id="2397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398" name="930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930</a:t>
              </a:r>
            </a:p>
          </p:txBody>
        </p:sp>
      </p:grpSp>
      <p:sp>
        <p:nvSpPr>
          <p:cNvPr id="2400" name="线条"/>
          <p:cNvSpPr/>
          <p:nvPr/>
        </p:nvSpPr>
        <p:spPr>
          <a:xfrm>
            <a:off x="749582" y="1873955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403" name="成组"/>
          <p:cNvGrpSpPr/>
          <p:nvPr/>
        </p:nvGrpSpPr>
        <p:grpSpPr>
          <a:xfrm>
            <a:off x="2343573" y="1598506"/>
            <a:ext cx="817316" cy="577992"/>
            <a:chOff x="0" y="0"/>
            <a:chExt cx="817315" cy="577991"/>
          </a:xfrm>
        </p:grpSpPr>
        <p:sp>
          <p:nvSpPr>
            <p:cNvPr id="2401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402" name="063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063</a:t>
              </a:r>
            </a:p>
          </p:txBody>
        </p:sp>
      </p:grpSp>
      <p:sp>
        <p:nvSpPr>
          <p:cNvPr id="2404" name="线条"/>
          <p:cNvSpPr/>
          <p:nvPr/>
        </p:nvSpPr>
        <p:spPr>
          <a:xfrm>
            <a:off x="1937173" y="1873955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407" name="成组"/>
          <p:cNvGrpSpPr/>
          <p:nvPr/>
        </p:nvGrpSpPr>
        <p:grpSpPr>
          <a:xfrm>
            <a:off x="3531164" y="1598506"/>
            <a:ext cx="817316" cy="577992"/>
            <a:chOff x="0" y="0"/>
            <a:chExt cx="817315" cy="577991"/>
          </a:xfrm>
        </p:grpSpPr>
        <p:sp>
          <p:nvSpPr>
            <p:cNvPr id="2405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406" name="083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083</a:t>
              </a:r>
            </a:p>
          </p:txBody>
        </p:sp>
      </p:grpSp>
      <p:sp>
        <p:nvSpPr>
          <p:cNvPr id="2408" name="线条"/>
          <p:cNvSpPr/>
          <p:nvPr/>
        </p:nvSpPr>
        <p:spPr>
          <a:xfrm>
            <a:off x="3124764" y="1873955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411" name="成组"/>
          <p:cNvGrpSpPr/>
          <p:nvPr/>
        </p:nvGrpSpPr>
        <p:grpSpPr>
          <a:xfrm>
            <a:off x="4716497" y="1598506"/>
            <a:ext cx="817317" cy="577992"/>
            <a:chOff x="0" y="0"/>
            <a:chExt cx="817315" cy="577991"/>
          </a:xfrm>
        </p:grpSpPr>
        <p:sp>
          <p:nvSpPr>
            <p:cNvPr id="2409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410" name="184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184</a:t>
              </a:r>
            </a:p>
          </p:txBody>
        </p:sp>
      </p:grpSp>
      <p:sp>
        <p:nvSpPr>
          <p:cNvPr id="2412" name="线条"/>
          <p:cNvSpPr/>
          <p:nvPr/>
        </p:nvSpPr>
        <p:spPr>
          <a:xfrm>
            <a:off x="4310097" y="1873955"/>
            <a:ext cx="401886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415" name="成组"/>
          <p:cNvGrpSpPr/>
          <p:nvPr/>
        </p:nvGrpSpPr>
        <p:grpSpPr>
          <a:xfrm>
            <a:off x="5904088" y="1598506"/>
            <a:ext cx="817317" cy="577992"/>
            <a:chOff x="0" y="0"/>
            <a:chExt cx="817315" cy="577991"/>
          </a:xfrm>
        </p:grpSpPr>
        <p:sp>
          <p:nvSpPr>
            <p:cNvPr id="2413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414" name="505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505</a:t>
              </a:r>
            </a:p>
          </p:txBody>
        </p:sp>
      </p:grpSp>
      <p:sp>
        <p:nvSpPr>
          <p:cNvPr id="2416" name="线条"/>
          <p:cNvSpPr/>
          <p:nvPr/>
        </p:nvSpPr>
        <p:spPr>
          <a:xfrm>
            <a:off x="5497688" y="1873955"/>
            <a:ext cx="401886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419" name="成组"/>
          <p:cNvGrpSpPr/>
          <p:nvPr/>
        </p:nvGrpSpPr>
        <p:grpSpPr>
          <a:xfrm>
            <a:off x="7091679" y="1598506"/>
            <a:ext cx="817317" cy="577992"/>
            <a:chOff x="0" y="0"/>
            <a:chExt cx="817315" cy="577991"/>
          </a:xfrm>
        </p:grpSpPr>
        <p:sp>
          <p:nvSpPr>
            <p:cNvPr id="2417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418" name="278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278</a:t>
              </a:r>
            </a:p>
          </p:txBody>
        </p:sp>
      </p:grpSp>
      <p:sp>
        <p:nvSpPr>
          <p:cNvPr id="2420" name="线条"/>
          <p:cNvSpPr/>
          <p:nvPr/>
        </p:nvSpPr>
        <p:spPr>
          <a:xfrm>
            <a:off x="6685279" y="1873955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423" name="成组"/>
          <p:cNvGrpSpPr/>
          <p:nvPr/>
        </p:nvGrpSpPr>
        <p:grpSpPr>
          <a:xfrm>
            <a:off x="8277013" y="1598506"/>
            <a:ext cx="817317" cy="577992"/>
            <a:chOff x="0" y="0"/>
            <a:chExt cx="817315" cy="577991"/>
          </a:xfrm>
        </p:grpSpPr>
        <p:sp>
          <p:nvSpPr>
            <p:cNvPr id="2421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422" name="008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008</a:t>
              </a:r>
            </a:p>
          </p:txBody>
        </p:sp>
      </p:grpSp>
      <p:sp>
        <p:nvSpPr>
          <p:cNvPr id="2424" name="线条"/>
          <p:cNvSpPr/>
          <p:nvPr/>
        </p:nvSpPr>
        <p:spPr>
          <a:xfrm>
            <a:off x="7870613" y="1873955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427" name="成组"/>
          <p:cNvGrpSpPr/>
          <p:nvPr/>
        </p:nvGrpSpPr>
        <p:grpSpPr>
          <a:xfrm>
            <a:off x="9464604" y="1598506"/>
            <a:ext cx="817317" cy="577992"/>
            <a:chOff x="0" y="0"/>
            <a:chExt cx="817315" cy="577991"/>
          </a:xfrm>
        </p:grpSpPr>
        <p:sp>
          <p:nvSpPr>
            <p:cNvPr id="2425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426" name="109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109</a:t>
              </a:r>
            </a:p>
          </p:txBody>
        </p:sp>
      </p:grpSp>
      <p:sp>
        <p:nvSpPr>
          <p:cNvPr id="2428" name="线条"/>
          <p:cNvSpPr/>
          <p:nvPr/>
        </p:nvSpPr>
        <p:spPr>
          <a:xfrm>
            <a:off x="9058204" y="1873955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431" name="成组"/>
          <p:cNvGrpSpPr/>
          <p:nvPr/>
        </p:nvGrpSpPr>
        <p:grpSpPr>
          <a:xfrm>
            <a:off x="10652195" y="1598506"/>
            <a:ext cx="817317" cy="577992"/>
            <a:chOff x="0" y="0"/>
            <a:chExt cx="817315" cy="577991"/>
          </a:xfrm>
        </p:grpSpPr>
        <p:sp>
          <p:nvSpPr>
            <p:cNvPr id="2429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430" name="589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589</a:t>
              </a:r>
            </a:p>
          </p:txBody>
        </p:sp>
      </p:grpSp>
      <p:sp>
        <p:nvSpPr>
          <p:cNvPr id="2432" name="线条"/>
          <p:cNvSpPr/>
          <p:nvPr/>
        </p:nvSpPr>
        <p:spPr>
          <a:xfrm>
            <a:off x="10245795" y="1873955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435" name="成组"/>
          <p:cNvGrpSpPr/>
          <p:nvPr/>
        </p:nvGrpSpPr>
        <p:grpSpPr>
          <a:xfrm>
            <a:off x="11837529" y="1598506"/>
            <a:ext cx="817317" cy="577992"/>
            <a:chOff x="0" y="0"/>
            <a:chExt cx="817315" cy="577991"/>
          </a:xfrm>
        </p:grpSpPr>
        <p:sp>
          <p:nvSpPr>
            <p:cNvPr id="2433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434" name="269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269</a:t>
              </a:r>
            </a:p>
          </p:txBody>
        </p:sp>
      </p:grpSp>
      <p:sp>
        <p:nvSpPr>
          <p:cNvPr id="2436" name="线条"/>
          <p:cNvSpPr/>
          <p:nvPr/>
        </p:nvSpPr>
        <p:spPr>
          <a:xfrm>
            <a:off x="11431129" y="1873955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437" name="083"/>
          <p:cNvSpPr txBox="1"/>
          <p:nvPr/>
        </p:nvSpPr>
        <p:spPr>
          <a:xfrm>
            <a:off x="10503182" y="5196275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083</a:t>
            </a:r>
          </a:p>
        </p:txBody>
      </p:sp>
      <p:sp>
        <p:nvSpPr>
          <p:cNvPr id="2438" name="线条"/>
          <p:cNvSpPr/>
          <p:nvPr/>
        </p:nvSpPr>
        <p:spPr>
          <a:xfrm flipV="1">
            <a:off x="10895584" y="5738142"/>
            <a:ext cx="1" cy="453814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439" name="184"/>
          <p:cNvSpPr txBox="1"/>
          <p:nvPr/>
        </p:nvSpPr>
        <p:spPr>
          <a:xfrm>
            <a:off x="10503182" y="4327031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184</a:t>
            </a:r>
          </a:p>
        </p:txBody>
      </p:sp>
      <p:sp>
        <p:nvSpPr>
          <p:cNvPr id="2440" name="线条"/>
          <p:cNvSpPr/>
          <p:nvPr/>
        </p:nvSpPr>
        <p:spPr>
          <a:xfrm flipV="1">
            <a:off x="10893778" y="4911795"/>
            <a:ext cx="1" cy="250614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441" name="589"/>
          <p:cNvSpPr txBox="1"/>
          <p:nvPr/>
        </p:nvSpPr>
        <p:spPr>
          <a:xfrm>
            <a:off x="10503182" y="3482622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589</a:t>
            </a:r>
          </a:p>
        </p:txBody>
      </p:sp>
      <p:sp>
        <p:nvSpPr>
          <p:cNvPr id="2442" name="线条"/>
          <p:cNvSpPr/>
          <p:nvPr/>
        </p:nvSpPr>
        <p:spPr>
          <a:xfrm>
            <a:off x="10943448" y="3055902"/>
            <a:ext cx="1" cy="42672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443" name="线条"/>
          <p:cNvSpPr/>
          <p:nvPr/>
        </p:nvSpPr>
        <p:spPr>
          <a:xfrm flipV="1">
            <a:off x="10918613" y="4058355"/>
            <a:ext cx="1" cy="277708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444" name="063"/>
          <p:cNvSpPr txBox="1"/>
          <p:nvPr/>
        </p:nvSpPr>
        <p:spPr>
          <a:xfrm>
            <a:off x="8130258" y="5196275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063</a:t>
            </a:r>
          </a:p>
        </p:txBody>
      </p:sp>
      <p:sp>
        <p:nvSpPr>
          <p:cNvPr id="2445" name="线条"/>
          <p:cNvSpPr/>
          <p:nvPr/>
        </p:nvSpPr>
        <p:spPr>
          <a:xfrm flipV="1">
            <a:off x="8552010" y="5729111"/>
            <a:ext cx="1" cy="453814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446" name="505"/>
          <p:cNvSpPr txBox="1"/>
          <p:nvPr/>
        </p:nvSpPr>
        <p:spPr>
          <a:xfrm>
            <a:off x="1083733" y="5196275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505</a:t>
            </a:r>
          </a:p>
        </p:txBody>
      </p:sp>
      <p:sp>
        <p:nvSpPr>
          <p:cNvPr id="2447" name="线条"/>
          <p:cNvSpPr/>
          <p:nvPr/>
        </p:nvSpPr>
        <p:spPr>
          <a:xfrm flipV="1">
            <a:off x="1426463" y="5731368"/>
            <a:ext cx="1" cy="453815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448" name="269"/>
          <p:cNvSpPr txBox="1"/>
          <p:nvPr/>
        </p:nvSpPr>
        <p:spPr>
          <a:xfrm>
            <a:off x="8141546" y="4327031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269</a:t>
            </a:r>
          </a:p>
        </p:txBody>
      </p:sp>
      <p:sp>
        <p:nvSpPr>
          <p:cNvPr id="2449" name="线条"/>
          <p:cNvSpPr/>
          <p:nvPr/>
        </p:nvSpPr>
        <p:spPr>
          <a:xfrm flipV="1">
            <a:off x="8575039" y="4902764"/>
            <a:ext cx="1" cy="250615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450" name="线条"/>
          <p:cNvSpPr/>
          <p:nvPr/>
        </p:nvSpPr>
        <p:spPr>
          <a:xfrm>
            <a:off x="8584071" y="3130409"/>
            <a:ext cx="1" cy="1230489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451" name="930"/>
          <p:cNvSpPr txBox="1"/>
          <p:nvPr/>
        </p:nvSpPr>
        <p:spPr>
          <a:xfrm>
            <a:off x="4585546" y="5171440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930</a:t>
            </a:r>
          </a:p>
        </p:txBody>
      </p:sp>
      <p:sp>
        <p:nvSpPr>
          <p:cNvPr id="2452" name="线条"/>
          <p:cNvSpPr/>
          <p:nvPr/>
        </p:nvSpPr>
        <p:spPr>
          <a:xfrm flipV="1">
            <a:off x="5014072" y="5702017"/>
            <a:ext cx="1" cy="453814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453" name="线条"/>
          <p:cNvSpPr/>
          <p:nvPr/>
        </p:nvSpPr>
        <p:spPr>
          <a:xfrm flipH="1">
            <a:off x="4996462" y="3103315"/>
            <a:ext cx="1" cy="2056837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454" name="t[0]"/>
          <p:cNvSpPr txBox="1"/>
          <p:nvPr/>
        </p:nvSpPr>
        <p:spPr>
          <a:xfrm>
            <a:off x="1067928" y="2586284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t[0]</a:t>
            </a:r>
          </a:p>
        </p:txBody>
      </p:sp>
      <p:sp>
        <p:nvSpPr>
          <p:cNvPr id="2455" name="t[1]"/>
          <p:cNvSpPr txBox="1"/>
          <p:nvPr/>
        </p:nvSpPr>
        <p:spPr>
          <a:xfrm>
            <a:off x="2251004" y="2586284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t[1]</a:t>
            </a:r>
          </a:p>
        </p:txBody>
      </p:sp>
      <p:sp>
        <p:nvSpPr>
          <p:cNvPr id="2456" name="t[2]"/>
          <p:cNvSpPr txBox="1"/>
          <p:nvPr/>
        </p:nvSpPr>
        <p:spPr>
          <a:xfrm>
            <a:off x="3434079" y="2586284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t[2]</a:t>
            </a:r>
          </a:p>
        </p:txBody>
      </p:sp>
      <p:sp>
        <p:nvSpPr>
          <p:cNvPr id="2457" name="t[3]"/>
          <p:cNvSpPr txBox="1"/>
          <p:nvPr/>
        </p:nvSpPr>
        <p:spPr>
          <a:xfrm>
            <a:off x="4619413" y="2586284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t[3]</a:t>
            </a:r>
          </a:p>
        </p:txBody>
      </p:sp>
      <p:sp>
        <p:nvSpPr>
          <p:cNvPr id="2458" name="t[4]"/>
          <p:cNvSpPr txBox="1"/>
          <p:nvPr/>
        </p:nvSpPr>
        <p:spPr>
          <a:xfrm>
            <a:off x="5802489" y="2586284"/>
            <a:ext cx="675801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t[4]</a:t>
            </a:r>
          </a:p>
        </p:txBody>
      </p:sp>
      <p:sp>
        <p:nvSpPr>
          <p:cNvPr id="2459" name="t[5]"/>
          <p:cNvSpPr txBox="1"/>
          <p:nvPr/>
        </p:nvSpPr>
        <p:spPr>
          <a:xfrm>
            <a:off x="6987822" y="2586284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t[5]</a:t>
            </a:r>
          </a:p>
        </p:txBody>
      </p:sp>
      <p:sp>
        <p:nvSpPr>
          <p:cNvPr id="2460" name="t[6]"/>
          <p:cNvSpPr txBox="1"/>
          <p:nvPr/>
        </p:nvSpPr>
        <p:spPr>
          <a:xfrm>
            <a:off x="8170897" y="2586284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t[6]</a:t>
            </a:r>
          </a:p>
        </p:txBody>
      </p:sp>
      <p:sp>
        <p:nvSpPr>
          <p:cNvPr id="2461" name="t[7]"/>
          <p:cNvSpPr txBox="1"/>
          <p:nvPr/>
        </p:nvSpPr>
        <p:spPr>
          <a:xfrm>
            <a:off x="9356231" y="2586284"/>
            <a:ext cx="675801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t[7]</a:t>
            </a:r>
          </a:p>
        </p:txBody>
      </p:sp>
      <p:sp>
        <p:nvSpPr>
          <p:cNvPr id="2462" name="t[8]"/>
          <p:cNvSpPr txBox="1"/>
          <p:nvPr/>
        </p:nvSpPr>
        <p:spPr>
          <a:xfrm>
            <a:off x="10539306" y="2586284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t[8]</a:t>
            </a:r>
          </a:p>
        </p:txBody>
      </p:sp>
      <p:sp>
        <p:nvSpPr>
          <p:cNvPr id="2463" name="t[9]"/>
          <p:cNvSpPr txBox="1"/>
          <p:nvPr/>
        </p:nvSpPr>
        <p:spPr>
          <a:xfrm>
            <a:off x="11724640" y="2586284"/>
            <a:ext cx="675801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t[9]</a:t>
            </a:r>
          </a:p>
        </p:txBody>
      </p:sp>
      <p:sp>
        <p:nvSpPr>
          <p:cNvPr id="2464" name="h[0]"/>
          <p:cNvSpPr txBox="1"/>
          <p:nvPr/>
        </p:nvSpPr>
        <p:spPr>
          <a:xfrm>
            <a:off x="1067928" y="6063262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h[0]</a:t>
            </a:r>
          </a:p>
        </p:txBody>
      </p:sp>
      <p:sp>
        <p:nvSpPr>
          <p:cNvPr id="2465" name="h[1]"/>
          <p:cNvSpPr txBox="1"/>
          <p:nvPr/>
        </p:nvSpPr>
        <p:spPr>
          <a:xfrm>
            <a:off x="2251004" y="6063262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h[1]</a:t>
            </a:r>
          </a:p>
        </p:txBody>
      </p:sp>
      <p:sp>
        <p:nvSpPr>
          <p:cNvPr id="2466" name="h[2]"/>
          <p:cNvSpPr txBox="1"/>
          <p:nvPr/>
        </p:nvSpPr>
        <p:spPr>
          <a:xfrm>
            <a:off x="3434079" y="6063262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h[2]</a:t>
            </a:r>
          </a:p>
        </p:txBody>
      </p:sp>
      <p:sp>
        <p:nvSpPr>
          <p:cNvPr id="2467" name="h[3]"/>
          <p:cNvSpPr txBox="1"/>
          <p:nvPr/>
        </p:nvSpPr>
        <p:spPr>
          <a:xfrm>
            <a:off x="4619413" y="6063262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h[3]</a:t>
            </a:r>
          </a:p>
        </p:txBody>
      </p:sp>
      <p:sp>
        <p:nvSpPr>
          <p:cNvPr id="2468" name="h[4]"/>
          <p:cNvSpPr txBox="1"/>
          <p:nvPr/>
        </p:nvSpPr>
        <p:spPr>
          <a:xfrm>
            <a:off x="5802489" y="6063262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h[4]</a:t>
            </a:r>
          </a:p>
        </p:txBody>
      </p:sp>
      <p:sp>
        <p:nvSpPr>
          <p:cNvPr id="2469" name="h[5]"/>
          <p:cNvSpPr txBox="1"/>
          <p:nvPr/>
        </p:nvSpPr>
        <p:spPr>
          <a:xfrm>
            <a:off x="6987822" y="6063262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h[5]</a:t>
            </a:r>
          </a:p>
        </p:txBody>
      </p:sp>
      <p:sp>
        <p:nvSpPr>
          <p:cNvPr id="2470" name="h[6]"/>
          <p:cNvSpPr txBox="1"/>
          <p:nvPr/>
        </p:nvSpPr>
        <p:spPr>
          <a:xfrm>
            <a:off x="8170897" y="6063262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h[6]</a:t>
            </a:r>
          </a:p>
        </p:txBody>
      </p:sp>
      <p:sp>
        <p:nvSpPr>
          <p:cNvPr id="2471" name="h[7]"/>
          <p:cNvSpPr txBox="1"/>
          <p:nvPr/>
        </p:nvSpPr>
        <p:spPr>
          <a:xfrm>
            <a:off x="9356231" y="6063262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h[7]</a:t>
            </a:r>
          </a:p>
        </p:txBody>
      </p:sp>
      <p:sp>
        <p:nvSpPr>
          <p:cNvPr id="2472" name="h[8]"/>
          <p:cNvSpPr txBox="1"/>
          <p:nvPr/>
        </p:nvSpPr>
        <p:spPr>
          <a:xfrm>
            <a:off x="10539306" y="6063262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h[8]</a:t>
            </a:r>
          </a:p>
        </p:txBody>
      </p:sp>
      <p:sp>
        <p:nvSpPr>
          <p:cNvPr id="2473" name="h[9]"/>
          <p:cNvSpPr txBox="1"/>
          <p:nvPr/>
        </p:nvSpPr>
        <p:spPr>
          <a:xfrm>
            <a:off x="11724640" y="6063262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h[9]</a:t>
            </a:r>
          </a:p>
        </p:txBody>
      </p:sp>
      <p:sp>
        <p:nvSpPr>
          <p:cNvPr id="2474" name="008"/>
          <p:cNvSpPr txBox="1"/>
          <p:nvPr/>
        </p:nvSpPr>
        <p:spPr>
          <a:xfrm>
            <a:off x="1083733" y="4327031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008</a:t>
            </a:r>
          </a:p>
        </p:txBody>
      </p:sp>
      <p:sp>
        <p:nvSpPr>
          <p:cNvPr id="2475" name="线条"/>
          <p:cNvSpPr/>
          <p:nvPr/>
        </p:nvSpPr>
        <p:spPr>
          <a:xfrm flipV="1">
            <a:off x="1442719" y="4859866"/>
            <a:ext cx="1" cy="327379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476" name="109"/>
          <p:cNvSpPr txBox="1"/>
          <p:nvPr/>
        </p:nvSpPr>
        <p:spPr>
          <a:xfrm>
            <a:off x="1083733" y="3482622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109</a:t>
            </a:r>
          </a:p>
        </p:txBody>
      </p:sp>
      <p:sp>
        <p:nvSpPr>
          <p:cNvPr id="2477" name="线条"/>
          <p:cNvSpPr/>
          <p:nvPr/>
        </p:nvSpPr>
        <p:spPr>
          <a:xfrm flipH="1">
            <a:off x="1492390" y="3053644"/>
            <a:ext cx="2259" cy="42672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478" name="线条"/>
          <p:cNvSpPr/>
          <p:nvPr/>
        </p:nvSpPr>
        <p:spPr>
          <a:xfrm flipV="1">
            <a:off x="1442719" y="4058355"/>
            <a:ext cx="1" cy="27545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479" name="278"/>
          <p:cNvSpPr txBox="1"/>
          <p:nvPr/>
        </p:nvSpPr>
        <p:spPr>
          <a:xfrm>
            <a:off x="9399128" y="5196275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278</a:t>
            </a:r>
          </a:p>
        </p:txBody>
      </p:sp>
      <p:sp>
        <p:nvSpPr>
          <p:cNvPr id="2480" name="线条"/>
          <p:cNvSpPr/>
          <p:nvPr/>
        </p:nvSpPr>
        <p:spPr>
          <a:xfrm flipV="1">
            <a:off x="9782499" y="5729111"/>
            <a:ext cx="1" cy="453814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481" name="线条"/>
          <p:cNvSpPr/>
          <p:nvPr/>
        </p:nvSpPr>
        <p:spPr>
          <a:xfrm>
            <a:off x="9798755" y="3180079"/>
            <a:ext cx="1" cy="203200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484" name="成组"/>
          <p:cNvGrpSpPr/>
          <p:nvPr/>
        </p:nvGrpSpPr>
        <p:grpSpPr>
          <a:xfrm>
            <a:off x="1221457" y="7276817"/>
            <a:ext cx="817317" cy="577992"/>
            <a:chOff x="0" y="0"/>
            <a:chExt cx="817315" cy="577991"/>
          </a:xfrm>
        </p:grpSpPr>
        <p:sp>
          <p:nvSpPr>
            <p:cNvPr id="2482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483" name="505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505</a:t>
              </a:r>
            </a:p>
          </p:txBody>
        </p:sp>
      </p:grpSp>
      <p:sp>
        <p:nvSpPr>
          <p:cNvPr id="2485" name="线条"/>
          <p:cNvSpPr/>
          <p:nvPr/>
        </p:nvSpPr>
        <p:spPr>
          <a:xfrm>
            <a:off x="815057" y="7552266"/>
            <a:ext cx="401886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488" name="成组"/>
          <p:cNvGrpSpPr/>
          <p:nvPr/>
        </p:nvGrpSpPr>
        <p:grpSpPr>
          <a:xfrm>
            <a:off x="2409048" y="7276817"/>
            <a:ext cx="817317" cy="577992"/>
            <a:chOff x="0" y="0"/>
            <a:chExt cx="817315" cy="577991"/>
          </a:xfrm>
        </p:grpSpPr>
        <p:sp>
          <p:nvSpPr>
            <p:cNvPr id="2486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487" name="008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008</a:t>
              </a:r>
            </a:p>
          </p:txBody>
        </p:sp>
      </p:grpSp>
      <p:sp>
        <p:nvSpPr>
          <p:cNvPr id="2489" name="线条"/>
          <p:cNvSpPr/>
          <p:nvPr/>
        </p:nvSpPr>
        <p:spPr>
          <a:xfrm>
            <a:off x="2002648" y="7552266"/>
            <a:ext cx="401886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492" name="成组"/>
          <p:cNvGrpSpPr/>
          <p:nvPr/>
        </p:nvGrpSpPr>
        <p:grpSpPr>
          <a:xfrm>
            <a:off x="3596640" y="7276817"/>
            <a:ext cx="817316" cy="577992"/>
            <a:chOff x="0" y="0"/>
            <a:chExt cx="817315" cy="577991"/>
          </a:xfrm>
        </p:grpSpPr>
        <p:sp>
          <p:nvSpPr>
            <p:cNvPr id="2490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491" name="109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109</a:t>
              </a:r>
            </a:p>
          </p:txBody>
        </p:sp>
      </p:grpSp>
      <p:sp>
        <p:nvSpPr>
          <p:cNvPr id="2493" name="线条"/>
          <p:cNvSpPr/>
          <p:nvPr/>
        </p:nvSpPr>
        <p:spPr>
          <a:xfrm>
            <a:off x="3190239" y="7552266"/>
            <a:ext cx="401886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496" name="成组"/>
          <p:cNvGrpSpPr/>
          <p:nvPr/>
        </p:nvGrpSpPr>
        <p:grpSpPr>
          <a:xfrm>
            <a:off x="4781973" y="7276817"/>
            <a:ext cx="817316" cy="577992"/>
            <a:chOff x="0" y="0"/>
            <a:chExt cx="817315" cy="577991"/>
          </a:xfrm>
        </p:grpSpPr>
        <p:sp>
          <p:nvSpPr>
            <p:cNvPr id="2494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495" name="930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930</a:t>
              </a:r>
            </a:p>
          </p:txBody>
        </p:sp>
      </p:grpSp>
      <p:sp>
        <p:nvSpPr>
          <p:cNvPr id="2497" name="线条"/>
          <p:cNvSpPr/>
          <p:nvPr/>
        </p:nvSpPr>
        <p:spPr>
          <a:xfrm>
            <a:off x="4375573" y="7552266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500" name="成组"/>
          <p:cNvGrpSpPr/>
          <p:nvPr/>
        </p:nvGrpSpPr>
        <p:grpSpPr>
          <a:xfrm>
            <a:off x="5969564" y="7276817"/>
            <a:ext cx="817316" cy="577992"/>
            <a:chOff x="0" y="0"/>
            <a:chExt cx="817315" cy="577991"/>
          </a:xfrm>
        </p:grpSpPr>
        <p:sp>
          <p:nvSpPr>
            <p:cNvPr id="2498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499" name="063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063</a:t>
              </a:r>
            </a:p>
          </p:txBody>
        </p:sp>
      </p:grpSp>
      <p:sp>
        <p:nvSpPr>
          <p:cNvPr id="2501" name="线条"/>
          <p:cNvSpPr/>
          <p:nvPr/>
        </p:nvSpPr>
        <p:spPr>
          <a:xfrm>
            <a:off x="5563164" y="7552266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504" name="成组"/>
          <p:cNvGrpSpPr/>
          <p:nvPr/>
        </p:nvGrpSpPr>
        <p:grpSpPr>
          <a:xfrm>
            <a:off x="7157155" y="7276817"/>
            <a:ext cx="817316" cy="577992"/>
            <a:chOff x="0" y="0"/>
            <a:chExt cx="817315" cy="577991"/>
          </a:xfrm>
        </p:grpSpPr>
        <p:sp>
          <p:nvSpPr>
            <p:cNvPr id="2502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503" name="269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269</a:t>
              </a:r>
            </a:p>
          </p:txBody>
        </p:sp>
      </p:grpSp>
      <p:sp>
        <p:nvSpPr>
          <p:cNvPr id="2505" name="线条"/>
          <p:cNvSpPr/>
          <p:nvPr/>
        </p:nvSpPr>
        <p:spPr>
          <a:xfrm>
            <a:off x="6750755" y="7552266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508" name="成组"/>
          <p:cNvGrpSpPr/>
          <p:nvPr/>
        </p:nvGrpSpPr>
        <p:grpSpPr>
          <a:xfrm>
            <a:off x="8342489" y="7276817"/>
            <a:ext cx="817316" cy="577992"/>
            <a:chOff x="0" y="0"/>
            <a:chExt cx="817315" cy="577991"/>
          </a:xfrm>
        </p:grpSpPr>
        <p:sp>
          <p:nvSpPr>
            <p:cNvPr id="2506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507" name="278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278</a:t>
              </a:r>
            </a:p>
          </p:txBody>
        </p:sp>
      </p:grpSp>
      <p:sp>
        <p:nvSpPr>
          <p:cNvPr id="2509" name="线条"/>
          <p:cNvSpPr/>
          <p:nvPr/>
        </p:nvSpPr>
        <p:spPr>
          <a:xfrm>
            <a:off x="7936089" y="7552266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512" name="成组"/>
          <p:cNvGrpSpPr/>
          <p:nvPr/>
        </p:nvGrpSpPr>
        <p:grpSpPr>
          <a:xfrm>
            <a:off x="9530080" y="7276817"/>
            <a:ext cx="817316" cy="577992"/>
            <a:chOff x="0" y="0"/>
            <a:chExt cx="817315" cy="577991"/>
          </a:xfrm>
        </p:grpSpPr>
        <p:sp>
          <p:nvSpPr>
            <p:cNvPr id="2510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511" name="083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083</a:t>
              </a:r>
            </a:p>
          </p:txBody>
        </p:sp>
      </p:grpSp>
      <p:sp>
        <p:nvSpPr>
          <p:cNvPr id="2513" name="线条"/>
          <p:cNvSpPr/>
          <p:nvPr/>
        </p:nvSpPr>
        <p:spPr>
          <a:xfrm>
            <a:off x="9123680" y="7552266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516" name="成组"/>
          <p:cNvGrpSpPr/>
          <p:nvPr/>
        </p:nvGrpSpPr>
        <p:grpSpPr>
          <a:xfrm>
            <a:off x="10717671" y="7276817"/>
            <a:ext cx="817317" cy="577992"/>
            <a:chOff x="0" y="0"/>
            <a:chExt cx="817315" cy="577991"/>
          </a:xfrm>
        </p:grpSpPr>
        <p:sp>
          <p:nvSpPr>
            <p:cNvPr id="2514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515" name="184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184</a:t>
              </a:r>
            </a:p>
          </p:txBody>
        </p:sp>
      </p:grpSp>
      <p:sp>
        <p:nvSpPr>
          <p:cNvPr id="2517" name="线条"/>
          <p:cNvSpPr/>
          <p:nvPr/>
        </p:nvSpPr>
        <p:spPr>
          <a:xfrm>
            <a:off x="10311271" y="7552266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520" name="成组"/>
          <p:cNvGrpSpPr/>
          <p:nvPr/>
        </p:nvGrpSpPr>
        <p:grpSpPr>
          <a:xfrm>
            <a:off x="11903005" y="7276817"/>
            <a:ext cx="817316" cy="577992"/>
            <a:chOff x="0" y="0"/>
            <a:chExt cx="817315" cy="577991"/>
          </a:xfrm>
        </p:grpSpPr>
        <p:sp>
          <p:nvSpPr>
            <p:cNvPr id="2518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519" name="589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589</a:t>
              </a:r>
            </a:p>
          </p:txBody>
        </p:sp>
      </p:grpSp>
      <p:sp>
        <p:nvSpPr>
          <p:cNvPr id="2521" name="线条"/>
          <p:cNvSpPr/>
          <p:nvPr/>
        </p:nvSpPr>
        <p:spPr>
          <a:xfrm>
            <a:off x="11496605" y="7552266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522" name="二趟收集"/>
          <p:cNvSpPr txBox="1"/>
          <p:nvPr/>
        </p:nvSpPr>
        <p:spPr>
          <a:xfrm>
            <a:off x="200405" y="6452073"/>
            <a:ext cx="652781" cy="19588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5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二趟收集</a:t>
            </a:r>
            <a:endParaRPr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523" name="基数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基数排序</a:t>
            </a:r>
          </a:p>
        </p:txBody>
      </p:sp>
      <p:sp>
        <p:nvSpPr>
          <p:cNvPr id="2524" name="二趟…"/>
          <p:cNvSpPr txBox="1"/>
          <p:nvPr/>
        </p:nvSpPr>
        <p:spPr>
          <a:xfrm>
            <a:off x="200405" y="3515410"/>
            <a:ext cx="652781" cy="19588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/>
          <a:p>
            <a:pPr indent="0" defTabSz="1300480">
              <a:lnSpc>
                <a:spcPct val="100000"/>
              </a:lnSpc>
              <a:defRPr sz="2500" b="1"/>
            </a:pPr>
            <a:r>
              <a:rPr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二趟</a:t>
            </a:r>
            <a:endParaRPr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indent="0" defTabSz="1300480">
              <a:lnSpc>
                <a:spcPct val="100000"/>
              </a:lnSpc>
              <a:defRPr sz="25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pPr>
            <a:r>
              <a:t>分配</a:t>
            </a:r>
          </a:p>
        </p:txBody>
      </p:sp>
    </p:spTree>
  </p:cSld>
  <p:clrMapOvr>
    <a:masterClrMapping/>
  </p:clrMapOvr>
  <p:transition spd="med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6" name="3、按百位数的取值， 分配成 10 组，然后按从 0 至…"/>
          <p:cNvSpPr txBox="1"/>
          <p:nvPr/>
        </p:nvSpPr>
        <p:spPr>
          <a:xfrm>
            <a:off x="326801" y="1660617"/>
            <a:ext cx="12351199" cy="163137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/>
          <a:p>
            <a:pPr indent="0" defTabSz="1300480">
              <a:defRPr sz="3800"/>
            </a:pPr>
            <a:r>
              <a:t>3、按百位数的取值， </a:t>
            </a:r>
            <a:r>
              <a:rPr>
                <a:solidFill>
                  <a:schemeClr val="accent1"/>
                </a:solidFill>
              </a:rPr>
              <a:t>分配</a:t>
            </a:r>
            <a:r>
              <a:t>成 10 组，然后按从 0 至 </a:t>
            </a:r>
          </a:p>
          <a:p>
            <a:pPr indent="0" defTabSz="1300480">
              <a:defRPr sz="3800"/>
            </a:pPr>
            <a:r>
              <a:t>    9 的顺序将它们</a:t>
            </a:r>
            <a:r>
              <a:rPr>
                <a:solidFill>
                  <a:schemeClr val="accent1"/>
                </a:solidFill>
              </a:rPr>
              <a:t>收集</a:t>
            </a:r>
            <a:r>
              <a:t>在一起：</a:t>
            </a:r>
          </a:p>
        </p:txBody>
      </p:sp>
      <p:sp>
        <p:nvSpPr>
          <p:cNvPr id="2527" name="基数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基数排序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2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6" grpId="1" animBg="1" advAuto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1" name="成组"/>
          <p:cNvGrpSpPr/>
          <p:nvPr/>
        </p:nvGrpSpPr>
        <p:grpSpPr>
          <a:xfrm>
            <a:off x="1352408" y="6926862"/>
            <a:ext cx="817317" cy="577992"/>
            <a:chOff x="0" y="0"/>
            <a:chExt cx="817315" cy="577991"/>
          </a:xfrm>
        </p:grpSpPr>
        <p:sp>
          <p:nvSpPr>
            <p:cNvPr id="2529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530" name="008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008</a:t>
              </a:r>
            </a:p>
          </p:txBody>
        </p:sp>
      </p:grpSp>
      <p:sp>
        <p:nvSpPr>
          <p:cNvPr id="2532" name="线条"/>
          <p:cNvSpPr/>
          <p:nvPr/>
        </p:nvSpPr>
        <p:spPr>
          <a:xfrm>
            <a:off x="946008" y="7202311"/>
            <a:ext cx="401886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535" name="成组"/>
          <p:cNvGrpSpPr/>
          <p:nvPr/>
        </p:nvGrpSpPr>
        <p:grpSpPr>
          <a:xfrm>
            <a:off x="2540000" y="6926862"/>
            <a:ext cx="817316" cy="577992"/>
            <a:chOff x="0" y="0"/>
            <a:chExt cx="817315" cy="577991"/>
          </a:xfrm>
        </p:grpSpPr>
        <p:sp>
          <p:nvSpPr>
            <p:cNvPr id="2533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534" name="063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063</a:t>
              </a:r>
            </a:p>
          </p:txBody>
        </p:sp>
      </p:grpSp>
      <p:sp>
        <p:nvSpPr>
          <p:cNvPr id="2536" name="线条"/>
          <p:cNvSpPr/>
          <p:nvPr/>
        </p:nvSpPr>
        <p:spPr>
          <a:xfrm>
            <a:off x="2133600" y="7202311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539" name="成组"/>
          <p:cNvGrpSpPr/>
          <p:nvPr/>
        </p:nvGrpSpPr>
        <p:grpSpPr>
          <a:xfrm>
            <a:off x="3727591" y="6926862"/>
            <a:ext cx="817316" cy="577992"/>
            <a:chOff x="0" y="0"/>
            <a:chExt cx="817315" cy="577991"/>
          </a:xfrm>
        </p:grpSpPr>
        <p:sp>
          <p:nvSpPr>
            <p:cNvPr id="2537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538" name="083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083</a:t>
              </a:r>
            </a:p>
          </p:txBody>
        </p:sp>
      </p:grpSp>
      <p:sp>
        <p:nvSpPr>
          <p:cNvPr id="2540" name="线条"/>
          <p:cNvSpPr/>
          <p:nvPr/>
        </p:nvSpPr>
        <p:spPr>
          <a:xfrm>
            <a:off x="3321191" y="7202311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543" name="成组"/>
          <p:cNvGrpSpPr/>
          <p:nvPr/>
        </p:nvGrpSpPr>
        <p:grpSpPr>
          <a:xfrm>
            <a:off x="4912924" y="6926862"/>
            <a:ext cx="817316" cy="577992"/>
            <a:chOff x="0" y="0"/>
            <a:chExt cx="817315" cy="577991"/>
          </a:xfrm>
        </p:grpSpPr>
        <p:sp>
          <p:nvSpPr>
            <p:cNvPr id="2541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542" name="109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109</a:t>
              </a:r>
            </a:p>
          </p:txBody>
        </p:sp>
      </p:grpSp>
      <p:sp>
        <p:nvSpPr>
          <p:cNvPr id="2544" name="线条"/>
          <p:cNvSpPr/>
          <p:nvPr/>
        </p:nvSpPr>
        <p:spPr>
          <a:xfrm>
            <a:off x="4506524" y="7202311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547" name="成组"/>
          <p:cNvGrpSpPr/>
          <p:nvPr/>
        </p:nvGrpSpPr>
        <p:grpSpPr>
          <a:xfrm>
            <a:off x="6100515" y="6926862"/>
            <a:ext cx="817316" cy="577992"/>
            <a:chOff x="0" y="0"/>
            <a:chExt cx="817315" cy="577991"/>
          </a:xfrm>
        </p:grpSpPr>
        <p:sp>
          <p:nvSpPr>
            <p:cNvPr id="2545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546" name="184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184</a:t>
              </a:r>
            </a:p>
          </p:txBody>
        </p:sp>
      </p:grpSp>
      <p:sp>
        <p:nvSpPr>
          <p:cNvPr id="2548" name="线条"/>
          <p:cNvSpPr/>
          <p:nvPr/>
        </p:nvSpPr>
        <p:spPr>
          <a:xfrm>
            <a:off x="5694115" y="7202311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551" name="成组"/>
          <p:cNvGrpSpPr/>
          <p:nvPr/>
        </p:nvGrpSpPr>
        <p:grpSpPr>
          <a:xfrm>
            <a:off x="7288106" y="6926862"/>
            <a:ext cx="817316" cy="577992"/>
            <a:chOff x="0" y="0"/>
            <a:chExt cx="817315" cy="577991"/>
          </a:xfrm>
        </p:grpSpPr>
        <p:sp>
          <p:nvSpPr>
            <p:cNvPr id="2549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550" name="269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269</a:t>
              </a:r>
            </a:p>
          </p:txBody>
        </p:sp>
      </p:grpSp>
      <p:sp>
        <p:nvSpPr>
          <p:cNvPr id="2552" name="线条"/>
          <p:cNvSpPr/>
          <p:nvPr/>
        </p:nvSpPr>
        <p:spPr>
          <a:xfrm>
            <a:off x="6881706" y="7202311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555" name="成组"/>
          <p:cNvGrpSpPr/>
          <p:nvPr/>
        </p:nvGrpSpPr>
        <p:grpSpPr>
          <a:xfrm>
            <a:off x="8473440" y="6926862"/>
            <a:ext cx="817316" cy="577992"/>
            <a:chOff x="0" y="0"/>
            <a:chExt cx="817315" cy="577991"/>
          </a:xfrm>
        </p:grpSpPr>
        <p:sp>
          <p:nvSpPr>
            <p:cNvPr id="2553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554" name="278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278</a:t>
              </a:r>
            </a:p>
          </p:txBody>
        </p:sp>
      </p:grpSp>
      <p:sp>
        <p:nvSpPr>
          <p:cNvPr id="2556" name="线条"/>
          <p:cNvSpPr/>
          <p:nvPr/>
        </p:nvSpPr>
        <p:spPr>
          <a:xfrm>
            <a:off x="8067040" y="7202311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559" name="成组"/>
          <p:cNvGrpSpPr/>
          <p:nvPr/>
        </p:nvGrpSpPr>
        <p:grpSpPr>
          <a:xfrm>
            <a:off x="9661031" y="6926862"/>
            <a:ext cx="817316" cy="577992"/>
            <a:chOff x="0" y="0"/>
            <a:chExt cx="817315" cy="577991"/>
          </a:xfrm>
        </p:grpSpPr>
        <p:sp>
          <p:nvSpPr>
            <p:cNvPr id="2557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558" name="505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505</a:t>
              </a:r>
            </a:p>
          </p:txBody>
        </p:sp>
      </p:grpSp>
      <p:sp>
        <p:nvSpPr>
          <p:cNvPr id="2560" name="线条"/>
          <p:cNvSpPr/>
          <p:nvPr/>
        </p:nvSpPr>
        <p:spPr>
          <a:xfrm>
            <a:off x="9254631" y="7202311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563" name="成组"/>
          <p:cNvGrpSpPr/>
          <p:nvPr/>
        </p:nvGrpSpPr>
        <p:grpSpPr>
          <a:xfrm>
            <a:off x="10848622" y="6926862"/>
            <a:ext cx="817316" cy="577992"/>
            <a:chOff x="0" y="0"/>
            <a:chExt cx="817315" cy="577991"/>
          </a:xfrm>
        </p:grpSpPr>
        <p:sp>
          <p:nvSpPr>
            <p:cNvPr id="2561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562" name="589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589</a:t>
              </a:r>
            </a:p>
          </p:txBody>
        </p:sp>
      </p:grpSp>
      <p:sp>
        <p:nvSpPr>
          <p:cNvPr id="2564" name="线条"/>
          <p:cNvSpPr/>
          <p:nvPr/>
        </p:nvSpPr>
        <p:spPr>
          <a:xfrm>
            <a:off x="10442222" y="7202311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567" name="成组"/>
          <p:cNvGrpSpPr/>
          <p:nvPr/>
        </p:nvGrpSpPr>
        <p:grpSpPr>
          <a:xfrm>
            <a:off x="12033956" y="6926862"/>
            <a:ext cx="817316" cy="577992"/>
            <a:chOff x="0" y="0"/>
            <a:chExt cx="817315" cy="577991"/>
          </a:xfrm>
        </p:grpSpPr>
        <p:sp>
          <p:nvSpPr>
            <p:cNvPr id="2565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566" name="930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930</a:t>
              </a:r>
            </a:p>
          </p:txBody>
        </p:sp>
      </p:grpSp>
      <p:sp>
        <p:nvSpPr>
          <p:cNvPr id="2568" name="线条"/>
          <p:cNvSpPr/>
          <p:nvPr/>
        </p:nvSpPr>
        <p:spPr>
          <a:xfrm>
            <a:off x="11627556" y="7202311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569" name="三趟收集"/>
          <p:cNvSpPr txBox="1"/>
          <p:nvPr/>
        </p:nvSpPr>
        <p:spPr>
          <a:xfrm>
            <a:off x="231986" y="5936544"/>
            <a:ext cx="614117" cy="19588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5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三趟收集</a:t>
            </a:r>
            <a:endParaRPr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570" name="109"/>
          <p:cNvSpPr txBox="1"/>
          <p:nvPr/>
        </p:nvSpPr>
        <p:spPr>
          <a:xfrm>
            <a:off x="2287128" y="4940864"/>
            <a:ext cx="828606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109</a:t>
            </a:r>
          </a:p>
        </p:txBody>
      </p:sp>
      <p:sp>
        <p:nvSpPr>
          <p:cNvPr id="2571" name="线条"/>
          <p:cNvSpPr/>
          <p:nvPr/>
        </p:nvSpPr>
        <p:spPr>
          <a:xfrm flipV="1">
            <a:off x="2708881" y="5473700"/>
            <a:ext cx="1" cy="453814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572" name="008"/>
          <p:cNvSpPr txBox="1"/>
          <p:nvPr/>
        </p:nvSpPr>
        <p:spPr>
          <a:xfrm>
            <a:off x="1113084" y="4916029"/>
            <a:ext cx="828605" cy="534042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008</a:t>
            </a:r>
          </a:p>
        </p:txBody>
      </p:sp>
      <p:sp>
        <p:nvSpPr>
          <p:cNvPr id="2573" name="线条"/>
          <p:cNvSpPr/>
          <p:nvPr/>
        </p:nvSpPr>
        <p:spPr>
          <a:xfrm flipV="1">
            <a:off x="1455814" y="5451122"/>
            <a:ext cx="1" cy="453814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574" name="184"/>
          <p:cNvSpPr txBox="1"/>
          <p:nvPr/>
        </p:nvSpPr>
        <p:spPr>
          <a:xfrm>
            <a:off x="2298417" y="4071620"/>
            <a:ext cx="828606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184</a:t>
            </a:r>
          </a:p>
        </p:txBody>
      </p:sp>
      <p:sp>
        <p:nvSpPr>
          <p:cNvPr id="2575" name="线条"/>
          <p:cNvSpPr/>
          <p:nvPr/>
        </p:nvSpPr>
        <p:spPr>
          <a:xfrm flipV="1">
            <a:off x="2731910" y="4647353"/>
            <a:ext cx="1" cy="250614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576" name="线条"/>
          <p:cNvSpPr/>
          <p:nvPr/>
        </p:nvSpPr>
        <p:spPr>
          <a:xfrm flipH="1">
            <a:off x="2740942" y="2874997"/>
            <a:ext cx="1" cy="123049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577" name="930"/>
          <p:cNvSpPr txBox="1"/>
          <p:nvPr/>
        </p:nvSpPr>
        <p:spPr>
          <a:xfrm>
            <a:off x="11767537" y="4891193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930</a:t>
            </a:r>
          </a:p>
        </p:txBody>
      </p:sp>
      <p:sp>
        <p:nvSpPr>
          <p:cNvPr id="2578" name="线条"/>
          <p:cNvSpPr/>
          <p:nvPr/>
        </p:nvSpPr>
        <p:spPr>
          <a:xfrm flipV="1">
            <a:off x="12196063" y="5421771"/>
            <a:ext cx="1" cy="453814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579" name="线条"/>
          <p:cNvSpPr/>
          <p:nvPr/>
        </p:nvSpPr>
        <p:spPr>
          <a:xfrm>
            <a:off x="12178453" y="2823068"/>
            <a:ext cx="1" cy="2056837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580" name="t[0]"/>
          <p:cNvSpPr txBox="1"/>
          <p:nvPr/>
        </p:nvSpPr>
        <p:spPr>
          <a:xfrm>
            <a:off x="1097279" y="2306037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t[0]</a:t>
            </a:r>
          </a:p>
        </p:txBody>
      </p:sp>
      <p:sp>
        <p:nvSpPr>
          <p:cNvPr id="2581" name="t[1]"/>
          <p:cNvSpPr txBox="1"/>
          <p:nvPr/>
        </p:nvSpPr>
        <p:spPr>
          <a:xfrm>
            <a:off x="2280355" y="2306037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t[1]</a:t>
            </a:r>
          </a:p>
        </p:txBody>
      </p:sp>
      <p:sp>
        <p:nvSpPr>
          <p:cNvPr id="2582" name="t[2]"/>
          <p:cNvSpPr txBox="1"/>
          <p:nvPr/>
        </p:nvSpPr>
        <p:spPr>
          <a:xfrm>
            <a:off x="3463430" y="2306037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t[2]</a:t>
            </a:r>
          </a:p>
        </p:txBody>
      </p:sp>
      <p:sp>
        <p:nvSpPr>
          <p:cNvPr id="2583" name="t[3]"/>
          <p:cNvSpPr txBox="1"/>
          <p:nvPr/>
        </p:nvSpPr>
        <p:spPr>
          <a:xfrm>
            <a:off x="4648764" y="2306037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t[3]</a:t>
            </a:r>
          </a:p>
        </p:txBody>
      </p:sp>
      <p:sp>
        <p:nvSpPr>
          <p:cNvPr id="2584" name="t[4]"/>
          <p:cNvSpPr txBox="1"/>
          <p:nvPr/>
        </p:nvSpPr>
        <p:spPr>
          <a:xfrm>
            <a:off x="5831840" y="2306037"/>
            <a:ext cx="675801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t[4]</a:t>
            </a:r>
          </a:p>
        </p:txBody>
      </p:sp>
      <p:sp>
        <p:nvSpPr>
          <p:cNvPr id="2585" name="t[5]"/>
          <p:cNvSpPr txBox="1"/>
          <p:nvPr/>
        </p:nvSpPr>
        <p:spPr>
          <a:xfrm>
            <a:off x="7017173" y="2306037"/>
            <a:ext cx="675801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t[5]</a:t>
            </a:r>
          </a:p>
        </p:txBody>
      </p:sp>
      <p:sp>
        <p:nvSpPr>
          <p:cNvPr id="2586" name="t[6]"/>
          <p:cNvSpPr txBox="1"/>
          <p:nvPr/>
        </p:nvSpPr>
        <p:spPr>
          <a:xfrm>
            <a:off x="8200248" y="2306037"/>
            <a:ext cx="67580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t[6]</a:t>
            </a:r>
          </a:p>
        </p:txBody>
      </p:sp>
      <p:sp>
        <p:nvSpPr>
          <p:cNvPr id="2587" name="t[7]"/>
          <p:cNvSpPr txBox="1"/>
          <p:nvPr/>
        </p:nvSpPr>
        <p:spPr>
          <a:xfrm>
            <a:off x="9385582" y="2306037"/>
            <a:ext cx="675801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t[7]</a:t>
            </a:r>
          </a:p>
        </p:txBody>
      </p:sp>
      <p:sp>
        <p:nvSpPr>
          <p:cNvPr id="2588" name="t[8]"/>
          <p:cNvSpPr txBox="1"/>
          <p:nvPr/>
        </p:nvSpPr>
        <p:spPr>
          <a:xfrm>
            <a:off x="10568657" y="2306037"/>
            <a:ext cx="675801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t[8]</a:t>
            </a:r>
          </a:p>
        </p:txBody>
      </p:sp>
      <p:sp>
        <p:nvSpPr>
          <p:cNvPr id="2589" name="t[9]"/>
          <p:cNvSpPr txBox="1"/>
          <p:nvPr/>
        </p:nvSpPr>
        <p:spPr>
          <a:xfrm>
            <a:off x="11753991" y="2306037"/>
            <a:ext cx="675801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t[9]</a:t>
            </a:r>
          </a:p>
        </p:txBody>
      </p:sp>
      <p:sp>
        <p:nvSpPr>
          <p:cNvPr id="2590" name="h[0]"/>
          <p:cNvSpPr txBox="1"/>
          <p:nvPr/>
        </p:nvSpPr>
        <p:spPr>
          <a:xfrm>
            <a:off x="1097279" y="5783015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h[0]</a:t>
            </a:r>
          </a:p>
        </p:txBody>
      </p:sp>
      <p:sp>
        <p:nvSpPr>
          <p:cNvPr id="2591" name="h[1]"/>
          <p:cNvSpPr txBox="1"/>
          <p:nvPr/>
        </p:nvSpPr>
        <p:spPr>
          <a:xfrm>
            <a:off x="2280355" y="5783015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h[1]</a:t>
            </a:r>
          </a:p>
        </p:txBody>
      </p:sp>
      <p:sp>
        <p:nvSpPr>
          <p:cNvPr id="2592" name="h[2]"/>
          <p:cNvSpPr txBox="1"/>
          <p:nvPr/>
        </p:nvSpPr>
        <p:spPr>
          <a:xfrm>
            <a:off x="3463430" y="5783015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h[2]</a:t>
            </a:r>
          </a:p>
        </p:txBody>
      </p:sp>
      <p:sp>
        <p:nvSpPr>
          <p:cNvPr id="2593" name="h[3]"/>
          <p:cNvSpPr txBox="1"/>
          <p:nvPr/>
        </p:nvSpPr>
        <p:spPr>
          <a:xfrm>
            <a:off x="4648764" y="5783015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h[3]</a:t>
            </a:r>
          </a:p>
        </p:txBody>
      </p:sp>
      <p:sp>
        <p:nvSpPr>
          <p:cNvPr id="2594" name="h[4]"/>
          <p:cNvSpPr txBox="1"/>
          <p:nvPr/>
        </p:nvSpPr>
        <p:spPr>
          <a:xfrm>
            <a:off x="5831840" y="5783015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h[4]</a:t>
            </a:r>
          </a:p>
        </p:txBody>
      </p:sp>
      <p:sp>
        <p:nvSpPr>
          <p:cNvPr id="2595" name="h[5]"/>
          <p:cNvSpPr txBox="1"/>
          <p:nvPr/>
        </p:nvSpPr>
        <p:spPr>
          <a:xfrm>
            <a:off x="7017173" y="5783015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h[5]</a:t>
            </a:r>
          </a:p>
        </p:txBody>
      </p:sp>
      <p:sp>
        <p:nvSpPr>
          <p:cNvPr id="2596" name="h[6]"/>
          <p:cNvSpPr txBox="1"/>
          <p:nvPr/>
        </p:nvSpPr>
        <p:spPr>
          <a:xfrm>
            <a:off x="8200248" y="5783015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h[6]</a:t>
            </a:r>
          </a:p>
        </p:txBody>
      </p:sp>
      <p:sp>
        <p:nvSpPr>
          <p:cNvPr id="2597" name="h[7]"/>
          <p:cNvSpPr txBox="1"/>
          <p:nvPr/>
        </p:nvSpPr>
        <p:spPr>
          <a:xfrm>
            <a:off x="9385582" y="5783015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h[7]</a:t>
            </a:r>
          </a:p>
        </p:txBody>
      </p:sp>
      <p:sp>
        <p:nvSpPr>
          <p:cNvPr id="2598" name="h[8]"/>
          <p:cNvSpPr txBox="1"/>
          <p:nvPr/>
        </p:nvSpPr>
        <p:spPr>
          <a:xfrm>
            <a:off x="10568657" y="5783015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h[8]</a:t>
            </a:r>
          </a:p>
        </p:txBody>
      </p:sp>
      <p:sp>
        <p:nvSpPr>
          <p:cNvPr id="2599" name="h[9]"/>
          <p:cNvSpPr txBox="1"/>
          <p:nvPr/>
        </p:nvSpPr>
        <p:spPr>
          <a:xfrm>
            <a:off x="11753991" y="5783015"/>
            <a:ext cx="755152" cy="521343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800" b="1"/>
            </a:lvl1pPr>
          </a:lstStyle>
          <a:p>
            <a:r>
              <a:t>h[9]</a:t>
            </a:r>
          </a:p>
        </p:txBody>
      </p:sp>
      <p:sp>
        <p:nvSpPr>
          <p:cNvPr id="2600" name="063"/>
          <p:cNvSpPr txBox="1"/>
          <p:nvPr/>
        </p:nvSpPr>
        <p:spPr>
          <a:xfrm>
            <a:off x="1113084" y="4046784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063</a:t>
            </a:r>
          </a:p>
        </p:txBody>
      </p:sp>
      <p:sp>
        <p:nvSpPr>
          <p:cNvPr id="2601" name="线条"/>
          <p:cNvSpPr/>
          <p:nvPr/>
        </p:nvSpPr>
        <p:spPr>
          <a:xfrm flipV="1">
            <a:off x="1472070" y="4579620"/>
            <a:ext cx="1" cy="327378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602" name="083"/>
          <p:cNvSpPr txBox="1"/>
          <p:nvPr/>
        </p:nvSpPr>
        <p:spPr>
          <a:xfrm>
            <a:off x="1113084" y="3202375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083</a:t>
            </a:r>
          </a:p>
        </p:txBody>
      </p:sp>
      <p:sp>
        <p:nvSpPr>
          <p:cNvPr id="2603" name="线条"/>
          <p:cNvSpPr/>
          <p:nvPr/>
        </p:nvSpPr>
        <p:spPr>
          <a:xfrm flipH="1">
            <a:off x="1521742" y="2773397"/>
            <a:ext cx="2258" cy="42672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604" name="线条"/>
          <p:cNvSpPr/>
          <p:nvPr/>
        </p:nvSpPr>
        <p:spPr>
          <a:xfrm flipV="1">
            <a:off x="1472070" y="3778109"/>
            <a:ext cx="1" cy="275449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605" name="269"/>
          <p:cNvSpPr txBox="1"/>
          <p:nvPr/>
        </p:nvSpPr>
        <p:spPr>
          <a:xfrm>
            <a:off x="3481493" y="4956668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269</a:t>
            </a:r>
          </a:p>
        </p:txBody>
      </p:sp>
      <p:sp>
        <p:nvSpPr>
          <p:cNvPr id="2606" name="线条"/>
          <p:cNvSpPr/>
          <p:nvPr/>
        </p:nvSpPr>
        <p:spPr>
          <a:xfrm flipV="1">
            <a:off x="3903246" y="5489504"/>
            <a:ext cx="1" cy="428414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607" name="278"/>
          <p:cNvSpPr txBox="1"/>
          <p:nvPr/>
        </p:nvSpPr>
        <p:spPr>
          <a:xfrm>
            <a:off x="3492782" y="4087424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278</a:t>
            </a:r>
          </a:p>
        </p:txBody>
      </p:sp>
      <p:sp>
        <p:nvSpPr>
          <p:cNvPr id="2608" name="线条"/>
          <p:cNvSpPr/>
          <p:nvPr/>
        </p:nvSpPr>
        <p:spPr>
          <a:xfrm flipV="1">
            <a:off x="3926275" y="4663157"/>
            <a:ext cx="1" cy="250614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609" name="线条"/>
          <p:cNvSpPr/>
          <p:nvPr/>
        </p:nvSpPr>
        <p:spPr>
          <a:xfrm>
            <a:off x="3935306" y="2890802"/>
            <a:ext cx="1" cy="123049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610" name="505"/>
          <p:cNvSpPr txBox="1"/>
          <p:nvPr/>
        </p:nvSpPr>
        <p:spPr>
          <a:xfrm>
            <a:off x="6969759" y="4931833"/>
            <a:ext cx="828606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505</a:t>
            </a:r>
          </a:p>
        </p:txBody>
      </p:sp>
      <p:sp>
        <p:nvSpPr>
          <p:cNvPr id="2611" name="线条"/>
          <p:cNvSpPr/>
          <p:nvPr/>
        </p:nvSpPr>
        <p:spPr>
          <a:xfrm flipV="1">
            <a:off x="7391512" y="5464669"/>
            <a:ext cx="1" cy="453814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612" name="589"/>
          <p:cNvSpPr txBox="1"/>
          <p:nvPr/>
        </p:nvSpPr>
        <p:spPr>
          <a:xfrm>
            <a:off x="6981049" y="4062588"/>
            <a:ext cx="828605" cy="5340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1700"/>
              </a:spcBef>
              <a:defRPr sz="2800" b="1"/>
            </a:lvl1pPr>
          </a:lstStyle>
          <a:p>
            <a:r>
              <a:t>589</a:t>
            </a:r>
          </a:p>
        </p:txBody>
      </p:sp>
      <p:sp>
        <p:nvSpPr>
          <p:cNvPr id="2613" name="线条"/>
          <p:cNvSpPr/>
          <p:nvPr/>
        </p:nvSpPr>
        <p:spPr>
          <a:xfrm flipV="1">
            <a:off x="7414542" y="4638321"/>
            <a:ext cx="1" cy="250615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614" name="线条"/>
          <p:cNvSpPr/>
          <p:nvPr/>
        </p:nvSpPr>
        <p:spPr>
          <a:xfrm>
            <a:off x="7423573" y="2865966"/>
            <a:ext cx="1" cy="123049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617" name="成组"/>
          <p:cNvGrpSpPr/>
          <p:nvPr/>
        </p:nvGrpSpPr>
        <p:grpSpPr>
          <a:xfrm>
            <a:off x="1174044" y="1514122"/>
            <a:ext cx="817316" cy="577992"/>
            <a:chOff x="0" y="0"/>
            <a:chExt cx="817315" cy="577991"/>
          </a:xfrm>
        </p:grpSpPr>
        <p:sp>
          <p:nvSpPr>
            <p:cNvPr id="2615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616" name="505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505</a:t>
              </a:r>
            </a:p>
          </p:txBody>
        </p:sp>
      </p:grpSp>
      <p:sp>
        <p:nvSpPr>
          <p:cNvPr id="2618" name="线条"/>
          <p:cNvSpPr/>
          <p:nvPr/>
        </p:nvSpPr>
        <p:spPr>
          <a:xfrm>
            <a:off x="767644" y="1789570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621" name="成组"/>
          <p:cNvGrpSpPr/>
          <p:nvPr/>
        </p:nvGrpSpPr>
        <p:grpSpPr>
          <a:xfrm>
            <a:off x="2361635" y="1514122"/>
            <a:ext cx="817317" cy="577992"/>
            <a:chOff x="0" y="0"/>
            <a:chExt cx="817315" cy="577991"/>
          </a:xfrm>
        </p:grpSpPr>
        <p:sp>
          <p:nvSpPr>
            <p:cNvPr id="2619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620" name="008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008</a:t>
              </a:r>
            </a:p>
          </p:txBody>
        </p:sp>
      </p:grpSp>
      <p:sp>
        <p:nvSpPr>
          <p:cNvPr id="2622" name="线条"/>
          <p:cNvSpPr/>
          <p:nvPr/>
        </p:nvSpPr>
        <p:spPr>
          <a:xfrm>
            <a:off x="1955235" y="1789570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625" name="成组"/>
          <p:cNvGrpSpPr/>
          <p:nvPr/>
        </p:nvGrpSpPr>
        <p:grpSpPr>
          <a:xfrm>
            <a:off x="3549226" y="1514122"/>
            <a:ext cx="817317" cy="577992"/>
            <a:chOff x="0" y="0"/>
            <a:chExt cx="817315" cy="577991"/>
          </a:xfrm>
        </p:grpSpPr>
        <p:sp>
          <p:nvSpPr>
            <p:cNvPr id="2623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624" name="109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109</a:t>
              </a:r>
            </a:p>
          </p:txBody>
        </p:sp>
      </p:grpSp>
      <p:sp>
        <p:nvSpPr>
          <p:cNvPr id="2626" name="线条"/>
          <p:cNvSpPr/>
          <p:nvPr/>
        </p:nvSpPr>
        <p:spPr>
          <a:xfrm>
            <a:off x="3142826" y="1789570"/>
            <a:ext cx="401886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629" name="成组"/>
          <p:cNvGrpSpPr/>
          <p:nvPr/>
        </p:nvGrpSpPr>
        <p:grpSpPr>
          <a:xfrm>
            <a:off x="4734559" y="1514122"/>
            <a:ext cx="817317" cy="577992"/>
            <a:chOff x="0" y="0"/>
            <a:chExt cx="817315" cy="577991"/>
          </a:xfrm>
        </p:grpSpPr>
        <p:sp>
          <p:nvSpPr>
            <p:cNvPr id="2627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628" name="930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930</a:t>
              </a:r>
            </a:p>
          </p:txBody>
        </p:sp>
      </p:grpSp>
      <p:sp>
        <p:nvSpPr>
          <p:cNvPr id="2630" name="线条"/>
          <p:cNvSpPr/>
          <p:nvPr/>
        </p:nvSpPr>
        <p:spPr>
          <a:xfrm>
            <a:off x="4328159" y="1789570"/>
            <a:ext cx="401886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633" name="成组"/>
          <p:cNvGrpSpPr/>
          <p:nvPr/>
        </p:nvGrpSpPr>
        <p:grpSpPr>
          <a:xfrm>
            <a:off x="5922150" y="1514122"/>
            <a:ext cx="817317" cy="577992"/>
            <a:chOff x="0" y="0"/>
            <a:chExt cx="817315" cy="577991"/>
          </a:xfrm>
        </p:grpSpPr>
        <p:sp>
          <p:nvSpPr>
            <p:cNvPr id="2631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632" name="063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063</a:t>
              </a:r>
            </a:p>
          </p:txBody>
        </p:sp>
      </p:grpSp>
      <p:sp>
        <p:nvSpPr>
          <p:cNvPr id="2634" name="线条"/>
          <p:cNvSpPr/>
          <p:nvPr/>
        </p:nvSpPr>
        <p:spPr>
          <a:xfrm>
            <a:off x="5515750" y="1789570"/>
            <a:ext cx="401886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637" name="成组"/>
          <p:cNvGrpSpPr/>
          <p:nvPr/>
        </p:nvGrpSpPr>
        <p:grpSpPr>
          <a:xfrm>
            <a:off x="7109741" y="1514122"/>
            <a:ext cx="817317" cy="577992"/>
            <a:chOff x="0" y="0"/>
            <a:chExt cx="817315" cy="577991"/>
          </a:xfrm>
        </p:grpSpPr>
        <p:sp>
          <p:nvSpPr>
            <p:cNvPr id="2635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636" name="269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269</a:t>
              </a:r>
            </a:p>
          </p:txBody>
        </p:sp>
      </p:grpSp>
      <p:sp>
        <p:nvSpPr>
          <p:cNvPr id="2638" name="线条"/>
          <p:cNvSpPr/>
          <p:nvPr/>
        </p:nvSpPr>
        <p:spPr>
          <a:xfrm>
            <a:off x="6703341" y="1789570"/>
            <a:ext cx="401886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641" name="成组"/>
          <p:cNvGrpSpPr/>
          <p:nvPr/>
        </p:nvGrpSpPr>
        <p:grpSpPr>
          <a:xfrm>
            <a:off x="8295075" y="1514122"/>
            <a:ext cx="817317" cy="577992"/>
            <a:chOff x="0" y="0"/>
            <a:chExt cx="817315" cy="577991"/>
          </a:xfrm>
        </p:grpSpPr>
        <p:sp>
          <p:nvSpPr>
            <p:cNvPr id="2639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640" name="278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278</a:t>
              </a:r>
            </a:p>
          </p:txBody>
        </p:sp>
      </p:grpSp>
      <p:sp>
        <p:nvSpPr>
          <p:cNvPr id="2642" name="线条"/>
          <p:cNvSpPr/>
          <p:nvPr/>
        </p:nvSpPr>
        <p:spPr>
          <a:xfrm>
            <a:off x="7888675" y="1789570"/>
            <a:ext cx="401886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645" name="成组"/>
          <p:cNvGrpSpPr/>
          <p:nvPr/>
        </p:nvGrpSpPr>
        <p:grpSpPr>
          <a:xfrm>
            <a:off x="9482666" y="1514122"/>
            <a:ext cx="817317" cy="577992"/>
            <a:chOff x="0" y="0"/>
            <a:chExt cx="817315" cy="577991"/>
          </a:xfrm>
        </p:grpSpPr>
        <p:sp>
          <p:nvSpPr>
            <p:cNvPr id="2643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644" name="083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083</a:t>
              </a:r>
            </a:p>
          </p:txBody>
        </p:sp>
      </p:grpSp>
      <p:sp>
        <p:nvSpPr>
          <p:cNvPr id="2646" name="线条"/>
          <p:cNvSpPr/>
          <p:nvPr/>
        </p:nvSpPr>
        <p:spPr>
          <a:xfrm>
            <a:off x="9076266" y="1789570"/>
            <a:ext cx="401886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649" name="成组"/>
          <p:cNvGrpSpPr/>
          <p:nvPr/>
        </p:nvGrpSpPr>
        <p:grpSpPr>
          <a:xfrm>
            <a:off x="10670258" y="1514122"/>
            <a:ext cx="817316" cy="577992"/>
            <a:chOff x="0" y="0"/>
            <a:chExt cx="817315" cy="577991"/>
          </a:xfrm>
        </p:grpSpPr>
        <p:sp>
          <p:nvSpPr>
            <p:cNvPr id="2647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648" name="184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184</a:t>
              </a:r>
            </a:p>
          </p:txBody>
        </p:sp>
      </p:grpSp>
      <p:sp>
        <p:nvSpPr>
          <p:cNvPr id="2650" name="线条"/>
          <p:cNvSpPr/>
          <p:nvPr/>
        </p:nvSpPr>
        <p:spPr>
          <a:xfrm>
            <a:off x="10263858" y="1789570"/>
            <a:ext cx="401885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653" name="成组"/>
          <p:cNvGrpSpPr/>
          <p:nvPr/>
        </p:nvGrpSpPr>
        <p:grpSpPr>
          <a:xfrm>
            <a:off x="11855591" y="1514122"/>
            <a:ext cx="817317" cy="577992"/>
            <a:chOff x="0" y="0"/>
            <a:chExt cx="817315" cy="577991"/>
          </a:xfrm>
        </p:grpSpPr>
        <p:sp>
          <p:nvSpPr>
            <p:cNvPr id="2651" name="矩形"/>
            <p:cNvSpPr/>
            <p:nvPr/>
          </p:nvSpPr>
          <p:spPr>
            <a:xfrm>
              <a:off x="0" y="0"/>
              <a:ext cx="817316" cy="577992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2800" b="1"/>
              </a:pPr>
            </a:p>
          </p:txBody>
        </p:sp>
        <p:sp>
          <p:nvSpPr>
            <p:cNvPr id="2652" name="589"/>
            <p:cNvSpPr txBox="1"/>
            <p:nvPr/>
          </p:nvSpPr>
          <p:spPr>
            <a:xfrm>
              <a:off x="70583" y="28324"/>
              <a:ext cx="676149" cy="521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2800" b="1"/>
              </a:lvl1pPr>
            </a:lstStyle>
            <a:p>
              <a:r>
                <a:t>589</a:t>
              </a:r>
            </a:p>
          </p:txBody>
        </p:sp>
      </p:grpSp>
      <p:sp>
        <p:nvSpPr>
          <p:cNvPr id="2654" name="线条"/>
          <p:cNvSpPr/>
          <p:nvPr/>
        </p:nvSpPr>
        <p:spPr>
          <a:xfrm>
            <a:off x="11449191" y="1789570"/>
            <a:ext cx="401886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655" name="基数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基数排序</a:t>
            </a:r>
          </a:p>
        </p:txBody>
      </p:sp>
      <p:sp>
        <p:nvSpPr>
          <p:cNvPr id="2656" name="三趟分配"/>
          <p:cNvSpPr txBox="1"/>
          <p:nvPr/>
        </p:nvSpPr>
        <p:spPr>
          <a:xfrm>
            <a:off x="231986" y="3087464"/>
            <a:ext cx="614117" cy="19588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25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三趟分配</a:t>
            </a:r>
            <a:endParaRPr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8" name="基数排序的时间复杂度为O(p(n + m))…"/>
          <p:cNvSpPr txBox="1"/>
          <p:nvPr/>
        </p:nvSpPr>
        <p:spPr>
          <a:xfrm>
            <a:off x="262979" y="1493689"/>
            <a:ext cx="11542670" cy="261605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/>
          <a:p>
            <a:pPr marL="351155" indent="-351155">
              <a:buSzPct val="60000"/>
              <a:buBlip>
                <a:blip r:embed="rId1"/>
              </a:buBlip>
              <a:defRPr sz="3000"/>
            </a:pPr>
            <a:r>
              <a:t> 基数排序的时间复杂度为O(p(n + m))</a:t>
            </a:r>
          </a:p>
          <a:p>
            <a:pPr indent="0">
              <a:defRPr sz="3000"/>
            </a:pPr>
            <a:r>
              <a:t>     n：数据个数；m：基数；p：位数</a:t>
            </a:r>
          </a:p>
          <a:p>
            <a:pPr marL="351155" indent="-351155">
              <a:buSzPct val="60000"/>
              <a:buBlip>
                <a:blip r:embed="rId1"/>
              </a:buBlip>
              <a:defRPr sz="3000"/>
            </a:pPr>
            <a:r>
              <a:t>基数排序是稳定的排序方法</a:t>
            </a:r>
          </a:p>
          <a:p>
            <a:pPr marL="351155" indent="-351155">
              <a:buSzPct val="60000"/>
              <a:buBlip>
                <a:blip r:embed="rId1"/>
              </a:buBlip>
              <a:defRPr sz="3000"/>
            </a:pPr>
            <a:r>
              <a:t>基数排序的基数可以任意选定，</a:t>
            </a:r>
            <a:r>
              <a:rPr>
                <a:solidFill>
                  <a:schemeClr val="accent1"/>
                </a:solidFill>
              </a:rPr>
              <a:t>对十进制的数排序未必选10为基数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659" name="基数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基数排序</a:t>
            </a:r>
          </a:p>
        </p:txBody>
      </p:sp>
      <p:sp>
        <p:nvSpPr>
          <p:cNvPr id="2660" name="如果n个十进制数，最大的数为1060，则取 p = ?  m = ?"/>
          <p:cNvSpPr txBox="1"/>
          <p:nvPr/>
        </p:nvSpPr>
        <p:spPr>
          <a:xfrm>
            <a:off x="579430" y="4775200"/>
            <a:ext cx="9015157" cy="635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>
              <a:defRPr sz="3000"/>
            </a:pPr>
            <a:r>
              <a:t>如果n个十进制数，最大的数为10</a:t>
            </a:r>
            <a:r>
              <a:rPr baseline="32000"/>
              <a:t>60</a:t>
            </a:r>
            <a:r>
              <a:t>，则取 p = ?  m = ?</a:t>
            </a:r>
          </a:p>
        </p:txBody>
      </p:sp>
      <p:sp>
        <p:nvSpPr>
          <p:cNvPr id="2661" name="如果取“个位”、“十位”、“百位”、...?"/>
          <p:cNvSpPr txBox="1"/>
          <p:nvPr/>
        </p:nvSpPr>
        <p:spPr>
          <a:xfrm>
            <a:off x="579430" y="5742497"/>
            <a:ext cx="6213592" cy="635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>
              <a:defRPr sz="3000"/>
            </a:pPr>
            <a:r>
              <a:t>如果取</a:t>
            </a:r>
            <a:r>
              <a:rPr>
                <a:solidFill>
                  <a:schemeClr val="accent5"/>
                </a:solidFill>
              </a:rPr>
              <a:t>“</a:t>
            </a:r>
            <a:r>
              <a:t>个位</a:t>
            </a:r>
            <a:r>
              <a:rPr>
                <a:solidFill>
                  <a:schemeClr val="accent5"/>
                </a:solidFill>
              </a:rPr>
              <a:t>”</a:t>
            </a:r>
            <a:r>
              <a:t>、</a:t>
            </a:r>
            <a:r>
              <a:rPr>
                <a:solidFill>
                  <a:schemeClr val="accent5"/>
                </a:solidFill>
              </a:rPr>
              <a:t>“</a:t>
            </a:r>
            <a:r>
              <a:t>十位</a:t>
            </a:r>
            <a:r>
              <a:rPr>
                <a:solidFill>
                  <a:schemeClr val="accent5"/>
                </a:solidFill>
              </a:rPr>
              <a:t>”</a:t>
            </a:r>
            <a:r>
              <a:t>、</a:t>
            </a:r>
            <a:r>
              <a:rPr>
                <a:solidFill>
                  <a:schemeClr val="accent5"/>
                </a:solidFill>
              </a:rPr>
              <a:t>“</a:t>
            </a:r>
            <a:r>
              <a:t>百位</a:t>
            </a:r>
            <a:r>
              <a:rPr>
                <a:solidFill>
                  <a:schemeClr val="accent5"/>
                </a:solidFill>
              </a:rPr>
              <a:t>”</a:t>
            </a:r>
            <a:r>
              <a:t>、...?</a:t>
            </a:r>
          </a:p>
        </p:txBody>
      </p:sp>
    </p:spTree>
  </p:cSld>
  <p:clrMapOvr>
    <a:masterClrMapping/>
  </p:clrMapOvr>
  <p:transition spd="med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" name="计数排序-counting sor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计数排序-counting sort</a:t>
            </a:r>
          </a:p>
        </p:txBody>
      </p:sp>
      <p:sp>
        <p:nvSpPr>
          <p:cNvPr id="2664" name="试卷的分数值为0、1、2、3、...、99、100，如何对n份试卷…"/>
          <p:cNvSpPr txBox="1"/>
          <p:nvPr/>
        </p:nvSpPr>
        <p:spPr>
          <a:xfrm>
            <a:off x="637850" y="2419507"/>
            <a:ext cx="11617975" cy="148954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试卷的分数值为0、1、2、3、...、99、100，如何对n份试卷</a:t>
            </a:r>
          </a:p>
          <a:p>
            <a:r>
              <a:t>按分值从小到大排序？</a:t>
            </a:r>
          </a:p>
        </p:txBody>
      </p:sp>
      <p:sp>
        <p:nvSpPr>
          <p:cNvPr id="2665" name="在Knuth教授的著作中称为Distribution counting"/>
          <p:cNvSpPr txBox="1"/>
          <p:nvPr/>
        </p:nvSpPr>
        <p:spPr>
          <a:xfrm>
            <a:off x="160330" y="1622221"/>
            <a:ext cx="9098997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在Knuth教授的著作中称为Distribution counting</a:t>
            </a:r>
          </a:p>
        </p:txBody>
      </p:sp>
    </p:spTree>
  </p:cSld>
  <p:clrMapOvr>
    <a:masterClrMapping/>
  </p:clrMapOvr>
  <p:transition spd="med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7" name="计数排序-counting sor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计数排序-counting sort</a:t>
            </a:r>
          </a:p>
        </p:txBody>
      </p:sp>
      <p:sp>
        <p:nvSpPr>
          <p:cNvPr id="2668" name="假设数据R0、R1、...、Rn的关键字有m个不同值[0, m)，设置辅助数组…"/>
          <p:cNvSpPr txBox="1"/>
          <p:nvPr/>
        </p:nvSpPr>
        <p:spPr>
          <a:xfrm>
            <a:off x="38046" y="1529231"/>
            <a:ext cx="12733640" cy="540065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>
              <a:defRPr sz="3300"/>
            </a:pPr>
            <a:r>
              <a:t>假设数据R</a:t>
            </a:r>
            <a:r>
              <a:rPr baseline="-6000"/>
              <a:t>0</a:t>
            </a:r>
            <a:r>
              <a:t>、R</a:t>
            </a:r>
            <a:r>
              <a:rPr baseline="-6000"/>
              <a:t>1</a:t>
            </a:r>
            <a:r>
              <a:t>、...、R</a:t>
            </a:r>
            <a:r>
              <a:rPr baseline="-6000"/>
              <a:t>n</a:t>
            </a:r>
            <a:r>
              <a:t>的关键字有m个不同值[0, m)，设置辅助数组</a:t>
            </a:r>
          </a:p>
          <a:p>
            <a:pPr>
              <a:defRPr sz="3300"/>
            </a:pPr>
            <a:r>
              <a:t>count[M]</a:t>
            </a:r>
          </a:p>
          <a:p>
            <a:pPr>
              <a:defRPr sz="3300"/>
            </a:pPr>
          </a:p>
          <a:p>
            <a:pPr>
              <a:defRPr sz="3300"/>
            </a:pPr>
            <a:r>
              <a:t>1、初始化count[i] = 0;   0 ≤ i &lt; m</a:t>
            </a:r>
          </a:p>
          <a:p>
            <a:pPr>
              <a:defRPr sz="3300"/>
            </a:pPr>
            <a:r>
              <a:t>2、遍历数据，对每个R</a:t>
            </a:r>
            <a:r>
              <a:rPr baseline="-6000"/>
              <a:t>i</a:t>
            </a:r>
            <a:r>
              <a:t>，令count[K</a:t>
            </a:r>
            <a:r>
              <a:rPr baseline="-6000"/>
              <a:t>i</a:t>
            </a:r>
            <a:r>
              <a:t>]++</a:t>
            </a:r>
          </a:p>
          <a:p>
            <a:pPr>
              <a:defRPr sz="3300"/>
            </a:pPr>
            <a:r>
              <a:t>3、count[i] = count[i]  + count[i - 1]      1 ≤  i &lt; m</a:t>
            </a:r>
          </a:p>
          <a:p>
            <a:pPr>
              <a:defRPr sz="3300"/>
            </a:pPr>
            <a:r>
              <a:t>4、设置输出区S</a:t>
            </a:r>
          </a:p>
          <a:p>
            <a:pPr>
              <a:defRPr sz="3300"/>
            </a:pPr>
            <a:r>
              <a:t>5、遍历数据，对每个R</a:t>
            </a:r>
            <a:r>
              <a:rPr baseline="-6000"/>
              <a:t>i</a:t>
            </a:r>
            <a:r>
              <a:t>，将其复制到S[ count[K</a:t>
            </a:r>
            <a:r>
              <a:rPr baseline="-6000"/>
              <a:t>i</a:t>
            </a:r>
            <a:r>
              <a:t>]]  ，令count[K</a:t>
            </a:r>
            <a:r>
              <a:rPr baseline="-6000"/>
              <a:t>i</a:t>
            </a:r>
            <a:r>
              <a:t>]--  </a:t>
            </a:r>
          </a:p>
        </p:txBody>
      </p:sp>
    </p:spTree>
  </p:cSld>
  <p:clrMapOvr>
    <a:masterClrMapping/>
  </p:clrMapOvr>
  <p:transition spd="med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0" name="计数排序-counting sor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计数排序-counting sort</a:t>
            </a:r>
          </a:p>
        </p:txBody>
      </p:sp>
      <p:graphicFrame>
        <p:nvGraphicFramePr>
          <p:cNvPr id="2671" name="表格"/>
          <p:cNvGraphicFramePr/>
          <p:nvPr/>
        </p:nvGraphicFramePr>
        <p:xfrm>
          <a:off x="2967774" y="1553919"/>
          <a:ext cx="9028108" cy="687778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</a:tblGrid>
              <a:tr h="675077"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3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4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2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2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0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3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2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4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0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5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3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</a:tr>
            </a:tbl>
          </a:graphicData>
        </a:graphic>
      </p:graphicFrame>
      <p:grpSp>
        <p:nvGrpSpPr>
          <p:cNvPr id="2675" name="成组"/>
          <p:cNvGrpSpPr/>
          <p:nvPr/>
        </p:nvGrpSpPr>
        <p:grpSpPr>
          <a:xfrm>
            <a:off x="130035" y="2716186"/>
            <a:ext cx="5861901" cy="1529705"/>
            <a:chOff x="0" y="25400"/>
            <a:chExt cx="5861900" cy="1529703"/>
          </a:xfrm>
        </p:grpSpPr>
        <p:graphicFrame>
          <p:nvGraphicFramePr>
            <p:cNvPr id="2672" name="表格"/>
            <p:cNvGraphicFramePr/>
            <p:nvPr/>
          </p:nvGraphicFramePr>
          <p:xfrm>
            <a:off x="1345117" y="25400"/>
            <a:ext cx="4516784" cy="774702"/>
          </p:xfrm>
          <a:graphic>
            <a:graphicData uri="http://schemas.openxmlformats.org/drawingml/2006/table">
              <a:tbl>
                <a:tblPr bandRow="1">
                  <a:tableStyleId>{4C3C2611-4C71-4FC5-86AE-919BDF0F9419}</a:tableStyleId>
                </a:tblPr>
                <a:tblGrid>
                  <a:gridCol w="750680"/>
                  <a:gridCol w="750680"/>
                  <a:gridCol w="750680"/>
                  <a:gridCol w="750680"/>
                  <a:gridCol w="750680"/>
                  <a:gridCol w="750680"/>
                </a:tblGrid>
                <a:tr h="762001"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3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3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</a:tr>
              </a:tbl>
            </a:graphicData>
          </a:graphic>
        </p:graphicFrame>
        <p:sp>
          <p:nvSpPr>
            <p:cNvPr id="2673" name="count"/>
            <p:cNvSpPr txBox="1"/>
            <p:nvPr/>
          </p:nvSpPr>
          <p:spPr>
            <a:xfrm>
              <a:off x="0" y="137912"/>
              <a:ext cx="1159636" cy="5907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count</a:t>
              </a:r>
            </a:p>
          </p:txBody>
        </p:sp>
        <p:graphicFrame>
          <p:nvGraphicFramePr>
            <p:cNvPr id="2674" name="表格"/>
            <p:cNvGraphicFramePr/>
            <p:nvPr/>
          </p:nvGraphicFramePr>
          <p:xfrm>
            <a:off x="1345117" y="780402"/>
            <a:ext cx="4516784" cy="774702"/>
          </p:xfrm>
          <a:graphic>
            <a:graphicData uri="http://schemas.openxmlformats.org/drawingml/2006/table">
              <a:tbl>
                <a:tblPr bandRow="1">
                  <a:tableStyleId>{4C3C2611-4C71-4FC5-86AE-919BDF0F9419}</a:tableStyleId>
                </a:tblPr>
                <a:tblGrid>
                  <a:gridCol w="750680"/>
                  <a:gridCol w="750680"/>
                  <a:gridCol w="750680"/>
                  <a:gridCol w="750680"/>
                  <a:gridCol w="750680"/>
                  <a:gridCol w="750680"/>
                </a:tblGrid>
                <a:tr h="762001"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3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  <p:sp>
        <p:nvSpPr>
          <p:cNvPr id="2676" name="对数据排序："/>
          <p:cNvSpPr txBox="1"/>
          <p:nvPr/>
        </p:nvSpPr>
        <p:spPr>
          <a:xfrm>
            <a:off x="-42870" y="1524146"/>
            <a:ext cx="283910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对数据排序：</a:t>
            </a:r>
          </a:p>
        </p:txBody>
      </p:sp>
      <p:grpSp>
        <p:nvGrpSpPr>
          <p:cNvPr id="2680" name="成组"/>
          <p:cNvGrpSpPr/>
          <p:nvPr/>
        </p:nvGrpSpPr>
        <p:grpSpPr>
          <a:xfrm>
            <a:off x="6267121" y="2716186"/>
            <a:ext cx="5861901" cy="1529705"/>
            <a:chOff x="0" y="25400"/>
            <a:chExt cx="5861900" cy="1529703"/>
          </a:xfrm>
        </p:grpSpPr>
        <p:graphicFrame>
          <p:nvGraphicFramePr>
            <p:cNvPr id="2677" name="表格"/>
            <p:cNvGraphicFramePr/>
            <p:nvPr/>
          </p:nvGraphicFramePr>
          <p:xfrm>
            <a:off x="1345117" y="25400"/>
            <a:ext cx="4516784" cy="774702"/>
          </p:xfrm>
          <a:graphic>
            <a:graphicData uri="http://schemas.openxmlformats.org/drawingml/2006/table">
              <a:tbl>
                <a:tblPr bandRow="1">
                  <a:tableStyleId>{4C3C2611-4C71-4FC5-86AE-919BDF0F9419}</a:tableStyleId>
                </a:tblPr>
                <a:tblGrid>
                  <a:gridCol w="750680"/>
                  <a:gridCol w="750680"/>
                  <a:gridCol w="750680"/>
                  <a:gridCol w="750680"/>
                  <a:gridCol w="750680"/>
                  <a:gridCol w="750680"/>
                </a:tblGrid>
                <a:tr h="762001"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10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12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13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</a:tr>
              </a:tbl>
            </a:graphicData>
          </a:graphic>
        </p:graphicFrame>
        <p:sp>
          <p:nvSpPr>
            <p:cNvPr id="2678" name="count"/>
            <p:cNvSpPr txBox="1"/>
            <p:nvPr/>
          </p:nvSpPr>
          <p:spPr>
            <a:xfrm>
              <a:off x="0" y="137912"/>
              <a:ext cx="1159636" cy="5907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count</a:t>
              </a:r>
            </a:p>
          </p:txBody>
        </p:sp>
        <p:graphicFrame>
          <p:nvGraphicFramePr>
            <p:cNvPr id="2679" name="表格"/>
            <p:cNvGraphicFramePr/>
            <p:nvPr/>
          </p:nvGraphicFramePr>
          <p:xfrm>
            <a:off x="1345117" y="780402"/>
            <a:ext cx="4516784" cy="774702"/>
          </p:xfrm>
          <a:graphic>
            <a:graphicData uri="http://schemas.openxmlformats.org/drawingml/2006/table">
              <a:tbl>
                <a:tblPr bandRow="1">
                  <a:tableStyleId>{4C3C2611-4C71-4FC5-86AE-919BDF0F9419}</a:tableStyleId>
                </a:tblPr>
                <a:tblGrid>
                  <a:gridCol w="750680"/>
                  <a:gridCol w="750680"/>
                  <a:gridCol w="750680"/>
                  <a:gridCol w="750680"/>
                  <a:gridCol w="750680"/>
                  <a:gridCol w="750680"/>
                </a:tblGrid>
                <a:tr h="762001"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3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  <p:sp>
        <p:nvSpPr>
          <p:cNvPr id="2681" name="第2步后的结果"/>
          <p:cNvSpPr txBox="1"/>
          <p:nvPr/>
        </p:nvSpPr>
        <p:spPr>
          <a:xfrm>
            <a:off x="2348223" y="4037776"/>
            <a:ext cx="2648600" cy="635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chemeClr val="accent1"/>
                </a:solidFill>
              </a:defRPr>
            </a:lvl1pPr>
          </a:lstStyle>
          <a:p>
            <a:r>
              <a:t>第2步后的结果</a:t>
            </a:r>
          </a:p>
        </p:txBody>
      </p:sp>
      <p:sp>
        <p:nvSpPr>
          <p:cNvPr id="2682" name="第3步后的结果"/>
          <p:cNvSpPr txBox="1"/>
          <p:nvPr/>
        </p:nvSpPr>
        <p:spPr>
          <a:xfrm>
            <a:off x="8444769" y="4037776"/>
            <a:ext cx="2648600" cy="635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chemeClr val="accent1"/>
                </a:solidFill>
              </a:defRPr>
            </a:lvl1pPr>
          </a:lstStyle>
          <a:p>
            <a:r>
              <a:t>第3步后的结果</a:t>
            </a:r>
          </a:p>
        </p:txBody>
      </p:sp>
    </p:spTree>
  </p:cSld>
  <p:clrMapOvr>
    <a:masterClrMapping/>
  </p:clrMapOvr>
  <p:transition spd="med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4" name="计数排序-counting sor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计数排序-counting sort</a:t>
            </a:r>
          </a:p>
        </p:txBody>
      </p:sp>
      <p:graphicFrame>
        <p:nvGraphicFramePr>
          <p:cNvPr id="2685" name="表格"/>
          <p:cNvGraphicFramePr/>
          <p:nvPr/>
        </p:nvGraphicFramePr>
        <p:xfrm>
          <a:off x="2665897" y="1253348"/>
          <a:ext cx="9028109" cy="687778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</a:tblGrid>
              <a:tr h="675077"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3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4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2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2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0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3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2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4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0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5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3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</a:tr>
            </a:tbl>
          </a:graphicData>
        </a:graphic>
      </p:graphicFrame>
      <p:grpSp>
        <p:nvGrpSpPr>
          <p:cNvPr id="2689" name="成组"/>
          <p:cNvGrpSpPr/>
          <p:nvPr/>
        </p:nvGrpSpPr>
        <p:grpSpPr>
          <a:xfrm>
            <a:off x="6128989" y="2073768"/>
            <a:ext cx="5861901" cy="1529704"/>
            <a:chOff x="0" y="25400"/>
            <a:chExt cx="5861900" cy="1529703"/>
          </a:xfrm>
        </p:grpSpPr>
        <p:graphicFrame>
          <p:nvGraphicFramePr>
            <p:cNvPr id="2686" name="表格"/>
            <p:cNvGraphicFramePr/>
            <p:nvPr/>
          </p:nvGraphicFramePr>
          <p:xfrm>
            <a:off x="1345117" y="25400"/>
            <a:ext cx="4516784" cy="774702"/>
          </p:xfrm>
          <a:graphic>
            <a:graphicData uri="http://schemas.openxmlformats.org/drawingml/2006/table">
              <a:tbl>
                <a:tblPr bandRow="1">
                  <a:tableStyleId>{4C3C2611-4C71-4FC5-86AE-919BDF0F9419}</a:tableStyleId>
                </a:tblPr>
                <a:tblGrid>
                  <a:gridCol w="750680"/>
                  <a:gridCol w="750680"/>
                  <a:gridCol w="750680"/>
                  <a:gridCol w="750680"/>
                  <a:gridCol w="750680"/>
                  <a:gridCol w="750680"/>
                </a:tblGrid>
                <a:tr h="762001"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solidFill>
                              <a:schemeClr val="accent5"/>
                            </a:solidFill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  <a:endParaRPr sz="3000">
                          <a:solidFill>
                            <a:schemeClr val="accent5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solidFill>
                              <a:schemeClr val="accent5"/>
                            </a:solidFill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3</a:t>
                        </a:r>
                        <a:endParaRPr sz="3000">
                          <a:solidFill>
                            <a:schemeClr val="accent5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solidFill>
                              <a:schemeClr val="accent5"/>
                            </a:solidFill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</a:t>
                        </a:r>
                        <a:endParaRPr sz="3000">
                          <a:solidFill>
                            <a:schemeClr val="accent5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solidFill>
                              <a:schemeClr val="accent5"/>
                            </a:solidFill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9</a:t>
                        </a:r>
                        <a:endParaRPr sz="3000">
                          <a:solidFill>
                            <a:schemeClr val="accent5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solidFill>
                              <a:schemeClr val="accent5"/>
                            </a:solidFill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11</a:t>
                        </a:r>
                        <a:endParaRPr sz="3000">
                          <a:solidFill>
                            <a:schemeClr val="accent5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13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</a:tr>
              </a:tbl>
            </a:graphicData>
          </a:graphic>
        </p:graphicFrame>
        <p:sp>
          <p:nvSpPr>
            <p:cNvPr id="2687" name="count"/>
            <p:cNvSpPr txBox="1"/>
            <p:nvPr/>
          </p:nvSpPr>
          <p:spPr>
            <a:xfrm>
              <a:off x="0" y="137912"/>
              <a:ext cx="1159636" cy="5907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count</a:t>
              </a:r>
            </a:p>
          </p:txBody>
        </p:sp>
        <p:graphicFrame>
          <p:nvGraphicFramePr>
            <p:cNvPr id="2688" name="表格"/>
            <p:cNvGraphicFramePr/>
            <p:nvPr/>
          </p:nvGraphicFramePr>
          <p:xfrm>
            <a:off x="1345117" y="780402"/>
            <a:ext cx="4516784" cy="774702"/>
          </p:xfrm>
          <a:graphic>
            <a:graphicData uri="http://schemas.openxmlformats.org/drawingml/2006/table">
              <a:tbl>
                <a:tblPr bandRow="1">
                  <a:tableStyleId>{4C3C2611-4C71-4FC5-86AE-919BDF0F9419}</a:tableStyleId>
                </a:tblPr>
                <a:tblGrid>
                  <a:gridCol w="750680"/>
                  <a:gridCol w="750680"/>
                  <a:gridCol w="750680"/>
                  <a:gridCol w="750680"/>
                  <a:gridCol w="750680"/>
                  <a:gridCol w="750680"/>
                </a:tblGrid>
                <a:tr h="762001"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3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  <p:graphicFrame>
        <p:nvGraphicFramePr>
          <p:cNvPr id="2690" name="表格"/>
          <p:cNvGraphicFramePr/>
          <p:nvPr/>
        </p:nvGraphicFramePr>
        <p:xfrm>
          <a:off x="2186916" y="4266909"/>
          <a:ext cx="9028108" cy="687778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</a:tblGrid>
              <a:tr h="675077">
                <a:tc>
                  <a:txBody>
                    <a:bodyPr/>
                    <a:lstStyle/>
                    <a:p>
                      <a:pPr indent="228600">
                        <a:defRPr sz="3000" b="0"/>
                      </a:p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0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3000" b="0"/>
                      </a:p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3000" b="0"/>
                      </a:p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2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2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3000" b="0"/>
                      </a:p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3000" b="0"/>
                      </a:p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3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3000" b="0"/>
                      </a:p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4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3000" b="0"/>
                      </a:pPr>
                    </a:p>
                  </a:txBody>
                  <a:tcPr marL="0" marR="0" marT="0" marB="0" anchor="ctr" anchorCtr="0" horzOverflow="overflow">
                    <a:solidFill>
                      <a:srgbClr val="DDDDD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91" name="表格"/>
          <p:cNvGraphicFramePr/>
          <p:nvPr/>
        </p:nvGraphicFramePr>
        <p:xfrm>
          <a:off x="2186916" y="4915853"/>
          <a:ext cx="9028108" cy="687778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  <a:gridCol w="693492"/>
              </a:tblGrid>
              <a:tr h="675077"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2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3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4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5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6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7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8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9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10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11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12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uFillTx/>
                        </a:defRPr>
                      </a:pPr>
                      <a:r>
                        <a:rPr sz="30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13</a:t>
                      </a:r>
                      <a:endParaRPr sz="3000">
                        <a:uFill>
                          <a:solidFill>
                            <a:srgbClr val="000000"/>
                          </a:solidFill>
                        </a:uFill>
                      </a:endParaRPr>
                    </a:p>
                  </a:txBody>
                  <a:tcPr marL="0" marR="0" marT="0" marB="0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695" name="成组"/>
          <p:cNvGrpSpPr/>
          <p:nvPr/>
        </p:nvGrpSpPr>
        <p:grpSpPr>
          <a:xfrm>
            <a:off x="24671" y="2129084"/>
            <a:ext cx="5861901" cy="1529704"/>
            <a:chOff x="0" y="25400"/>
            <a:chExt cx="5861900" cy="1529703"/>
          </a:xfrm>
        </p:grpSpPr>
        <p:graphicFrame>
          <p:nvGraphicFramePr>
            <p:cNvPr id="2692" name="表格"/>
            <p:cNvGraphicFramePr/>
            <p:nvPr/>
          </p:nvGraphicFramePr>
          <p:xfrm>
            <a:off x="1345117" y="25400"/>
            <a:ext cx="4516784" cy="774702"/>
          </p:xfrm>
          <a:graphic>
            <a:graphicData uri="http://schemas.openxmlformats.org/drawingml/2006/table">
              <a:tbl>
                <a:tblPr bandRow="1">
                  <a:tableStyleId>{4C3C2611-4C71-4FC5-86AE-919BDF0F9419}</a:tableStyleId>
                </a:tblPr>
                <a:tblGrid>
                  <a:gridCol w="750680"/>
                  <a:gridCol w="750680"/>
                  <a:gridCol w="750680"/>
                  <a:gridCol w="750680"/>
                  <a:gridCol w="750680"/>
                  <a:gridCol w="750680"/>
                </a:tblGrid>
                <a:tr h="762001"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10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12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13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/>
                  </a:tc>
                </a:tr>
              </a:tbl>
            </a:graphicData>
          </a:graphic>
        </p:graphicFrame>
        <p:sp>
          <p:nvSpPr>
            <p:cNvPr id="2693" name="count"/>
            <p:cNvSpPr txBox="1"/>
            <p:nvPr/>
          </p:nvSpPr>
          <p:spPr>
            <a:xfrm>
              <a:off x="0" y="137912"/>
              <a:ext cx="1159636" cy="5907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count</a:t>
              </a:r>
            </a:p>
          </p:txBody>
        </p:sp>
        <p:graphicFrame>
          <p:nvGraphicFramePr>
            <p:cNvPr id="2694" name="表格"/>
            <p:cNvGraphicFramePr/>
            <p:nvPr/>
          </p:nvGraphicFramePr>
          <p:xfrm>
            <a:off x="1345117" y="780402"/>
            <a:ext cx="4516784" cy="774702"/>
          </p:xfrm>
          <a:graphic>
            <a:graphicData uri="http://schemas.openxmlformats.org/drawingml/2006/table">
              <a:tbl>
                <a:tblPr bandRow="1">
                  <a:tableStyleId>{4C3C2611-4C71-4FC5-86AE-919BDF0F9419}</a:tableStyleId>
                </a:tblPr>
                <a:tblGrid>
                  <a:gridCol w="750680"/>
                  <a:gridCol w="750680"/>
                  <a:gridCol w="750680"/>
                  <a:gridCol w="750680"/>
                  <a:gridCol w="750680"/>
                  <a:gridCol w="750680"/>
                </a:tblGrid>
                <a:tr h="762001"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3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 defTabSz="825500">
                          <a:lnSpc>
                            <a:spcPct val="100000"/>
                          </a:lnSpc>
                          <a:defRPr sz="1800" b="0"/>
                        </a:pPr>
                        <a:r>
                          <a:rPr sz="30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</a:t>
                        </a:r>
                        <a:endParaRPr sz="3000">
                          <a:uFill>
                            <a:solidFill>
                              <a:srgbClr val="000000"/>
                            </a:solidFill>
                          </a:uFill>
                        </a:endParaRPr>
                      </a:p>
                    </a:txBody>
                    <a:tcPr marL="0" marR="0" marT="0" marB="0" anchor="ctr" anchorCtr="0" horzOverflow="overflow"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  <p:sp>
        <p:nvSpPr>
          <p:cNvPr id="2696" name="3、4、1、2、2、0输出后："/>
          <p:cNvSpPr txBox="1"/>
          <p:nvPr/>
        </p:nvSpPr>
        <p:spPr>
          <a:xfrm>
            <a:off x="227901" y="3512663"/>
            <a:ext cx="550610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3、4、1、2、2、0输出后：</a:t>
            </a:r>
          </a:p>
        </p:txBody>
      </p:sp>
    </p:spTree>
  </p:cSld>
  <p:clrMapOvr>
    <a:masterClrMapping/>
  </p:clrMapOvr>
  <p:transition spd="med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8" name="外部排序-external sort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外部排序-external sorting</a:t>
            </a:r>
          </a:p>
        </p:txBody>
      </p:sp>
      <p:sp>
        <p:nvSpPr>
          <p:cNvPr id="2699" name="数据一般存储在文件中，排序算法的步骤：…"/>
          <p:cNvSpPr txBox="1"/>
          <p:nvPr/>
        </p:nvSpPr>
        <p:spPr>
          <a:xfrm>
            <a:off x="668586" y="1543768"/>
            <a:ext cx="11714548" cy="298306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/>
            <a:r>
              <a:t>数据一般存储在文件中，排序算法的步骤：</a:t>
            </a:r>
          </a:p>
          <a:p>
            <a:pPr marL="732155" lvl="1" indent="-351155">
              <a:buSzPct val="60000"/>
              <a:buBlip>
                <a:blip r:embed="rId1"/>
              </a:buBlip>
            </a:pPr>
            <a:r>
              <a:t>划分：将数据划分成若干部分，每部分能容纳于内存，</a:t>
            </a:r>
          </a:p>
          <a:p>
            <a:pPr lvl="1" indent="228600"/>
            <a:r>
              <a:t>     使用内部排序算法排序，形成若干个run，写到文件中。</a:t>
            </a:r>
          </a:p>
          <a:p>
            <a:pPr marL="732155" lvl="1" indent="-351155">
              <a:buSzPct val="60000"/>
              <a:buBlip>
                <a:blip r:embed="rId1"/>
              </a:buBlip>
            </a:pPr>
            <a:r>
              <a:t>归并：采用多趟多路归并，形成最终的有序文件。</a:t>
            </a:r>
          </a:p>
        </p:txBody>
      </p:sp>
    </p:spTree>
  </p:cSld>
  <p:clrMapOvr>
    <a:masterClrMapping/>
  </p:clrMapOvr>
  <p:transition spd="med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1" name="外部排序-划分"/>
          <p:cNvSpPr txBox="1"/>
          <p:nvPr/>
        </p:nvSpPr>
        <p:spPr>
          <a:xfrm>
            <a:off x="1611488" y="200795"/>
            <a:ext cx="9448801" cy="80208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marR="57785" algn="ctr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外部排序-划分</a:t>
            </a:r>
          </a:p>
        </p:txBody>
      </p:sp>
      <p:sp>
        <p:nvSpPr>
          <p:cNvPr id="2702" name="线条"/>
          <p:cNvSpPr/>
          <p:nvPr/>
        </p:nvSpPr>
        <p:spPr>
          <a:xfrm flipH="1">
            <a:off x="4615378" y="2331059"/>
            <a:ext cx="1602616" cy="88226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</a:p>
        </p:txBody>
      </p:sp>
      <p:sp>
        <p:nvSpPr>
          <p:cNvPr id="2703" name="线条"/>
          <p:cNvSpPr/>
          <p:nvPr/>
        </p:nvSpPr>
        <p:spPr>
          <a:xfrm>
            <a:off x="6714766" y="2433535"/>
            <a:ext cx="1560415" cy="75351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</a:p>
        </p:txBody>
      </p:sp>
      <p:grpSp>
        <p:nvGrpSpPr>
          <p:cNvPr id="2706" name="成组"/>
          <p:cNvGrpSpPr/>
          <p:nvPr/>
        </p:nvGrpSpPr>
        <p:grpSpPr>
          <a:xfrm>
            <a:off x="6058407" y="2105580"/>
            <a:ext cx="647703" cy="647702"/>
            <a:chOff x="0" y="0"/>
            <a:chExt cx="647701" cy="647701"/>
          </a:xfrm>
        </p:grpSpPr>
        <p:sp>
          <p:nvSpPr>
            <p:cNvPr id="2704" name="圆形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05" name="5"/>
            <p:cNvSpPr txBox="1"/>
            <p:nvPr/>
          </p:nvSpPr>
          <p:spPr>
            <a:xfrm>
              <a:off x="117637" y="7740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5</a:t>
              </a:r>
            </a:p>
          </p:txBody>
        </p:sp>
      </p:grpSp>
      <p:sp>
        <p:nvSpPr>
          <p:cNvPr id="2707" name="线条"/>
          <p:cNvSpPr/>
          <p:nvPr/>
        </p:nvSpPr>
        <p:spPr>
          <a:xfrm>
            <a:off x="8645165" y="3557702"/>
            <a:ext cx="716682" cy="103584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</a:p>
        </p:txBody>
      </p:sp>
      <p:sp>
        <p:nvSpPr>
          <p:cNvPr id="2708" name="线条"/>
          <p:cNvSpPr/>
          <p:nvPr/>
        </p:nvSpPr>
        <p:spPr>
          <a:xfrm flipH="1">
            <a:off x="7485579" y="3588355"/>
            <a:ext cx="793367" cy="79336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</a:p>
        </p:txBody>
      </p:sp>
      <p:grpSp>
        <p:nvGrpSpPr>
          <p:cNvPr id="2711" name="成组"/>
          <p:cNvGrpSpPr/>
          <p:nvPr/>
        </p:nvGrpSpPr>
        <p:grpSpPr>
          <a:xfrm>
            <a:off x="8616825" y="4966408"/>
            <a:ext cx="1598477" cy="947701"/>
            <a:chOff x="0" y="0"/>
            <a:chExt cx="1598476" cy="947699"/>
          </a:xfrm>
        </p:grpSpPr>
        <p:sp>
          <p:nvSpPr>
            <p:cNvPr id="2709" name="线条"/>
            <p:cNvSpPr/>
            <p:nvPr/>
          </p:nvSpPr>
          <p:spPr>
            <a:xfrm flipH="1">
              <a:off x="-1" y="21262"/>
              <a:ext cx="640074" cy="89614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710" name="线条"/>
            <p:cNvSpPr/>
            <p:nvPr/>
          </p:nvSpPr>
          <p:spPr>
            <a:xfrm>
              <a:off x="958549" y="0"/>
              <a:ext cx="639928" cy="9477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</p:grpSp>
      <p:grpSp>
        <p:nvGrpSpPr>
          <p:cNvPr id="2714" name="成组"/>
          <p:cNvGrpSpPr/>
          <p:nvPr/>
        </p:nvGrpSpPr>
        <p:grpSpPr>
          <a:xfrm>
            <a:off x="8152876" y="3113553"/>
            <a:ext cx="647702" cy="647703"/>
            <a:chOff x="0" y="0"/>
            <a:chExt cx="647701" cy="647701"/>
          </a:xfrm>
        </p:grpSpPr>
        <p:sp>
          <p:nvSpPr>
            <p:cNvPr id="2712" name="圆形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13" name="6"/>
            <p:cNvSpPr txBox="1"/>
            <p:nvPr/>
          </p:nvSpPr>
          <p:spPr>
            <a:xfrm>
              <a:off x="130337" y="7740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2717" name="成组"/>
          <p:cNvGrpSpPr/>
          <p:nvPr/>
        </p:nvGrpSpPr>
        <p:grpSpPr>
          <a:xfrm>
            <a:off x="9080635" y="4352966"/>
            <a:ext cx="647703" cy="647703"/>
            <a:chOff x="0" y="0"/>
            <a:chExt cx="647701" cy="647701"/>
          </a:xfrm>
        </p:grpSpPr>
        <p:sp>
          <p:nvSpPr>
            <p:cNvPr id="2715" name="圆形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16" name="7"/>
            <p:cNvSpPr txBox="1"/>
            <p:nvPr/>
          </p:nvSpPr>
          <p:spPr>
            <a:xfrm>
              <a:off x="130337" y="7740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7</a:t>
              </a:r>
            </a:p>
          </p:txBody>
        </p:sp>
      </p:grpSp>
      <p:grpSp>
        <p:nvGrpSpPr>
          <p:cNvPr id="2720" name="成组"/>
          <p:cNvGrpSpPr/>
          <p:nvPr/>
        </p:nvGrpSpPr>
        <p:grpSpPr>
          <a:xfrm>
            <a:off x="7055394" y="4352966"/>
            <a:ext cx="647703" cy="647703"/>
            <a:chOff x="0" y="0"/>
            <a:chExt cx="647701" cy="647701"/>
          </a:xfrm>
        </p:grpSpPr>
        <p:sp>
          <p:nvSpPr>
            <p:cNvPr id="2718" name="圆形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19" name="4"/>
            <p:cNvSpPr txBox="1"/>
            <p:nvPr/>
          </p:nvSpPr>
          <p:spPr>
            <a:xfrm>
              <a:off x="117637" y="7740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2723" name="成组"/>
          <p:cNvGrpSpPr/>
          <p:nvPr/>
        </p:nvGrpSpPr>
        <p:grpSpPr>
          <a:xfrm>
            <a:off x="6569016" y="4965940"/>
            <a:ext cx="1598478" cy="947700"/>
            <a:chOff x="0" y="0"/>
            <a:chExt cx="1598476" cy="947699"/>
          </a:xfrm>
        </p:grpSpPr>
        <p:sp>
          <p:nvSpPr>
            <p:cNvPr id="2721" name="线条"/>
            <p:cNvSpPr/>
            <p:nvPr/>
          </p:nvSpPr>
          <p:spPr>
            <a:xfrm flipH="1">
              <a:off x="-1" y="21262"/>
              <a:ext cx="640074" cy="89614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722" name="线条"/>
            <p:cNvSpPr/>
            <p:nvPr/>
          </p:nvSpPr>
          <p:spPr>
            <a:xfrm>
              <a:off x="958549" y="0"/>
              <a:ext cx="639928" cy="9477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</p:grpSp>
      <p:sp>
        <p:nvSpPr>
          <p:cNvPr id="2724" name="线条"/>
          <p:cNvSpPr/>
          <p:nvPr/>
        </p:nvSpPr>
        <p:spPr>
          <a:xfrm>
            <a:off x="4593865" y="3557702"/>
            <a:ext cx="716681" cy="103584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</a:p>
        </p:txBody>
      </p:sp>
      <p:sp>
        <p:nvSpPr>
          <p:cNvPr id="2725" name="线条"/>
          <p:cNvSpPr/>
          <p:nvPr/>
        </p:nvSpPr>
        <p:spPr>
          <a:xfrm flipH="1">
            <a:off x="3434278" y="3588355"/>
            <a:ext cx="793367" cy="79336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</a:p>
        </p:txBody>
      </p:sp>
      <p:grpSp>
        <p:nvGrpSpPr>
          <p:cNvPr id="2728" name="成组"/>
          <p:cNvGrpSpPr/>
          <p:nvPr/>
        </p:nvGrpSpPr>
        <p:grpSpPr>
          <a:xfrm>
            <a:off x="4565524" y="4966408"/>
            <a:ext cx="1598477" cy="947701"/>
            <a:chOff x="0" y="0"/>
            <a:chExt cx="1598476" cy="947699"/>
          </a:xfrm>
        </p:grpSpPr>
        <p:sp>
          <p:nvSpPr>
            <p:cNvPr id="2726" name="线条"/>
            <p:cNvSpPr/>
            <p:nvPr/>
          </p:nvSpPr>
          <p:spPr>
            <a:xfrm flipH="1">
              <a:off x="-1" y="21262"/>
              <a:ext cx="640074" cy="89614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727" name="线条"/>
            <p:cNvSpPr/>
            <p:nvPr/>
          </p:nvSpPr>
          <p:spPr>
            <a:xfrm>
              <a:off x="958549" y="0"/>
              <a:ext cx="639928" cy="9477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</p:grpSp>
      <p:grpSp>
        <p:nvGrpSpPr>
          <p:cNvPr id="2731" name="成组"/>
          <p:cNvGrpSpPr/>
          <p:nvPr/>
        </p:nvGrpSpPr>
        <p:grpSpPr>
          <a:xfrm>
            <a:off x="4101575" y="3113553"/>
            <a:ext cx="647703" cy="647703"/>
            <a:chOff x="0" y="0"/>
            <a:chExt cx="647701" cy="647701"/>
          </a:xfrm>
        </p:grpSpPr>
        <p:sp>
          <p:nvSpPr>
            <p:cNvPr id="2729" name="圆形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30" name="0"/>
            <p:cNvSpPr txBox="1"/>
            <p:nvPr/>
          </p:nvSpPr>
          <p:spPr>
            <a:xfrm>
              <a:off x="130337" y="7740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0</a:t>
              </a:r>
            </a:p>
          </p:txBody>
        </p:sp>
      </p:grpSp>
      <p:grpSp>
        <p:nvGrpSpPr>
          <p:cNvPr id="2734" name="成组"/>
          <p:cNvGrpSpPr/>
          <p:nvPr/>
        </p:nvGrpSpPr>
        <p:grpSpPr>
          <a:xfrm>
            <a:off x="5029335" y="4352966"/>
            <a:ext cx="647703" cy="647703"/>
            <a:chOff x="0" y="0"/>
            <a:chExt cx="647701" cy="647701"/>
          </a:xfrm>
        </p:grpSpPr>
        <p:sp>
          <p:nvSpPr>
            <p:cNvPr id="2732" name="圆形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33" name="3"/>
            <p:cNvSpPr txBox="1"/>
            <p:nvPr/>
          </p:nvSpPr>
          <p:spPr>
            <a:xfrm>
              <a:off x="130337" y="7740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2737" name="成组"/>
          <p:cNvGrpSpPr/>
          <p:nvPr/>
        </p:nvGrpSpPr>
        <p:grpSpPr>
          <a:xfrm>
            <a:off x="3016794" y="4352966"/>
            <a:ext cx="647703" cy="647703"/>
            <a:chOff x="0" y="0"/>
            <a:chExt cx="647701" cy="647701"/>
          </a:xfrm>
        </p:grpSpPr>
        <p:sp>
          <p:nvSpPr>
            <p:cNvPr id="2735" name="圆形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36" name="1"/>
            <p:cNvSpPr txBox="1"/>
            <p:nvPr/>
          </p:nvSpPr>
          <p:spPr>
            <a:xfrm>
              <a:off x="117637" y="7740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2740" name="成组"/>
          <p:cNvGrpSpPr/>
          <p:nvPr/>
        </p:nvGrpSpPr>
        <p:grpSpPr>
          <a:xfrm>
            <a:off x="2517716" y="4965940"/>
            <a:ext cx="1598477" cy="947700"/>
            <a:chOff x="0" y="0"/>
            <a:chExt cx="1598476" cy="947699"/>
          </a:xfrm>
        </p:grpSpPr>
        <p:sp>
          <p:nvSpPr>
            <p:cNvPr id="2738" name="线条"/>
            <p:cNvSpPr/>
            <p:nvPr/>
          </p:nvSpPr>
          <p:spPr>
            <a:xfrm flipH="1">
              <a:off x="-1" y="21262"/>
              <a:ext cx="640074" cy="89614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739" name="线条"/>
            <p:cNvSpPr/>
            <p:nvPr/>
          </p:nvSpPr>
          <p:spPr>
            <a:xfrm>
              <a:off x="958549" y="0"/>
              <a:ext cx="639928" cy="9477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</p:grpSp>
      <p:sp>
        <p:nvSpPr>
          <p:cNvPr id="2741" name="run"/>
          <p:cNvSpPr/>
          <p:nvPr/>
        </p:nvSpPr>
        <p:spPr>
          <a:xfrm>
            <a:off x="10624984" y="1099400"/>
            <a:ext cx="571503" cy="1905398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19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run</a:t>
            </a:r>
          </a:p>
        </p:txBody>
      </p:sp>
      <p:sp>
        <p:nvSpPr>
          <p:cNvPr id="2742" name="run"/>
          <p:cNvSpPr/>
          <p:nvPr/>
        </p:nvSpPr>
        <p:spPr>
          <a:xfrm>
            <a:off x="9029658" y="1099400"/>
            <a:ext cx="571503" cy="1905398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19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run</a:t>
            </a:r>
          </a:p>
        </p:txBody>
      </p:sp>
      <p:grpSp>
        <p:nvGrpSpPr>
          <p:cNvPr id="2745" name="成组"/>
          <p:cNvGrpSpPr/>
          <p:nvPr/>
        </p:nvGrpSpPr>
        <p:grpSpPr>
          <a:xfrm>
            <a:off x="6058407" y="1044791"/>
            <a:ext cx="647703" cy="647703"/>
            <a:chOff x="0" y="0"/>
            <a:chExt cx="647701" cy="647701"/>
          </a:xfrm>
        </p:grpSpPr>
        <p:sp>
          <p:nvSpPr>
            <p:cNvPr id="2743" name="圆形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26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44" name="2"/>
            <p:cNvSpPr txBox="1"/>
            <p:nvPr/>
          </p:nvSpPr>
          <p:spPr>
            <a:xfrm>
              <a:off x="143037" y="7740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2</a:t>
              </a:r>
            </a:p>
          </p:txBody>
        </p:sp>
      </p:grpSp>
      <p:sp>
        <p:nvSpPr>
          <p:cNvPr id="2746" name="线条"/>
          <p:cNvSpPr/>
          <p:nvPr/>
        </p:nvSpPr>
        <p:spPr>
          <a:xfrm>
            <a:off x="6394958" y="1674556"/>
            <a:ext cx="1" cy="45364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pPr>
          </a:p>
        </p:txBody>
      </p:sp>
      <p:sp>
        <p:nvSpPr>
          <p:cNvPr id="2747" name="e"/>
          <p:cNvSpPr txBox="1"/>
          <p:nvPr/>
        </p:nvSpPr>
        <p:spPr>
          <a:xfrm>
            <a:off x="6413174" y="5870100"/>
            <a:ext cx="349114" cy="542616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e</a:t>
            </a:r>
          </a:p>
        </p:txBody>
      </p:sp>
      <p:sp>
        <p:nvSpPr>
          <p:cNvPr id="2748" name="f"/>
          <p:cNvSpPr txBox="1"/>
          <p:nvPr/>
        </p:nvSpPr>
        <p:spPr>
          <a:xfrm>
            <a:off x="7995476" y="5870100"/>
            <a:ext cx="349113" cy="542616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f</a:t>
            </a:r>
          </a:p>
        </p:txBody>
      </p:sp>
      <p:sp>
        <p:nvSpPr>
          <p:cNvPr id="2749" name="g"/>
          <p:cNvSpPr txBox="1"/>
          <p:nvPr/>
        </p:nvSpPr>
        <p:spPr>
          <a:xfrm>
            <a:off x="8509140" y="5870100"/>
            <a:ext cx="349113" cy="542616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g</a:t>
            </a:r>
          </a:p>
        </p:txBody>
      </p:sp>
      <p:sp>
        <p:nvSpPr>
          <p:cNvPr id="2750" name="h"/>
          <p:cNvSpPr txBox="1"/>
          <p:nvPr/>
        </p:nvSpPr>
        <p:spPr>
          <a:xfrm>
            <a:off x="10028130" y="5870100"/>
            <a:ext cx="349114" cy="542616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h</a:t>
            </a:r>
          </a:p>
        </p:txBody>
      </p:sp>
      <p:sp>
        <p:nvSpPr>
          <p:cNvPr id="2751" name="a"/>
          <p:cNvSpPr txBox="1"/>
          <p:nvPr/>
        </p:nvSpPr>
        <p:spPr>
          <a:xfrm>
            <a:off x="2361874" y="5870100"/>
            <a:ext cx="349114" cy="542616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a</a:t>
            </a:r>
          </a:p>
        </p:txBody>
      </p:sp>
      <p:sp>
        <p:nvSpPr>
          <p:cNvPr id="2752" name="b"/>
          <p:cNvSpPr txBox="1"/>
          <p:nvPr/>
        </p:nvSpPr>
        <p:spPr>
          <a:xfrm>
            <a:off x="3944175" y="5870100"/>
            <a:ext cx="349114" cy="542616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b</a:t>
            </a:r>
          </a:p>
        </p:txBody>
      </p:sp>
      <p:sp>
        <p:nvSpPr>
          <p:cNvPr id="2753" name="c"/>
          <p:cNvSpPr txBox="1"/>
          <p:nvPr/>
        </p:nvSpPr>
        <p:spPr>
          <a:xfrm>
            <a:off x="4457839" y="5870100"/>
            <a:ext cx="349114" cy="542616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c</a:t>
            </a:r>
          </a:p>
        </p:txBody>
      </p:sp>
      <p:sp>
        <p:nvSpPr>
          <p:cNvPr id="2754" name="d"/>
          <p:cNvSpPr txBox="1"/>
          <p:nvPr/>
        </p:nvSpPr>
        <p:spPr>
          <a:xfrm>
            <a:off x="5976830" y="5870100"/>
            <a:ext cx="349114" cy="542616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d</a:t>
            </a:r>
          </a:p>
        </p:txBody>
      </p:sp>
      <p:sp>
        <p:nvSpPr>
          <p:cNvPr id="2755" name="file"/>
          <p:cNvSpPr/>
          <p:nvPr/>
        </p:nvSpPr>
        <p:spPr>
          <a:xfrm>
            <a:off x="6050137" y="7294591"/>
            <a:ext cx="664243" cy="1905398"/>
          </a:xfrm>
          <a:prstGeom prst="rect">
            <a:avLst/>
          </a:prstGeom>
          <a:solidFill>
            <a:srgbClr val="FFFFFF"/>
          </a:solidFill>
          <a:ln w="25400">
            <a:solidFill>
              <a:srgbClr val="535353"/>
            </a:solidFill>
          </a:ln>
        </p:spPr>
        <p:txBody>
          <a:bodyPr lIns="50800" tIns="50800" rIns="50800" bIns="50800" anchor="ctr"/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19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file</a:t>
            </a:r>
          </a:p>
        </p:txBody>
      </p:sp>
      <p:sp>
        <p:nvSpPr>
          <p:cNvPr id="2756" name="..."/>
          <p:cNvSpPr txBox="1"/>
          <p:nvPr/>
        </p:nvSpPr>
        <p:spPr>
          <a:xfrm>
            <a:off x="9925597" y="1818478"/>
            <a:ext cx="505475" cy="59071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...</a:t>
            </a:r>
          </a:p>
        </p:txBody>
      </p:sp>
      <p:sp>
        <p:nvSpPr>
          <p:cNvPr id="2757" name="线条"/>
          <p:cNvSpPr/>
          <p:nvPr/>
        </p:nvSpPr>
        <p:spPr>
          <a:xfrm flipV="1">
            <a:off x="6445796" y="6413710"/>
            <a:ext cx="3701235" cy="903831"/>
          </a:xfrm>
          <a:prstGeom prst="line">
            <a:avLst/>
          </a:prstGeom>
          <a:ln w="12700">
            <a:solidFill>
              <a:srgbClr val="000000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58" name="线条"/>
          <p:cNvSpPr/>
          <p:nvPr/>
        </p:nvSpPr>
        <p:spPr>
          <a:xfrm flipH="1" flipV="1">
            <a:off x="2550749" y="6427688"/>
            <a:ext cx="3932271" cy="921885"/>
          </a:xfrm>
          <a:prstGeom prst="line">
            <a:avLst/>
          </a:prstGeom>
          <a:ln w="12700">
            <a:solidFill>
              <a:srgbClr val="000000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59" name="线条"/>
          <p:cNvSpPr/>
          <p:nvPr/>
        </p:nvSpPr>
        <p:spPr>
          <a:xfrm flipH="1" flipV="1">
            <a:off x="4220268" y="6414159"/>
            <a:ext cx="2286549" cy="935443"/>
          </a:xfrm>
          <a:prstGeom prst="line">
            <a:avLst/>
          </a:prstGeom>
          <a:ln w="12700">
            <a:solidFill>
              <a:srgbClr val="000000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60" name="线条"/>
          <p:cNvSpPr/>
          <p:nvPr/>
        </p:nvSpPr>
        <p:spPr>
          <a:xfrm flipV="1">
            <a:off x="6315443" y="6432810"/>
            <a:ext cx="2412107" cy="906400"/>
          </a:xfrm>
          <a:prstGeom prst="line">
            <a:avLst/>
          </a:prstGeom>
          <a:ln w="12700">
            <a:solidFill>
              <a:srgbClr val="000000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61" name="..."/>
          <p:cNvSpPr txBox="1"/>
          <p:nvPr/>
        </p:nvSpPr>
        <p:spPr>
          <a:xfrm>
            <a:off x="6142221" y="6494491"/>
            <a:ext cx="505475" cy="59071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...</a:t>
            </a:r>
          </a:p>
        </p:txBody>
      </p:sp>
      <p:sp>
        <p:nvSpPr>
          <p:cNvPr id="2762" name="线条"/>
          <p:cNvSpPr/>
          <p:nvPr/>
        </p:nvSpPr>
        <p:spPr>
          <a:xfrm>
            <a:off x="6775845" y="1398436"/>
            <a:ext cx="2158680" cy="1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63" name="0"/>
          <p:cNvSpPr txBox="1"/>
          <p:nvPr/>
        </p:nvSpPr>
        <p:spPr>
          <a:xfrm>
            <a:off x="9140460" y="3032681"/>
            <a:ext cx="349900" cy="49289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r>
              <a:t>0</a:t>
            </a:r>
          </a:p>
        </p:txBody>
      </p:sp>
      <p:sp>
        <p:nvSpPr>
          <p:cNvPr id="2764" name="m"/>
          <p:cNvSpPr txBox="1"/>
          <p:nvPr/>
        </p:nvSpPr>
        <p:spPr>
          <a:xfrm>
            <a:off x="10733163" y="3051590"/>
            <a:ext cx="448697" cy="49289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r>
              <a:t>m</a:t>
            </a:r>
          </a:p>
        </p:txBody>
      </p:sp>
      <p:sp>
        <p:nvSpPr>
          <p:cNvPr id="2765" name="0"/>
          <p:cNvSpPr txBox="1"/>
          <p:nvPr/>
        </p:nvSpPr>
        <p:spPr>
          <a:xfrm>
            <a:off x="6413174" y="6403500"/>
            <a:ext cx="349114" cy="542616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solidFill>
                  <a:schemeClr val="accent5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0</a:t>
            </a:r>
          </a:p>
        </p:txBody>
      </p:sp>
      <p:sp>
        <p:nvSpPr>
          <p:cNvPr id="2766" name="0"/>
          <p:cNvSpPr txBox="1"/>
          <p:nvPr/>
        </p:nvSpPr>
        <p:spPr>
          <a:xfrm>
            <a:off x="7995476" y="6403500"/>
            <a:ext cx="349113" cy="542616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solidFill>
                  <a:schemeClr val="accent5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0</a:t>
            </a:r>
          </a:p>
        </p:txBody>
      </p:sp>
      <p:sp>
        <p:nvSpPr>
          <p:cNvPr id="2767" name="0"/>
          <p:cNvSpPr txBox="1"/>
          <p:nvPr/>
        </p:nvSpPr>
        <p:spPr>
          <a:xfrm>
            <a:off x="8509140" y="6403500"/>
            <a:ext cx="349113" cy="542616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solidFill>
                  <a:schemeClr val="accent5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0</a:t>
            </a:r>
          </a:p>
        </p:txBody>
      </p:sp>
      <p:sp>
        <p:nvSpPr>
          <p:cNvPr id="2768" name="0"/>
          <p:cNvSpPr txBox="1"/>
          <p:nvPr/>
        </p:nvSpPr>
        <p:spPr>
          <a:xfrm>
            <a:off x="10028130" y="6403500"/>
            <a:ext cx="349114" cy="542616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solidFill>
                  <a:schemeClr val="accent5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0</a:t>
            </a:r>
          </a:p>
        </p:txBody>
      </p:sp>
      <p:sp>
        <p:nvSpPr>
          <p:cNvPr id="2769" name="0"/>
          <p:cNvSpPr txBox="1"/>
          <p:nvPr/>
        </p:nvSpPr>
        <p:spPr>
          <a:xfrm>
            <a:off x="2361874" y="6403500"/>
            <a:ext cx="349114" cy="542616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solidFill>
                  <a:schemeClr val="accent5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0</a:t>
            </a:r>
          </a:p>
        </p:txBody>
      </p:sp>
      <p:sp>
        <p:nvSpPr>
          <p:cNvPr id="2770" name="0"/>
          <p:cNvSpPr txBox="1"/>
          <p:nvPr/>
        </p:nvSpPr>
        <p:spPr>
          <a:xfrm>
            <a:off x="3944175" y="6403500"/>
            <a:ext cx="349114" cy="542616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solidFill>
                  <a:schemeClr val="accent5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0</a:t>
            </a:r>
          </a:p>
        </p:txBody>
      </p:sp>
      <p:sp>
        <p:nvSpPr>
          <p:cNvPr id="2771" name="0"/>
          <p:cNvSpPr txBox="1"/>
          <p:nvPr/>
        </p:nvSpPr>
        <p:spPr>
          <a:xfrm>
            <a:off x="4457839" y="6403500"/>
            <a:ext cx="349114" cy="542616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solidFill>
                  <a:schemeClr val="accent5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0</a:t>
            </a:r>
          </a:p>
        </p:txBody>
      </p:sp>
      <p:sp>
        <p:nvSpPr>
          <p:cNvPr id="2772" name="0"/>
          <p:cNvSpPr txBox="1"/>
          <p:nvPr/>
        </p:nvSpPr>
        <p:spPr>
          <a:xfrm>
            <a:off x="5976830" y="6403500"/>
            <a:ext cx="349114" cy="542616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solidFill>
                  <a:schemeClr val="accent5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0</a:t>
            </a:r>
          </a:p>
        </p:txBody>
      </p:sp>
    </p:spTree>
  </p:cSld>
  <p:clrMapOvr>
    <a:masterClrMapping/>
  </p:clrMapOvr>
  <p:transition spd="med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4" name="外部排序-归并"/>
          <p:cNvSpPr txBox="1"/>
          <p:nvPr/>
        </p:nvSpPr>
        <p:spPr>
          <a:xfrm>
            <a:off x="1611488" y="200795"/>
            <a:ext cx="9448801" cy="80208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marR="57785" algn="ctr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外部排序-归并</a:t>
            </a:r>
          </a:p>
        </p:txBody>
      </p:sp>
      <p:sp>
        <p:nvSpPr>
          <p:cNvPr id="2775" name="输出最小值后，读入冠军所在run的下一条数据，代替冠军，重新比赛。"/>
          <p:cNvSpPr txBox="1"/>
          <p:nvPr/>
        </p:nvSpPr>
        <p:spPr>
          <a:xfrm>
            <a:off x="277216" y="1190698"/>
            <a:ext cx="12109976" cy="635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r>
              <a:t>输出最小值后，读入冠军所在run的下一条数据，代替冠军，重新比赛。</a:t>
            </a:r>
          </a:p>
        </p:txBody>
      </p:sp>
      <p:grpSp>
        <p:nvGrpSpPr>
          <p:cNvPr id="2835" name="成组"/>
          <p:cNvGrpSpPr/>
          <p:nvPr/>
        </p:nvGrpSpPr>
        <p:grpSpPr>
          <a:xfrm>
            <a:off x="1869363" y="1786437"/>
            <a:ext cx="8276955" cy="7322669"/>
            <a:chOff x="0" y="0"/>
            <a:chExt cx="8276954" cy="7322667"/>
          </a:xfrm>
        </p:grpSpPr>
        <p:sp>
          <p:nvSpPr>
            <p:cNvPr id="2776" name="线条"/>
            <p:cNvSpPr/>
            <p:nvPr/>
          </p:nvSpPr>
          <p:spPr>
            <a:xfrm flipH="1">
              <a:off x="2371597" y="1286267"/>
              <a:ext cx="1602616" cy="8822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777" name="线条"/>
            <p:cNvSpPr/>
            <p:nvPr/>
          </p:nvSpPr>
          <p:spPr>
            <a:xfrm>
              <a:off x="4470984" y="1388743"/>
              <a:ext cx="1560415" cy="75351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grpSp>
          <p:nvGrpSpPr>
            <p:cNvPr id="2780" name="成组"/>
            <p:cNvGrpSpPr/>
            <p:nvPr/>
          </p:nvGrpSpPr>
          <p:grpSpPr>
            <a:xfrm>
              <a:off x="3814626" y="1060788"/>
              <a:ext cx="647703" cy="647703"/>
              <a:chOff x="0" y="0"/>
              <a:chExt cx="647701" cy="647701"/>
            </a:xfrm>
          </p:grpSpPr>
          <p:sp>
            <p:nvSpPr>
              <p:cNvPr id="2778" name="圆形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26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79" name="5"/>
              <p:cNvSpPr txBox="1"/>
              <p:nvPr/>
            </p:nvSpPr>
            <p:spPr>
              <a:xfrm>
                <a:off x="130337" y="7740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5</a:t>
                </a:r>
              </a:p>
            </p:txBody>
          </p:sp>
        </p:grpSp>
        <p:sp>
          <p:nvSpPr>
            <p:cNvPr id="2781" name="线条"/>
            <p:cNvSpPr/>
            <p:nvPr/>
          </p:nvSpPr>
          <p:spPr>
            <a:xfrm>
              <a:off x="6401384" y="2512911"/>
              <a:ext cx="716681" cy="103584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782" name="线条"/>
            <p:cNvSpPr/>
            <p:nvPr/>
          </p:nvSpPr>
          <p:spPr>
            <a:xfrm flipH="1">
              <a:off x="5241797" y="2543564"/>
              <a:ext cx="793367" cy="79336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grpSp>
          <p:nvGrpSpPr>
            <p:cNvPr id="2785" name="成组"/>
            <p:cNvGrpSpPr/>
            <p:nvPr/>
          </p:nvGrpSpPr>
          <p:grpSpPr>
            <a:xfrm>
              <a:off x="6373043" y="3921617"/>
              <a:ext cx="1598477" cy="947700"/>
              <a:chOff x="0" y="0"/>
              <a:chExt cx="1598476" cy="947699"/>
            </a:xfrm>
          </p:grpSpPr>
          <p:sp>
            <p:nvSpPr>
              <p:cNvPr id="2783" name="线条"/>
              <p:cNvSpPr/>
              <p:nvPr/>
            </p:nvSpPr>
            <p:spPr>
              <a:xfrm flipH="1">
                <a:off x="-1" y="21262"/>
                <a:ext cx="640074" cy="89614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  <a:latin typeface="Arial Black" panose="020B0A04020102020204"/>
                    <a:ea typeface="Arial Black" panose="020B0A04020102020204"/>
                    <a:cs typeface="Arial Black" panose="020B0A04020102020204"/>
                    <a:sym typeface="Arial Black" panose="020B0A04020102020204"/>
                  </a:defRPr>
                </a:pPr>
              </a:p>
            </p:txBody>
          </p:sp>
          <p:sp>
            <p:nvSpPr>
              <p:cNvPr id="2784" name="线条"/>
              <p:cNvSpPr/>
              <p:nvPr/>
            </p:nvSpPr>
            <p:spPr>
              <a:xfrm>
                <a:off x="958549" y="0"/>
                <a:ext cx="639928" cy="94770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  <a:latin typeface="Arial Black" panose="020B0A04020102020204"/>
                    <a:ea typeface="Arial Black" panose="020B0A04020102020204"/>
                    <a:cs typeface="Arial Black" panose="020B0A04020102020204"/>
                    <a:sym typeface="Arial Black" panose="020B0A04020102020204"/>
                  </a:defRPr>
                </a:pPr>
              </a:p>
            </p:txBody>
          </p:sp>
        </p:grpSp>
        <p:grpSp>
          <p:nvGrpSpPr>
            <p:cNvPr id="2788" name="成组"/>
            <p:cNvGrpSpPr/>
            <p:nvPr/>
          </p:nvGrpSpPr>
          <p:grpSpPr>
            <a:xfrm>
              <a:off x="5909094" y="2068762"/>
              <a:ext cx="647703" cy="647703"/>
              <a:chOff x="0" y="0"/>
              <a:chExt cx="647701" cy="647701"/>
            </a:xfrm>
          </p:grpSpPr>
          <p:sp>
            <p:nvSpPr>
              <p:cNvPr id="2786" name="圆形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26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87" name="6"/>
              <p:cNvSpPr txBox="1"/>
              <p:nvPr/>
            </p:nvSpPr>
            <p:spPr>
              <a:xfrm>
                <a:off x="130337" y="7740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6</a:t>
                </a:r>
              </a:p>
            </p:txBody>
          </p:sp>
        </p:grpSp>
        <p:grpSp>
          <p:nvGrpSpPr>
            <p:cNvPr id="2791" name="成组"/>
            <p:cNvGrpSpPr/>
            <p:nvPr/>
          </p:nvGrpSpPr>
          <p:grpSpPr>
            <a:xfrm>
              <a:off x="6836854" y="3308175"/>
              <a:ext cx="647702" cy="647703"/>
              <a:chOff x="0" y="0"/>
              <a:chExt cx="647701" cy="647701"/>
            </a:xfrm>
          </p:grpSpPr>
          <p:sp>
            <p:nvSpPr>
              <p:cNvPr id="2789" name="圆形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26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90" name="7"/>
              <p:cNvSpPr txBox="1"/>
              <p:nvPr/>
            </p:nvSpPr>
            <p:spPr>
              <a:xfrm>
                <a:off x="130337" y="7740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7</a:t>
                </a:r>
              </a:p>
            </p:txBody>
          </p:sp>
        </p:grpSp>
        <p:grpSp>
          <p:nvGrpSpPr>
            <p:cNvPr id="2794" name="成组"/>
            <p:cNvGrpSpPr/>
            <p:nvPr/>
          </p:nvGrpSpPr>
          <p:grpSpPr>
            <a:xfrm>
              <a:off x="4824313" y="3308175"/>
              <a:ext cx="647703" cy="647703"/>
              <a:chOff x="0" y="0"/>
              <a:chExt cx="647701" cy="647701"/>
            </a:xfrm>
          </p:grpSpPr>
          <p:sp>
            <p:nvSpPr>
              <p:cNvPr id="2792" name="圆形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26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93" name="4"/>
              <p:cNvSpPr txBox="1"/>
              <p:nvPr/>
            </p:nvSpPr>
            <p:spPr>
              <a:xfrm>
                <a:off x="130337" y="7740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4</a:t>
                </a:r>
              </a:p>
            </p:txBody>
          </p:sp>
        </p:grpSp>
        <p:grpSp>
          <p:nvGrpSpPr>
            <p:cNvPr id="2797" name="成组"/>
            <p:cNvGrpSpPr/>
            <p:nvPr/>
          </p:nvGrpSpPr>
          <p:grpSpPr>
            <a:xfrm>
              <a:off x="4325235" y="3921149"/>
              <a:ext cx="1598477" cy="947700"/>
              <a:chOff x="0" y="0"/>
              <a:chExt cx="1598476" cy="947699"/>
            </a:xfrm>
          </p:grpSpPr>
          <p:sp>
            <p:nvSpPr>
              <p:cNvPr id="2795" name="线条"/>
              <p:cNvSpPr/>
              <p:nvPr/>
            </p:nvSpPr>
            <p:spPr>
              <a:xfrm flipH="1">
                <a:off x="-1" y="21262"/>
                <a:ext cx="640074" cy="89614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  <a:latin typeface="Arial Black" panose="020B0A04020102020204"/>
                    <a:ea typeface="Arial Black" panose="020B0A04020102020204"/>
                    <a:cs typeface="Arial Black" panose="020B0A04020102020204"/>
                    <a:sym typeface="Arial Black" panose="020B0A04020102020204"/>
                  </a:defRPr>
                </a:pPr>
              </a:p>
            </p:txBody>
          </p:sp>
          <p:sp>
            <p:nvSpPr>
              <p:cNvPr id="2796" name="线条"/>
              <p:cNvSpPr/>
              <p:nvPr/>
            </p:nvSpPr>
            <p:spPr>
              <a:xfrm>
                <a:off x="958549" y="0"/>
                <a:ext cx="639928" cy="94770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  <a:latin typeface="Arial Black" panose="020B0A04020102020204"/>
                    <a:ea typeface="Arial Black" panose="020B0A04020102020204"/>
                    <a:cs typeface="Arial Black" panose="020B0A04020102020204"/>
                    <a:sym typeface="Arial Black" panose="020B0A04020102020204"/>
                  </a:defRPr>
                </a:pPr>
              </a:p>
            </p:txBody>
          </p:sp>
        </p:grpSp>
        <p:sp>
          <p:nvSpPr>
            <p:cNvPr id="2798" name="线条"/>
            <p:cNvSpPr/>
            <p:nvPr/>
          </p:nvSpPr>
          <p:spPr>
            <a:xfrm>
              <a:off x="2350083" y="2512911"/>
              <a:ext cx="716681" cy="103584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799" name="线条"/>
            <p:cNvSpPr/>
            <p:nvPr/>
          </p:nvSpPr>
          <p:spPr>
            <a:xfrm flipH="1">
              <a:off x="1190497" y="2543564"/>
              <a:ext cx="793367" cy="79336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grpSp>
          <p:nvGrpSpPr>
            <p:cNvPr id="2802" name="成组"/>
            <p:cNvGrpSpPr/>
            <p:nvPr/>
          </p:nvGrpSpPr>
          <p:grpSpPr>
            <a:xfrm>
              <a:off x="2321742" y="3921617"/>
              <a:ext cx="1598478" cy="947700"/>
              <a:chOff x="0" y="0"/>
              <a:chExt cx="1598476" cy="947699"/>
            </a:xfrm>
          </p:grpSpPr>
          <p:sp>
            <p:nvSpPr>
              <p:cNvPr id="2800" name="线条"/>
              <p:cNvSpPr/>
              <p:nvPr/>
            </p:nvSpPr>
            <p:spPr>
              <a:xfrm flipH="1">
                <a:off x="-1" y="21262"/>
                <a:ext cx="640074" cy="89614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  <a:latin typeface="Arial Black" panose="020B0A04020102020204"/>
                    <a:ea typeface="Arial Black" panose="020B0A04020102020204"/>
                    <a:cs typeface="Arial Black" panose="020B0A04020102020204"/>
                    <a:sym typeface="Arial Black" panose="020B0A04020102020204"/>
                  </a:defRPr>
                </a:pPr>
              </a:p>
            </p:txBody>
          </p:sp>
          <p:sp>
            <p:nvSpPr>
              <p:cNvPr id="2801" name="线条"/>
              <p:cNvSpPr/>
              <p:nvPr/>
            </p:nvSpPr>
            <p:spPr>
              <a:xfrm>
                <a:off x="958549" y="0"/>
                <a:ext cx="639928" cy="94770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  <a:latin typeface="Arial Black" panose="020B0A04020102020204"/>
                    <a:ea typeface="Arial Black" panose="020B0A04020102020204"/>
                    <a:cs typeface="Arial Black" panose="020B0A04020102020204"/>
                    <a:sym typeface="Arial Black" panose="020B0A04020102020204"/>
                  </a:defRPr>
                </a:pPr>
              </a:p>
            </p:txBody>
          </p:sp>
        </p:grpSp>
        <p:grpSp>
          <p:nvGrpSpPr>
            <p:cNvPr id="2805" name="成组"/>
            <p:cNvGrpSpPr/>
            <p:nvPr/>
          </p:nvGrpSpPr>
          <p:grpSpPr>
            <a:xfrm>
              <a:off x="1857793" y="2068762"/>
              <a:ext cx="647703" cy="647703"/>
              <a:chOff x="0" y="0"/>
              <a:chExt cx="647701" cy="647701"/>
            </a:xfrm>
          </p:grpSpPr>
          <p:sp>
            <p:nvSpPr>
              <p:cNvPr id="2803" name="圆形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26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04" name="0"/>
              <p:cNvSpPr txBox="1"/>
              <p:nvPr/>
            </p:nvSpPr>
            <p:spPr>
              <a:xfrm>
                <a:off x="130337" y="7740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0</a:t>
                </a:r>
              </a:p>
            </p:txBody>
          </p:sp>
        </p:grpSp>
        <p:grpSp>
          <p:nvGrpSpPr>
            <p:cNvPr id="2808" name="成组"/>
            <p:cNvGrpSpPr/>
            <p:nvPr/>
          </p:nvGrpSpPr>
          <p:grpSpPr>
            <a:xfrm>
              <a:off x="2785553" y="3308175"/>
              <a:ext cx="647703" cy="647703"/>
              <a:chOff x="0" y="0"/>
              <a:chExt cx="647701" cy="647701"/>
            </a:xfrm>
          </p:grpSpPr>
          <p:sp>
            <p:nvSpPr>
              <p:cNvPr id="2806" name="圆形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26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07" name="3"/>
              <p:cNvSpPr txBox="1"/>
              <p:nvPr/>
            </p:nvSpPr>
            <p:spPr>
              <a:xfrm>
                <a:off x="130337" y="7740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3</a:t>
                </a:r>
              </a:p>
            </p:txBody>
          </p:sp>
        </p:grpSp>
        <p:grpSp>
          <p:nvGrpSpPr>
            <p:cNvPr id="2811" name="成组"/>
            <p:cNvGrpSpPr/>
            <p:nvPr/>
          </p:nvGrpSpPr>
          <p:grpSpPr>
            <a:xfrm>
              <a:off x="773012" y="3308175"/>
              <a:ext cx="647703" cy="647703"/>
              <a:chOff x="0" y="0"/>
              <a:chExt cx="647701" cy="647701"/>
            </a:xfrm>
          </p:grpSpPr>
          <p:sp>
            <p:nvSpPr>
              <p:cNvPr id="2809" name="圆形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26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10" name="1"/>
              <p:cNvSpPr txBox="1"/>
              <p:nvPr/>
            </p:nvSpPr>
            <p:spPr>
              <a:xfrm>
                <a:off x="130337" y="7740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1</a:t>
                </a:r>
              </a:p>
            </p:txBody>
          </p:sp>
        </p:grpSp>
        <p:grpSp>
          <p:nvGrpSpPr>
            <p:cNvPr id="2814" name="成组"/>
            <p:cNvGrpSpPr/>
            <p:nvPr/>
          </p:nvGrpSpPr>
          <p:grpSpPr>
            <a:xfrm>
              <a:off x="273934" y="3921149"/>
              <a:ext cx="1598477" cy="947700"/>
              <a:chOff x="0" y="0"/>
              <a:chExt cx="1598476" cy="947699"/>
            </a:xfrm>
          </p:grpSpPr>
          <p:sp>
            <p:nvSpPr>
              <p:cNvPr id="2812" name="线条"/>
              <p:cNvSpPr/>
              <p:nvPr/>
            </p:nvSpPr>
            <p:spPr>
              <a:xfrm flipH="1">
                <a:off x="-1" y="21262"/>
                <a:ext cx="640074" cy="89614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  <a:latin typeface="Arial Black" panose="020B0A04020102020204"/>
                    <a:ea typeface="Arial Black" panose="020B0A04020102020204"/>
                    <a:cs typeface="Arial Black" panose="020B0A04020102020204"/>
                    <a:sym typeface="Arial Black" panose="020B0A04020102020204"/>
                  </a:defRPr>
                </a:pPr>
              </a:p>
            </p:txBody>
          </p:sp>
          <p:sp>
            <p:nvSpPr>
              <p:cNvPr id="2813" name="线条"/>
              <p:cNvSpPr/>
              <p:nvPr/>
            </p:nvSpPr>
            <p:spPr>
              <a:xfrm>
                <a:off x="958549" y="0"/>
                <a:ext cx="639928" cy="94770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  <a:latin typeface="Arial Black" panose="020B0A04020102020204"/>
                    <a:ea typeface="Arial Black" panose="020B0A04020102020204"/>
                    <a:cs typeface="Arial Black" panose="020B0A04020102020204"/>
                    <a:sym typeface="Arial Black" panose="020B0A04020102020204"/>
                  </a:defRPr>
                </a:pPr>
              </a:p>
            </p:txBody>
          </p:sp>
        </p:grpSp>
        <p:sp>
          <p:nvSpPr>
            <p:cNvPr id="2815" name="run"/>
            <p:cNvSpPr/>
            <p:nvPr/>
          </p:nvSpPr>
          <p:spPr>
            <a:xfrm>
              <a:off x="0" y="5417270"/>
              <a:ext cx="571502" cy="190539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1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run</a:t>
              </a:r>
            </a:p>
          </p:txBody>
        </p:sp>
        <p:sp>
          <p:nvSpPr>
            <p:cNvPr id="2816" name="run"/>
            <p:cNvSpPr/>
            <p:nvPr/>
          </p:nvSpPr>
          <p:spPr>
            <a:xfrm>
              <a:off x="1549400" y="5417270"/>
              <a:ext cx="571503" cy="190539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1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run</a:t>
              </a:r>
            </a:p>
          </p:txBody>
        </p:sp>
        <p:sp>
          <p:nvSpPr>
            <p:cNvPr id="2817" name="run"/>
            <p:cNvSpPr/>
            <p:nvPr/>
          </p:nvSpPr>
          <p:spPr>
            <a:xfrm>
              <a:off x="2160402" y="5417270"/>
              <a:ext cx="571503" cy="190539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1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run</a:t>
              </a:r>
            </a:p>
          </p:txBody>
        </p:sp>
        <p:sp>
          <p:nvSpPr>
            <p:cNvPr id="2818" name="run"/>
            <p:cNvSpPr/>
            <p:nvPr/>
          </p:nvSpPr>
          <p:spPr>
            <a:xfrm>
              <a:off x="3532003" y="5417270"/>
              <a:ext cx="571503" cy="190539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1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run</a:t>
              </a:r>
            </a:p>
          </p:txBody>
        </p:sp>
        <p:sp>
          <p:nvSpPr>
            <p:cNvPr id="2819" name="run"/>
            <p:cNvSpPr/>
            <p:nvPr/>
          </p:nvSpPr>
          <p:spPr>
            <a:xfrm>
              <a:off x="4150208" y="5417270"/>
              <a:ext cx="571503" cy="190539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1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run</a:t>
              </a:r>
            </a:p>
          </p:txBody>
        </p:sp>
        <p:sp>
          <p:nvSpPr>
            <p:cNvPr id="2820" name="run"/>
            <p:cNvSpPr/>
            <p:nvPr/>
          </p:nvSpPr>
          <p:spPr>
            <a:xfrm>
              <a:off x="5553301" y="5417270"/>
              <a:ext cx="571503" cy="190539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1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run</a:t>
              </a:r>
            </a:p>
          </p:txBody>
        </p:sp>
        <p:sp>
          <p:nvSpPr>
            <p:cNvPr id="2821" name="run"/>
            <p:cNvSpPr/>
            <p:nvPr/>
          </p:nvSpPr>
          <p:spPr>
            <a:xfrm>
              <a:off x="6178867" y="5417270"/>
              <a:ext cx="571503" cy="190539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1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run</a:t>
              </a:r>
            </a:p>
          </p:txBody>
        </p:sp>
        <p:sp>
          <p:nvSpPr>
            <p:cNvPr id="2822" name="run"/>
            <p:cNvSpPr/>
            <p:nvPr/>
          </p:nvSpPr>
          <p:spPr>
            <a:xfrm>
              <a:off x="7705452" y="5417270"/>
              <a:ext cx="571503" cy="190539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1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run</a:t>
              </a:r>
            </a:p>
          </p:txBody>
        </p:sp>
        <p:grpSp>
          <p:nvGrpSpPr>
            <p:cNvPr id="2825" name="成组"/>
            <p:cNvGrpSpPr/>
            <p:nvPr/>
          </p:nvGrpSpPr>
          <p:grpSpPr>
            <a:xfrm>
              <a:off x="3814626" y="0"/>
              <a:ext cx="647703" cy="647702"/>
              <a:chOff x="0" y="0"/>
              <a:chExt cx="647701" cy="647701"/>
            </a:xfrm>
          </p:grpSpPr>
          <p:sp>
            <p:nvSpPr>
              <p:cNvPr id="2823" name="圆形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26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24" name="2"/>
              <p:cNvSpPr txBox="1"/>
              <p:nvPr/>
            </p:nvSpPr>
            <p:spPr>
              <a:xfrm>
                <a:off x="130337" y="7740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2</a:t>
                </a:r>
              </a:p>
            </p:txBody>
          </p:sp>
        </p:grpSp>
        <p:sp>
          <p:nvSpPr>
            <p:cNvPr id="2826" name="线条"/>
            <p:cNvSpPr/>
            <p:nvPr/>
          </p:nvSpPr>
          <p:spPr>
            <a:xfrm>
              <a:off x="4151176" y="629765"/>
              <a:ext cx="1" cy="45363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</a:p>
          </p:txBody>
        </p:sp>
        <p:sp>
          <p:nvSpPr>
            <p:cNvPr id="2827" name="e"/>
            <p:cNvSpPr txBox="1"/>
            <p:nvPr/>
          </p:nvSpPr>
          <p:spPr>
            <a:xfrm>
              <a:off x="4200911" y="4845663"/>
              <a:ext cx="349113" cy="542616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e</a:t>
              </a:r>
            </a:p>
          </p:txBody>
        </p:sp>
        <p:sp>
          <p:nvSpPr>
            <p:cNvPr id="2828" name="f"/>
            <p:cNvSpPr txBox="1"/>
            <p:nvPr/>
          </p:nvSpPr>
          <p:spPr>
            <a:xfrm>
              <a:off x="5745112" y="4845663"/>
              <a:ext cx="349114" cy="542616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f</a:t>
              </a:r>
            </a:p>
          </p:txBody>
        </p:sp>
        <p:sp>
          <p:nvSpPr>
            <p:cNvPr id="2829" name="g"/>
            <p:cNvSpPr txBox="1"/>
            <p:nvPr/>
          </p:nvSpPr>
          <p:spPr>
            <a:xfrm>
              <a:off x="6284176" y="4845663"/>
              <a:ext cx="349114" cy="542616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g</a:t>
              </a:r>
            </a:p>
          </p:txBody>
        </p:sp>
        <p:sp>
          <p:nvSpPr>
            <p:cNvPr id="2830" name="h"/>
            <p:cNvSpPr txBox="1"/>
            <p:nvPr/>
          </p:nvSpPr>
          <p:spPr>
            <a:xfrm>
              <a:off x="7803167" y="4845663"/>
              <a:ext cx="349113" cy="542616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h</a:t>
              </a:r>
            </a:p>
          </p:txBody>
        </p:sp>
        <p:sp>
          <p:nvSpPr>
            <p:cNvPr id="2831" name="a"/>
            <p:cNvSpPr txBox="1"/>
            <p:nvPr/>
          </p:nvSpPr>
          <p:spPr>
            <a:xfrm>
              <a:off x="111511" y="4845663"/>
              <a:ext cx="349114" cy="542616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a</a:t>
              </a:r>
            </a:p>
          </p:txBody>
        </p:sp>
        <p:sp>
          <p:nvSpPr>
            <p:cNvPr id="2832" name="b"/>
            <p:cNvSpPr txBox="1"/>
            <p:nvPr/>
          </p:nvSpPr>
          <p:spPr>
            <a:xfrm>
              <a:off x="1719212" y="4845663"/>
              <a:ext cx="349114" cy="542616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b</a:t>
              </a:r>
            </a:p>
          </p:txBody>
        </p:sp>
        <p:sp>
          <p:nvSpPr>
            <p:cNvPr id="2833" name="c"/>
            <p:cNvSpPr txBox="1"/>
            <p:nvPr/>
          </p:nvSpPr>
          <p:spPr>
            <a:xfrm>
              <a:off x="2232876" y="4845663"/>
              <a:ext cx="349114" cy="542616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c</a:t>
              </a:r>
            </a:p>
          </p:txBody>
        </p:sp>
        <p:sp>
          <p:nvSpPr>
            <p:cNvPr id="2834" name="d"/>
            <p:cNvSpPr txBox="1"/>
            <p:nvPr/>
          </p:nvSpPr>
          <p:spPr>
            <a:xfrm>
              <a:off x="3701067" y="4845663"/>
              <a:ext cx="349113" cy="542616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d</a:t>
              </a:r>
            </a:p>
          </p:txBody>
        </p:sp>
      </p:grpSp>
    </p:spTree>
  </p:cSld>
  <p:clrMapOvr>
    <a:masterClrMapping/>
  </p:clrMapOvr>
  <p:transition spd="med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7" name="总结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总结</a:t>
            </a:r>
          </a:p>
        </p:txBody>
      </p:sp>
      <p:sp>
        <p:nvSpPr>
          <p:cNvPr id="2838" name="每个算法都有其适用的条件…"/>
          <p:cNvSpPr txBox="1"/>
          <p:nvPr/>
        </p:nvSpPr>
        <p:spPr>
          <a:xfrm>
            <a:off x="232452" y="1554564"/>
            <a:ext cx="12479149" cy="711978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marL="351155" indent="-351155">
              <a:buSzPct val="60000"/>
              <a:buBlip>
                <a:blip r:embed="rId1"/>
              </a:buBlip>
              <a:defRPr sz="3300"/>
            </a:pPr>
            <a:r>
              <a:t>每个算法都有其适用的条件</a:t>
            </a:r>
          </a:p>
          <a:p>
            <a:pPr marL="351155" indent="-351155">
              <a:buSzPct val="60000"/>
              <a:buBlip>
                <a:blip r:embed="rId1"/>
              </a:buBlip>
              <a:defRPr sz="3300"/>
            </a:pPr>
            <a:r>
              <a:t>直接交换排序、直接选择排序和直接插入排序相比，没有优势</a:t>
            </a:r>
          </a:p>
          <a:p>
            <a:pPr marL="351155" indent="-351155">
              <a:buSzPct val="60000"/>
              <a:buBlip>
                <a:blip r:embed="rId1"/>
              </a:buBlip>
              <a:defRPr sz="3300"/>
            </a:pPr>
            <a:r>
              <a:t>算法采用的数据结构有：数组、链表和二叉树(数组)。采用二叉树</a:t>
            </a:r>
          </a:p>
          <a:p>
            <a:pPr indent="0">
              <a:defRPr sz="3300"/>
            </a:pPr>
            <a:r>
              <a:t>    适用于不断变化的数据集。</a:t>
            </a:r>
          </a:p>
          <a:p>
            <a:pPr marL="351155" indent="-351155">
              <a:buSzPct val="60000"/>
              <a:buBlip>
                <a:blip r:embed="rId1"/>
              </a:buBlip>
              <a:defRPr sz="3300"/>
            </a:pPr>
            <a:r>
              <a:t>工程上使用的排序算法经过了精心的优化。java类库的Arrays.sort</a:t>
            </a:r>
          </a:p>
          <a:p>
            <a:pPr indent="0">
              <a:defRPr sz="3300"/>
            </a:pPr>
            <a:r>
              <a:t>   调用了DualPivotQuicksort.sort，该算法是双枢轴快速排序、</a:t>
            </a:r>
          </a:p>
          <a:p>
            <a:pPr indent="0">
              <a:defRPr sz="3300"/>
            </a:pPr>
            <a:r>
              <a:t>   归并排序、插入(simple、pin和pair)排序的组合体。</a:t>
            </a:r>
          </a:p>
          <a:p>
            <a:pPr indent="0">
              <a:defRPr sz="3300"/>
            </a:pPr>
            <a:r>
              <a:t>   DualPivotQuicksort的</a:t>
            </a:r>
            <a:r>
              <a:rPr>
                <a:solidFill>
                  <a:schemeClr val="accent1"/>
                </a:solidFill>
              </a:rPr>
              <a:t>比较</a:t>
            </a:r>
            <a:r>
              <a:t>操作的次数多于Quicksort，但</a:t>
            </a:r>
            <a:r>
              <a:rPr>
                <a:solidFill>
                  <a:schemeClr val="accent5"/>
                </a:solidFill>
              </a:rPr>
              <a:t>复制</a:t>
            </a:r>
            <a:r>
              <a:t>操作</a:t>
            </a:r>
          </a:p>
          <a:p>
            <a:pPr indent="0">
              <a:defRPr sz="3300"/>
            </a:pPr>
            <a:r>
              <a:t>   的次数小于Quicksort。</a:t>
            </a:r>
          </a:p>
          <a:p>
            <a:pPr indent="0">
              <a:defRPr sz="3300"/>
            </a:pPr>
            <a:r>
              <a:t>   因为</a:t>
            </a:r>
            <a:r>
              <a:rPr>
                <a:solidFill>
                  <a:schemeClr val="accent1"/>
                </a:solidFill>
              </a:rPr>
              <a:t>内存的速度低于CPU</a:t>
            </a:r>
            <a:r>
              <a:t>，所以，DualPivotQuicksort更快。</a:t>
            </a:r>
          </a:p>
        </p:txBody>
      </p:sp>
    </p:spTree>
  </p:cSld>
  <p:clrMapOvr>
    <a:masterClrMapping/>
  </p:clrMapOvr>
  <p:transition spd="med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0" name="static void sort(int[] a, int left, int right,…"/>
          <p:cNvSpPr txBox="1"/>
          <p:nvPr/>
        </p:nvSpPr>
        <p:spPr>
          <a:xfrm>
            <a:off x="1553569" y="2765599"/>
            <a:ext cx="9665718" cy="289140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</a:t>
            </a:r>
            <a:r>
              <a:t>static</a:t>
            </a:r>
            <a:r>
              <a:rPr>
                <a:solidFill>
                  <a:srgbClr val="000000"/>
                </a:solidFill>
              </a:rPr>
              <a:t> </a:t>
            </a:r>
            <a:r>
              <a:t>void</a:t>
            </a:r>
            <a:r>
              <a:rPr>
                <a:solidFill>
                  <a:srgbClr val="000000"/>
                </a:solidFill>
              </a:rPr>
              <a:t> sort(</a:t>
            </a:r>
            <a:r>
              <a:t>int</a:t>
            </a:r>
            <a:r>
              <a:rPr>
                <a:solidFill>
                  <a:srgbClr val="000000"/>
                </a:solidFill>
              </a:rPr>
              <a:t>[]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, 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left</a:t>
            </a:r>
            <a:r>
              <a:rPr>
                <a:solidFill>
                  <a:srgbClr val="000000"/>
                </a:solidFill>
              </a:rPr>
              <a:t>, 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right</a:t>
            </a:r>
            <a:r>
              <a:rPr>
                <a:solidFill>
                  <a:srgbClr val="000000"/>
                </a:solidFill>
              </a:rPr>
              <a:t>,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[] </a:t>
            </a:r>
            <a:r>
              <a:rPr>
                <a:solidFill>
                  <a:srgbClr val="7E504F"/>
                </a:solidFill>
              </a:rPr>
              <a:t>work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workBase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workLen</a:t>
            </a:r>
            <a:r>
              <a:t>) {</a:t>
            </a: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    </a:t>
            </a:r>
            <a:r>
              <a:t>// Use Quicksort on small arrays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right</a:t>
            </a:r>
            <a:r>
              <a:rPr>
                <a:solidFill>
                  <a:srgbClr val="000000"/>
                </a:solidFill>
              </a:rPr>
              <a:t> - </a:t>
            </a:r>
            <a:r>
              <a:rPr>
                <a:solidFill>
                  <a:srgbClr val="7E504F"/>
                </a:solidFill>
              </a:rPr>
              <a:t>left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t>QUICKSORT_THRESHOLD</a:t>
            </a:r>
            <a:r>
              <a:rPr>
                <a:solidFill>
                  <a:srgbClr val="000000"/>
                </a:solidFill>
              </a:rPr>
              <a:t>) {//286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sort(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, 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, </a:t>
            </a:r>
            <a:r>
              <a:rPr>
                <a:solidFill>
                  <a:srgbClr val="931A68"/>
                </a:solidFill>
              </a:rPr>
              <a:t>true</a:t>
            </a:r>
            <a:r>
              <a:t>);//直接插入和快速排序，见下页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}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.....//归并排序</a:t>
            </a:r>
          </a:p>
        </p:txBody>
      </p:sp>
      <p:sp>
        <p:nvSpPr>
          <p:cNvPr id="2841" name="public static void sort(int[] a) {//Arrays.sort…"/>
          <p:cNvSpPr txBox="1"/>
          <p:nvPr/>
        </p:nvSpPr>
        <p:spPr>
          <a:xfrm>
            <a:off x="1631019" y="1355677"/>
            <a:ext cx="9869488" cy="1109093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</a:t>
            </a:r>
            <a: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t>static</a:t>
            </a:r>
            <a:r>
              <a:rPr>
                <a:solidFill>
                  <a:srgbClr val="000000"/>
                </a:solidFill>
              </a:rPr>
              <a:t> </a:t>
            </a:r>
            <a:r>
              <a:t>void</a:t>
            </a:r>
            <a:r>
              <a:rPr>
                <a:solidFill>
                  <a:srgbClr val="000000"/>
                </a:solidFill>
              </a:rPr>
              <a:t> sort(</a:t>
            </a:r>
            <a:r>
              <a:t>int</a:t>
            </a:r>
            <a:r>
              <a:rPr>
                <a:solidFill>
                  <a:srgbClr val="000000"/>
                </a:solidFill>
              </a:rPr>
              <a:t>[]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) {//Arrays.sort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DualPivotQuicksort.sort(</a:t>
            </a:r>
            <a:r>
              <a:rPr>
                <a:solidFill>
                  <a:srgbClr val="7E504F"/>
                </a:solidFill>
              </a:rPr>
              <a:t>a</a:t>
            </a:r>
            <a:r>
              <a:t>, 0, </a:t>
            </a:r>
            <a:r>
              <a:rPr>
                <a:solidFill>
                  <a:srgbClr val="7E504F"/>
                </a:solidFill>
              </a:rPr>
              <a:t>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 - 1,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, 0, 0);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</p:txBody>
      </p:sp>
      <p:sp>
        <p:nvSpPr>
          <p:cNvPr id="2842" name="DualPivotQuicksort.sor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indent="0"/>
          </a:lstStyle>
          <a:p>
            <a:r>
              <a:t>DualPivotQuicksort.sort</a:t>
            </a:r>
          </a:p>
        </p:txBody>
      </p:sp>
    </p:spTree>
  </p:cSld>
  <p:clrMapOvr>
    <a:masterClrMapping/>
  </p:clrMapOvr>
  <p:transition spd="med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4" name="private static void sort(int[] a, int left, int right, boolean leftmost) {…"/>
          <p:cNvSpPr txBox="1"/>
          <p:nvPr/>
        </p:nvSpPr>
        <p:spPr>
          <a:xfrm>
            <a:off x="558997" y="1251306"/>
            <a:ext cx="12003436" cy="7967093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0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rPr>
                <a:solidFill>
                  <a:srgbClr val="000000"/>
                </a:solidFill>
              </a:rPr>
              <a:t> sort(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[] </a:t>
            </a:r>
            <a:r>
              <a:t>a</a:t>
            </a:r>
            <a:r>
              <a:rPr>
                <a:solidFill>
                  <a:srgbClr val="000000"/>
                </a:solidFill>
              </a:rP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left</a:t>
            </a:r>
            <a:r>
              <a:rPr>
                <a:solidFill>
                  <a:srgbClr val="000000"/>
                </a:solidFill>
              </a:rP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right</a:t>
            </a:r>
            <a:r>
              <a:rPr>
                <a:solidFill>
                  <a:srgbClr val="000000"/>
                </a:solidFill>
              </a:rPr>
              <a:t>,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rPr>
                <a:solidFill>
                  <a:srgbClr val="000000"/>
                </a:solidFill>
              </a:rPr>
              <a:t> </a:t>
            </a:r>
            <a:r>
              <a:t>leftmost</a:t>
            </a:r>
            <a:r>
              <a:rPr>
                <a:solidFill>
                  <a:srgbClr val="000000"/>
                </a:solidFill>
              </a:rPr>
              <a:t>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length</a:t>
            </a:r>
            <a:r>
              <a:t> = 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 - 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 + 1;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    </a:t>
            </a:r>
            <a:r>
              <a:t>// Use insertion sort on tiny arrays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length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t>INSERTION_SORT_THRESHOLD</a:t>
            </a:r>
            <a:r>
              <a:rPr>
                <a:solidFill>
                  <a:srgbClr val="000000"/>
                </a:solidFill>
              </a:rPr>
              <a:t>) {//47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leftmost</a:t>
            </a:r>
            <a:r>
              <a:t>) {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</a:t>
            </a:r>
            <a:r>
              <a:rPr>
                <a:solidFill>
                  <a:srgbClr val="4E9072"/>
                </a:solidFill>
              </a:rPr>
              <a:t>/*</a:t>
            </a:r>
            <a:endParaRPr>
              <a:solidFill>
                <a:srgbClr val="4E9072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* Traditional (without sentinel) insertion sort,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* optimized for server VM, is used in case of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* the leftmost part.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*/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, </a:t>
            </a:r>
            <a:r>
              <a:rPr>
                <a:solidFill>
                  <a:srgbClr val="7E504F"/>
                </a:solidFill>
              </a:rPr>
              <a:t>j</a:t>
            </a:r>
            <a:r>
              <a:t> = </a:t>
            </a:r>
            <a:r>
              <a:rPr>
                <a:solidFill>
                  <a:srgbClr val="7E504F"/>
                </a:solidFill>
              </a:rPr>
              <a:t>i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; </a:t>
            </a:r>
            <a:r>
              <a:rPr>
                <a:solidFill>
                  <a:srgbClr val="7E504F"/>
                </a:solidFill>
              </a:rPr>
              <a:t>j</a:t>
            </a:r>
            <a:r>
              <a:t> = ++</a:t>
            </a:r>
            <a:r>
              <a:rPr>
                <a:solidFill>
                  <a:srgbClr val="7E504F"/>
                </a:solidFill>
              </a:rPr>
              <a:t>i</a:t>
            </a:r>
            <a:r>
              <a:t>) {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ai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 + 1];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ai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]) {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   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 + 1]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];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j</a:t>
            </a:r>
            <a:r>
              <a:t>-- == 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) {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        </a:t>
            </a:r>
            <a:r>
              <a:rPr>
                <a:solidFill>
                  <a:srgbClr val="931A68"/>
                </a:solidFill>
              </a:rPr>
              <a:t>break</a:t>
            </a:r>
            <a:r>
              <a:t>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    }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}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j</a:t>
            </a:r>
            <a:r>
              <a:t> + 1] = </a:t>
            </a:r>
            <a:r>
              <a:rPr>
                <a:solidFill>
                  <a:srgbClr val="7E504F"/>
                </a:solidFill>
              </a:rPr>
              <a:t>ai</a:t>
            </a:r>
            <a:r>
              <a:t>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}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} </a:t>
            </a:r>
            <a:r>
              <a:rPr>
                <a:solidFill>
                  <a:srgbClr val="931A68"/>
                </a:solidFill>
              </a:rPr>
              <a:t>else</a:t>
            </a:r>
            <a:r>
              <a:t> {</a:t>
            </a:r>
          </a:p>
        </p:txBody>
      </p:sp>
      <p:sp>
        <p:nvSpPr>
          <p:cNvPr id="2845" name="DualPivotQuicksort.sor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DualPivotQuicksort.sort</a:t>
            </a:r>
          </a:p>
        </p:txBody>
      </p:sp>
    </p:spTree>
  </p:cSld>
  <p:clrMapOvr>
    <a:masterClrMapping/>
  </p:clrMapOvr>
  <p:transition spd="med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7" name="} else {…"/>
          <p:cNvSpPr txBox="1"/>
          <p:nvPr/>
        </p:nvSpPr>
        <p:spPr>
          <a:xfrm>
            <a:off x="928038" y="1253347"/>
            <a:ext cx="11241311" cy="6595493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} </a:t>
            </a:r>
            <a:r>
              <a:rPr>
                <a:solidFill>
                  <a:srgbClr val="931A68"/>
                </a:solidFill>
              </a:rPr>
              <a:t>else</a:t>
            </a:r>
            <a:r>
              <a:t> {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</a:t>
            </a:r>
            <a:r>
              <a:rPr>
                <a:solidFill>
                  <a:srgbClr val="4E9072"/>
                </a:solidFill>
              </a:rPr>
              <a:t>/*</a:t>
            </a:r>
            <a:endParaRPr>
              <a:solidFill>
                <a:srgbClr val="4E9072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* Skip the longest ascending sequence.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*/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</a:t>
            </a:r>
            <a:r>
              <a:rPr>
                <a:solidFill>
                  <a:srgbClr val="931A68"/>
                </a:solidFill>
              </a:rPr>
              <a:t>do</a:t>
            </a:r>
            <a:r>
              <a:t> {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 &gt;= 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) {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}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} 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a</a:t>
            </a:r>
            <a:r>
              <a:t>[++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] &gt;=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 - 1]);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</a:t>
            </a:r>
            <a:r>
              <a:rPr>
                <a:solidFill>
                  <a:srgbClr val="4E9072"/>
                </a:solidFill>
              </a:rPr>
              <a:t>/*</a:t>
            </a:r>
            <a:endParaRPr>
              <a:solidFill>
                <a:srgbClr val="4E9072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* Every element from adjoining part plays the role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* of sentinel, therefore this allows us to avoid the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* left range check on each iteration. Moreover, we use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* the more optimized algorithm, so called pair insertion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* sort, which is faster (in the context of Quicksort)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* than traditional implementation of insertion sort.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*/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48" name="DualPivotQuicksort.sor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DualPivotQuicksort.sort</a:t>
            </a:r>
          </a:p>
        </p:txBody>
      </p:sp>
    </p:spTree>
  </p:cSld>
  <p:clrMapOvr>
    <a:masterClrMapping/>
  </p:clrMapOvr>
  <p:transition spd="med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0" name="直接插入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直接插入排序</a:t>
            </a:r>
          </a:p>
        </p:txBody>
      </p:sp>
      <p:sp>
        <p:nvSpPr>
          <p:cNvPr id="2851" name="for (int k = left; ++left &lt;= right; k = ++left) {…"/>
          <p:cNvSpPr txBox="1"/>
          <p:nvPr/>
        </p:nvSpPr>
        <p:spPr>
          <a:xfrm>
            <a:off x="1751721" y="1253348"/>
            <a:ext cx="9031152" cy="8020013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k</a:t>
            </a:r>
            <a:r>
              <a:t> = 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; ++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 &lt;= 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; </a:t>
            </a:r>
            <a:r>
              <a:rPr>
                <a:solidFill>
                  <a:srgbClr val="7E504F"/>
                </a:solidFill>
              </a:rPr>
              <a:t>k</a:t>
            </a:r>
            <a:r>
              <a:t> = ++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) {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a1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k</a:t>
            </a:r>
            <a:r>
              <a:t>], </a:t>
            </a:r>
            <a:r>
              <a:rPr>
                <a:solidFill>
                  <a:srgbClr val="7E504F"/>
                </a:solidFill>
              </a:rPr>
              <a:t>a2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];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a1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a2</a:t>
            </a:r>
            <a:r>
              <a:t>) {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    </a:t>
            </a:r>
            <a:r>
              <a:rPr>
                <a:solidFill>
                  <a:srgbClr val="7E504F"/>
                </a:solidFill>
              </a:rPr>
              <a:t>a2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a1</a:t>
            </a:r>
            <a:r>
              <a:t>; </a:t>
            </a:r>
            <a:r>
              <a:rPr>
                <a:solidFill>
                  <a:srgbClr val="7E504F"/>
                </a:solidFill>
              </a:rPr>
              <a:t>a1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left</a:t>
            </a:r>
            <a:r>
              <a:t>];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}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a1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a</a:t>
            </a:r>
            <a:r>
              <a:t>[--</a:t>
            </a:r>
            <a:r>
              <a:rPr>
                <a:solidFill>
                  <a:srgbClr val="7E504F"/>
                </a:solidFill>
              </a:rPr>
              <a:t>k</a:t>
            </a:r>
            <a:r>
              <a:t>]) {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   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k</a:t>
            </a:r>
            <a:r>
              <a:t> + 2]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k</a:t>
            </a:r>
            <a:r>
              <a:t>];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}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</a:t>
            </a:r>
            <a:r>
              <a:rPr>
                <a:solidFill>
                  <a:srgbClr val="7E504F"/>
                </a:solidFill>
              </a:rPr>
              <a:t>a</a:t>
            </a:r>
            <a:r>
              <a:t>[++</a:t>
            </a:r>
            <a:r>
              <a:rPr>
                <a:solidFill>
                  <a:srgbClr val="7E504F"/>
                </a:solidFill>
              </a:rPr>
              <a:t>k</a:t>
            </a:r>
            <a:r>
              <a:t> + 1] = </a:t>
            </a:r>
            <a:r>
              <a:rPr>
                <a:solidFill>
                  <a:srgbClr val="7E504F"/>
                </a:solidFill>
              </a:rPr>
              <a:t>a1</a:t>
            </a:r>
            <a:r>
              <a:t>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a2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a</a:t>
            </a:r>
            <a:r>
              <a:t>[--</a:t>
            </a:r>
            <a:r>
              <a:rPr>
                <a:solidFill>
                  <a:srgbClr val="7E504F"/>
                </a:solidFill>
              </a:rPr>
              <a:t>k</a:t>
            </a:r>
            <a:r>
              <a:t>]) {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   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k</a:t>
            </a:r>
            <a:r>
              <a:t> + 1]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k</a:t>
            </a:r>
            <a:r>
              <a:t>];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}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k</a:t>
            </a:r>
            <a:r>
              <a:t> + 1] = </a:t>
            </a:r>
            <a:r>
              <a:rPr>
                <a:solidFill>
                  <a:srgbClr val="7E504F"/>
                </a:solidFill>
              </a:rPr>
              <a:t>a2</a:t>
            </a:r>
            <a:r>
              <a:t>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}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last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];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last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a</a:t>
            </a:r>
            <a:r>
              <a:t>[--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]) {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 + 1]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];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}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   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 + 1] = </a:t>
            </a:r>
            <a:r>
              <a:rPr>
                <a:solidFill>
                  <a:srgbClr val="7E504F"/>
                </a:solidFill>
              </a:rPr>
              <a:t>last</a:t>
            </a:r>
            <a:r>
              <a:t>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}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       }</a:t>
            </a:r>
          </a:p>
        </p:txBody>
      </p:sp>
    </p:spTree>
  </p:cSld>
  <p:clrMapOvr>
    <a:masterClrMapping/>
  </p:clrMapOvr>
  <p:transition spd="med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3" name="作业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作业</a:t>
            </a:r>
          </a:p>
        </p:txBody>
      </p:sp>
      <p:sp>
        <p:nvSpPr>
          <p:cNvPr id="2854" name="实现链式基数排序，可以对任意的一组java int类型的整数(正、负、零)进行排序。…"/>
          <p:cNvSpPr txBox="1"/>
          <p:nvPr/>
        </p:nvSpPr>
        <p:spPr>
          <a:xfrm>
            <a:off x="452577" y="1580561"/>
            <a:ext cx="11602100" cy="369631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>
              <a:defRPr sz="2500"/>
            </a:pPr>
            <a:r>
              <a:t>实现链式基数排序，可以对任意的一组java int类型的整数(正、负、零)进行排序。</a:t>
            </a:r>
          </a:p>
          <a:p>
            <a:pPr>
              <a:defRPr sz="2500"/>
            </a:pPr>
            <a:r>
              <a:t>要求：给出类代码和运行结果的截图。</a:t>
            </a:r>
          </a:p>
          <a:p>
            <a:pPr>
              <a:defRPr sz="2500"/>
            </a:pPr>
            <a:r>
              <a:t>提示：</a:t>
            </a:r>
          </a:p>
          <a:p>
            <a:pPr>
              <a:defRPr sz="2500"/>
            </a:pPr>
            <a:r>
              <a:t>1、不需要功能完备的链表，只需要链表有2个引用变量，引用第1个结点和最后</a:t>
            </a:r>
          </a:p>
          <a:p>
            <a:pPr>
              <a:defRPr sz="2500"/>
            </a:pPr>
            <a:r>
              <a:t>      1个结点，具有向尾插入结点以及将2个链表首尾相连，合并成1个链表的功能。</a:t>
            </a:r>
          </a:p>
          <a:p>
            <a:pPr>
              <a:defRPr sz="2500"/>
            </a:pPr>
            <a:r>
              <a:t>2、如果使用%，被除数为正数的余数为正数</a:t>
            </a:r>
          </a:p>
          <a:p>
            <a:pPr>
              <a:defRPr sz="2500"/>
            </a:pPr>
            <a:r>
              <a:t>                             被除数为负数的余数为负数</a:t>
            </a:r>
          </a:p>
        </p:txBody>
      </p:sp>
    </p:spTree>
  </p:cSld>
  <p:clrMapOvr>
    <a:masterClrMapping/>
  </p:clrMapOvr>
  <p:transition spd="med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" name="基于插入的排序"/>
          <p:cNvSpPr txBox="1"/>
          <p:nvPr>
            <p:ph type="title"/>
          </p:nvPr>
        </p:nvSpPr>
        <p:spPr>
          <a:xfrm>
            <a:off x="1687688" y="125587"/>
            <a:ext cx="9448801" cy="952502"/>
          </a:xfrm>
          <a:prstGeom prst="rect">
            <a:avLst/>
          </a:prstGeom>
        </p:spPr>
        <p:txBody>
          <a:bodyPr/>
          <a:lstStyle/>
          <a:p>
            <a:r>
              <a:t>基于插入的排序</a:t>
            </a:r>
          </a:p>
        </p:txBody>
      </p:sp>
      <p:grpSp>
        <p:nvGrpSpPr>
          <p:cNvPr id="2859" name="成组"/>
          <p:cNvGrpSpPr/>
          <p:nvPr/>
        </p:nvGrpSpPr>
        <p:grpSpPr>
          <a:xfrm>
            <a:off x="1133503" y="2909427"/>
            <a:ext cx="4768428" cy="1043095"/>
            <a:chOff x="0" y="0"/>
            <a:chExt cx="4768426" cy="1043093"/>
          </a:xfrm>
        </p:grpSpPr>
        <p:sp>
          <p:nvSpPr>
            <p:cNvPr id="2857" name="矩形"/>
            <p:cNvSpPr/>
            <p:nvPr/>
          </p:nvSpPr>
          <p:spPr>
            <a:xfrm>
              <a:off x="0" y="0"/>
              <a:ext cx="4768427" cy="1043094"/>
            </a:xfrm>
            <a:prstGeom prst="rect">
              <a:avLst/>
            </a:prstGeom>
            <a:blipFill rotWithShape="1">
              <a:blip r:embed="rId1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</a:p>
          </p:txBody>
        </p:sp>
        <p:sp>
          <p:nvSpPr>
            <p:cNvPr id="2858" name="有序序列R[0..i-1]"/>
            <p:cNvSpPr txBox="1"/>
            <p:nvPr/>
          </p:nvSpPr>
          <p:spPr>
            <a:xfrm>
              <a:off x="516638" y="119972"/>
              <a:ext cx="3735150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有序序列</a:t>
              </a:r>
              <a:r>
                <a:t>R[0..i-1]</a:t>
              </a:r>
            </a:p>
          </p:txBody>
        </p:sp>
      </p:grpSp>
      <p:grpSp>
        <p:nvGrpSpPr>
          <p:cNvPr id="2862" name="成组"/>
          <p:cNvGrpSpPr/>
          <p:nvPr/>
        </p:nvGrpSpPr>
        <p:grpSpPr>
          <a:xfrm>
            <a:off x="5901930" y="2909427"/>
            <a:ext cx="6719147" cy="1043095"/>
            <a:chOff x="0" y="0"/>
            <a:chExt cx="6719146" cy="1043093"/>
          </a:xfrm>
        </p:grpSpPr>
        <p:sp>
          <p:nvSpPr>
            <p:cNvPr id="2860" name="矩形"/>
            <p:cNvSpPr/>
            <p:nvPr/>
          </p:nvSpPr>
          <p:spPr>
            <a:xfrm>
              <a:off x="0" y="0"/>
              <a:ext cx="6719147" cy="1043094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</a:p>
          </p:txBody>
        </p:sp>
        <p:sp>
          <p:nvSpPr>
            <p:cNvPr id="2861" name="无序序列 R[i..n]"/>
            <p:cNvSpPr txBox="1"/>
            <p:nvPr/>
          </p:nvSpPr>
          <p:spPr>
            <a:xfrm>
              <a:off x="1625962" y="119972"/>
              <a:ext cx="3467222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无序序列 </a:t>
              </a:r>
              <a:r>
                <a:t>R[i..n]</a:t>
              </a:r>
            </a:p>
          </p:txBody>
        </p:sp>
      </p:grpSp>
      <p:sp>
        <p:nvSpPr>
          <p:cNvPr id="2863" name="线条"/>
          <p:cNvSpPr/>
          <p:nvPr/>
        </p:nvSpPr>
        <p:spPr>
          <a:xfrm flipH="1">
            <a:off x="6972117" y="2909428"/>
            <a:ext cx="13547" cy="1043094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grpSp>
        <p:nvGrpSpPr>
          <p:cNvPr id="2866" name="成组"/>
          <p:cNvGrpSpPr/>
          <p:nvPr/>
        </p:nvGrpSpPr>
        <p:grpSpPr>
          <a:xfrm>
            <a:off x="1117698" y="6819899"/>
            <a:ext cx="5852162" cy="1025032"/>
            <a:chOff x="0" y="0"/>
            <a:chExt cx="5852160" cy="1025031"/>
          </a:xfrm>
        </p:grpSpPr>
        <p:sp>
          <p:nvSpPr>
            <p:cNvPr id="2864" name="矩形"/>
            <p:cNvSpPr/>
            <p:nvPr/>
          </p:nvSpPr>
          <p:spPr>
            <a:xfrm>
              <a:off x="0" y="0"/>
              <a:ext cx="5852161" cy="1025032"/>
            </a:xfrm>
            <a:prstGeom prst="rect">
              <a:avLst/>
            </a:prstGeom>
            <a:blipFill rotWithShape="1">
              <a:blip r:embed="rId1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</a:p>
          </p:txBody>
        </p:sp>
        <p:sp>
          <p:nvSpPr>
            <p:cNvPr id="2865" name="有序序列R[0..i]"/>
            <p:cNvSpPr txBox="1"/>
            <p:nvPr/>
          </p:nvSpPr>
          <p:spPr>
            <a:xfrm>
              <a:off x="1259510" y="110941"/>
              <a:ext cx="3333140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有序序列</a:t>
              </a:r>
              <a:r>
                <a:t>R[0..i]</a:t>
              </a:r>
            </a:p>
          </p:txBody>
        </p:sp>
      </p:grpSp>
      <p:grpSp>
        <p:nvGrpSpPr>
          <p:cNvPr id="2869" name="成组"/>
          <p:cNvGrpSpPr/>
          <p:nvPr/>
        </p:nvGrpSpPr>
        <p:grpSpPr>
          <a:xfrm>
            <a:off x="6969859" y="6819899"/>
            <a:ext cx="5635414" cy="1025032"/>
            <a:chOff x="0" y="0"/>
            <a:chExt cx="5635413" cy="1025031"/>
          </a:xfrm>
        </p:grpSpPr>
        <p:sp>
          <p:nvSpPr>
            <p:cNvPr id="2867" name="矩形"/>
            <p:cNvSpPr/>
            <p:nvPr/>
          </p:nvSpPr>
          <p:spPr>
            <a:xfrm>
              <a:off x="0" y="0"/>
              <a:ext cx="5635414" cy="1025032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</a:p>
          </p:txBody>
        </p:sp>
        <p:sp>
          <p:nvSpPr>
            <p:cNvPr id="2868" name="无序序列 R[i+1..n]"/>
            <p:cNvSpPr txBox="1"/>
            <p:nvPr/>
          </p:nvSpPr>
          <p:spPr>
            <a:xfrm>
              <a:off x="827361" y="110941"/>
              <a:ext cx="3980691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/>
            <a:p>
              <a:pPr indent="0" algn="ctr" defTabSz="1300480">
                <a:lnSpc>
                  <a:spcPct val="100000"/>
                </a:lnSpc>
                <a:defRPr sz="3800"/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无序序列 </a:t>
              </a:r>
              <a:r>
                <a:t>R[i+1..n]</a:t>
              </a:r>
            </a:p>
          </p:txBody>
        </p:sp>
      </p:grpSp>
      <p:sp>
        <p:nvSpPr>
          <p:cNvPr id="2870" name="初始时，有序序列为R[0]"/>
          <p:cNvSpPr txBox="1"/>
          <p:nvPr/>
        </p:nvSpPr>
        <p:spPr>
          <a:xfrm>
            <a:off x="1148704" y="1590604"/>
            <a:ext cx="4987372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初始时，有序序列为R[0]</a:t>
            </a:r>
          </a:p>
        </p:txBody>
      </p:sp>
      <p:sp>
        <p:nvSpPr>
          <p:cNvPr id="2871" name="线条"/>
          <p:cNvSpPr/>
          <p:nvPr/>
        </p:nvSpPr>
        <p:spPr>
          <a:xfrm flipV="1">
            <a:off x="6412088" y="3471377"/>
            <a:ext cx="1" cy="1496909"/>
          </a:xfrm>
          <a:prstGeom prst="line">
            <a:avLst/>
          </a:prstGeom>
          <a:ln w="508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872" name="线条"/>
          <p:cNvSpPr/>
          <p:nvPr/>
        </p:nvSpPr>
        <p:spPr>
          <a:xfrm>
            <a:off x="4096546" y="4937581"/>
            <a:ext cx="2308966" cy="1"/>
          </a:xfrm>
          <a:prstGeom prst="line">
            <a:avLst/>
          </a:prstGeom>
          <a:ln w="508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873" name="线条"/>
          <p:cNvSpPr/>
          <p:nvPr/>
        </p:nvSpPr>
        <p:spPr>
          <a:xfrm flipV="1">
            <a:off x="4079999" y="3961403"/>
            <a:ext cx="1" cy="1005397"/>
          </a:xfrm>
          <a:prstGeom prst="line">
            <a:avLst/>
          </a:prstGeom>
          <a:ln w="508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</p:spTree>
  </p:cSld>
  <p:clrMapOvr>
    <a:masterClrMapping/>
  </p:clrMapOvr>
  <p:transition spd="med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5" name="38"/>
          <p:cNvSpPr txBox="1"/>
          <p:nvPr/>
        </p:nvSpPr>
        <p:spPr>
          <a:xfrm>
            <a:off x="4666826" y="25580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2876" name="65"/>
          <p:cNvSpPr txBox="1"/>
          <p:nvPr/>
        </p:nvSpPr>
        <p:spPr>
          <a:xfrm>
            <a:off x="5689600" y="2558062"/>
            <a:ext cx="676148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2877" name="97"/>
          <p:cNvSpPr txBox="1"/>
          <p:nvPr/>
        </p:nvSpPr>
        <p:spPr>
          <a:xfrm>
            <a:off x="6816231" y="25580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2878" name="76"/>
          <p:cNvSpPr txBox="1"/>
          <p:nvPr/>
        </p:nvSpPr>
        <p:spPr>
          <a:xfrm>
            <a:off x="7841262" y="25580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2879" name="13"/>
          <p:cNvSpPr txBox="1"/>
          <p:nvPr/>
        </p:nvSpPr>
        <p:spPr>
          <a:xfrm>
            <a:off x="8864035" y="25580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2880" name="27"/>
          <p:cNvSpPr txBox="1"/>
          <p:nvPr/>
        </p:nvSpPr>
        <p:spPr>
          <a:xfrm>
            <a:off x="9999698" y="25580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2881" name="49"/>
          <p:cNvSpPr txBox="1"/>
          <p:nvPr/>
        </p:nvSpPr>
        <p:spPr>
          <a:xfrm>
            <a:off x="3635022" y="2558062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grpSp>
        <p:nvGrpSpPr>
          <p:cNvPr id="2896" name="成组"/>
          <p:cNvGrpSpPr/>
          <p:nvPr/>
        </p:nvGrpSpPr>
        <p:grpSpPr>
          <a:xfrm>
            <a:off x="2406791" y="1980071"/>
            <a:ext cx="8602134" cy="1332089"/>
            <a:chOff x="0" y="0"/>
            <a:chExt cx="8602133" cy="1332088"/>
          </a:xfrm>
        </p:grpSpPr>
        <p:sp>
          <p:nvSpPr>
            <p:cNvPr id="2882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2895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2887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2883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2884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2885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2886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2888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889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890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891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892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893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894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2897" name="38"/>
          <p:cNvSpPr txBox="1"/>
          <p:nvPr/>
        </p:nvSpPr>
        <p:spPr>
          <a:xfrm>
            <a:off x="4777457" y="4393635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2898" name="65"/>
          <p:cNvSpPr txBox="1"/>
          <p:nvPr/>
        </p:nvSpPr>
        <p:spPr>
          <a:xfrm>
            <a:off x="5800231" y="4393635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2899" name="97"/>
          <p:cNvSpPr txBox="1"/>
          <p:nvPr/>
        </p:nvSpPr>
        <p:spPr>
          <a:xfrm>
            <a:off x="6926862" y="4393635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2900" name="76"/>
          <p:cNvSpPr txBox="1"/>
          <p:nvPr/>
        </p:nvSpPr>
        <p:spPr>
          <a:xfrm>
            <a:off x="7951893" y="4393635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2901" name="13"/>
          <p:cNvSpPr txBox="1"/>
          <p:nvPr/>
        </p:nvSpPr>
        <p:spPr>
          <a:xfrm>
            <a:off x="8974666" y="4393635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2902" name="27"/>
          <p:cNvSpPr txBox="1"/>
          <p:nvPr/>
        </p:nvSpPr>
        <p:spPr>
          <a:xfrm>
            <a:off x="10110328" y="4393635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2903" name="49"/>
          <p:cNvSpPr txBox="1"/>
          <p:nvPr/>
        </p:nvSpPr>
        <p:spPr>
          <a:xfrm>
            <a:off x="3745653" y="4393635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grpSp>
        <p:nvGrpSpPr>
          <p:cNvPr id="2918" name="成组"/>
          <p:cNvGrpSpPr/>
          <p:nvPr/>
        </p:nvGrpSpPr>
        <p:grpSpPr>
          <a:xfrm>
            <a:off x="2406791" y="3815644"/>
            <a:ext cx="8602134" cy="1332090"/>
            <a:chOff x="0" y="0"/>
            <a:chExt cx="8602133" cy="1332088"/>
          </a:xfrm>
        </p:grpSpPr>
        <p:sp>
          <p:nvSpPr>
            <p:cNvPr id="2904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2917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2909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2905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2906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2907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2908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2910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11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12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13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14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15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16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2919" name="初始:"/>
          <p:cNvSpPr txBox="1"/>
          <p:nvPr/>
        </p:nvSpPr>
        <p:spPr>
          <a:xfrm>
            <a:off x="1280159" y="2523913"/>
            <a:ext cx="1228232" cy="7396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 b="1"/>
            </a:lvl1pPr>
          </a:lstStyle>
          <a:p>
            <a:r>
              <a:t>初始:</a:t>
            </a:r>
          </a:p>
        </p:txBody>
      </p:sp>
      <p:sp>
        <p:nvSpPr>
          <p:cNvPr id="2920" name="i=1:"/>
          <p:cNvSpPr txBox="1"/>
          <p:nvPr/>
        </p:nvSpPr>
        <p:spPr>
          <a:xfrm>
            <a:off x="1492390" y="4355253"/>
            <a:ext cx="1433690" cy="594306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 b="1"/>
            </a:lvl1pPr>
          </a:lstStyle>
          <a:p>
            <a:r>
              <a:t>i=1:</a:t>
            </a:r>
          </a:p>
        </p:txBody>
      </p:sp>
      <p:grpSp>
        <p:nvGrpSpPr>
          <p:cNvPr id="2924" name="成组"/>
          <p:cNvGrpSpPr/>
          <p:nvPr/>
        </p:nvGrpSpPr>
        <p:grpSpPr>
          <a:xfrm>
            <a:off x="4133991" y="3334737"/>
            <a:ext cx="1076961" cy="625406"/>
            <a:chOff x="0" y="0"/>
            <a:chExt cx="1076960" cy="625404"/>
          </a:xfrm>
        </p:grpSpPr>
        <p:sp>
          <p:nvSpPr>
            <p:cNvPr id="2921" name="线条"/>
            <p:cNvSpPr/>
            <p:nvPr/>
          </p:nvSpPr>
          <p:spPr>
            <a:xfrm>
              <a:off x="1076960" y="0"/>
              <a:ext cx="1" cy="302543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922" name="线条"/>
            <p:cNvSpPr/>
            <p:nvPr/>
          </p:nvSpPr>
          <p:spPr>
            <a:xfrm flipH="1" flipV="1">
              <a:off x="0" y="302542"/>
              <a:ext cx="1076961" cy="1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2923" name="线条"/>
            <p:cNvSpPr/>
            <p:nvPr/>
          </p:nvSpPr>
          <p:spPr>
            <a:xfrm flipH="1">
              <a:off x="17610" y="286737"/>
              <a:ext cx="1" cy="338668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2925" name="49"/>
          <p:cNvSpPr txBox="1"/>
          <p:nvPr/>
        </p:nvSpPr>
        <p:spPr>
          <a:xfrm>
            <a:off x="4770684" y="4355253"/>
            <a:ext cx="676149" cy="716990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49</a:t>
            </a:r>
          </a:p>
        </p:txBody>
      </p:sp>
      <p:sp>
        <p:nvSpPr>
          <p:cNvPr id="2926" name="38"/>
          <p:cNvSpPr txBox="1"/>
          <p:nvPr/>
        </p:nvSpPr>
        <p:spPr>
          <a:xfrm>
            <a:off x="3745653" y="4355253"/>
            <a:ext cx="676149" cy="716990"/>
          </a:xfrm>
          <a:prstGeom prst="rect">
            <a:avLst/>
          </a:prstGeom>
          <a:solidFill>
            <a:srgbClr val="333399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38</a:t>
            </a:r>
          </a:p>
        </p:txBody>
      </p:sp>
      <p:sp>
        <p:nvSpPr>
          <p:cNvPr id="2927" name="49"/>
          <p:cNvSpPr txBox="1"/>
          <p:nvPr/>
        </p:nvSpPr>
        <p:spPr>
          <a:xfrm>
            <a:off x="4768426" y="6251786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2928" name="65"/>
          <p:cNvSpPr txBox="1"/>
          <p:nvPr/>
        </p:nvSpPr>
        <p:spPr>
          <a:xfrm>
            <a:off x="5791200" y="6251786"/>
            <a:ext cx="676148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2929" name="97"/>
          <p:cNvSpPr txBox="1"/>
          <p:nvPr/>
        </p:nvSpPr>
        <p:spPr>
          <a:xfrm>
            <a:off x="6917831" y="6251786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2930" name="76"/>
          <p:cNvSpPr txBox="1"/>
          <p:nvPr/>
        </p:nvSpPr>
        <p:spPr>
          <a:xfrm>
            <a:off x="7942862" y="6251786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2931" name="13"/>
          <p:cNvSpPr txBox="1"/>
          <p:nvPr/>
        </p:nvSpPr>
        <p:spPr>
          <a:xfrm>
            <a:off x="8965635" y="6251786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2932" name="27"/>
          <p:cNvSpPr txBox="1"/>
          <p:nvPr/>
        </p:nvSpPr>
        <p:spPr>
          <a:xfrm>
            <a:off x="10101298" y="6251786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2933" name="38"/>
          <p:cNvSpPr txBox="1"/>
          <p:nvPr/>
        </p:nvSpPr>
        <p:spPr>
          <a:xfrm>
            <a:off x="3736622" y="6251786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grpSp>
        <p:nvGrpSpPr>
          <p:cNvPr id="2948" name="成组"/>
          <p:cNvGrpSpPr/>
          <p:nvPr/>
        </p:nvGrpSpPr>
        <p:grpSpPr>
          <a:xfrm>
            <a:off x="2397759" y="5673795"/>
            <a:ext cx="8602135" cy="1332090"/>
            <a:chOff x="0" y="0"/>
            <a:chExt cx="8602133" cy="1332088"/>
          </a:xfrm>
        </p:grpSpPr>
        <p:sp>
          <p:nvSpPr>
            <p:cNvPr id="2934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2947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2939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2935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2936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2937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2938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2940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41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42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43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44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45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46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2949" name="i=2:"/>
          <p:cNvSpPr txBox="1"/>
          <p:nvPr/>
        </p:nvSpPr>
        <p:spPr>
          <a:xfrm>
            <a:off x="1483359" y="6213404"/>
            <a:ext cx="1433690" cy="594306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 b="1"/>
            </a:lvl1pPr>
          </a:lstStyle>
          <a:p>
            <a:r>
              <a:t>i=2:</a:t>
            </a:r>
          </a:p>
        </p:txBody>
      </p:sp>
      <p:sp>
        <p:nvSpPr>
          <p:cNvPr id="2950" name="49"/>
          <p:cNvSpPr txBox="1"/>
          <p:nvPr/>
        </p:nvSpPr>
        <p:spPr>
          <a:xfrm>
            <a:off x="4675857" y="6213404"/>
            <a:ext cx="676149" cy="716990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49</a:t>
            </a:r>
          </a:p>
        </p:txBody>
      </p:sp>
      <p:sp>
        <p:nvSpPr>
          <p:cNvPr id="2951" name="38"/>
          <p:cNvSpPr txBox="1"/>
          <p:nvPr/>
        </p:nvSpPr>
        <p:spPr>
          <a:xfrm>
            <a:off x="3650826" y="6213404"/>
            <a:ext cx="676149" cy="716990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38</a:t>
            </a:r>
          </a:p>
        </p:txBody>
      </p:sp>
      <p:sp>
        <p:nvSpPr>
          <p:cNvPr id="2952" name="线条"/>
          <p:cNvSpPr/>
          <p:nvPr/>
        </p:nvSpPr>
        <p:spPr>
          <a:xfrm>
            <a:off x="6133930" y="5183857"/>
            <a:ext cx="1" cy="614117"/>
          </a:xfrm>
          <a:prstGeom prst="line">
            <a:avLst/>
          </a:prstGeom>
          <a:ln w="38100">
            <a:solidFill>
              <a:srgbClr val="333399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2953" name="65"/>
          <p:cNvSpPr txBox="1"/>
          <p:nvPr/>
        </p:nvSpPr>
        <p:spPr>
          <a:xfrm>
            <a:off x="5698631" y="6208888"/>
            <a:ext cx="676149" cy="716990"/>
          </a:xfrm>
          <a:prstGeom prst="rect">
            <a:avLst/>
          </a:prstGeom>
          <a:solidFill>
            <a:srgbClr val="333399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65</a:t>
            </a:r>
          </a:p>
        </p:txBody>
      </p:sp>
      <p:sp>
        <p:nvSpPr>
          <p:cNvPr id="2954" name="直接插入排序(straight insertion sort)"/>
          <p:cNvSpPr txBox="1"/>
          <p:nvPr>
            <p:ph type="title"/>
          </p:nvPr>
        </p:nvSpPr>
        <p:spPr>
          <a:xfrm>
            <a:off x="1687688" y="125587"/>
            <a:ext cx="9448801" cy="952502"/>
          </a:xfrm>
          <a:prstGeom prst="rect">
            <a:avLst/>
          </a:prstGeom>
        </p:spPr>
        <p:txBody>
          <a:bodyPr/>
          <a:lstStyle>
            <a:lvl1pPr marR="52705" indent="52705" defTabSz="1178560">
              <a:defRPr sz="3820"/>
            </a:lvl1pPr>
          </a:lstStyle>
          <a:p>
            <a:r>
              <a:t>直接插入排序(straight insertion sort)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2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indefinite" fill="hold"/>
                                        <p:tgtEl>
                                          <p:spTgt spid="2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2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2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2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2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dur="indefinite" fill="hold"/>
                                        <p:tgtEl>
                                          <p:spTgt spid="2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dur="indefinite" fill="hold"/>
                                        <p:tgtEl>
                                          <p:spTgt spid="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1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dur="indefinite" fill="hold"/>
                                        <p:tgtEl>
                                          <p:spTgt spid="2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grpId="1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dur="indefinite" fill="hold"/>
                                        <p:tgtEl>
                                          <p:spTgt spid="2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8" fill="hold" grpId="1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dur="indefinite" fill="hold"/>
                                        <p:tgtEl>
                                          <p:spTgt spid="2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22" presetClass="entr" presetSubtype="8" fill="hold" grpId="1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dur="indefinite" fill="hold"/>
                                        <p:tgtEl>
                                          <p:spTgt spid="2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22" presetClass="entr" presetSubtype="8" fill="hold" grpId="1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dur="indefinite" fill="hold"/>
                                        <p:tgtEl>
                                          <p:spTgt spid="2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500"/>
                            </p:stCondLst>
                            <p:childTnLst>
                              <p:par>
                                <p:cTn id="62" presetID="22" presetClass="entr" presetSubtype="8" fill="hold" grpId="1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dur="indefinite" fill="hold"/>
                                        <p:tgtEl>
                                          <p:spTgt spid="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22" presetClass="entr" presetSubtype="8" fill="hold" grpId="1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dur="indefinite" fill="hold"/>
                                        <p:tgtEl>
                                          <p:spTgt spid="2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1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dur="indefinite" fill="hold"/>
                                        <p:tgtEl>
                                          <p:spTgt spid="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1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dur="indefinite" fill="hold"/>
                                        <p:tgtEl>
                                          <p:spTgt spid="2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1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dur="indefinite" fill="hold"/>
                                        <p:tgtEl>
                                          <p:spTgt spid="2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2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dur="indefinite" fill="hold"/>
                                        <p:tgtEl>
                                          <p:spTgt spid="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grpId="2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dur="indefinite" fill="hold"/>
                                        <p:tgtEl>
                                          <p:spTgt spid="2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8" fill="hold" grpId="2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" dur="indefinite" fill="hold"/>
                                        <p:tgtEl>
                                          <p:spTgt spid="2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500"/>
                            </p:stCondLst>
                            <p:childTnLst>
                              <p:par>
                                <p:cTn id="98" presetID="22" presetClass="entr" presetSubtype="8" fill="hold" grpId="2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9" dur="indefinite" fill="hold"/>
                                        <p:tgtEl>
                                          <p:spTgt spid="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000"/>
                            </p:stCondLst>
                            <p:childTnLst>
                              <p:par>
                                <p:cTn id="102" presetID="22" presetClass="entr" presetSubtype="8" fill="hold" grpId="2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3" dur="indefinite" fill="hold"/>
                                        <p:tgtEl>
                                          <p:spTgt spid="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500"/>
                            </p:stCondLst>
                            <p:childTnLst>
                              <p:par>
                                <p:cTn id="106" presetID="22" presetClass="entr" presetSubtype="8" fill="hold" grpId="2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7" dur="indefinite" fill="hold"/>
                                        <p:tgtEl>
                                          <p:spTgt spid="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000"/>
                            </p:stCondLst>
                            <p:childTnLst>
                              <p:par>
                                <p:cTn id="110" presetID="22" presetClass="entr" presetSubtype="8" fill="hold" grpId="2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1" dur="indefinite" fill="hold"/>
                                        <p:tgtEl>
                                          <p:spTgt spid="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500"/>
                            </p:stCondLst>
                            <p:childTnLst>
                              <p:par>
                                <p:cTn id="114" presetID="22" presetClass="entr" presetSubtype="8" fill="hold" grpId="2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5" dur="indefinite" fill="hold"/>
                                        <p:tgtEl>
                                          <p:spTgt spid="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18" presetID="22" presetClass="entr" presetSubtype="8" fill="hold" grpId="2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9" dur="indefinite" fill="hold"/>
                                        <p:tgtEl>
                                          <p:spTgt spid="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grpId="2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4" dur="indefinite" fill="hold"/>
                                        <p:tgtEl>
                                          <p:spTgt spid="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3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9" dur="indefinite" fill="hold"/>
                                        <p:tgtEl>
                                          <p:spTgt spid="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8" fill="hold" grpId="3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3" dur="indefinite" fill="hold"/>
                                        <p:tgtEl>
                                          <p:spTgt spid="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22" presetClass="entr" presetSubtype="8" fill="hold" grpId="3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7" dur="indefinite" fill="hold"/>
                                        <p:tgtEl>
                                          <p:spTgt spid="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0" grpId="11" animBg="1" advAuto="0"/>
      <p:bldP spid="2876" grpId="2" animBg="1" advAuto="0"/>
      <p:bldP spid="2877" grpId="3" animBg="1" advAuto="0"/>
      <p:bldP spid="2879" grpId="5" animBg="1" advAuto="0"/>
      <p:bldP spid="2875" grpId="1" animBg="1" advAuto="0"/>
      <p:bldP spid="2902" grpId="13" animBg="1" advAuto="0"/>
      <p:bldP spid="2899" grpId="10" animBg="1" advAuto="0"/>
      <p:bldP spid="2898" grpId="9" animBg="1" advAuto="0"/>
      <p:bldP spid="2897" grpId="8" animBg="1" advAuto="0"/>
      <p:bldP spid="2927" grpId="20" animBg="1" advAuto="0"/>
      <p:bldP spid="2926" grpId="19" animBg="1" advAuto="0"/>
      <p:bldP spid="2925" grpId="18" animBg="1" advAuto="0"/>
      <p:bldP spid="2901" grpId="12" animBg="1" advAuto="0"/>
      <p:bldP spid="2903" grpId="14" animBg="1" advAuto="0"/>
      <p:bldP spid="2928" grpId="21" animBg="1" advAuto="0"/>
      <p:bldP spid="2929" grpId="22" animBg="1" advAuto="0"/>
      <p:bldP spid="2930" grpId="23" animBg="1" advAuto="0"/>
      <p:bldP spid="2920" grpId="16" animBg="1" advAuto="0"/>
      <p:bldP spid="2931" grpId="24" animBg="1" advAuto="0"/>
      <p:bldP spid="2932" grpId="25" animBg="1" advAuto="0"/>
      <p:bldP spid="2933" grpId="26" animBg="1" advAuto="0"/>
      <p:bldP spid="2948" grpId="27" animBg="1" advAuto="0"/>
      <p:bldP spid="2949" grpId="28" animBg="1" advAuto="0"/>
      <p:bldP spid="2952" grpId="29" animBg="1" advAuto="0"/>
      <p:bldP spid="2950" grpId="31" animBg="1" advAuto="0"/>
      <p:bldP spid="2953" grpId="32" animBg="1" advAuto="0"/>
      <p:bldP spid="2951" grpId="30" animBg="1" advAuto="0"/>
      <p:bldP spid="2918" grpId="15" animBg="1" advAuto="0"/>
      <p:bldP spid="2881" grpId="7" animBg="1" advAuto="0"/>
      <p:bldP spid="2880" grpId="6" animBg="1" advAuto="0"/>
      <p:bldP spid="2924" grpId="17" animBg="1" advAuto="0"/>
      <p:bldP spid="2878" grpId="4" animBg="1" advAuto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6" name="49"/>
          <p:cNvSpPr txBox="1"/>
          <p:nvPr/>
        </p:nvSpPr>
        <p:spPr>
          <a:xfrm>
            <a:off x="5084515" y="186943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2957" name="65"/>
          <p:cNvSpPr txBox="1"/>
          <p:nvPr/>
        </p:nvSpPr>
        <p:spPr>
          <a:xfrm>
            <a:off x="6107288" y="186943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2958" name="97"/>
          <p:cNvSpPr txBox="1"/>
          <p:nvPr/>
        </p:nvSpPr>
        <p:spPr>
          <a:xfrm>
            <a:off x="7233919" y="186943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2959" name="76"/>
          <p:cNvSpPr txBox="1"/>
          <p:nvPr/>
        </p:nvSpPr>
        <p:spPr>
          <a:xfrm>
            <a:off x="8258950" y="186943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2960" name="13"/>
          <p:cNvSpPr txBox="1"/>
          <p:nvPr/>
        </p:nvSpPr>
        <p:spPr>
          <a:xfrm>
            <a:off x="9281724" y="186943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2961" name="27"/>
          <p:cNvSpPr txBox="1"/>
          <p:nvPr/>
        </p:nvSpPr>
        <p:spPr>
          <a:xfrm>
            <a:off x="10417386" y="186943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2962" name="38"/>
          <p:cNvSpPr txBox="1"/>
          <p:nvPr/>
        </p:nvSpPr>
        <p:spPr>
          <a:xfrm>
            <a:off x="4052711" y="186943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grpSp>
        <p:nvGrpSpPr>
          <p:cNvPr id="2977" name="成组"/>
          <p:cNvGrpSpPr/>
          <p:nvPr/>
        </p:nvGrpSpPr>
        <p:grpSpPr>
          <a:xfrm>
            <a:off x="2713848" y="1291448"/>
            <a:ext cx="8602135" cy="1332090"/>
            <a:chOff x="0" y="0"/>
            <a:chExt cx="8602133" cy="1332088"/>
          </a:xfrm>
        </p:grpSpPr>
        <p:sp>
          <p:nvSpPr>
            <p:cNvPr id="2963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2976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2968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2964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2965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2966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2967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2969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70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71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72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73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74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75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2978" name="49"/>
          <p:cNvSpPr txBox="1"/>
          <p:nvPr/>
        </p:nvSpPr>
        <p:spPr>
          <a:xfrm>
            <a:off x="5059679" y="372081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2979" name="65"/>
          <p:cNvSpPr txBox="1"/>
          <p:nvPr/>
        </p:nvSpPr>
        <p:spPr>
          <a:xfrm>
            <a:off x="6082453" y="372081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2980" name="97"/>
          <p:cNvSpPr txBox="1"/>
          <p:nvPr/>
        </p:nvSpPr>
        <p:spPr>
          <a:xfrm>
            <a:off x="7209084" y="372081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2981" name="76"/>
          <p:cNvSpPr txBox="1"/>
          <p:nvPr/>
        </p:nvSpPr>
        <p:spPr>
          <a:xfrm>
            <a:off x="8234115" y="372081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2982" name="13"/>
          <p:cNvSpPr txBox="1"/>
          <p:nvPr/>
        </p:nvSpPr>
        <p:spPr>
          <a:xfrm>
            <a:off x="9256889" y="372081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2983" name="27"/>
          <p:cNvSpPr txBox="1"/>
          <p:nvPr/>
        </p:nvSpPr>
        <p:spPr>
          <a:xfrm>
            <a:off x="10392550" y="372081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2984" name="38"/>
          <p:cNvSpPr txBox="1"/>
          <p:nvPr/>
        </p:nvSpPr>
        <p:spPr>
          <a:xfrm>
            <a:off x="4027875" y="372081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grpSp>
        <p:nvGrpSpPr>
          <p:cNvPr id="2999" name="成组"/>
          <p:cNvGrpSpPr/>
          <p:nvPr/>
        </p:nvGrpSpPr>
        <p:grpSpPr>
          <a:xfrm>
            <a:off x="2689013" y="3142826"/>
            <a:ext cx="8602135" cy="1332090"/>
            <a:chOff x="0" y="0"/>
            <a:chExt cx="8602133" cy="1332088"/>
          </a:xfrm>
        </p:grpSpPr>
        <p:sp>
          <p:nvSpPr>
            <p:cNvPr id="2985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2998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2990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2986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2987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2988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2989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2991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92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93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94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95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96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2997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3000" name="i=3:"/>
          <p:cNvSpPr txBox="1"/>
          <p:nvPr/>
        </p:nvSpPr>
        <p:spPr>
          <a:xfrm>
            <a:off x="1774613" y="3714044"/>
            <a:ext cx="1433690" cy="594306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 b="1"/>
            </a:lvl1pPr>
          </a:lstStyle>
          <a:p>
            <a:r>
              <a:t>i=3:</a:t>
            </a:r>
          </a:p>
        </p:txBody>
      </p:sp>
      <p:sp>
        <p:nvSpPr>
          <p:cNvPr id="3001" name="49"/>
          <p:cNvSpPr txBox="1"/>
          <p:nvPr/>
        </p:nvSpPr>
        <p:spPr>
          <a:xfrm>
            <a:off x="4967111" y="3682435"/>
            <a:ext cx="676149" cy="716990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49</a:t>
            </a:r>
          </a:p>
        </p:txBody>
      </p:sp>
      <p:sp>
        <p:nvSpPr>
          <p:cNvPr id="3002" name="38"/>
          <p:cNvSpPr txBox="1"/>
          <p:nvPr/>
        </p:nvSpPr>
        <p:spPr>
          <a:xfrm>
            <a:off x="3942079" y="3682435"/>
            <a:ext cx="676149" cy="716990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38</a:t>
            </a:r>
          </a:p>
        </p:txBody>
      </p:sp>
      <p:sp>
        <p:nvSpPr>
          <p:cNvPr id="3003" name="65"/>
          <p:cNvSpPr txBox="1"/>
          <p:nvPr/>
        </p:nvSpPr>
        <p:spPr>
          <a:xfrm>
            <a:off x="5989884" y="3677920"/>
            <a:ext cx="676149" cy="716989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65</a:t>
            </a:r>
          </a:p>
        </p:txBody>
      </p:sp>
      <p:sp>
        <p:nvSpPr>
          <p:cNvPr id="3004" name="线条"/>
          <p:cNvSpPr/>
          <p:nvPr/>
        </p:nvSpPr>
        <p:spPr>
          <a:xfrm>
            <a:off x="7545041" y="2693528"/>
            <a:ext cx="1" cy="614117"/>
          </a:xfrm>
          <a:prstGeom prst="line">
            <a:avLst/>
          </a:prstGeom>
          <a:ln w="38100">
            <a:solidFill>
              <a:srgbClr val="333399"/>
            </a:solidFill>
            <a:tailEnd type="triangle"/>
          </a:ln>
        </p:spPr>
        <p:txBody>
          <a:bodyPr lIns="65023" tIns="65023" rIns="65023" bIns="65023"/>
          <a:lstStyle/>
          <a:p>
            <a:pPr indent="0" defTabSz="1300480">
              <a:lnSpc>
                <a:spcPct val="100000"/>
              </a:lnSpc>
              <a:defRPr sz="240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pPr>
          </a:p>
        </p:txBody>
      </p:sp>
      <p:sp>
        <p:nvSpPr>
          <p:cNvPr id="3005" name="97"/>
          <p:cNvSpPr txBox="1"/>
          <p:nvPr/>
        </p:nvSpPr>
        <p:spPr>
          <a:xfrm>
            <a:off x="7116515" y="3677920"/>
            <a:ext cx="676149" cy="716989"/>
          </a:xfrm>
          <a:prstGeom prst="rect">
            <a:avLst/>
          </a:prstGeom>
          <a:solidFill>
            <a:srgbClr val="333399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97</a:t>
            </a:r>
          </a:p>
        </p:txBody>
      </p:sp>
      <p:sp>
        <p:nvSpPr>
          <p:cNvPr id="3006" name="49"/>
          <p:cNvSpPr txBox="1"/>
          <p:nvPr/>
        </p:nvSpPr>
        <p:spPr>
          <a:xfrm>
            <a:off x="5046979" y="5558649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3007" name="65"/>
          <p:cNvSpPr txBox="1"/>
          <p:nvPr/>
        </p:nvSpPr>
        <p:spPr>
          <a:xfrm>
            <a:off x="6069753" y="5558649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008" name="97"/>
          <p:cNvSpPr txBox="1"/>
          <p:nvPr/>
        </p:nvSpPr>
        <p:spPr>
          <a:xfrm>
            <a:off x="7196384" y="5558649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3009" name="76"/>
          <p:cNvSpPr txBox="1"/>
          <p:nvPr/>
        </p:nvSpPr>
        <p:spPr>
          <a:xfrm>
            <a:off x="8221415" y="5558649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010" name="13"/>
          <p:cNvSpPr txBox="1"/>
          <p:nvPr/>
        </p:nvSpPr>
        <p:spPr>
          <a:xfrm>
            <a:off x="9244189" y="5558649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011" name="27"/>
          <p:cNvSpPr txBox="1"/>
          <p:nvPr/>
        </p:nvSpPr>
        <p:spPr>
          <a:xfrm>
            <a:off x="10379850" y="5558649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012" name="38"/>
          <p:cNvSpPr txBox="1"/>
          <p:nvPr/>
        </p:nvSpPr>
        <p:spPr>
          <a:xfrm>
            <a:off x="4015175" y="5558649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grpSp>
        <p:nvGrpSpPr>
          <p:cNvPr id="3027" name="成组"/>
          <p:cNvGrpSpPr/>
          <p:nvPr/>
        </p:nvGrpSpPr>
        <p:grpSpPr>
          <a:xfrm>
            <a:off x="2676313" y="4980657"/>
            <a:ext cx="8602135" cy="1332090"/>
            <a:chOff x="0" y="0"/>
            <a:chExt cx="8602133" cy="1332088"/>
          </a:xfrm>
        </p:grpSpPr>
        <p:sp>
          <p:nvSpPr>
            <p:cNvPr id="3013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3026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3018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3014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015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016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017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3019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20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21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22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23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24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25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3028" name="i=4:"/>
          <p:cNvSpPr txBox="1"/>
          <p:nvPr/>
        </p:nvSpPr>
        <p:spPr>
          <a:xfrm>
            <a:off x="1774613" y="5551875"/>
            <a:ext cx="1433690" cy="594306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 b="1"/>
            </a:lvl1pPr>
          </a:lstStyle>
          <a:p>
            <a:r>
              <a:t>i=4:</a:t>
            </a:r>
          </a:p>
        </p:txBody>
      </p:sp>
      <p:sp>
        <p:nvSpPr>
          <p:cNvPr id="3029" name="76"/>
          <p:cNvSpPr txBox="1"/>
          <p:nvPr/>
        </p:nvSpPr>
        <p:spPr>
          <a:xfrm>
            <a:off x="7103815" y="5520266"/>
            <a:ext cx="676149" cy="716990"/>
          </a:xfrm>
          <a:prstGeom prst="rect">
            <a:avLst/>
          </a:prstGeom>
          <a:solidFill>
            <a:srgbClr val="333399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76</a:t>
            </a:r>
          </a:p>
        </p:txBody>
      </p:sp>
      <p:grpSp>
        <p:nvGrpSpPr>
          <p:cNvPr id="3033" name="成组"/>
          <p:cNvGrpSpPr/>
          <p:nvPr/>
        </p:nvGrpSpPr>
        <p:grpSpPr>
          <a:xfrm>
            <a:off x="7503724" y="4511040"/>
            <a:ext cx="1076961" cy="625405"/>
            <a:chOff x="0" y="0"/>
            <a:chExt cx="1076960" cy="625404"/>
          </a:xfrm>
        </p:grpSpPr>
        <p:sp>
          <p:nvSpPr>
            <p:cNvPr id="3030" name="线条"/>
            <p:cNvSpPr/>
            <p:nvPr/>
          </p:nvSpPr>
          <p:spPr>
            <a:xfrm>
              <a:off x="1076960" y="0"/>
              <a:ext cx="1" cy="302543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031" name="线条"/>
            <p:cNvSpPr/>
            <p:nvPr/>
          </p:nvSpPr>
          <p:spPr>
            <a:xfrm flipH="1" flipV="1">
              <a:off x="0" y="302542"/>
              <a:ext cx="1076961" cy="1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032" name="线条"/>
            <p:cNvSpPr/>
            <p:nvPr/>
          </p:nvSpPr>
          <p:spPr>
            <a:xfrm flipH="1">
              <a:off x="17610" y="286737"/>
              <a:ext cx="1" cy="338668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3034" name="97"/>
          <p:cNvSpPr txBox="1"/>
          <p:nvPr/>
        </p:nvSpPr>
        <p:spPr>
          <a:xfrm>
            <a:off x="8128846" y="5527040"/>
            <a:ext cx="676149" cy="716990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97</a:t>
            </a:r>
          </a:p>
        </p:txBody>
      </p:sp>
      <p:sp>
        <p:nvSpPr>
          <p:cNvPr id="3035" name="直接插入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直接插入排序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3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dur="indefinite" fill="hold"/>
                                        <p:tgtEl>
                                          <p:spTgt spid="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dur="indefinite" fill="hold"/>
                                        <p:tgtEl>
                                          <p:spTgt spid="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dur="indefinite" fill="hold"/>
                                        <p:tgtEl>
                                          <p:spTgt spid="3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dur="indefinite" fill="hold"/>
                                        <p:tgtEl>
                                          <p:spTgt spid="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grpId="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dur="indefinite" fill="hold"/>
                                        <p:tgtEl>
                                          <p:spTgt spid="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4" fill="hold" grpId="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3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4" fill="hold" grpId="1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dur="indefinite" fill="hold"/>
                                        <p:tgtEl>
                                          <p:spTgt spid="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4" fill="hold" grpId="1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dur="indefinite" fill="hold"/>
                                        <p:tgtEl>
                                          <p:spTgt spid="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22" presetClass="entr" presetSubtype="4" fill="hold" grpId="1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dur="indefinite" fill="hold"/>
                                        <p:tgtEl>
                                          <p:spTgt spid="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2" presetClass="entr" presetSubtype="4" fill="hold" grpId="1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dur="indefinite" fill="hold"/>
                                        <p:tgtEl>
                                          <p:spTgt spid="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500"/>
                            </p:stCondLst>
                            <p:childTnLst>
                              <p:par>
                                <p:cTn id="60" presetID="22" presetClass="entr" presetSubtype="4" fill="hold" grpId="1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dur="indefinite" fill="hold"/>
                                        <p:tgtEl>
                                          <p:spTgt spid="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22" presetClass="entr" presetSubtype="4" fill="hold" grpId="1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dur="indefinite" fill="hold"/>
                                        <p:tgtEl>
                                          <p:spTgt spid="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1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dur="indefinite" fill="hold"/>
                                        <p:tgtEl>
                                          <p:spTgt spid="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3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1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dur="indefinite" fill="hold"/>
                                        <p:tgtEl>
                                          <p:spTgt spid="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1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dur="indefinite" fill="hold"/>
                                        <p:tgtEl>
                                          <p:spTgt spid="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4" grpId="17" animBg="1" advAuto="0"/>
      <p:bldP spid="3011" grpId="12" animBg="1" advAuto="0"/>
      <p:bldP spid="3007" grpId="8" animBg="1" advAuto="0"/>
      <p:bldP spid="3012" grpId="13" animBg="1" advAuto="0"/>
      <p:bldP spid="3000" grpId="1" animBg="1" advAuto="0"/>
      <p:bldP spid="3006" grpId="7" animBg="1" advAuto="0"/>
      <p:bldP spid="3033" grpId="16" animBg="1" advAuto="0"/>
      <p:bldP spid="3005" grpId="6" animBg="1" advAuto="0"/>
      <p:bldP spid="3029" grpId="18" animBg="1" advAuto="0"/>
      <p:bldP spid="3001" grpId="4" animBg="1" advAuto="0"/>
      <p:bldP spid="3003" grpId="5" animBg="1" advAuto="0"/>
      <p:bldP spid="3028" grpId="15" animBg="1" advAuto="0"/>
      <p:bldP spid="3004" grpId="2" animBg="1" advAuto="0"/>
      <p:bldP spid="3010" grpId="11" animBg="1" advAuto="0"/>
      <p:bldP spid="3009" grpId="10" animBg="1" advAuto="0"/>
      <p:bldP spid="3027" grpId="14" animBg="1" advAuto="0"/>
      <p:bldP spid="3002" grpId="3" animBg="1" advAuto="0"/>
      <p:bldP spid="3008" grpId="9" animBg="1" advAuto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7" name="49"/>
          <p:cNvSpPr txBox="1"/>
          <p:nvPr/>
        </p:nvSpPr>
        <p:spPr>
          <a:xfrm>
            <a:off x="5161279" y="176783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3038" name="65"/>
          <p:cNvSpPr txBox="1"/>
          <p:nvPr/>
        </p:nvSpPr>
        <p:spPr>
          <a:xfrm>
            <a:off x="6184053" y="176783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039" name="76"/>
          <p:cNvSpPr txBox="1"/>
          <p:nvPr/>
        </p:nvSpPr>
        <p:spPr>
          <a:xfrm>
            <a:off x="7310684" y="176783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040" name="97"/>
          <p:cNvSpPr txBox="1"/>
          <p:nvPr/>
        </p:nvSpPr>
        <p:spPr>
          <a:xfrm>
            <a:off x="8335715" y="176783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3041" name="13"/>
          <p:cNvSpPr txBox="1"/>
          <p:nvPr/>
        </p:nvSpPr>
        <p:spPr>
          <a:xfrm>
            <a:off x="9358489" y="176783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042" name="27"/>
          <p:cNvSpPr txBox="1"/>
          <p:nvPr/>
        </p:nvSpPr>
        <p:spPr>
          <a:xfrm>
            <a:off x="10494150" y="176783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043" name="38"/>
          <p:cNvSpPr txBox="1"/>
          <p:nvPr/>
        </p:nvSpPr>
        <p:spPr>
          <a:xfrm>
            <a:off x="4129475" y="176783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grpSp>
        <p:nvGrpSpPr>
          <p:cNvPr id="3058" name="成组"/>
          <p:cNvGrpSpPr/>
          <p:nvPr/>
        </p:nvGrpSpPr>
        <p:grpSpPr>
          <a:xfrm>
            <a:off x="2790613" y="1189848"/>
            <a:ext cx="8602135" cy="1332090"/>
            <a:chOff x="0" y="0"/>
            <a:chExt cx="8602133" cy="1332088"/>
          </a:xfrm>
        </p:grpSpPr>
        <p:sp>
          <p:nvSpPr>
            <p:cNvPr id="3044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3057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3049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3045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046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047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048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3050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51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52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53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54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55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56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3059" name="49"/>
          <p:cNvSpPr txBox="1"/>
          <p:nvPr/>
        </p:nvSpPr>
        <p:spPr>
          <a:xfrm>
            <a:off x="5177084" y="368469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3060" name="65"/>
          <p:cNvSpPr txBox="1"/>
          <p:nvPr/>
        </p:nvSpPr>
        <p:spPr>
          <a:xfrm>
            <a:off x="6199857" y="368469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061" name="76"/>
          <p:cNvSpPr txBox="1"/>
          <p:nvPr/>
        </p:nvSpPr>
        <p:spPr>
          <a:xfrm>
            <a:off x="7326489" y="368469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062" name="97"/>
          <p:cNvSpPr txBox="1"/>
          <p:nvPr/>
        </p:nvSpPr>
        <p:spPr>
          <a:xfrm>
            <a:off x="8351519" y="368469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3063" name="13"/>
          <p:cNvSpPr txBox="1"/>
          <p:nvPr/>
        </p:nvSpPr>
        <p:spPr>
          <a:xfrm>
            <a:off x="9374293" y="368469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064" name="27"/>
          <p:cNvSpPr txBox="1"/>
          <p:nvPr/>
        </p:nvSpPr>
        <p:spPr>
          <a:xfrm>
            <a:off x="10509955" y="368469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065" name="38"/>
          <p:cNvSpPr txBox="1"/>
          <p:nvPr/>
        </p:nvSpPr>
        <p:spPr>
          <a:xfrm>
            <a:off x="4145279" y="368469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grpSp>
        <p:nvGrpSpPr>
          <p:cNvPr id="3080" name="成组"/>
          <p:cNvGrpSpPr/>
          <p:nvPr/>
        </p:nvGrpSpPr>
        <p:grpSpPr>
          <a:xfrm>
            <a:off x="2806417" y="3106702"/>
            <a:ext cx="8602135" cy="1332090"/>
            <a:chOff x="0" y="0"/>
            <a:chExt cx="8602133" cy="1332088"/>
          </a:xfrm>
        </p:grpSpPr>
        <p:sp>
          <p:nvSpPr>
            <p:cNvPr id="3066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3079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3071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3067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068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069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070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3072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73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74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75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76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77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078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3081" name="13"/>
          <p:cNvSpPr txBox="1"/>
          <p:nvPr/>
        </p:nvSpPr>
        <p:spPr>
          <a:xfrm>
            <a:off x="3018648" y="3646311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082" name="i=5:"/>
          <p:cNvSpPr txBox="1"/>
          <p:nvPr/>
        </p:nvSpPr>
        <p:spPr>
          <a:xfrm>
            <a:off x="1892017" y="3677920"/>
            <a:ext cx="1433690" cy="594306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 b="1"/>
            </a:lvl1pPr>
          </a:lstStyle>
          <a:p>
            <a:r>
              <a:t>i=5:</a:t>
            </a:r>
          </a:p>
        </p:txBody>
      </p:sp>
      <p:sp>
        <p:nvSpPr>
          <p:cNvPr id="3083" name="49"/>
          <p:cNvSpPr txBox="1"/>
          <p:nvPr/>
        </p:nvSpPr>
        <p:spPr>
          <a:xfrm>
            <a:off x="6109546" y="3657600"/>
            <a:ext cx="676149" cy="716989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49</a:t>
            </a:r>
          </a:p>
        </p:txBody>
      </p:sp>
      <p:sp>
        <p:nvSpPr>
          <p:cNvPr id="3084" name="38"/>
          <p:cNvSpPr txBox="1"/>
          <p:nvPr/>
        </p:nvSpPr>
        <p:spPr>
          <a:xfrm>
            <a:off x="5084515" y="3657600"/>
            <a:ext cx="676149" cy="716989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38</a:t>
            </a:r>
          </a:p>
        </p:txBody>
      </p:sp>
      <p:sp>
        <p:nvSpPr>
          <p:cNvPr id="3085" name="65"/>
          <p:cNvSpPr txBox="1"/>
          <p:nvPr/>
        </p:nvSpPr>
        <p:spPr>
          <a:xfrm>
            <a:off x="7259037" y="3653084"/>
            <a:ext cx="676149" cy="716990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65</a:t>
            </a:r>
          </a:p>
        </p:txBody>
      </p:sp>
      <p:sp>
        <p:nvSpPr>
          <p:cNvPr id="3086" name="76"/>
          <p:cNvSpPr txBox="1"/>
          <p:nvPr/>
        </p:nvSpPr>
        <p:spPr>
          <a:xfrm>
            <a:off x="8258950" y="3653084"/>
            <a:ext cx="676149" cy="716990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76</a:t>
            </a:r>
          </a:p>
        </p:txBody>
      </p:sp>
      <p:sp>
        <p:nvSpPr>
          <p:cNvPr id="3087" name="97"/>
          <p:cNvSpPr txBox="1"/>
          <p:nvPr/>
        </p:nvSpPr>
        <p:spPr>
          <a:xfrm>
            <a:off x="9283982" y="3659857"/>
            <a:ext cx="676149" cy="716990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97</a:t>
            </a:r>
          </a:p>
        </p:txBody>
      </p:sp>
      <p:grpSp>
        <p:nvGrpSpPr>
          <p:cNvPr id="3091" name="成组"/>
          <p:cNvGrpSpPr/>
          <p:nvPr/>
        </p:nvGrpSpPr>
        <p:grpSpPr>
          <a:xfrm>
            <a:off x="4515555" y="2567093"/>
            <a:ext cx="5303521" cy="625405"/>
            <a:chOff x="0" y="0"/>
            <a:chExt cx="5303520" cy="625404"/>
          </a:xfrm>
        </p:grpSpPr>
        <p:sp>
          <p:nvSpPr>
            <p:cNvPr id="3088" name="线条"/>
            <p:cNvSpPr/>
            <p:nvPr/>
          </p:nvSpPr>
          <p:spPr>
            <a:xfrm>
              <a:off x="5303520" y="0"/>
              <a:ext cx="1" cy="302543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089" name="线条"/>
            <p:cNvSpPr/>
            <p:nvPr/>
          </p:nvSpPr>
          <p:spPr>
            <a:xfrm flipH="1" flipV="1">
              <a:off x="-1" y="302542"/>
              <a:ext cx="5303522" cy="1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090" name="线条"/>
            <p:cNvSpPr/>
            <p:nvPr/>
          </p:nvSpPr>
          <p:spPr>
            <a:xfrm flipH="1">
              <a:off x="31157" y="286737"/>
              <a:ext cx="1" cy="338668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3092" name="13"/>
          <p:cNvSpPr txBox="1"/>
          <p:nvPr/>
        </p:nvSpPr>
        <p:spPr>
          <a:xfrm>
            <a:off x="4059484" y="3646311"/>
            <a:ext cx="676149" cy="716990"/>
          </a:xfrm>
          <a:prstGeom prst="rect">
            <a:avLst/>
          </a:prstGeom>
          <a:solidFill>
            <a:srgbClr val="333399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13</a:t>
            </a:r>
          </a:p>
        </p:txBody>
      </p:sp>
      <p:sp>
        <p:nvSpPr>
          <p:cNvPr id="3093" name="38"/>
          <p:cNvSpPr txBox="1"/>
          <p:nvPr/>
        </p:nvSpPr>
        <p:spPr>
          <a:xfrm>
            <a:off x="5280942" y="563089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3094" name="49"/>
          <p:cNvSpPr txBox="1"/>
          <p:nvPr/>
        </p:nvSpPr>
        <p:spPr>
          <a:xfrm>
            <a:off x="6303715" y="563089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3095" name="65"/>
          <p:cNvSpPr txBox="1"/>
          <p:nvPr/>
        </p:nvSpPr>
        <p:spPr>
          <a:xfrm>
            <a:off x="7430346" y="563089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096" name="76"/>
          <p:cNvSpPr txBox="1"/>
          <p:nvPr/>
        </p:nvSpPr>
        <p:spPr>
          <a:xfrm>
            <a:off x="8455377" y="563089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097" name="97"/>
          <p:cNvSpPr txBox="1"/>
          <p:nvPr/>
        </p:nvSpPr>
        <p:spPr>
          <a:xfrm>
            <a:off x="9478150" y="563089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3098" name="27"/>
          <p:cNvSpPr txBox="1"/>
          <p:nvPr/>
        </p:nvSpPr>
        <p:spPr>
          <a:xfrm>
            <a:off x="10613813" y="563089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099" name="13"/>
          <p:cNvSpPr txBox="1"/>
          <p:nvPr/>
        </p:nvSpPr>
        <p:spPr>
          <a:xfrm>
            <a:off x="4249137" y="563089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grpSp>
        <p:nvGrpSpPr>
          <p:cNvPr id="3114" name="成组"/>
          <p:cNvGrpSpPr/>
          <p:nvPr/>
        </p:nvGrpSpPr>
        <p:grpSpPr>
          <a:xfrm>
            <a:off x="2910275" y="5052906"/>
            <a:ext cx="8602135" cy="1332090"/>
            <a:chOff x="0" y="0"/>
            <a:chExt cx="8602133" cy="1332088"/>
          </a:xfrm>
        </p:grpSpPr>
        <p:sp>
          <p:nvSpPr>
            <p:cNvPr id="3100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3113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3105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3101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102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103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104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3106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107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108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109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110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111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112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3115" name="27"/>
          <p:cNvSpPr txBox="1"/>
          <p:nvPr/>
        </p:nvSpPr>
        <p:spPr>
          <a:xfrm>
            <a:off x="3122506" y="5592515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116" name="i=6:"/>
          <p:cNvSpPr txBox="1"/>
          <p:nvPr/>
        </p:nvSpPr>
        <p:spPr>
          <a:xfrm>
            <a:off x="1892017" y="5624124"/>
            <a:ext cx="1433690" cy="594306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 b="1"/>
            </a:lvl1pPr>
          </a:lstStyle>
          <a:p>
            <a:r>
              <a:t>i=6:</a:t>
            </a:r>
          </a:p>
        </p:txBody>
      </p:sp>
      <p:sp>
        <p:nvSpPr>
          <p:cNvPr id="3117" name="49"/>
          <p:cNvSpPr txBox="1"/>
          <p:nvPr/>
        </p:nvSpPr>
        <p:spPr>
          <a:xfrm>
            <a:off x="7360073" y="5597031"/>
            <a:ext cx="676149" cy="716990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49</a:t>
            </a:r>
          </a:p>
        </p:txBody>
      </p:sp>
      <p:sp>
        <p:nvSpPr>
          <p:cNvPr id="3118" name="38"/>
          <p:cNvSpPr txBox="1"/>
          <p:nvPr/>
        </p:nvSpPr>
        <p:spPr>
          <a:xfrm>
            <a:off x="6296942" y="5597031"/>
            <a:ext cx="676149" cy="716990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38</a:t>
            </a:r>
          </a:p>
        </p:txBody>
      </p:sp>
      <p:sp>
        <p:nvSpPr>
          <p:cNvPr id="3119" name="65"/>
          <p:cNvSpPr txBox="1"/>
          <p:nvPr/>
        </p:nvSpPr>
        <p:spPr>
          <a:xfrm>
            <a:off x="8344746" y="5592515"/>
            <a:ext cx="676149" cy="716990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65</a:t>
            </a:r>
          </a:p>
        </p:txBody>
      </p:sp>
      <p:sp>
        <p:nvSpPr>
          <p:cNvPr id="3120" name="76"/>
          <p:cNvSpPr txBox="1"/>
          <p:nvPr/>
        </p:nvSpPr>
        <p:spPr>
          <a:xfrm>
            <a:off x="9471377" y="5592515"/>
            <a:ext cx="676149" cy="716990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76</a:t>
            </a:r>
          </a:p>
        </p:txBody>
      </p:sp>
      <p:sp>
        <p:nvSpPr>
          <p:cNvPr id="3121" name="97"/>
          <p:cNvSpPr txBox="1"/>
          <p:nvPr/>
        </p:nvSpPr>
        <p:spPr>
          <a:xfrm>
            <a:off x="10534508" y="5599288"/>
            <a:ext cx="676149" cy="716990"/>
          </a:xfrm>
          <a:prstGeom prst="rect">
            <a:avLst/>
          </a:prstGeom>
          <a:solidFill>
            <a:srgbClr val="8000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97</a:t>
            </a:r>
          </a:p>
        </p:txBody>
      </p:sp>
      <p:sp>
        <p:nvSpPr>
          <p:cNvPr id="3122" name="27"/>
          <p:cNvSpPr txBox="1"/>
          <p:nvPr/>
        </p:nvSpPr>
        <p:spPr>
          <a:xfrm>
            <a:off x="5208411" y="5592515"/>
            <a:ext cx="676149" cy="716990"/>
          </a:xfrm>
          <a:prstGeom prst="rect">
            <a:avLst/>
          </a:prstGeom>
          <a:solidFill>
            <a:srgbClr val="333399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27</a:t>
            </a:r>
          </a:p>
        </p:txBody>
      </p:sp>
      <p:grpSp>
        <p:nvGrpSpPr>
          <p:cNvPr id="3126" name="成组"/>
          <p:cNvGrpSpPr/>
          <p:nvPr/>
        </p:nvGrpSpPr>
        <p:grpSpPr>
          <a:xfrm>
            <a:off x="5603804" y="4513297"/>
            <a:ext cx="5303521" cy="625406"/>
            <a:chOff x="0" y="0"/>
            <a:chExt cx="5303520" cy="625404"/>
          </a:xfrm>
        </p:grpSpPr>
        <p:sp>
          <p:nvSpPr>
            <p:cNvPr id="3123" name="线条"/>
            <p:cNvSpPr/>
            <p:nvPr/>
          </p:nvSpPr>
          <p:spPr>
            <a:xfrm>
              <a:off x="5303520" y="0"/>
              <a:ext cx="1" cy="302543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124" name="线条"/>
            <p:cNvSpPr/>
            <p:nvPr/>
          </p:nvSpPr>
          <p:spPr>
            <a:xfrm flipH="1" flipV="1">
              <a:off x="-1" y="302542"/>
              <a:ext cx="5303522" cy="1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125" name="线条"/>
            <p:cNvSpPr/>
            <p:nvPr/>
          </p:nvSpPr>
          <p:spPr>
            <a:xfrm flipH="1">
              <a:off x="31157" y="286737"/>
              <a:ext cx="1" cy="338668"/>
            </a:xfrm>
            <a:prstGeom prst="line">
              <a:avLst/>
            </a:prstGeom>
            <a:noFill/>
            <a:ln w="38100" cap="flat">
              <a:solidFill>
                <a:srgbClr val="3333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1300480">
                <a:lnSpc>
                  <a:spcPct val="100000"/>
                </a:lnSpc>
                <a:defRPr sz="2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3127" name="哨兵"/>
          <p:cNvSpPr txBox="1"/>
          <p:nvPr/>
        </p:nvSpPr>
        <p:spPr>
          <a:xfrm>
            <a:off x="602261" y="3687305"/>
            <a:ext cx="934100" cy="635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哨兵</a:t>
            </a:r>
          </a:p>
        </p:txBody>
      </p:sp>
      <p:sp>
        <p:nvSpPr>
          <p:cNvPr id="3128" name="sentinel"/>
          <p:cNvSpPr txBox="1"/>
          <p:nvPr/>
        </p:nvSpPr>
        <p:spPr>
          <a:xfrm>
            <a:off x="676225" y="4634551"/>
            <a:ext cx="1362063" cy="48449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indent="0">
              <a:lnSpc>
                <a:spcPct val="100000"/>
              </a:lnSpc>
              <a:defRPr sz="2600" b="1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sentinel</a:t>
            </a:r>
          </a:p>
        </p:txBody>
      </p:sp>
      <p:sp>
        <p:nvSpPr>
          <p:cNvPr id="3129" name="直接插入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直接插入排序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indefinite" fill="hold"/>
                                        <p:tgtEl>
                                          <p:spTgt spid="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indefinite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grpId="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dur="indefinite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1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dur="indefinite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dur="indefinite" fill="hold"/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1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dur="indefinite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1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dur="indefinite" fill="hold"/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grpId="1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dur="indefinite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8" fill="hold" grpId="1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dur="indefinite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8" fill="hold" grpId="1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" dur="indefinite" fill="hold"/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1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dur="indefinite" fill="hold"/>
                                        <p:tgtEl>
                                          <p:spTgt spid="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1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dur="indefinite" fill="hold"/>
                                        <p:tgtEl>
                                          <p:spTgt spid="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4" fill="hold" grpId="1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dur="indefinite" fill="hold"/>
                                        <p:tgtEl>
                                          <p:spTgt spid="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4" fill="hold" grpId="2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dur="indefinite" fill="hold"/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22" presetClass="entr" presetSubtype="4" fill="hold" grpId="2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dur="indefinite" fill="hold"/>
                                        <p:tgtEl>
                                          <p:spTgt spid="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000"/>
                            </p:stCondLst>
                            <p:childTnLst>
                              <p:par>
                                <p:cTn id="94" presetID="22" presetClass="entr" presetSubtype="4" fill="hold" grpId="2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" dur="indefinite" fill="hold"/>
                                        <p:tgtEl>
                                          <p:spTgt spid="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3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500"/>
                            </p:stCondLst>
                            <p:childTnLst>
                              <p:par>
                                <p:cTn id="98" presetID="22" presetClass="entr" presetSubtype="4" fill="hold" grpId="2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9" dur="indefinite" fill="hold"/>
                                        <p:tgtEl>
                                          <p:spTgt spid="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3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000"/>
                            </p:stCondLst>
                            <p:childTnLst>
                              <p:par>
                                <p:cTn id="102" presetID="22" presetClass="entr" presetSubtype="4" fill="hold" grpId="2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3" dur="indefinite" fill="hold"/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3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3500"/>
                            </p:stCondLst>
                            <p:childTnLst>
                              <p:par>
                                <p:cTn id="106" presetID="22" presetClass="entr" presetSubtype="4" fill="hold" grpId="2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7" dur="indefinite" fill="hold"/>
                                        <p:tgtEl>
                                          <p:spTgt spid="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3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4000"/>
                            </p:stCondLst>
                            <p:childTnLst>
                              <p:par>
                                <p:cTn id="110" presetID="22" presetClass="entr" presetSubtype="4" fill="hold" grpId="2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1" dur="indefinite" fill="hold"/>
                                        <p:tgtEl>
                                          <p:spTgt spid="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3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2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6" dur="indefinite" fill="hold"/>
                                        <p:tgtEl>
                                          <p:spTgt spid="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3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2" fill="hold" grpId="2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1" dur="indefinite" fill="hold"/>
                                        <p:tgtEl>
                                          <p:spTgt spid="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500"/>
                                        <p:tgtEl>
                                          <p:spTgt spid="3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2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6" dur="indefinite" fill="hold"/>
                                        <p:tgtEl>
                                          <p:spTgt spid="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8" fill="hold" grpId="3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0" dur="indefinite" fill="hold"/>
                                        <p:tgtEl>
                                          <p:spTgt spid="3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22" presetClass="entr" presetSubtype="8" fill="hold" grpId="3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4" dur="indefinite" fill="hold"/>
                                        <p:tgtEl>
                                          <p:spTgt spid="3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500"/>
                            </p:stCondLst>
                            <p:childTnLst>
                              <p:par>
                                <p:cTn id="137" presetID="22" presetClass="entr" presetSubtype="8" fill="hold" grpId="3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8" dur="indefinite" fill="hold"/>
                                        <p:tgtEl>
                                          <p:spTgt spid="3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2000"/>
                            </p:stCondLst>
                            <p:childTnLst>
                              <p:par>
                                <p:cTn id="141" presetID="22" presetClass="entr" presetSubtype="8" fill="hold" grpId="3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2" dur="indefinite" fill="hold"/>
                                        <p:tgtEl>
                                          <p:spTgt spid="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grpId="3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7" dur="indefinite" fill="hold"/>
                                        <p:tgtEl>
                                          <p:spTgt spid="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0" grpId="32" animBg="1" advAuto="0"/>
      <p:bldP spid="3099" grpId="24" animBg="1" advAuto="0"/>
      <p:bldP spid="3087" grpId="16" animBg="1" advAuto="0"/>
      <p:bldP spid="3063" grpId="5" animBg="1" advAuto="0"/>
      <p:bldP spid="3091" grpId="11" animBg="1" advAuto="0"/>
      <p:bldP spid="3061" grpId="3" animBg="1" advAuto="0"/>
      <p:bldP spid="3096" grpId="21" animBg="1" advAuto="0"/>
      <p:bldP spid="3081" grpId="10" animBg="1" advAuto="0"/>
      <p:bldP spid="3118" grpId="29" animBg="1" advAuto="0"/>
      <p:bldP spid="3093" grpId="18" animBg="1" advAuto="0"/>
      <p:bldP spid="3064" grpId="6" animBg="1" advAuto="0"/>
      <p:bldP spid="3094" grpId="19" animBg="1" advAuto="0"/>
      <p:bldP spid="3117" grpId="30" animBg="1" advAuto="0"/>
      <p:bldP spid="3082" grpId="9" animBg="1" advAuto="0"/>
      <p:bldP spid="3116" grpId="26" animBg="1" advAuto="0"/>
      <p:bldP spid="3119" grpId="31" animBg="1" advAuto="0"/>
      <p:bldP spid="3121" grpId="33" animBg="1" advAuto="0"/>
      <p:bldP spid="3098" grpId="23" animBg="1" advAuto="0"/>
      <p:bldP spid="3084" grpId="12" animBg="1" advAuto="0"/>
      <p:bldP spid="3080" grpId="8" animBg="1" advAuto="0"/>
      <p:bldP spid="3062" grpId="4" animBg="1" advAuto="0"/>
      <p:bldP spid="3085" grpId="14" animBg="1" advAuto="0"/>
      <p:bldP spid="3092" grpId="17" animBg="1" advAuto="0"/>
      <p:bldP spid="3114" grpId="25" animBg="1" advAuto="0"/>
      <p:bldP spid="3065" grpId="7" animBg="1" advAuto="0"/>
      <p:bldP spid="3097" grpId="22" animBg="1" advAuto="0"/>
      <p:bldP spid="3086" grpId="15" animBg="1" advAuto="0"/>
      <p:bldP spid="3122" grpId="34" animBg="1" advAuto="0"/>
      <p:bldP spid="3115" grpId="27" animBg="1" advAuto="0"/>
      <p:bldP spid="3095" grpId="20" animBg="1" advAuto="0"/>
      <p:bldP spid="3060" grpId="2" animBg="1" advAuto="0"/>
      <p:bldP spid="3083" grpId="13" animBg="1" advAuto="0"/>
      <p:bldP spid="3059" grpId="1" animBg="1" advAuto="0"/>
      <p:bldP spid="3126" grpId="28" animBg="1" advAuto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1" name="Shape 429"/>
          <p:cNvSpPr txBox="1"/>
          <p:nvPr/>
        </p:nvSpPr>
        <p:spPr>
          <a:xfrm>
            <a:off x="1381759" y="1393048"/>
            <a:ext cx="7086601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r>
              <a:t>算法详细执行过程：</a:t>
            </a:r>
          </a:p>
        </p:txBody>
      </p:sp>
      <p:sp>
        <p:nvSpPr>
          <p:cNvPr id="3132" name="Shape 430"/>
          <p:cNvSpPr txBox="1"/>
          <p:nvPr/>
        </p:nvSpPr>
        <p:spPr>
          <a:xfrm>
            <a:off x="1851377" y="2561731"/>
            <a:ext cx="2580734" cy="49289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int   d[]={5,3,1};</a:t>
            </a:r>
          </a:p>
        </p:txBody>
      </p:sp>
      <p:grpSp>
        <p:nvGrpSpPr>
          <p:cNvPr id="3147" name="Group 445"/>
          <p:cNvGrpSpPr/>
          <p:nvPr/>
        </p:nvGrpSpPr>
        <p:grpSpPr>
          <a:xfrm>
            <a:off x="2099732" y="4368798"/>
            <a:ext cx="10243543" cy="824093"/>
            <a:chOff x="0" y="0"/>
            <a:chExt cx="10243541" cy="824092"/>
          </a:xfrm>
        </p:grpSpPr>
        <p:grpSp>
          <p:nvGrpSpPr>
            <p:cNvPr id="3137" name="Group 435"/>
            <p:cNvGrpSpPr/>
            <p:nvPr/>
          </p:nvGrpSpPr>
          <p:grpSpPr>
            <a:xfrm>
              <a:off x="-1" y="-1"/>
              <a:ext cx="10243543" cy="824094"/>
              <a:chOff x="0" y="0"/>
              <a:chExt cx="10243541" cy="824092"/>
            </a:xfrm>
          </p:grpSpPr>
          <p:sp>
            <p:nvSpPr>
              <p:cNvPr id="3133" name="Shape 431"/>
              <p:cNvSpPr/>
              <p:nvPr/>
            </p:nvSpPr>
            <p:spPr>
              <a:xfrm>
                <a:off x="-1" y="821834"/>
                <a:ext cx="10236203" cy="225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34" name="Shape 432"/>
              <p:cNvSpPr/>
              <p:nvPr/>
            </p:nvSpPr>
            <p:spPr>
              <a:xfrm>
                <a:off x="-1" y="0"/>
                <a:ext cx="10236203" cy="225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35" name="Shape 433"/>
              <p:cNvSpPr/>
              <p:nvPr/>
            </p:nvSpPr>
            <p:spPr>
              <a:xfrm>
                <a:off x="10241282" y="-1"/>
                <a:ext cx="2260" cy="81957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36" name="Shape 434"/>
              <p:cNvSpPr/>
              <p:nvPr/>
            </p:nvSpPr>
            <p:spPr>
              <a:xfrm>
                <a:off x="-1" y="-1"/>
                <a:ext cx="2259" cy="81957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3138" name="Shape 436"/>
            <p:cNvSpPr/>
            <p:nvPr/>
          </p:nvSpPr>
          <p:spPr>
            <a:xfrm>
              <a:off x="1024466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39" name="Shape 437"/>
            <p:cNvSpPr/>
            <p:nvPr/>
          </p:nvSpPr>
          <p:spPr>
            <a:xfrm>
              <a:off x="2050062" y="0"/>
              <a:ext cx="2259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40" name="Shape 438"/>
            <p:cNvSpPr/>
            <p:nvPr/>
          </p:nvSpPr>
          <p:spPr>
            <a:xfrm>
              <a:off x="3072835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41" name="Shape 439"/>
            <p:cNvSpPr/>
            <p:nvPr/>
          </p:nvSpPr>
          <p:spPr>
            <a:xfrm>
              <a:off x="4097866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42" name="Shape 440"/>
            <p:cNvSpPr/>
            <p:nvPr/>
          </p:nvSpPr>
          <p:spPr>
            <a:xfrm>
              <a:off x="5224497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43" name="Shape 441"/>
            <p:cNvSpPr/>
            <p:nvPr/>
          </p:nvSpPr>
          <p:spPr>
            <a:xfrm>
              <a:off x="6247270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44" name="Shape 442"/>
            <p:cNvSpPr/>
            <p:nvPr/>
          </p:nvSpPr>
          <p:spPr>
            <a:xfrm>
              <a:off x="7272301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45" name="Shape 443"/>
            <p:cNvSpPr/>
            <p:nvPr/>
          </p:nvSpPr>
          <p:spPr>
            <a:xfrm>
              <a:off x="8193475" y="0"/>
              <a:ext cx="2259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46" name="Shape 444"/>
            <p:cNvSpPr/>
            <p:nvPr/>
          </p:nvSpPr>
          <p:spPr>
            <a:xfrm>
              <a:off x="9218508" y="0"/>
              <a:ext cx="2259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3148" name="Shape 446"/>
          <p:cNvSpPr txBox="1"/>
          <p:nvPr/>
        </p:nvSpPr>
        <p:spPr>
          <a:xfrm>
            <a:off x="1995875" y="3858541"/>
            <a:ext cx="10452102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   1          2         3          4          5         6         7        8         9          10</a:t>
            </a:r>
          </a:p>
        </p:txBody>
      </p:sp>
      <p:sp>
        <p:nvSpPr>
          <p:cNvPr id="3149" name="Shape 447"/>
          <p:cNvSpPr txBox="1"/>
          <p:nvPr/>
        </p:nvSpPr>
        <p:spPr>
          <a:xfrm>
            <a:off x="3226363" y="4412543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3150" name="Shape 448"/>
          <p:cNvSpPr txBox="1"/>
          <p:nvPr/>
        </p:nvSpPr>
        <p:spPr>
          <a:xfrm>
            <a:off x="4249137" y="4412543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3151" name="Shape 449"/>
          <p:cNvSpPr txBox="1"/>
          <p:nvPr/>
        </p:nvSpPr>
        <p:spPr>
          <a:xfrm>
            <a:off x="5375769" y="4412543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3152" name="Shape 450"/>
          <p:cNvSpPr txBox="1"/>
          <p:nvPr/>
        </p:nvSpPr>
        <p:spPr>
          <a:xfrm>
            <a:off x="6400800" y="4412543"/>
            <a:ext cx="7054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sp>
        <p:nvSpPr>
          <p:cNvPr id="3153" name="Shape 451"/>
          <p:cNvSpPr txBox="1"/>
          <p:nvPr/>
        </p:nvSpPr>
        <p:spPr>
          <a:xfrm>
            <a:off x="7429500" y="4412543"/>
            <a:ext cx="705499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3154" name="Shape 452"/>
          <p:cNvSpPr txBox="1"/>
          <p:nvPr/>
        </p:nvSpPr>
        <p:spPr>
          <a:xfrm>
            <a:off x="8566008" y="4412543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3155" name="Shape 453"/>
          <p:cNvSpPr txBox="1"/>
          <p:nvPr/>
        </p:nvSpPr>
        <p:spPr>
          <a:xfrm>
            <a:off x="9480408" y="4406900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 u="sng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3156" name="Shape 454"/>
          <p:cNvSpPr txBox="1"/>
          <p:nvPr/>
        </p:nvSpPr>
        <p:spPr>
          <a:xfrm>
            <a:off x="10394808" y="4406900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55</a:t>
            </a:r>
          </a:p>
        </p:txBody>
      </p:sp>
      <p:sp>
        <p:nvSpPr>
          <p:cNvPr id="3157" name="Shape 455"/>
          <p:cNvSpPr txBox="1"/>
          <p:nvPr/>
        </p:nvSpPr>
        <p:spPr>
          <a:xfrm>
            <a:off x="11417582" y="4406900"/>
            <a:ext cx="4388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</a:t>
            </a:r>
          </a:p>
        </p:txBody>
      </p:sp>
      <p:sp>
        <p:nvSpPr>
          <p:cNvPr id="3158" name="Shape 456"/>
          <p:cNvSpPr txBox="1"/>
          <p:nvPr/>
        </p:nvSpPr>
        <p:spPr>
          <a:xfrm>
            <a:off x="2194560" y="4418753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3159" name="Shape 457"/>
          <p:cNvSpPr/>
          <p:nvPr/>
        </p:nvSpPr>
        <p:spPr>
          <a:xfrm>
            <a:off x="8499403" y="4445000"/>
            <a:ext cx="705500" cy="6885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3160" name="Shape 458"/>
          <p:cNvSpPr/>
          <p:nvPr/>
        </p:nvSpPr>
        <p:spPr>
          <a:xfrm>
            <a:off x="9473634" y="4406900"/>
            <a:ext cx="705500" cy="6885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3161" name="Shape 459"/>
          <p:cNvSpPr/>
          <p:nvPr/>
        </p:nvSpPr>
        <p:spPr>
          <a:xfrm>
            <a:off x="10394808" y="4406900"/>
            <a:ext cx="705500" cy="6885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3162" name="Shape 460"/>
          <p:cNvSpPr/>
          <p:nvPr/>
        </p:nvSpPr>
        <p:spPr>
          <a:xfrm>
            <a:off x="11419840" y="4406900"/>
            <a:ext cx="705500" cy="6885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sp>
        <p:nvSpPr>
          <p:cNvPr id="3163" name="Shape 461"/>
          <p:cNvSpPr/>
          <p:nvPr/>
        </p:nvSpPr>
        <p:spPr>
          <a:xfrm>
            <a:off x="2201333" y="4406900"/>
            <a:ext cx="705500" cy="6885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3164" name="Shape 462"/>
          <p:cNvSpPr/>
          <p:nvPr/>
        </p:nvSpPr>
        <p:spPr>
          <a:xfrm>
            <a:off x="3226363" y="4406900"/>
            <a:ext cx="705500" cy="6885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3165" name="Shape 463"/>
          <p:cNvSpPr/>
          <p:nvPr/>
        </p:nvSpPr>
        <p:spPr>
          <a:xfrm>
            <a:off x="4249137" y="4406900"/>
            <a:ext cx="705500" cy="6885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 u="sng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3166" name="Shape 464"/>
          <p:cNvSpPr/>
          <p:nvPr/>
        </p:nvSpPr>
        <p:spPr>
          <a:xfrm>
            <a:off x="5321300" y="4445000"/>
            <a:ext cx="705499" cy="6885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55</a:t>
            </a:r>
          </a:p>
        </p:txBody>
      </p:sp>
      <p:sp>
        <p:nvSpPr>
          <p:cNvPr id="3167" name="Shape 465"/>
          <p:cNvSpPr/>
          <p:nvPr/>
        </p:nvSpPr>
        <p:spPr>
          <a:xfrm>
            <a:off x="6350000" y="4432300"/>
            <a:ext cx="438799" cy="6885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</a:t>
            </a:r>
          </a:p>
        </p:txBody>
      </p:sp>
      <p:sp>
        <p:nvSpPr>
          <p:cNvPr id="3168" name="Shape 466"/>
          <p:cNvSpPr/>
          <p:nvPr/>
        </p:nvSpPr>
        <p:spPr>
          <a:xfrm>
            <a:off x="7425831" y="4406900"/>
            <a:ext cx="705500" cy="6885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grpSp>
        <p:nvGrpSpPr>
          <p:cNvPr id="3175" name="Group 473"/>
          <p:cNvGrpSpPr/>
          <p:nvPr/>
        </p:nvGrpSpPr>
        <p:grpSpPr>
          <a:xfrm>
            <a:off x="2415182" y="5230354"/>
            <a:ext cx="5516000" cy="948452"/>
            <a:chOff x="0" y="0"/>
            <a:chExt cx="5515998" cy="948450"/>
          </a:xfrm>
        </p:grpSpPr>
        <p:grpSp>
          <p:nvGrpSpPr>
            <p:cNvPr id="3171" name="Group 469"/>
            <p:cNvGrpSpPr/>
            <p:nvPr/>
          </p:nvGrpSpPr>
          <p:grpSpPr>
            <a:xfrm>
              <a:off x="-1" y="9030"/>
              <a:ext cx="277954" cy="939421"/>
              <a:chOff x="0" y="0"/>
              <a:chExt cx="277952" cy="939419"/>
            </a:xfrm>
          </p:grpSpPr>
          <p:sp>
            <p:nvSpPr>
              <p:cNvPr id="3169" name="Shape 467"/>
              <p:cNvSpPr/>
              <p:nvPr/>
            </p:nvSpPr>
            <p:spPr>
              <a:xfrm flipV="1">
                <a:off x="203199" y="0"/>
                <a:ext cx="2260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70" name="Shape 468"/>
              <p:cNvSpPr txBox="1"/>
              <p:nvPr/>
            </p:nvSpPr>
            <p:spPr>
              <a:xfrm>
                <a:off x="0" y="422205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174" name="Group 472"/>
            <p:cNvGrpSpPr/>
            <p:nvPr/>
          </p:nvGrpSpPr>
          <p:grpSpPr>
            <a:xfrm>
              <a:off x="5238045" y="0"/>
              <a:ext cx="277954" cy="939420"/>
              <a:chOff x="0" y="0"/>
              <a:chExt cx="277952" cy="939419"/>
            </a:xfrm>
          </p:grpSpPr>
          <p:sp>
            <p:nvSpPr>
              <p:cNvPr id="3172" name="Shape 470"/>
              <p:cNvSpPr/>
              <p:nvPr/>
            </p:nvSpPr>
            <p:spPr>
              <a:xfrm flipV="1">
                <a:off x="203199" y="0"/>
                <a:ext cx="2260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73" name="Shape 471"/>
              <p:cNvSpPr txBox="1"/>
              <p:nvPr/>
            </p:nvSpPr>
            <p:spPr>
              <a:xfrm>
                <a:off x="0" y="422204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grpSp>
        <p:nvGrpSpPr>
          <p:cNvPr id="3182" name="Group 480"/>
          <p:cNvGrpSpPr/>
          <p:nvPr/>
        </p:nvGrpSpPr>
        <p:grpSpPr>
          <a:xfrm>
            <a:off x="3296791" y="5230354"/>
            <a:ext cx="5516000" cy="948452"/>
            <a:chOff x="0" y="0"/>
            <a:chExt cx="5515998" cy="948450"/>
          </a:xfrm>
        </p:grpSpPr>
        <p:grpSp>
          <p:nvGrpSpPr>
            <p:cNvPr id="3178" name="Group 476"/>
            <p:cNvGrpSpPr/>
            <p:nvPr/>
          </p:nvGrpSpPr>
          <p:grpSpPr>
            <a:xfrm>
              <a:off x="-1" y="9030"/>
              <a:ext cx="277954" cy="939421"/>
              <a:chOff x="0" y="0"/>
              <a:chExt cx="277952" cy="939419"/>
            </a:xfrm>
          </p:grpSpPr>
          <p:sp>
            <p:nvSpPr>
              <p:cNvPr id="3176" name="Shape 474"/>
              <p:cNvSpPr/>
              <p:nvPr/>
            </p:nvSpPr>
            <p:spPr>
              <a:xfrm flipV="1">
                <a:off x="203199" y="0"/>
                <a:ext cx="2260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77" name="Shape 475"/>
              <p:cNvSpPr txBox="1"/>
              <p:nvPr/>
            </p:nvSpPr>
            <p:spPr>
              <a:xfrm>
                <a:off x="0" y="422205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181" name="Group 479"/>
            <p:cNvGrpSpPr/>
            <p:nvPr/>
          </p:nvGrpSpPr>
          <p:grpSpPr>
            <a:xfrm>
              <a:off x="5238045" y="0"/>
              <a:ext cx="277954" cy="937444"/>
              <a:chOff x="0" y="0"/>
              <a:chExt cx="277952" cy="937443"/>
            </a:xfrm>
          </p:grpSpPr>
          <p:sp>
            <p:nvSpPr>
              <p:cNvPr id="3179" name="Shape 477"/>
              <p:cNvSpPr/>
              <p:nvPr/>
            </p:nvSpPr>
            <p:spPr>
              <a:xfrm flipV="1">
                <a:off x="203199" y="0"/>
                <a:ext cx="2260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80" name="Shape 478"/>
              <p:cNvSpPr txBox="1"/>
              <p:nvPr/>
            </p:nvSpPr>
            <p:spPr>
              <a:xfrm>
                <a:off x="0" y="420228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grpSp>
        <p:nvGrpSpPr>
          <p:cNvPr id="3189" name="Group 487"/>
          <p:cNvGrpSpPr/>
          <p:nvPr/>
        </p:nvGrpSpPr>
        <p:grpSpPr>
          <a:xfrm>
            <a:off x="4463504" y="5230354"/>
            <a:ext cx="5516000" cy="948452"/>
            <a:chOff x="0" y="0"/>
            <a:chExt cx="5515998" cy="948450"/>
          </a:xfrm>
        </p:grpSpPr>
        <p:grpSp>
          <p:nvGrpSpPr>
            <p:cNvPr id="3185" name="Group 483"/>
            <p:cNvGrpSpPr/>
            <p:nvPr/>
          </p:nvGrpSpPr>
          <p:grpSpPr>
            <a:xfrm>
              <a:off x="-1" y="9030"/>
              <a:ext cx="277954" cy="939421"/>
              <a:chOff x="0" y="0"/>
              <a:chExt cx="277952" cy="939419"/>
            </a:xfrm>
          </p:grpSpPr>
          <p:sp>
            <p:nvSpPr>
              <p:cNvPr id="3183" name="Shape 481"/>
              <p:cNvSpPr/>
              <p:nvPr/>
            </p:nvSpPr>
            <p:spPr>
              <a:xfrm flipV="1">
                <a:off x="203199" y="0"/>
                <a:ext cx="2260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84" name="Shape 482"/>
              <p:cNvSpPr txBox="1"/>
              <p:nvPr/>
            </p:nvSpPr>
            <p:spPr>
              <a:xfrm>
                <a:off x="0" y="422205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188" name="Group 486"/>
            <p:cNvGrpSpPr/>
            <p:nvPr/>
          </p:nvGrpSpPr>
          <p:grpSpPr>
            <a:xfrm>
              <a:off x="5238045" y="0"/>
              <a:ext cx="277954" cy="937444"/>
              <a:chOff x="0" y="0"/>
              <a:chExt cx="277952" cy="937443"/>
            </a:xfrm>
          </p:grpSpPr>
          <p:sp>
            <p:nvSpPr>
              <p:cNvPr id="3186" name="Shape 484"/>
              <p:cNvSpPr/>
              <p:nvPr/>
            </p:nvSpPr>
            <p:spPr>
              <a:xfrm flipV="1">
                <a:off x="203199" y="0"/>
                <a:ext cx="2260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87" name="Shape 485"/>
              <p:cNvSpPr txBox="1"/>
              <p:nvPr/>
            </p:nvSpPr>
            <p:spPr>
              <a:xfrm>
                <a:off x="0" y="420228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grpSp>
        <p:nvGrpSpPr>
          <p:cNvPr id="3196" name="Group 494"/>
          <p:cNvGrpSpPr/>
          <p:nvPr/>
        </p:nvGrpSpPr>
        <p:grpSpPr>
          <a:xfrm>
            <a:off x="5428133" y="5230354"/>
            <a:ext cx="5516000" cy="948452"/>
            <a:chOff x="0" y="0"/>
            <a:chExt cx="5515998" cy="948450"/>
          </a:xfrm>
        </p:grpSpPr>
        <p:grpSp>
          <p:nvGrpSpPr>
            <p:cNvPr id="3192" name="Group 490"/>
            <p:cNvGrpSpPr/>
            <p:nvPr/>
          </p:nvGrpSpPr>
          <p:grpSpPr>
            <a:xfrm>
              <a:off x="-1" y="9031"/>
              <a:ext cx="277954" cy="939420"/>
              <a:chOff x="0" y="0"/>
              <a:chExt cx="277952" cy="939419"/>
            </a:xfrm>
          </p:grpSpPr>
          <p:sp>
            <p:nvSpPr>
              <p:cNvPr id="3190" name="Shape 488"/>
              <p:cNvSpPr/>
              <p:nvPr/>
            </p:nvSpPr>
            <p:spPr>
              <a:xfrm flipV="1">
                <a:off x="203199" y="0"/>
                <a:ext cx="2260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91" name="Shape 489"/>
              <p:cNvSpPr txBox="1"/>
              <p:nvPr/>
            </p:nvSpPr>
            <p:spPr>
              <a:xfrm>
                <a:off x="0" y="422204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195" name="Group 493"/>
            <p:cNvGrpSpPr/>
            <p:nvPr/>
          </p:nvGrpSpPr>
          <p:grpSpPr>
            <a:xfrm>
              <a:off x="5238045" y="0"/>
              <a:ext cx="277954" cy="939420"/>
              <a:chOff x="0" y="0"/>
              <a:chExt cx="277952" cy="939419"/>
            </a:xfrm>
          </p:grpSpPr>
          <p:sp>
            <p:nvSpPr>
              <p:cNvPr id="3193" name="Shape 491"/>
              <p:cNvSpPr/>
              <p:nvPr/>
            </p:nvSpPr>
            <p:spPr>
              <a:xfrm flipV="1">
                <a:off x="203199" y="0"/>
                <a:ext cx="2260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94" name="Shape 492"/>
              <p:cNvSpPr txBox="1"/>
              <p:nvPr/>
            </p:nvSpPr>
            <p:spPr>
              <a:xfrm>
                <a:off x="0" y="422204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grpSp>
        <p:nvGrpSpPr>
          <p:cNvPr id="3203" name="Group 501"/>
          <p:cNvGrpSpPr/>
          <p:nvPr/>
        </p:nvGrpSpPr>
        <p:grpSpPr>
          <a:xfrm>
            <a:off x="6553871" y="5230354"/>
            <a:ext cx="5510355" cy="948452"/>
            <a:chOff x="0" y="0"/>
            <a:chExt cx="5510354" cy="948450"/>
          </a:xfrm>
        </p:grpSpPr>
        <p:grpSp>
          <p:nvGrpSpPr>
            <p:cNvPr id="3199" name="Group 497"/>
            <p:cNvGrpSpPr/>
            <p:nvPr/>
          </p:nvGrpSpPr>
          <p:grpSpPr>
            <a:xfrm>
              <a:off x="-1" y="9031"/>
              <a:ext cx="277954" cy="939420"/>
              <a:chOff x="0" y="0"/>
              <a:chExt cx="277952" cy="939419"/>
            </a:xfrm>
          </p:grpSpPr>
          <p:sp>
            <p:nvSpPr>
              <p:cNvPr id="3197" name="Shape 495"/>
              <p:cNvSpPr/>
              <p:nvPr/>
            </p:nvSpPr>
            <p:spPr>
              <a:xfrm flipV="1">
                <a:off x="203199" y="0"/>
                <a:ext cx="2260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98" name="Shape 496"/>
              <p:cNvSpPr txBox="1"/>
              <p:nvPr/>
            </p:nvSpPr>
            <p:spPr>
              <a:xfrm>
                <a:off x="0" y="422204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202" name="Group 500"/>
            <p:cNvGrpSpPr/>
            <p:nvPr/>
          </p:nvGrpSpPr>
          <p:grpSpPr>
            <a:xfrm>
              <a:off x="5232401" y="0"/>
              <a:ext cx="277954" cy="939420"/>
              <a:chOff x="0" y="0"/>
              <a:chExt cx="277952" cy="939419"/>
            </a:xfrm>
          </p:grpSpPr>
          <p:sp>
            <p:nvSpPr>
              <p:cNvPr id="3200" name="Shape 498"/>
              <p:cNvSpPr/>
              <p:nvPr/>
            </p:nvSpPr>
            <p:spPr>
              <a:xfrm flipV="1">
                <a:off x="208844" y="0"/>
                <a:ext cx="2260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01" name="Shape 499"/>
              <p:cNvSpPr txBox="1"/>
              <p:nvPr/>
            </p:nvSpPr>
            <p:spPr>
              <a:xfrm>
                <a:off x="0" y="422204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sp>
        <p:nvSpPr>
          <p:cNvPr id="3204" name="Shape 502"/>
          <p:cNvSpPr txBox="1"/>
          <p:nvPr/>
        </p:nvSpPr>
        <p:spPr>
          <a:xfrm>
            <a:off x="460585" y="4481688"/>
            <a:ext cx="1549403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r>
              <a:t>第一趟</a:t>
            </a:r>
          </a:p>
        </p:txBody>
      </p:sp>
      <p:sp>
        <p:nvSpPr>
          <p:cNvPr id="3205" name="Shape 504"/>
          <p:cNvSpPr txBox="1"/>
          <p:nvPr/>
        </p:nvSpPr>
        <p:spPr>
          <a:xfrm>
            <a:off x="7629031" y="2987039"/>
            <a:ext cx="1358902" cy="43155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13</a:t>
            </a:r>
          </a:p>
        </p:txBody>
      </p:sp>
      <p:sp>
        <p:nvSpPr>
          <p:cNvPr id="3206" name="Shape 505"/>
          <p:cNvSpPr txBox="1"/>
          <p:nvPr/>
        </p:nvSpPr>
        <p:spPr>
          <a:xfrm>
            <a:off x="7629031" y="2987039"/>
            <a:ext cx="1358902" cy="43155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27</a:t>
            </a:r>
          </a:p>
        </p:txBody>
      </p:sp>
      <p:sp>
        <p:nvSpPr>
          <p:cNvPr id="3207" name="Shape 506"/>
          <p:cNvSpPr txBox="1"/>
          <p:nvPr/>
        </p:nvSpPr>
        <p:spPr>
          <a:xfrm>
            <a:off x="7629031" y="2982523"/>
            <a:ext cx="1358902" cy="43155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t> </a:t>
            </a:r>
            <a:r>
              <a:rPr u="sng"/>
              <a:t>49</a:t>
            </a:r>
            <a:endParaRPr u="sng"/>
          </a:p>
        </p:txBody>
      </p:sp>
      <p:sp>
        <p:nvSpPr>
          <p:cNvPr id="3208" name="Shape 507"/>
          <p:cNvSpPr txBox="1"/>
          <p:nvPr/>
        </p:nvSpPr>
        <p:spPr>
          <a:xfrm>
            <a:off x="7651608" y="2987039"/>
            <a:ext cx="1358902" cy="43155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55</a:t>
            </a:r>
          </a:p>
        </p:txBody>
      </p:sp>
      <p:sp>
        <p:nvSpPr>
          <p:cNvPr id="3209" name="Shape 508"/>
          <p:cNvSpPr txBox="1"/>
          <p:nvPr/>
        </p:nvSpPr>
        <p:spPr>
          <a:xfrm>
            <a:off x="7629031" y="2996070"/>
            <a:ext cx="1358902" cy="43155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4</a:t>
            </a:r>
          </a:p>
        </p:txBody>
      </p:sp>
      <p:sp>
        <p:nvSpPr>
          <p:cNvPr id="3210" name="Shape 509"/>
          <p:cNvSpPr txBox="1"/>
          <p:nvPr/>
        </p:nvSpPr>
        <p:spPr>
          <a:xfrm>
            <a:off x="1851376" y="3110370"/>
            <a:ext cx="1521227" cy="49289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d=d[0]=5</a:t>
            </a:r>
          </a:p>
        </p:txBody>
      </p:sp>
      <p:sp>
        <p:nvSpPr>
          <p:cNvPr id="3211" name="Shape 593"/>
          <p:cNvSpPr txBox="1"/>
          <p:nvPr/>
        </p:nvSpPr>
        <p:spPr>
          <a:xfrm>
            <a:off x="6934200" y="2955994"/>
            <a:ext cx="1063416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r[0]=</a:t>
            </a:r>
          </a:p>
        </p:txBody>
      </p:sp>
      <p:sp>
        <p:nvSpPr>
          <p:cNvPr id="3212" name="Shape 732"/>
          <p:cNvSpPr txBox="1"/>
          <p:nvPr/>
        </p:nvSpPr>
        <p:spPr>
          <a:xfrm>
            <a:off x="2405944" y="139700"/>
            <a:ext cx="7581902" cy="98375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希尔排序-动画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3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3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dur="indefinite" fill="hold"/>
                                        <p:tgtEl>
                                          <p:spTgt spid="3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dur="indefinite" fill="hold"/>
                                        <p:tgtEl>
                                          <p:spTgt spid="3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3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1" fill="hold" grpId="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35" dur="500" fill="hold"/>
                                        <p:tgtEl>
                                          <p:spTgt spid="3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xit" presetSubtype="1" fill="hold" grpId="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40" dur="500" fill="hold"/>
                                        <p:tgtEl>
                                          <p:spTgt spid="3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dur="indefinite" fill="hold"/>
                                        <p:tgtEl>
                                          <p:spTgt spid="3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1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dur="indefinite" fill="hold"/>
                                        <p:tgtEl>
                                          <p:spTgt spid="3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dur="indefinite" fill="hold"/>
                                        <p:tgtEl>
                                          <p:spTgt spid="3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1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dur="indefinite" fill="hold"/>
                                        <p:tgtEl>
                                          <p:spTgt spid="3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xit" presetSubtype="1" fill="hold" grpId="1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65" dur="500" fill="hold"/>
                                        <p:tgtEl>
                                          <p:spTgt spid="3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xit" presetSubtype="1" fill="hold" grpId="1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70" dur="500" fill="hold"/>
                                        <p:tgtEl>
                                          <p:spTgt spid="3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1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dur="indefinite" fill="hold"/>
                                        <p:tgtEl>
                                          <p:spTgt spid="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1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dur="indefinite" fill="hold"/>
                                        <p:tgtEl>
                                          <p:spTgt spid="32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20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16" nodeType="with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dur="indefinite" fill="hold"/>
                                        <p:tgtEl>
                                          <p:spTgt spid="3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1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dur="indefinite" fill="hold"/>
                                        <p:tgtEl>
                                          <p:spTgt spid="3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1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3" dur="indefinite" fill="hold"/>
                                        <p:tgtEl>
                                          <p:spTgt spid="3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3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xit" presetSubtype="1" fill="hold" grpId="1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98" dur="500" fill="hold"/>
                                        <p:tgtEl>
                                          <p:spTgt spid="31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xit" presetSubtype="1" fill="hold" grpId="2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03" dur="500" fill="hold"/>
                                        <p:tgtEl>
                                          <p:spTgt spid="3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22" presetClass="exit" presetSubtype="1" fill="hold" grpId="20" nodeType="with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06" dur="500" fill="hold"/>
                                        <p:tgtEl>
                                          <p:spTgt spid="320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2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1" dur="indefinite" fill="hold"/>
                                        <p:tgtEl>
                                          <p:spTgt spid="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3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2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6" dur="indefinite" fill="hold"/>
                                        <p:tgtEl>
                                          <p:spTgt spid="320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320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grpId="22" nodeType="with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9" dur="indefinite" fill="hold"/>
                                        <p:tgtEl>
                                          <p:spTgt spid="3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3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grpId="2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4" dur="indefinite" fill="hold"/>
                                        <p:tgtEl>
                                          <p:spTgt spid="3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3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grpId="2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9" dur="indefinite" fill="hold"/>
                                        <p:tgtEl>
                                          <p:spTgt spid="3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3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xit" presetSubtype="1" fill="hold" grpId="2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34" dur="500" fill="hold"/>
                                        <p:tgtEl>
                                          <p:spTgt spid="3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xit" presetSubtype="1" fill="hold" grpId="2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39" dur="500" fill="hold"/>
                                        <p:tgtEl>
                                          <p:spTgt spid="3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22" presetClass="exit" presetSubtype="1" fill="hold" grpId="26" nodeType="with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42" dur="500" fill="hold"/>
                                        <p:tgtEl>
                                          <p:spTgt spid="320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grpId="2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7" dur="indefinite" fill="hold"/>
                                        <p:tgtEl>
                                          <p:spTgt spid="3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3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4" fill="hold" grpId="2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2" dur="indefinite" fill="hold"/>
                                        <p:tgtEl>
                                          <p:spTgt spid="320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320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4" fill="hold" grpId="28" nodeType="with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5" dur="indefinite" fill="hold"/>
                                        <p:tgtEl>
                                          <p:spTgt spid="3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3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4" fill="hold" grpId="2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0" dur="indefinite" fill="hold"/>
                                        <p:tgtEl>
                                          <p:spTgt spid="3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3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4" fill="hold" grpId="3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5" dur="indefinite" fill="hold"/>
                                        <p:tgtEl>
                                          <p:spTgt spid="3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3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9" grpId="15" animBg="1" advAuto="0"/>
      <p:bldP spid="3165" grpId="17" animBg="1" advAuto="0"/>
      <p:bldP spid="3182" grpId="9" animBg="1" advAuto="0"/>
      <p:bldP spid="3196" grpId="25" animBg="1" advAuto="0"/>
      <p:bldP spid="3189" grpId="19" animBg="1" advAuto="0"/>
      <p:bldP spid="3166" grpId="23" animBg="1" advAuto="0"/>
      <p:bldP spid="3182" grpId="13" animBg="1" advAuto="0"/>
      <p:bldP spid="3159" grpId="12" animBg="1" advAuto="0"/>
      <p:bldP spid="3204" grpId="1" animBg="1" advAuto="0"/>
      <p:bldP spid="3167" grpId="29" animBg="1" advAuto="0"/>
      <p:bldP spid="3208" grpId="22" bldLvl="5" animBg="1" advAuto="0" build="p"/>
      <p:bldP spid="3160" grpId="18" animBg="1" advAuto="0"/>
      <p:bldP spid="3208" grpId="26" bldLvl="5" animBg="1" advAuto="0" build="p"/>
      <p:bldP spid="3205" grpId="4" animBg="1" advAuto="0"/>
      <p:bldP spid="3161" grpId="24" animBg="1" advAuto="0"/>
      <p:bldP spid="3209" grpId="28" bldLvl="5" animBg="1" advAuto="0" build="p"/>
      <p:bldP spid="3207" grpId="16" bldLvl="5" animBg="1" advAuto="0" build="p"/>
      <p:bldP spid="3205" grpId="8" animBg="1" advAuto="0"/>
      <p:bldP spid="3206" grpId="10" animBg="1" advAuto="0"/>
      <p:bldP spid="3203" grpId="27" animBg="1" advAuto="0"/>
      <p:bldP spid="3207" grpId="20" bldLvl="5" animBg="1" advAuto="0" build="p"/>
      <p:bldP spid="3175" grpId="3" animBg="1" advAuto="0"/>
      <p:bldP spid="3211" grpId="2" animBg="1" advAuto="0"/>
      <p:bldP spid="3168" grpId="6" animBg="1" advAuto="0"/>
      <p:bldP spid="3206" grpId="14" animBg="1" advAuto="0"/>
      <p:bldP spid="3175" grpId="7" animBg="1" advAuto="0"/>
      <p:bldP spid="3162" grpId="30" animBg="1" advAuto="0"/>
      <p:bldP spid="3163" grpId="5" animBg="1" advAuto="0"/>
      <p:bldP spid="3164" grpId="11" animBg="1" advAuto="0"/>
      <p:bldP spid="3196" grpId="21" animBg="1" advAuto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4" name="Shape 512"/>
          <p:cNvSpPr txBox="1"/>
          <p:nvPr/>
        </p:nvSpPr>
        <p:spPr>
          <a:xfrm>
            <a:off x="1508477" y="2159000"/>
            <a:ext cx="2580734" cy="49289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int   d[]={5,3,1};</a:t>
            </a:r>
          </a:p>
        </p:txBody>
      </p:sp>
      <p:grpSp>
        <p:nvGrpSpPr>
          <p:cNvPr id="3229" name="Group 527"/>
          <p:cNvGrpSpPr/>
          <p:nvPr/>
        </p:nvGrpSpPr>
        <p:grpSpPr>
          <a:xfrm>
            <a:off x="2063890" y="4087142"/>
            <a:ext cx="10243543" cy="819575"/>
            <a:chOff x="0" y="0"/>
            <a:chExt cx="10243541" cy="819574"/>
          </a:xfrm>
        </p:grpSpPr>
        <p:grpSp>
          <p:nvGrpSpPr>
            <p:cNvPr id="3219" name="Group 517"/>
            <p:cNvGrpSpPr/>
            <p:nvPr/>
          </p:nvGrpSpPr>
          <p:grpSpPr>
            <a:xfrm>
              <a:off x="-1" y="0"/>
              <a:ext cx="10243542" cy="819575"/>
              <a:chOff x="0" y="0"/>
              <a:chExt cx="10243541" cy="819574"/>
            </a:xfrm>
          </p:grpSpPr>
          <p:sp>
            <p:nvSpPr>
              <p:cNvPr id="3215" name="Shape 513"/>
              <p:cNvSpPr/>
              <p:nvPr/>
            </p:nvSpPr>
            <p:spPr>
              <a:xfrm>
                <a:off x="-1" y="815059"/>
                <a:ext cx="10236203" cy="225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16" name="Shape 514"/>
              <p:cNvSpPr/>
              <p:nvPr/>
            </p:nvSpPr>
            <p:spPr>
              <a:xfrm>
                <a:off x="-1" y="0"/>
                <a:ext cx="10236203" cy="225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17" name="Shape 515"/>
              <p:cNvSpPr/>
              <p:nvPr/>
            </p:nvSpPr>
            <p:spPr>
              <a:xfrm>
                <a:off x="10241281" y="0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18" name="Shape 516"/>
              <p:cNvSpPr/>
              <p:nvPr/>
            </p:nvSpPr>
            <p:spPr>
              <a:xfrm>
                <a:off x="-1" y="0"/>
                <a:ext cx="2259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3220" name="Shape 518"/>
            <p:cNvSpPr/>
            <p:nvPr/>
          </p:nvSpPr>
          <p:spPr>
            <a:xfrm>
              <a:off x="1022208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21" name="Shape 519"/>
            <p:cNvSpPr/>
            <p:nvPr/>
          </p:nvSpPr>
          <p:spPr>
            <a:xfrm>
              <a:off x="2050062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22" name="Shape 520"/>
            <p:cNvSpPr/>
            <p:nvPr/>
          </p:nvSpPr>
          <p:spPr>
            <a:xfrm>
              <a:off x="3072835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23" name="Shape 521"/>
            <p:cNvSpPr/>
            <p:nvPr/>
          </p:nvSpPr>
          <p:spPr>
            <a:xfrm>
              <a:off x="4097866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24" name="Shape 522"/>
            <p:cNvSpPr/>
            <p:nvPr/>
          </p:nvSpPr>
          <p:spPr>
            <a:xfrm>
              <a:off x="5224498" y="0"/>
              <a:ext cx="2259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25" name="Shape 523"/>
            <p:cNvSpPr/>
            <p:nvPr/>
          </p:nvSpPr>
          <p:spPr>
            <a:xfrm>
              <a:off x="6247271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26" name="Shape 524"/>
            <p:cNvSpPr/>
            <p:nvPr/>
          </p:nvSpPr>
          <p:spPr>
            <a:xfrm>
              <a:off x="7272302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27" name="Shape 525"/>
            <p:cNvSpPr/>
            <p:nvPr/>
          </p:nvSpPr>
          <p:spPr>
            <a:xfrm>
              <a:off x="8193475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28" name="Shape 526"/>
            <p:cNvSpPr/>
            <p:nvPr/>
          </p:nvSpPr>
          <p:spPr>
            <a:xfrm>
              <a:off x="9218508" y="0"/>
              <a:ext cx="2259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3230" name="Shape 528"/>
          <p:cNvSpPr txBox="1"/>
          <p:nvPr/>
        </p:nvSpPr>
        <p:spPr>
          <a:xfrm>
            <a:off x="1960033" y="3574625"/>
            <a:ext cx="10452102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   1          2         3          4          5         6         7        8         9          10</a:t>
            </a:r>
          </a:p>
        </p:txBody>
      </p:sp>
      <p:sp>
        <p:nvSpPr>
          <p:cNvPr id="3231" name="Shape 529"/>
          <p:cNvSpPr txBox="1"/>
          <p:nvPr/>
        </p:nvSpPr>
        <p:spPr>
          <a:xfrm>
            <a:off x="3190521" y="4152900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3232" name="Shape 530"/>
          <p:cNvSpPr txBox="1"/>
          <p:nvPr/>
        </p:nvSpPr>
        <p:spPr>
          <a:xfrm>
            <a:off x="4213295" y="4152900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 u="sng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3233" name="Shape 531"/>
          <p:cNvSpPr txBox="1"/>
          <p:nvPr/>
        </p:nvSpPr>
        <p:spPr>
          <a:xfrm>
            <a:off x="5339925" y="4152900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55</a:t>
            </a:r>
          </a:p>
        </p:txBody>
      </p:sp>
      <p:sp>
        <p:nvSpPr>
          <p:cNvPr id="3234" name="Shape 532"/>
          <p:cNvSpPr txBox="1"/>
          <p:nvPr/>
        </p:nvSpPr>
        <p:spPr>
          <a:xfrm>
            <a:off x="6364958" y="4152900"/>
            <a:ext cx="438799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</a:t>
            </a:r>
          </a:p>
        </p:txBody>
      </p:sp>
      <p:sp>
        <p:nvSpPr>
          <p:cNvPr id="3235" name="Shape 533"/>
          <p:cNvSpPr txBox="1"/>
          <p:nvPr/>
        </p:nvSpPr>
        <p:spPr>
          <a:xfrm>
            <a:off x="7391400" y="4152900"/>
            <a:ext cx="705499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3236" name="Shape 534"/>
          <p:cNvSpPr txBox="1"/>
          <p:nvPr/>
        </p:nvSpPr>
        <p:spPr>
          <a:xfrm>
            <a:off x="8377766" y="4152900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3237" name="Shape 535"/>
          <p:cNvSpPr txBox="1"/>
          <p:nvPr/>
        </p:nvSpPr>
        <p:spPr>
          <a:xfrm>
            <a:off x="9444566" y="415064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3238" name="Shape 536"/>
          <p:cNvSpPr txBox="1"/>
          <p:nvPr/>
        </p:nvSpPr>
        <p:spPr>
          <a:xfrm>
            <a:off x="10358966" y="415064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3239" name="Shape 537"/>
          <p:cNvSpPr txBox="1"/>
          <p:nvPr/>
        </p:nvSpPr>
        <p:spPr>
          <a:xfrm>
            <a:off x="11381740" y="415064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sp>
        <p:nvSpPr>
          <p:cNvPr id="3240" name="Shape 538"/>
          <p:cNvSpPr txBox="1"/>
          <p:nvPr/>
        </p:nvSpPr>
        <p:spPr>
          <a:xfrm>
            <a:off x="2158717" y="4147537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3241" name="Shape 539"/>
          <p:cNvSpPr/>
          <p:nvPr/>
        </p:nvSpPr>
        <p:spPr>
          <a:xfrm>
            <a:off x="6364958" y="4150641"/>
            <a:ext cx="705499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3242" name="Shape 540"/>
          <p:cNvSpPr/>
          <p:nvPr/>
        </p:nvSpPr>
        <p:spPr>
          <a:xfrm>
            <a:off x="3190521" y="4150641"/>
            <a:ext cx="4388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</a:t>
            </a:r>
          </a:p>
        </p:txBody>
      </p:sp>
      <p:grpSp>
        <p:nvGrpSpPr>
          <p:cNvPr id="3249" name="Group 547"/>
          <p:cNvGrpSpPr/>
          <p:nvPr/>
        </p:nvGrpSpPr>
        <p:grpSpPr>
          <a:xfrm>
            <a:off x="2425700" y="4990250"/>
            <a:ext cx="3228305" cy="952970"/>
            <a:chOff x="0" y="0"/>
            <a:chExt cx="3228304" cy="952968"/>
          </a:xfrm>
        </p:grpSpPr>
        <p:grpSp>
          <p:nvGrpSpPr>
            <p:cNvPr id="3245" name="Group 543"/>
            <p:cNvGrpSpPr/>
            <p:nvPr/>
          </p:nvGrpSpPr>
          <p:grpSpPr>
            <a:xfrm>
              <a:off x="0" y="13548"/>
              <a:ext cx="277954" cy="939421"/>
              <a:chOff x="0" y="0"/>
              <a:chExt cx="277952" cy="939419"/>
            </a:xfrm>
          </p:grpSpPr>
          <p:sp>
            <p:nvSpPr>
              <p:cNvPr id="3243" name="Shape 541"/>
              <p:cNvSpPr/>
              <p:nvPr/>
            </p:nvSpPr>
            <p:spPr>
              <a:xfrm flipV="1">
                <a:off x="198120" y="0"/>
                <a:ext cx="2259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44" name="Shape 542"/>
              <p:cNvSpPr txBox="1"/>
              <p:nvPr/>
            </p:nvSpPr>
            <p:spPr>
              <a:xfrm>
                <a:off x="0" y="422205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248" name="Group 546"/>
            <p:cNvGrpSpPr/>
            <p:nvPr/>
          </p:nvGrpSpPr>
          <p:grpSpPr>
            <a:xfrm>
              <a:off x="2950351" y="0"/>
              <a:ext cx="277954" cy="937164"/>
              <a:chOff x="0" y="0"/>
              <a:chExt cx="277952" cy="937163"/>
            </a:xfrm>
          </p:grpSpPr>
          <p:sp>
            <p:nvSpPr>
              <p:cNvPr id="3246" name="Shape 544"/>
              <p:cNvSpPr/>
              <p:nvPr/>
            </p:nvSpPr>
            <p:spPr>
              <a:xfrm flipV="1">
                <a:off x="204326" y="0"/>
                <a:ext cx="7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47" name="Shape 545"/>
              <p:cNvSpPr txBox="1"/>
              <p:nvPr/>
            </p:nvSpPr>
            <p:spPr>
              <a:xfrm>
                <a:off x="0" y="419948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grpSp>
        <p:nvGrpSpPr>
          <p:cNvPr id="3256" name="Group 554"/>
          <p:cNvGrpSpPr/>
          <p:nvPr/>
        </p:nvGrpSpPr>
        <p:grpSpPr>
          <a:xfrm>
            <a:off x="5443785" y="4902196"/>
            <a:ext cx="3525079" cy="957486"/>
            <a:chOff x="0" y="0"/>
            <a:chExt cx="3525078" cy="957484"/>
          </a:xfrm>
        </p:grpSpPr>
        <p:grpSp>
          <p:nvGrpSpPr>
            <p:cNvPr id="3252" name="Group 550"/>
            <p:cNvGrpSpPr/>
            <p:nvPr/>
          </p:nvGrpSpPr>
          <p:grpSpPr>
            <a:xfrm>
              <a:off x="0" y="18064"/>
              <a:ext cx="277954" cy="939421"/>
              <a:chOff x="0" y="0"/>
              <a:chExt cx="277952" cy="939419"/>
            </a:xfrm>
          </p:grpSpPr>
          <p:sp>
            <p:nvSpPr>
              <p:cNvPr id="3250" name="Shape 548"/>
              <p:cNvSpPr/>
              <p:nvPr/>
            </p:nvSpPr>
            <p:spPr>
              <a:xfrm flipV="1">
                <a:off x="223254" y="0"/>
                <a:ext cx="2260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51" name="Shape 549"/>
              <p:cNvSpPr txBox="1"/>
              <p:nvPr/>
            </p:nvSpPr>
            <p:spPr>
              <a:xfrm>
                <a:off x="0" y="422205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255" name="Group 553"/>
            <p:cNvGrpSpPr/>
            <p:nvPr/>
          </p:nvGrpSpPr>
          <p:grpSpPr>
            <a:xfrm>
              <a:off x="3247125" y="0"/>
              <a:ext cx="277954" cy="943938"/>
              <a:chOff x="0" y="0"/>
              <a:chExt cx="277952" cy="943937"/>
            </a:xfrm>
          </p:grpSpPr>
          <p:sp>
            <p:nvSpPr>
              <p:cNvPr id="3253" name="Shape 551"/>
              <p:cNvSpPr/>
              <p:nvPr/>
            </p:nvSpPr>
            <p:spPr>
              <a:xfrm flipV="1">
                <a:off x="224381" y="0"/>
                <a:ext cx="7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54" name="Shape 552"/>
              <p:cNvSpPr txBox="1"/>
              <p:nvPr/>
            </p:nvSpPr>
            <p:spPr>
              <a:xfrm>
                <a:off x="0" y="426722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sp>
        <p:nvSpPr>
          <p:cNvPr id="3257" name="Shape 555"/>
          <p:cNvSpPr/>
          <p:nvPr/>
        </p:nvSpPr>
        <p:spPr>
          <a:xfrm>
            <a:off x="5232400" y="4150641"/>
            <a:ext cx="705499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3258" name="Shape 556"/>
          <p:cNvSpPr/>
          <p:nvPr/>
        </p:nvSpPr>
        <p:spPr>
          <a:xfrm>
            <a:off x="8412761" y="4188741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55</a:t>
            </a:r>
          </a:p>
        </p:txBody>
      </p:sp>
      <p:grpSp>
        <p:nvGrpSpPr>
          <p:cNvPr id="3265" name="Group 563"/>
          <p:cNvGrpSpPr/>
          <p:nvPr/>
        </p:nvGrpSpPr>
        <p:grpSpPr>
          <a:xfrm>
            <a:off x="7491589" y="4902196"/>
            <a:ext cx="3309783" cy="957486"/>
            <a:chOff x="0" y="0"/>
            <a:chExt cx="3309781" cy="957484"/>
          </a:xfrm>
        </p:grpSpPr>
        <p:grpSp>
          <p:nvGrpSpPr>
            <p:cNvPr id="3261" name="Group 559"/>
            <p:cNvGrpSpPr/>
            <p:nvPr/>
          </p:nvGrpSpPr>
          <p:grpSpPr>
            <a:xfrm>
              <a:off x="-1" y="18062"/>
              <a:ext cx="277954" cy="939423"/>
              <a:chOff x="0" y="0"/>
              <a:chExt cx="277952" cy="939421"/>
            </a:xfrm>
          </p:grpSpPr>
          <p:sp>
            <p:nvSpPr>
              <p:cNvPr id="3259" name="Shape 557"/>
              <p:cNvSpPr/>
              <p:nvPr/>
            </p:nvSpPr>
            <p:spPr>
              <a:xfrm flipV="1">
                <a:off x="209578" y="0"/>
                <a:ext cx="7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60" name="Shape 558"/>
              <p:cNvSpPr txBox="1"/>
              <p:nvPr/>
            </p:nvSpPr>
            <p:spPr>
              <a:xfrm>
                <a:off x="0" y="422207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264" name="Group 562"/>
            <p:cNvGrpSpPr/>
            <p:nvPr/>
          </p:nvGrpSpPr>
          <p:grpSpPr>
            <a:xfrm>
              <a:off x="3031828" y="0"/>
              <a:ext cx="277954" cy="943938"/>
              <a:chOff x="0" y="0"/>
              <a:chExt cx="277952" cy="943937"/>
            </a:xfrm>
          </p:grpSpPr>
          <p:sp>
            <p:nvSpPr>
              <p:cNvPr id="3262" name="Shape 560"/>
              <p:cNvSpPr/>
              <p:nvPr/>
            </p:nvSpPr>
            <p:spPr>
              <a:xfrm flipV="1">
                <a:off x="209578" y="0"/>
                <a:ext cx="7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63" name="Shape 561"/>
              <p:cNvSpPr txBox="1"/>
              <p:nvPr/>
            </p:nvSpPr>
            <p:spPr>
              <a:xfrm>
                <a:off x="-1" y="426722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grpSp>
        <p:nvGrpSpPr>
          <p:cNvPr id="3272" name="Group 570"/>
          <p:cNvGrpSpPr/>
          <p:nvPr/>
        </p:nvGrpSpPr>
        <p:grpSpPr>
          <a:xfrm>
            <a:off x="3390900" y="4969930"/>
            <a:ext cx="3420027" cy="952969"/>
            <a:chOff x="0" y="0"/>
            <a:chExt cx="3420026" cy="952968"/>
          </a:xfrm>
        </p:grpSpPr>
        <p:grpSp>
          <p:nvGrpSpPr>
            <p:cNvPr id="3268" name="Group 566"/>
            <p:cNvGrpSpPr/>
            <p:nvPr/>
          </p:nvGrpSpPr>
          <p:grpSpPr>
            <a:xfrm>
              <a:off x="0" y="13546"/>
              <a:ext cx="277954" cy="939423"/>
              <a:chOff x="0" y="0"/>
              <a:chExt cx="277952" cy="939422"/>
            </a:xfrm>
          </p:grpSpPr>
          <p:sp>
            <p:nvSpPr>
              <p:cNvPr id="3266" name="Shape 564"/>
              <p:cNvSpPr/>
              <p:nvPr/>
            </p:nvSpPr>
            <p:spPr>
              <a:xfrm flipV="1">
                <a:off x="221890" y="0"/>
                <a:ext cx="6" cy="50349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67" name="Shape 565"/>
              <p:cNvSpPr txBox="1"/>
              <p:nvPr/>
            </p:nvSpPr>
            <p:spPr>
              <a:xfrm>
                <a:off x="0" y="422207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271" name="Group 569"/>
            <p:cNvGrpSpPr/>
            <p:nvPr/>
          </p:nvGrpSpPr>
          <p:grpSpPr>
            <a:xfrm>
              <a:off x="3142073" y="0"/>
              <a:ext cx="277954" cy="939423"/>
              <a:chOff x="0" y="0"/>
              <a:chExt cx="277952" cy="939421"/>
            </a:xfrm>
          </p:grpSpPr>
          <p:sp>
            <p:nvSpPr>
              <p:cNvPr id="3269" name="Shape 567"/>
              <p:cNvSpPr/>
              <p:nvPr/>
            </p:nvSpPr>
            <p:spPr>
              <a:xfrm flipV="1">
                <a:off x="216810" y="0"/>
                <a:ext cx="6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70" name="Shape 568"/>
              <p:cNvSpPr txBox="1"/>
              <p:nvPr/>
            </p:nvSpPr>
            <p:spPr>
              <a:xfrm>
                <a:off x="-1" y="422207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grpSp>
        <p:nvGrpSpPr>
          <p:cNvPr id="3279" name="Group 577"/>
          <p:cNvGrpSpPr/>
          <p:nvPr/>
        </p:nvGrpSpPr>
        <p:grpSpPr>
          <a:xfrm>
            <a:off x="6464300" y="4902200"/>
            <a:ext cx="3417204" cy="957482"/>
            <a:chOff x="0" y="0"/>
            <a:chExt cx="3417203" cy="957481"/>
          </a:xfrm>
        </p:grpSpPr>
        <p:grpSp>
          <p:nvGrpSpPr>
            <p:cNvPr id="3275" name="Group 573"/>
            <p:cNvGrpSpPr/>
            <p:nvPr/>
          </p:nvGrpSpPr>
          <p:grpSpPr>
            <a:xfrm>
              <a:off x="0" y="18062"/>
              <a:ext cx="277954" cy="939420"/>
              <a:chOff x="0" y="0"/>
              <a:chExt cx="277952" cy="939419"/>
            </a:xfrm>
          </p:grpSpPr>
          <p:sp>
            <p:nvSpPr>
              <p:cNvPr id="3273" name="Shape 571"/>
              <p:cNvSpPr/>
              <p:nvPr/>
            </p:nvSpPr>
            <p:spPr>
              <a:xfrm flipV="1">
                <a:off x="217940" y="0"/>
                <a:ext cx="2260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74" name="Shape 572"/>
              <p:cNvSpPr txBox="1"/>
              <p:nvPr/>
            </p:nvSpPr>
            <p:spPr>
              <a:xfrm>
                <a:off x="0" y="422204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278" name="Group 576"/>
            <p:cNvGrpSpPr/>
            <p:nvPr/>
          </p:nvGrpSpPr>
          <p:grpSpPr>
            <a:xfrm>
              <a:off x="3139250" y="0"/>
              <a:ext cx="277954" cy="943936"/>
              <a:chOff x="0" y="0"/>
              <a:chExt cx="277952" cy="943935"/>
            </a:xfrm>
          </p:grpSpPr>
          <p:sp>
            <p:nvSpPr>
              <p:cNvPr id="3276" name="Shape 574"/>
              <p:cNvSpPr/>
              <p:nvPr/>
            </p:nvSpPr>
            <p:spPr>
              <a:xfrm flipV="1">
                <a:off x="215684" y="0"/>
                <a:ext cx="2260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77" name="Shape 575"/>
              <p:cNvSpPr txBox="1"/>
              <p:nvPr/>
            </p:nvSpPr>
            <p:spPr>
              <a:xfrm>
                <a:off x="0" y="426720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grpSp>
        <p:nvGrpSpPr>
          <p:cNvPr id="3286" name="Group 584"/>
          <p:cNvGrpSpPr/>
          <p:nvPr/>
        </p:nvGrpSpPr>
        <p:grpSpPr>
          <a:xfrm>
            <a:off x="4418753" y="4902196"/>
            <a:ext cx="3414949" cy="957486"/>
            <a:chOff x="0" y="0"/>
            <a:chExt cx="3414948" cy="957484"/>
          </a:xfrm>
        </p:grpSpPr>
        <p:grpSp>
          <p:nvGrpSpPr>
            <p:cNvPr id="3282" name="Group 580"/>
            <p:cNvGrpSpPr/>
            <p:nvPr/>
          </p:nvGrpSpPr>
          <p:grpSpPr>
            <a:xfrm>
              <a:off x="-1" y="18064"/>
              <a:ext cx="277954" cy="939421"/>
              <a:chOff x="0" y="0"/>
              <a:chExt cx="277952" cy="939419"/>
            </a:xfrm>
          </p:grpSpPr>
          <p:sp>
            <p:nvSpPr>
              <p:cNvPr id="3280" name="Shape 578"/>
              <p:cNvSpPr/>
              <p:nvPr/>
            </p:nvSpPr>
            <p:spPr>
              <a:xfrm flipV="1">
                <a:off x="215683" y="0"/>
                <a:ext cx="2260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81" name="Shape 579"/>
              <p:cNvSpPr txBox="1"/>
              <p:nvPr/>
            </p:nvSpPr>
            <p:spPr>
              <a:xfrm>
                <a:off x="0" y="422205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285" name="Group 583"/>
            <p:cNvGrpSpPr/>
            <p:nvPr/>
          </p:nvGrpSpPr>
          <p:grpSpPr>
            <a:xfrm>
              <a:off x="3136994" y="0"/>
              <a:ext cx="277954" cy="943938"/>
              <a:chOff x="0" y="0"/>
              <a:chExt cx="277952" cy="943937"/>
            </a:xfrm>
          </p:grpSpPr>
          <p:sp>
            <p:nvSpPr>
              <p:cNvPr id="3283" name="Shape 581"/>
              <p:cNvSpPr/>
              <p:nvPr/>
            </p:nvSpPr>
            <p:spPr>
              <a:xfrm flipV="1">
                <a:off x="216809" y="0"/>
                <a:ext cx="6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84" name="Shape 582"/>
              <p:cNvSpPr txBox="1"/>
              <p:nvPr/>
            </p:nvSpPr>
            <p:spPr>
              <a:xfrm>
                <a:off x="0" y="426722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grpSp>
        <p:nvGrpSpPr>
          <p:cNvPr id="3293" name="Group 591"/>
          <p:cNvGrpSpPr/>
          <p:nvPr/>
        </p:nvGrpSpPr>
        <p:grpSpPr>
          <a:xfrm>
            <a:off x="8412761" y="4902196"/>
            <a:ext cx="3414948" cy="957486"/>
            <a:chOff x="0" y="0"/>
            <a:chExt cx="3414946" cy="957484"/>
          </a:xfrm>
        </p:grpSpPr>
        <p:grpSp>
          <p:nvGrpSpPr>
            <p:cNvPr id="3289" name="Group 587"/>
            <p:cNvGrpSpPr/>
            <p:nvPr/>
          </p:nvGrpSpPr>
          <p:grpSpPr>
            <a:xfrm>
              <a:off x="0" y="18062"/>
              <a:ext cx="277954" cy="939423"/>
              <a:chOff x="0" y="0"/>
              <a:chExt cx="277952" cy="939421"/>
            </a:xfrm>
          </p:grpSpPr>
          <p:sp>
            <p:nvSpPr>
              <p:cNvPr id="3287" name="Shape 585"/>
              <p:cNvSpPr/>
              <p:nvPr/>
            </p:nvSpPr>
            <p:spPr>
              <a:xfrm flipV="1">
                <a:off x="216809" y="0"/>
                <a:ext cx="7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88" name="Shape 586"/>
              <p:cNvSpPr txBox="1"/>
              <p:nvPr/>
            </p:nvSpPr>
            <p:spPr>
              <a:xfrm>
                <a:off x="0" y="422207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292" name="Group 590"/>
            <p:cNvGrpSpPr/>
            <p:nvPr/>
          </p:nvGrpSpPr>
          <p:grpSpPr>
            <a:xfrm>
              <a:off x="3136993" y="0"/>
              <a:ext cx="277954" cy="943938"/>
              <a:chOff x="0" y="0"/>
              <a:chExt cx="277952" cy="943937"/>
            </a:xfrm>
          </p:grpSpPr>
          <p:sp>
            <p:nvSpPr>
              <p:cNvPr id="3290" name="Shape 588"/>
              <p:cNvSpPr/>
              <p:nvPr/>
            </p:nvSpPr>
            <p:spPr>
              <a:xfrm flipV="1">
                <a:off x="216809" y="0"/>
                <a:ext cx="7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91" name="Shape 589"/>
              <p:cNvSpPr txBox="1"/>
              <p:nvPr/>
            </p:nvSpPr>
            <p:spPr>
              <a:xfrm>
                <a:off x="0" y="426722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sp>
        <p:nvSpPr>
          <p:cNvPr id="3294" name="Shape 592"/>
          <p:cNvSpPr txBox="1"/>
          <p:nvPr/>
        </p:nvSpPr>
        <p:spPr>
          <a:xfrm>
            <a:off x="427001" y="4209062"/>
            <a:ext cx="1549403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r>
              <a:t>第二趟</a:t>
            </a:r>
          </a:p>
        </p:txBody>
      </p:sp>
      <p:sp>
        <p:nvSpPr>
          <p:cNvPr id="3295" name="Shape 593"/>
          <p:cNvSpPr txBox="1"/>
          <p:nvPr/>
        </p:nvSpPr>
        <p:spPr>
          <a:xfrm>
            <a:off x="6159500" y="2244794"/>
            <a:ext cx="1063416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r[0]=</a:t>
            </a:r>
          </a:p>
        </p:txBody>
      </p:sp>
      <p:sp>
        <p:nvSpPr>
          <p:cNvPr id="3296" name="Shape 594"/>
          <p:cNvSpPr txBox="1"/>
          <p:nvPr/>
        </p:nvSpPr>
        <p:spPr>
          <a:xfrm>
            <a:off x="1508476" y="3008770"/>
            <a:ext cx="1521227" cy="49289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d=d[1]=3</a:t>
            </a:r>
          </a:p>
        </p:txBody>
      </p:sp>
      <p:sp>
        <p:nvSpPr>
          <p:cNvPr id="3297" name="Shape 595"/>
          <p:cNvSpPr txBox="1"/>
          <p:nvPr/>
        </p:nvSpPr>
        <p:spPr>
          <a:xfrm>
            <a:off x="6875216" y="2244794"/>
            <a:ext cx="1358902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4</a:t>
            </a:r>
          </a:p>
        </p:txBody>
      </p:sp>
      <p:sp>
        <p:nvSpPr>
          <p:cNvPr id="3298" name="Shape 596"/>
          <p:cNvSpPr txBox="1"/>
          <p:nvPr/>
        </p:nvSpPr>
        <p:spPr>
          <a:xfrm>
            <a:off x="6979073" y="2244794"/>
            <a:ext cx="1358902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3299" name="Shape 597"/>
          <p:cNvSpPr/>
          <p:nvPr/>
        </p:nvSpPr>
        <p:spPr>
          <a:xfrm>
            <a:off x="2269347" y="5008314"/>
            <a:ext cx="205460" cy="1025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5400" y="5400"/>
                </a:lnTo>
                <a:lnTo>
                  <a:pt x="5400" y="21600"/>
                </a:lnTo>
                <a:lnTo>
                  <a:pt x="16200" y="21600"/>
                </a:lnTo>
                <a:lnTo>
                  <a:pt x="16200" y="5400"/>
                </a:lnTo>
                <a:lnTo>
                  <a:pt x="21600" y="5400"/>
                </a:lnTo>
                <a:lnTo>
                  <a:pt x="10800" y="0"/>
                </a:lnTo>
                <a:close/>
              </a:path>
            </a:pathLst>
          </a:custGeom>
          <a:solidFill>
            <a:srgbClr val="8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300" name="Shape 598"/>
          <p:cNvSpPr/>
          <p:nvPr/>
        </p:nvSpPr>
        <p:spPr>
          <a:xfrm>
            <a:off x="7184531" y="2755053"/>
            <a:ext cx="203202" cy="616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5400" y="5400"/>
                </a:lnTo>
                <a:lnTo>
                  <a:pt x="5400" y="21600"/>
                </a:lnTo>
                <a:lnTo>
                  <a:pt x="16200" y="21600"/>
                </a:lnTo>
                <a:lnTo>
                  <a:pt x="16200" y="5400"/>
                </a:lnTo>
                <a:lnTo>
                  <a:pt x="21600" y="5400"/>
                </a:lnTo>
                <a:lnTo>
                  <a:pt x="10800" y="0"/>
                </a:lnTo>
                <a:close/>
              </a:path>
            </a:pathLst>
          </a:custGeom>
          <a:solidFill>
            <a:srgbClr val="8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301" name="Shape 599"/>
          <p:cNvSpPr txBox="1"/>
          <p:nvPr/>
        </p:nvSpPr>
        <p:spPr>
          <a:xfrm>
            <a:off x="2165491" y="6134100"/>
            <a:ext cx="635002" cy="43155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4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j</a:t>
            </a:r>
          </a:p>
        </p:txBody>
      </p:sp>
      <p:grpSp>
        <p:nvGrpSpPr>
          <p:cNvPr id="3304" name="Group 602"/>
          <p:cNvGrpSpPr/>
          <p:nvPr/>
        </p:nvGrpSpPr>
        <p:grpSpPr>
          <a:xfrm>
            <a:off x="5134469" y="4946791"/>
            <a:ext cx="1854202" cy="1555361"/>
            <a:chOff x="0" y="0"/>
            <a:chExt cx="1854200" cy="1555360"/>
          </a:xfrm>
        </p:grpSpPr>
        <p:sp>
          <p:nvSpPr>
            <p:cNvPr id="3302" name="Shape 600"/>
            <p:cNvSpPr/>
            <p:nvPr/>
          </p:nvSpPr>
          <p:spPr>
            <a:xfrm>
              <a:off x="415430" y="-1"/>
              <a:ext cx="205460" cy="10250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5400"/>
                  </a:moveTo>
                  <a:lnTo>
                    <a:pt x="5400" y="5400"/>
                  </a:lnTo>
                  <a:lnTo>
                    <a:pt x="5400" y="21600"/>
                  </a:lnTo>
                  <a:lnTo>
                    <a:pt x="16200" y="21600"/>
                  </a:lnTo>
                  <a:lnTo>
                    <a:pt x="16200" y="5400"/>
                  </a:lnTo>
                  <a:lnTo>
                    <a:pt x="21600" y="54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8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03" name="Shape 601"/>
            <p:cNvSpPr txBox="1"/>
            <p:nvPr/>
          </p:nvSpPr>
          <p:spPr>
            <a:xfrm>
              <a:off x="0" y="1123808"/>
              <a:ext cx="18542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j+d</a:t>
              </a:r>
            </a:p>
          </p:txBody>
        </p:sp>
      </p:grpSp>
      <p:sp>
        <p:nvSpPr>
          <p:cNvPr id="3305" name="Shape 732"/>
          <p:cNvSpPr txBox="1"/>
          <p:nvPr/>
        </p:nvSpPr>
        <p:spPr>
          <a:xfrm>
            <a:off x="2405944" y="139700"/>
            <a:ext cx="7581902" cy="98375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希尔排序-动画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3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3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3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1" fill="hold" grpId="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21" dur="500" fill="hold"/>
                                        <p:tgtEl>
                                          <p:spTgt spid="3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329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29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6" nodeType="with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indefinite" fill="hold"/>
                                        <p:tgtEl>
                                          <p:spTgt spid="3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dur="indefinite" fill="hold"/>
                                        <p:tgtEl>
                                          <p:spTgt spid="3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dur="indefinite" fill="hold"/>
                                        <p:tgtEl>
                                          <p:spTgt spid="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xit" presetSubtype="1" fill="hold" grpId="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49" dur="500" fill="hold"/>
                                        <p:tgtEl>
                                          <p:spTgt spid="32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xit" presetSubtype="1" fill="hold" grpId="1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54" dur="500" fill="hold"/>
                                        <p:tgtEl>
                                          <p:spTgt spid="3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2" presetClass="exit" presetSubtype="1" fill="hold" grpId="10" nodeType="with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57" dur="500" fill="hold"/>
                                        <p:tgtEl>
                                          <p:spTgt spid="329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dur="indefinite" fill="hold"/>
                                        <p:tgtEl>
                                          <p:spTgt spid="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xit" presetSubtype="1" fill="hold" grpId="1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67" dur="500" fill="hold"/>
                                        <p:tgtEl>
                                          <p:spTgt spid="32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1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dur="indefinite" fill="hold"/>
                                        <p:tgtEl>
                                          <p:spTgt spid="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1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dur="indefinite" fill="hold"/>
                                        <p:tgtEl>
                                          <p:spTgt spid="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1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dur="indefinite" fill="hold"/>
                                        <p:tgtEl>
                                          <p:spTgt spid="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xit" presetSubtype="1" fill="hold" grpId="1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87" dur="500" fill="hold"/>
                                        <p:tgtEl>
                                          <p:spTgt spid="32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1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dur="indefinite" fill="hold"/>
                                        <p:tgtEl>
                                          <p:spTgt spid="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3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4" fill="hold" grpId="1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dur="indefinite" fill="hold"/>
                                        <p:tgtEl>
                                          <p:spTgt spid="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4" fill="hold" grpId="1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0" dur="indefinite" fill="hold"/>
                                        <p:tgtEl>
                                          <p:spTgt spid="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3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xit" presetSubtype="1" fill="hold" grpId="2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05" dur="500" fill="hold"/>
                                        <p:tgtEl>
                                          <p:spTgt spid="32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xit" presetSubtype="1" fill="hold" grpId="2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09" dur="500" fill="hold"/>
                                        <p:tgtEl>
                                          <p:spTgt spid="33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22" presetClass="exit" presetSubtype="1" fill="hold" grpId="2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13" dur="500" fill="hold"/>
                                        <p:tgtEl>
                                          <p:spTgt spid="33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grpId="2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8" dur="indefinite" fill="hold"/>
                                        <p:tgtEl>
                                          <p:spTgt spid="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3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grpId="2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3" dur="indefinite" fill="hold"/>
                                        <p:tgtEl>
                                          <p:spTgt spid="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grpId="2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8" dur="indefinite" fill="hold"/>
                                        <p:tgtEl>
                                          <p:spTgt spid="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3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xit" presetSubtype="8" fill="hold" grpId="2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left)">
                                      <p:cBhvr>
                                        <p:cTn id="133" dur="1000" fill="hold"/>
                                        <p:tgtEl>
                                          <p:spTgt spid="33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indefinite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xit" presetSubtype="1" fill="hold" grpId="2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38" dur="500" fill="hold"/>
                                        <p:tgtEl>
                                          <p:spTgt spid="32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grpId="2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3" dur="indefinite" fill="hold"/>
                                        <p:tgtEl>
                                          <p:spTgt spid="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3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xit" presetSubtype="1" fill="hold" grpId="2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48" dur="500" fill="hold"/>
                                        <p:tgtEl>
                                          <p:spTgt spid="32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grpId="3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3" dur="indefinite" fill="hold"/>
                                        <p:tgtEl>
                                          <p:spTgt spid="3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3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xit" presetSubtype="1" fill="hold" grpId="3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58" dur="500" fill="hold"/>
                                        <p:tgtEl>
                                          <p:spTgt spid="32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8" grpId="14" animBg="1" advAuto="0"/>
      <p:bldP spid="3300" grpId="19" animBg="1" advAuto="0"/>
      <p:bldP spid="3272" grpId="5" animBg="1" advAuto="0"/>
      <p:bldP spid="3299" grpId="17" animBg="1" advAuto="0"/>
      <p:bldP spid="3299" grpId="20" animBg="1" advAuto="0"/>
      <p:bldP spid="3272" grpId="9" animBg="1" advAuto="0"/>
      <p:bldP spid="3300" grpId="21" animBg="1" advAuto="0"/>
      <p:bldP spid="3301" grpId="22" animBg="1" advAuto="0"/>
      <p:bldP spid="3304" grpId="26" animBg="1" advAuto="0"/>
      <p:bldP spid="3293" grpId="30" animBg="1" advAuto="0"/>
      <p:bldP spid="3293" grpId="31" animBg="1" advAuto="0"/>
      <p:bldP spid="3249" grpId="3" animBg="1" advAuto="0"/>
      <p:bldP spid="3249" grpId="4" animBg="1" advAuto="0"/>
      <p:bldP spid="3256" grpId="13" animBg="1" advAuto="0"/>
      <p:bldP spid="3279" grpId="25" animBg="1" advAuto="0"/>
      <p:bldP spid="3279" grpId="27" animBg="1" advAuto="0"/>
      <p:bldP spid="3256" grpId="16" animBg="1" advAuto="0"/>
      <p:bldP spid="3242" grpId="8" animBg="1" advAuto="0"/>
      <p:bldP spid="3241" grpId="7" animBg="1" advAuto="0"/>
      <p:bldP spid="3265" grpId="28" animBg="1" advAuto="0"/>
      <p:bldP spid="3265" grpId="29" animBg="1" advAuto="0"/>
      <p:bldP spid="3257" grpId="24" animBg="1" advAuto="0"/>
      <p:bldP spid="3258" grpId="15" animBg="1" advAuto="0"/>
      <p:bldP spid="3286" grpId="11" animBg="1" advAuto="0"/>
      <p:bldP spid="3286" grpId="12" animBg="1" advAuto="0"/>
      <p:bldP spid="3295" grpId="2" animBg="1" advAuto="0"/>
      <p:bldP spid="3294" grpId="1" animBg="1" advAuto="0"/>
      <p:bldP spid="3301" grpId="18" animBg="1" advAuto="0"/>
      <p:bldP spid="3297" grpId="6" bldLvl="5" animBg="1" advAuto="0" build="p"/>
      <p:bldP spid="3297" grpId="10" bldLvl="5" animBg="1" advAuto="0" build="p"/>
      <p:bldP spid="3304" grpId="23" animBg="1" advAuto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" name="Shape 605"/>
          <p:cNvSpPr txBox="1"/>
          <p:nvPr/>
        </p:nvSpPr>
        <p:spPr>
          <a:xfrm>
            <a:off x="1379319" y="1722473"/>
            <a:ext cx="2580735" cy="49289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int   d[]={5,3,1};</a:t>
            </a:r>
          </a:p>
        </p:txBody>
      </p:sp>
      <p:grpSp>
        <p:nvGrpSpPr>
          <p:cNvPr id="3322" name="Group 620"/>
          <p:cNvGrpSpPr/>
          <p:nvPr/>
        </p:nvGrpSpPr>
        <p:grpSpPr>
          <a:xfrm>
            <a:off x="1934733" y="3578084"/>
            <a:ext cx="10243542" cy="821834"/>
            <a:chOff x="0" y="0"/>
            <a:chExt cx="10243541" cy="821833"/>
          </a:xfrm>
        </p:grpSpPr>
        <p:grpSp>
          <p:nvGrpSpPr>
            <p:cNvPr id="3312" name="Group 610"/>
            <p:cNvGrpSpPr/>
            <p:nvPr/>
          </p:nvGrpSpPr>
          <p:grpSpPr>
            <a:xfrm>
              <a:off x="-1" y="0"/>
              <a:ext cx="10243542" cy="821834"/>
              <a:chOff x="0" y="0"/>
              <a:chExt cx="10243541" cy="821833"/>
            </a:xfrm>
          </p:grpSpPr>
          <p:sp>
            <p:nvSpPr>
              <p:cNvPr id="3308" name="Shape 606"/>
              <p:cNvSpPr/>
              <p:nvPr/>
            </p:nvSpPr>
            <p:spPr>
              <a:xfrm>
                <a:off x="-1" y="819575"/>
                <a:ext cx="10236203" cy="225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09" name="Shape 607"/>
              <p:cNvSpPr/>
              <p:nvPr/>
            </p:nvSpPr>
            <p:spPr>
              <a:xfrm>
                <a:off x="-1" y="0"/>
                <a:ext cx="10236203" cy="225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10" name="Shape 608"/>
              <p:cNvSpPr/>
              <p:nvPr/>
            </p:nvSpPr>
            <p:spPr>
              <a:xfrm>
                <a:off x="10241281" y="0"/>
                <a:ext cx="2260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11" name="Shape 609"/>
              <p:cNvSpPr/>
              <p:nvPr/>
            </p:nvSpPr>
            <p:spPr>
              <a:xfrm>
                <a:off x="-1" y="0"/>
                <a:ext cx="2259" cy="8195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3313" name="Shape 611"/>
            <p:cNvSpPr/>
            <p:nvPr/>
          </p:nvSpPr>
          <p:spPr>
            <a:xfrm>
              <a:off x="1022208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14" name="Shape 612"/>
            <p:cNvSpPr/>
            <p:nvPr/>
          </p:nvSpPr>
          <p:spPr>
            <a:xfrm>
              <a:off x="2050062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15" name="Shape 613"/>
            <p:cNvSpPr/>
            <p:nvPr/>
          </p:nvSpPr>
          <p:spPr>
            <a:xfrm>
              <a:off x="3072835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16" name="Shape 614"/>
            <p:cNvSpPr/>
            <p:nvPr/>
          </p:nvSpPr>
          <p:spPr>
            <a:xfrm>
              <a:off x="4097866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17" name="Shape 615"/>
            <p:cNvSpPr/>
            <p:nvPr/>
          </p:nvSpPr>
          <p:spPr>
            <a:xfrm>
              <a:off x="5224498" y="0"/>
              <a:ext cx="2259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18" name="Shape 616"/>
            <p:cNvSpPr/>
            <p:nvPr/>
          </p:nvSpPr>
          <p:spPr>
            <a:xfrm>
              <a:off x="6247271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19" name="Shape 617"/>
            <p:cNvSpPr/>
            <p:nvPr/>
          </p:nvSpPr>
          <p:spPr>
            <a:xfrm>
              <a:off x="7272302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20" name="Shape 618"/>
            <p:cNvSpPr/>
            <p:nvPr/>
          </p:nvSpPr>
          <p:spPr>
            <a:xfrm>
              <a:off x="8193475" y="0"/>
              <a:ext cx="2260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21" name="Shape 619"/>
            <p:cNvSpPr/>
            <p:nvPr/>
          </p:nvSpPr>
          <p:spPr>
            <a:xfrm>
              <a:off x="9218508" y="0"/>
              <a:ext cx="2259" cy="8195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3323" name="Shape 621"/>
          <p:cNvSpPr txBox="1"/>
          <p:nvPr/>
        </p:nvSpPr>
        <p:spPr>
          <a:xfrm>
            <a:off x="1830876" y="3065568"/>
            <a:ext cx="10452101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   1          2         3          4          5         6         7        8         9          10</a:t>
            </a:r>
          </a:p>
        </p:txBody>
      </p:sp>
      <p:sp>
        <p:nvSpPr>
          <p:cNvPr id="3324" name="Shape 622"/>
          <p:cNvSpPr txBox="1"/>
          <p:nvPr/>
        </p:nvSpPr>
        <p:spPr>
          <a:xfrm>
            <a:off x="3061364" y="3657671"/>
            <a:ext cx="4388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</a:t>
            </a:r>
          </a:p>
        </p:txBody>
      </p:sp>
      <p:sp>
        <p:nvSpPr>
          <p:cNvPr id="3325" name="Shape 623"/>
          <p:cNvSpPr txBox="1"/>
          <p:nvPr/>
        </p:nvSpPr>
        <p:spPr>
          <a:xfrm>
            <a:off x="4084137" y="365767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 u="sng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3326" name="Shape 624"/>
          <p:cNvSpPr txBox="1"/>
          <p:nvPr/>
        </p:nvSpPr>
        <p:spPr>
          <a:xfrm>
            <a:off x="5210768" y="365428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3327" name="Shape 625"/>
          <p:cNvSpPr txBox="1"/>
          <p:nvPr/>
        </p:nvSpPr>
        <p:spPr>
          <a:xfrm>
            <a:off x="6235800" y="365767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3328" name="Shape 626"/>
          <p:cNvSpPr txBox="1"/>
          <p:nvPr/>
        </p:nvSpPr>
        <p:spPr>
          <a:xfrm>
            <a:off x="7262242" y="365767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3329" name="Shape 627"/>
          <p:cNvSpPr txBox="1"/>
          <p:nvPr/>
        </p:nvSpPr>
        <p:spPr>
          <a:xfrm>
            <a:off x="8401008" y="3657671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55</a:t>
            </a:r>
          </a:p>
        </p:txBody>
      </p:sp>
      <p:sp>
        <p:nvSpPr>
          <p:cNvPr id="3330" name="Shape 628"/>
          <p:cNvSpPr txBox="1"/>
          <p:nvPr/>
        </p:nvSpPr>
        <p:spPr>
          <a:xfrm>
            <a:off x="9315408" y="365428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3331" name="Shape 629"/>
          <p:cNvSpPr txBox="1"/>
          <p:nvPr/>
        </p:nvSpPr>
        <p:spPr>
          <a:xfrm>
            <a:off x="10229808" y="365428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3332" name="Shape 630"/>
          <p:cNvSpPr txBox="1"/>
          <p:nvPr/>
        </p:nvSpPr>
        <p:spPr>
          <a:xfrm>
            <a:off x="11252582" y="3654284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sp>
        <p:nvSpPr>
          <p:cNvPr id="3333" name="Shape 631"/>
          <p:cNvSpPr txBox="1"/>
          <p:nvPr/>
        </p:nvSpPr>
        <p:spPr>
          <a:xfrm>
            <a:off x="2029559" y="3663879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3334" name="Shape 632"/>
          <p:cNvSpPr/>
          <p:nvPr/>
        </p:nvSpPr>
        <p:spPr>
          <a:xfrm>
            <a:off x="4093168" y="3657388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3335" name="Shape 633"/>
          <p:cNvSpPr/>
          <p:nvPr/>
        </p:nvSpPr>
        <p:spPr>
          <a:xfrm>
            <a:off x="2036333" y="3657388"/>
            <a:ext cx="4388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</a:t>
            </a:r>
          </a:p>
        </p:txBody>
      </p:sp>
      <p:grpSp>
        <p:nvGrpSpPr>
          <p:cNvPr id="3342" name="Group 640"/>
          <p:cNvGrpSpPr/>
          <p:nvPr/>
        </p:nvGrpSpPr>
        <p:grpSpPr>
          <a:xfrm>
            <a:off x="2137933" y="4507439"/>
            <a:ext cx="1404586" cy="949301"/>
            <a:chOff x="0" y="0"/>
            <a:chExt cx="1404584" cy="949299"/>
          </a:xfrm>
        </p:grpSpPr>
        <p:grpSp>
          <p:nvGrpSpPr>
            <p:cNvPr id="3338" name="Group 636"/>
            <p:cNvGrpSpPr/>
            <p:nvPr/>
          </p:nvGrpSpPr>
          <p:grpSpPr>
            <a:xfrm>
              <a:off x="-1" y="0"/>
              <a:ext cx="277954" cy="944786"/>
              <a:chOff x="0" y="0"/>
              <a:chExt cx="277952" cy="944784"/>
            </a:xfrm>
          </p:grpSpPr>
          <p:sp>
            <p:nvSpPr>
              <p:cNvPr id="3336" name="Shape 634"/>
              <p:cNvSpPr/>
              <p:nvPr/>
            </p:nvSpPr>
            <p:spPr>
              <a:xfrm flipV="1">
                <a:off x="204326" y="0"/>
                <a:ext cx="7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37" name="Shape 635"/>
              <p:cNvSpPr txBox="1"/>
              <p:nvPr/>
            </p:nvSpPr>
            <p:spPr>
              <a:xfrm>
                <a:off x="0" y="427570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341" name="Group 639"/>
            <p:cNvGrpSpPr/>
            <p:nvPr/>
          </p:nvGrpSpPr>
          <p:grpSpPr>
            <a:xfrm>
              <a:off x="1126631" y="9880"/>
              <a:ext cx="277954" cy="939421"/>
              <a:chOff x="0" y="0"/>
              <a:chExt cx="277952" cy="939419"/>
            </a:xfrm>
          </p:grpSpPr>
          <p:sp>
            <p:nvSpPr>
              <p:cNvPr id="3339" name="Shape 637"/>
              <p:cNvSpPr/>
              <p:nvPr/>
            </p:nvSpPr>
            <p:spPr>
              <a:xfrm flipV="1">
                <a:off x="203199" y="0"/>
                <a:ext cx="2260" cy="50348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40" name="Shape 638"/>
              <p:cNvSpPr txBox="1"/>
              <p:nvPr/>
            </p:nvSpPr>
            <p:spPr>
              <a:xfrm>
                <a:off x="0" y="422205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sp>
        <p:nvSpPr>
          <p:cNvPr id="3343" name="Shape 641"/>
          <p:cNvSpPr/>
          <p:nvPr/>
        </p:nvSpPr>
        <p:spPr>
          <a:xfrm>
            <a:off x="3036528" y="3657388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3344" name="Shape 642"/>
          <p:cNvSpPr/>
          <p:nvPr/>
        </p:nvSpPr>
        <p:spPr>
          <a:xfrm>
            <a:off x="5103242" y="3657388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 u="sng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3345" name="Shape 643"/>
          <p:cNvSpPr txBox="1"/>
          <p:nvPr/>
        </p:nvSpPr>
        <p:spPr>
          <a:xfrm>
            <a:off x="297844" y="3694642"/>
            <a:ext cx="1549402" cy="635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3000"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r>
              <a:t>第三趟</a:t>
            </a:r>
          </a:p>
        </p:txBody>
      </p:sp>
      <p:sp>
        <p:nvSpPr>
          <p:cNvPr id="3346" name="Shape 645"/>
          <p:cNvSpPr txBox="1"/>
          <p:nvPr/>
        </p:nvSpPr>
        <p:spPr>
          <a:xfrm>
            <a:off x="1379319" y="2347313"/>
            <a:ext cx="1521227" cy="49289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d=d[2]=1</a:t>
            </a:r>
          </a:p>
        </p:txBody>
      </p:sp>
      <p:sp>
        <p:nvSpPr>
          <p:cNvPr id="3347" name="Shape 646"/>
          <p:cNvSpPr txBox="1"/>
          <p:nvPr/>
        </p:nvSpPr>
        <p:spPr>
          <a:xfrm>
            <a:off x="6631475" y="1753799"/>
            <a:ext cx="1358902" cy="43155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 4</a:t>
            </a:r>
          </a:p>
        </p:txBody>
      </p:sp>
      <p:sp>
        <p:nvSpPr>
          <p:cNvPr id="3348" name="Shape 647"/>
          <p:cNvSpPr txBox="1"/>
          <p:nvPr/>
        </p:nvSpPr>
        <p:spPr>
          <a:xfrm>
            <a:off x="6707675" y="1735737"/>
            <a:ext cx="1358902" cy="43155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grpSp>
        <p:nvGrpSpPr>
          <p:cNvPr id="3355" name="Group 654"/>
          <p:cNvGrpSpPr/>
          <p:nvPr/>
        </p:nvGrpSpPr>
        <p:grpSpPr>
          <a:xfrm>
            <a:off x="3264564" y="4499255"/>
            <a:ext cx="1404586" cy="943938"/>
            <a:chOff x="0" y="0"/>
            <a:chExt cx="1404584" cy="943937"/>
          </a:xfrm>
        </p:grpSpPr>
        <p:grpSp>
          <p:nvGrpSpPr>
            <p:cNvPr id="3351" name="Group 650"/>
            <p:cNvGrpSpPr/>
            <p:nvPr/>
          </p:nvGrpSpPr>
          <p:grpSpPr>
            <a:xfrm>
              <a:off x="-1" y="0"/>
              <a:ext cx="277954" cy="939423"/>
              <a:chOff x="0" y="0"/>
              <a:chExt cx="277952" cy="939421"/>
            </a:xfrm>
          </p:grpSpPr>
          <p:sp>
            <p:nvSpPr>
              <p:cNvPr id="3349" name="Shape 648"/>
              <p:cNvSpPr/>
              <p:nvPr/>
            </p:nvSpPr>
            <p:spPr>
              <a:xfrm flipV="1">
                <a:off x="204326" y="0"/>
                <a:ext cx="7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50" name="Shape 649"/>
              <p:cNvSpPr txBox="1"/>
              <p:nvPr/>
            </p:nvSpPr>
            <p:spPr>
              <a:xfrm>
                <a:off x="0" y="422207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354" name="Group 653"/>
            <p:cNvGrpSpPr/>
            <p:nvPr/>
          </p:nvGrpSpPr>
          <p:grpSpPr>
            <a:xfrm>
              <a:off x="1126631" y="4515"/>
              <a:ext cx="277954" cy="939423"/>
              <a:chOff x="0" y="0"/>
              <a:chExt cx="277952" cy="939422"/>
            </a:xfrm>
          </p:grpSpPr>
          <p:sp>
            <p:nvSpPr>
              <p:cNvPr id="3352" name="Shape 651"/>
              <p:cNvSpPr/>
              <p:nvPr/>
            </p:nvSpPr>
            <p:spPr>
              <a:xfrm flipV="1">
                <a:off x="204326" y="0"/>
                <a:ext cx="7" cy="50349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53" name="Shape 652"/>
              <p:cNvSpPr txBox="1"/>
              <p:nvPr/>
            </p:nvSpPr>
            <p:spPr>
              <a:xfrm>
                <a:off x="0" y="422207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grpSp>
        <p:nvGrpSpPr>
          <p:cNvPr id="3362" name="Group 661"/>
          <p:cNvGrpSpPr/>
          <p:nvPr/>
        </p:nvGrpSpPr>
        <p:grpSpPr>
          <a:xfrm>
            <a:off x="4340395" y="4490224"/>
            <a:ext cx="1442686" cy="939423"/>
            <a:chOff x="0" y="0"/>
            <a:chExt cx="1442684" cy="939421"/>
          </a:xfrm>
        </p:grpSpPr>
        <p:grpSp>
          <p:nvGrpSpPr>
            <p:cNvPr id="3358" name="Group 657"/>
            <p:cNvGrpSpPr/>
            <p:nvPr/>
          </p:nvGrpSpPr>
          <p:grpSpPr>
            <a:xfrm>
              <a:off x="0" y="0"/>
              <a:ext cx="277954" cy="939422"/>
              <a:chOff x="0" y="0"/>
              <a:chExt cx="277952" cy="939421"/>
            </a:xfrm>
          </p:grpSpPr>
          <p:sp>
            <p:nvSpPr>
              <p:cNvPr id="3356" name="Shape 655"/>
              <p:cNvSpPr/>
              <p:nvPr/>
            </p:nvSpPr>
            <p:spPr>
              <a:xfrm flipV="1">
                <a:off x="204326" y="0"/>
                <a:ext cx="7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57" name="Shape 656"/>
              <p:cNvSpPr txBox="1"/>
              <p:nvPr/>
            </p:nvSpPr>
            <p:spPr>
              <a:xfrm>
                <a:off x="0" y="422206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361" name="Group 660"/>
            <p:cNvGrpSpPr/>
            <p:nvPr/>
          </p:nvGrpSpPr>
          <p:grpSpPr>
            <a:xfrm>
              <a:off x="1164731" y="4515"/>
              <a:ext cx="277954" cy="888621"/>
              <a:chOff x="0" y="0"/>
              <a:chExt cx="277952" cy="888620"/>
            </a:xfrm>
          </p:grpSpPr>
          <p:sp>
            <p:nvSpPr>
              <p:cNvPr id="3359" name="Shape 658"/>
              <p:cNvSpPr/>
              <p:nvPr/>
            </p:nvSpPr>
            <p:spPr>
              <a:xfrm flipV="1">
                <a:off x="166227" y="0"/>
                <a:ext cx="6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60" name="Shape 659"/>
              <p:cNvSpPr txBox="1"/>
              <p:nvPr/>
            </p:nvSpPr>
            <p:spPr>
              <a:xfrm>
                <a:off x="0" y="371405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sp>
        <p:nvSpPr>
          <p:cNvPr id="3363" name="Shape 662"/>
          <p:cNvSpPr/>
          <p:nvPr/>
        </p:nvSpPr>
        <p:spPr>
          <a:xfrm>
            <a:off x="6877573" y="2144395"/>
            <a:ext cx="101603" cy="616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5400" y="5400"/>
                </a:lnTo>
                <a:lnTo>
                  <a:pt x="5400" y="21600"/>
                </a:lnTo>
                <a:lnTo>
                  <a:pt x="16200" y="21600"/>
                </a:lnTo>
                <a:lnTo>
                  <a:pt x="16200" y="5400"/>
                </a:lnTo>
                <a:lnTo>
                  <a:pt x="21600" y="5400"/>
                </a:lnTo>
                <a:lnTo>
                  <a:pt x="10800" y="0"/>
                </a:lnTo>
                <a:close/>
              </a:path>
            </a:pathLst>
          </a:custGeom>
          <a:solidFill>
            <a:srgbClr val="800000"/>
          </a:solidFill>
          <a:ln w="635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3366" name="Group 665"/>
          <p:cNvGrpSpPr/>
          <p:nvPr/>
        </p:nvGrpSpPr>
        <p:grpSpPr>
          <a:xfrm>
            <a:off x="3251864" y="4423057"/>
            <a:ext cx="635002" cy="1092949"/>
            <a:chOff x="0" y="0"/>
            <a:chExt cx="635001" cy="1092948"/>
          </a:xfrm>
        </p:grpSpPr>
        <p:sp>
          <p:nvSpPr>
            <p:cNvPr id="3364" name="Shape 663"/>
            <p:cNvSpPr/>
            <p:nvPr/>
          </p:nvSpPr>
          <p:spPr>
            <a:xfrm>
              <a:off x="158044" y="-1"/>
              <a:ext cx="101602" cy="6163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5400"/>
                  </a:moveTo>
                  <a:lnTo>
                    <a:pt x="5400" y="5400"/>
                  </a:lnTo>
                  <a:lnTo>
                    <a:pt x="5400" y="21600"/>
                  </a:lnTo>
                  <a:lnTo>
                    <a:pt x="16200" y="21600"/>
                  </a:lnTo>
                  <a:lnTo>
                    <a:pt x="16200" y="5400"/>
                  </a:lnTo>
                  <a:lnTo>
                    <a:pt x="21600" y="54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800000"/>
            </a:solidFill>
            <a:ln w="635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65" name="Shape 664"/>
            <p:cNvSpPr txBox="1"/>
            <p:nvPr/>
          </p:nvSpPr>
          <p:spPr>
            <a:xfrm>
              <a:off x="-1" y="575733"/>
              <a:ext cx="6350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j</a:t>
              </a:r>
            </a:p>
          </p:txBody>
        </p:sp>
      </p:grpSp>
      <p:grpSp>
        <p:nvGrpSpPr>
          <p:cNvPr id="3373" name="Group 672"/>
          <p:cNvGrpSpPr/>
          <p:nvPr/>
        </p:nvGrpSpPr>
        <p:grpSpPr>
          <a:xfrm>
            <a:off x="5210768" y="4490224"/>
            <a:ext cx="1402329" cy="943939"/>
            <a:chOff x="0" y="0"/>
            <a:chExt cx="1402327" cy="943937"/>
          </a:xfrm>
        </p:grpSpPr>
        <p:grpSp>
          <p:nvGrpSpPr>
            <p:cNvPr id="3369" name="Group 668"/>
            <p:cNvGrpSpPr/>
            <p:nvPr/>
          </p:nvGrpSpPr>
          <p:grpSpPr>
            <a:xfrm>
              <a:off x="0" y="0"/>
              <a:ext cx="277954" cy="939423"/>
              <a:chOff x="0" y="0"/>
              <a:chExt cx="277952" cy="939421"/>
            </a:xfrm>
          </p:grpSpPr>
          <p:sp>
            <p:nvSpPr>
              <p:cNvPr id="3367" name="Shape 666"/>
              <p:cNvSpPr/>
              <p:nvPr/>
            </p:nvSpPr>
            <p:spPr>
              <a:xfrm flipV="1">
                <a:off x="204327" y="0"/>
                <a:ext cx="7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68" name="Shape 667"/>
              <p:cNvSpPr txBox="1"/>
              <p:nvPr/>
            </p:nvSpPr>
            <p:spPr>
              <a:xfrm>
                <a:off x="0" y="422207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372" name="Group 671"/>
            <p:cNvGrpSpPr/>
            <p:nvPr/>
          </p:nvGrpSpPr>
          <p:grpSpPr>
            <a:xfrm>
              <a:off x="1124374" y="4517"/>
              <a:ext cx="277954" cy="939421"/>
              <a:chOff x="0" y="0"/>
              <a:chExt cx="277952" cy="939420"/>
            </a:xfrm>
          </p:grpSpPr>
          <p:sp>
            <p:nvSpPr>
              <p:cNvPr id="3370" name="Shape 669"/>
              <p:cNvSpPr/>
              <p:nvPr/>
            </p:nvSpPr>
            <p:spPr>
              <a:xfrm flipV="1">
                <a:off x="205459" y="0"/>
                <a:ext cx="2259" cy="503488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71" name="Shape 670"/>
              <p:cNvSpPr txBox="1"/>
              <p:nvPr/>
            </p:nvSpPr>
            <p:spPr>
              <a:xfrm>
                <a:off x="0" y="422205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sp>
        <p:nvSpPr>
          <p:cNvPr id="3374" name="Shape 673"/>
          <p:cNvSpPr txBox="1"/>
          <p:nvPr/>
        </p:nvSpPr>
        <p:spPr>
          <a:xfrm>
            <a:off x="6707675" y="1735737"/>
            <a:ext cx="1358902" cy="43155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3375" name="Shape 674"/>
          <p:cNvSpPr/>
          <p:nvPr/>
        </p:nvSpPr>
        <p:spPr>
          <a:xfrm>
            <a:off x="6147746" y="3657388"/>
            <a:ext cx="825502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 u="sng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grpSp>
        <p:nvGrpSpPr>
          <p:cNvPr id="3378" name="Group 677"/>
          <p:cNvGrpSpPr/>
          <p:nvPr/>
        </p:nvGrpSpPr>
        <p:grpSpPr>
          <a:xfrm>
            <a:off x="4214242" y="4448457"/>
            <a:ext cx="635001" cy="1092949"/>
            <a:chOff x="0" y="0"/>
            <a:chExt cx="635000" cy="1092948"/>
          </a:xfrm>
        </p:grpSpPr>
        <p:sp>
          <p:nvSpPr>
            <p:cNvPr id="3376" name="Shape 675"/>
            <p:cNvSpPr/>
            <p:nvPr/>
          </p:nvSpPr>
          <p:spPr>
            <a:xfrm>
              <a:off x="157196" y="-1"/>
              <a:ext cx="101602" cy="6163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5400"/>
                  </a:moveTo>
                  <a:lnTo>
                    <a:pt x="5400" y="5400"/>
                  </a:lnTo>
                  <a:lnTo>
                    <a:pt x="5400" y="21600"/>
                  </a:lnTo>
                  <a:lnTo>
                    <a:pt x="16200" y="21600"/>
                  </a:lnTo>
                  <a:lnTo>
                    <a:pt x="16200" y="5400"/>
                  </a:lnTo>
                  <a:lnTo>
                    <a:pt x="21600" y="54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800000"/>
            </a:solidFill>
            <a:ln w="635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77" name="Shape 676"/>
            <p:cNvSpPr txBox="1"/>
            <p:nvPr/>
          </p:nvSpPr>
          <p:spPr>
            <a:xfrm>
              <a:off x="0" y="575733"/>
              <a:ext cx="6350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j</a:t>
              </a:r>
            </a:p>
          </p:txBody>
        </p:sp>
      </p:grpSp>
      <p:sp>
        <p:nvSpPr>
          <p:cNvPr id="3379" name="Shape 678"/>
          <p:cNvSpPr/>
          <p:nvPr/>
        </p:nvSpPr>
        <p:spPr>
          <a:xfrm>
            <a:off x="6877573" y="2144395"/>
            <a:ext cx="101603" cy="616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5400" y="5400"/>
                </a:lnTo>
                <a:lnTo>
                  <a:pt x="5400" y="21600"/>
                </a:lnTo>
                <a:lnTo>
                  <a:pt x="16200" y="21600"/>
                </a:lnTo>
                <a:lnTo>
                  <a:pt x="16200" y="5400"/>
                </a:lnTo>
                <a:lnTo>
                  <a:pt x="21600" y="5400"/>
                </a:lnTo>
                <a:lnTo>
                  <a:pt x="10800" y="0"/>
                </a:lnTo>
                <a:close/>
              </a:path>
            </a:pathLst>
          </a:custGeom>
          <a:solidFill>
            <a:srgbClr val="800000"/>
          </a:solidFill>
          <a:ln w="635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380" name="Shape 679"/>
          <p:cNvSpPr/>
          <p:nvPr/>
        </p:nvSpPr>
        <p:spPr>
          <a:xfrm>
            <a:off x="5103242" y="3654566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3381" name="Shape 680"/>
          <p:cNvSpPr/>
          <p:nvPr/>
        </p:nvSpPr>
        <p:spPr>
          <a:xfrm>
            <a:off x="4084137" y="3654284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grpSp>
        <p:nvGrpSpPr>
          <p:cNvPr id="3388" name="Group 687"/>
          <p:cNvGrpSpPr/>
          <p:nvPr/>
        </p:nvGrpSpPr>
        <p:grpSpPr>
          <a:xfrm>
            <a:off x="6335142" y="4499255"/>
            <a:ext cx="1406844" cy="943938"/>
            <a:chOff x="0" y="0"/>
            <a:chExt cx="1406842" cy="943937"/>
          </a:xfrm>
        </p:grpSpPr>
        <p:grpSp>
          <p:nvGrpSpPr>
            <p:cNvPr id="3384" name="Group 683"/>
            <p:cNvGrpSpPr/>
            <p:nvPr/>
          </p:nvGrpSpPr>
          <p:grpSpPr>
            <a:xfrm>
              <a:off x="-1" y="0"/>
              <a:ext cx="277954" cy="939423"/>
              <a:chOff x="0" y="0"/>
              <a:chExt cx="277952" cy="939421"/>
            </a:xfrm>
          </p:grpSpPr>
          <p:sp>
            <p:nvSpPr>
              <p:cNvPr id="3382" name="Shape 681"/>
              <p:cNvSpPr/>
              <p:nvPr/>
            </p:nvSpPr>
            <p:spPr>
              <a:xfrm flipV="1">
                <a:off x="206584" y="0"/>
                <a:ext cx="6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83" name="Shape 682"/>
              <p:cNvSpPr txBox="1"/>
              <p:nvPr/>
            </p:nvSpPr>
            <p:spPr>
              <a:xfrm>
                <a:off x="0" y="422207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387" name="Group 686"/>
            <p:cNvGrpSpPr/>
            <p:nvPr/>
          </p:nvGrpSpPr>
          <p:grpSpPr>
            <a:xfrm>
              <a:off x="1128889" y="4517"/>
              <a:ext cx="277954" cy="939421"/>
              <a:chOff x="0" y="0"/>
              <a:chExt cx="277952" cy="939420"/>
            </a:xfrm>
          </p:grpSpPr>
          <p:sp>
            <p:nvSpPr>
              <p:cNvPr id="3385" name="Shape 684"/>
              <p:cNvSpPr/>
              <p:nvPr/>
            </p:nvSpPr>
            <p:spPr>
              <a:xfrm flipV="1">
                <a:off x="203199" y="0"/>
                <a:ext cx="2260" cy="503488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86" name="Shape 685"/>
              <p:cNvSpPr txBox="1"/>
              <p:nvPr/>
            </p:nvSpPr>
            <p:spPr>
              <a:xfrm>
                <a:off x="0" y="422205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grpSp>
        <p:nvGrpSpPr>
          <p:cNvPr id="3395" name="Group 694"/>
          <p:cNvGrpSpPr/>
          <p:nvPr/>
        </p:nvGrpSpPr>
        <p:grpSpPr>
          <a:xfrm>
            <a:off x="7464031" y="4499255"/>
            <a:ext cx="1404586" cy="943938"/>
            <a:chOff x="0" y="0"/>
            <a:chExt cx="1404584" cy="943937"/>
          </a:xfrm>
        </p:grpSpPr>
        <p:grpSp>
          <p:nvGrpSpPr>
            <p:cNvPr id="3391" name="Group 690"/>
            <p:cNvGrpSpPr/>
            <p:nvPr/>
          </p:nvGrpSpPr>
          <p:grpSpPr>
            <a:xfrm>
              <a:off x="-1" y="0"/>
              <a:ext cx="277954" cy="939423"/>
              <a:chOff x="0" y="0"/>
              <a:chExt cx="277952" cy="939421"/>
            </a:xfrm>
          </p:grpSpPr>
          <p:sp>
            <p:nvSpPr>
              <p:cNvPr id="3389" name="Shape 688"/>
              <p:cNvSpPr/>
              <p:nvPr/>
            </p:nvSpPr>
            <p:spPr>
              <a:xfrm flipV="1">
                <a:off x="204326" y="0"/>
                <a:ext cx="6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90" name="Shape 689"/>
              <p:cNvSpPr txBox="1"/>
              <p:nvPr/>
            </p:nvSpPr>
            <p:spPr>
              <a:xfrm>
                <a:off x="0" y="422207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394" name="Group 693"/>
            <p:cNvGrpSpPr/>
            <p:nvPr/>
          </p:nvGrpSpPr>
          <p:grpSpPr>
            <a:xfrm>
              <a:off x="1126631" y="4517"/>
              <a:ext cx="277954" cy="939421"/>
              <a:chOff x="0" y="0"/>
              <a:chExt cx="277952" cy="939420"/>
            </a:xfrm>
          </p:grpSpPr>
          <p:sp>
            <p:nvSpPr>
              <p:cNvPr id="3392" name="Shape 691"/>
              <p:cNvSpPr/>
              <p:nvPr/>
            </p:nvSpPr>
            <p:spPr>
              <a:xfrm flipV="1">
                <a:off x="208279" y="0"/>
                <a:ext cx="2260" cy="503488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93" name="Shape 692"/>
              <p:cNvSpPr txBox="1"/>
              <p:nvPr/>
            </p:nvSpPr>
            <p:spPr>
              <a:xfrm>
                <a:off x="0" y="422205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grpSp>
        <p:nvGrpSpPr>
          <p:cNvPr id="3402" name="Group 701"/>
          <p:cNvGrpSpPr/>
          <p:nvPr/>
        </p:nvGrpSpPr>
        <p:grpSpPr>
          <a:xfrm>
            <a:off x="8514462" y="4499255"/>
            <a:ext cx="1404586" cy="943938"/>
            <a:chOff x="0" y="0"/>
            <a:chExt cx="1404584" cy="943937"/>
          </a:xfrm>
        </p:grpSpPr>
        <p:grpSp>
          <p:nvGrpSpPr>
            <p:cNvPr id="3398" name="Group 697"/>
            <p:cNvGrpSpPr/>
            <p:nvPr/>
          </p:nvGrpSpPr>
          <p:grpSpPr>
            <a:xfrm>
              <a:off x="-1" y="0"/>
              <a:ext cx="277954" cy="939423"/>
              <a:chOff x="0" y="0"/>
              <a:chExt cx="277952" cy="939421"/>
            </a:xfrm>
          </p:grpSpPr>
          <p:sp>
            <p:nvSpPr>
              <p:cNvPr id="3396" name="Shape 695"/>
              <p:cNvSpPr/>
              <p:nvPr/>
            </p:nvSpPr>
            <p:spPr>
              <a:xfrm flipV="1">
                <a:off x="209405" y="0"/>
                <a:ext cx="7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97" name="Shape 696"/>
              <p:cNvSpPr txBox="1"/>
              <p:nvPr/>
            </p:nvSpPr>
            <p:spPr>
              <a:xfrm>
                <a:off x="0" y="422207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401" name="Group 700"/>
            <p:cNvGrpSpPr/>
            <p:nvPr/>
          </p:nvGrpSpPr>
          <p:grpSpPr>
            <a:xfrm>
              <a:off x="1126631" y="4515"/>
              <a:ext cx="277954" cy="939423"/>
              <a:chOff x="0" y="0"/>
              <a:chExt cx="277952" cy="939422"/>
            </a:xfrm>
          </p:grpSpPr>
          <p:sp>
            <p:nvSpPr>
              <p:cNvPr id="3399" name="Shape 698"/>
              <p:cNvSpPr/>
              <p:nvPr/>
            </p:nvSpPr>
            <p:spPr>
              <a:xfrm flipV="1">
                <a:off x="204326" y="0"/>
                <a:ext cx="6" cy="50349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400" name="Shape 699"/>
              <p:cNvSpPr txBox="1"/>
              <p:nvPr/>
            </p:nvSpPr>
            <p:spPr>
              <a:xfrm>
                <a:off x="0" y="422207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grpSp>
        <p:nvGrpSpPr>
          <p:cNvPr id="3409" name="Group 708"/>
          <p:cNvGrpSpPr/>
          <p:nvPr/>
        </p:nvGrpSpPr>
        <p:grpSpPr>
          <a:xfrm>
            <a:off x="9410235" y="4499255"/>
            <a:ext cx="1404587" cy="943938"/>
            <a:chOff x="0" y="0"/>
            <a:chExt cx="1404585" cy="943937"/>
          </a:xfrm>
        </p:grpSpPr>
        <p:grpSp>
          <p:nvGrpSpPr>
            <p:cNvPr id="3405" name="Group 704"/>
            <p:cNvGrpSpPr/>
            <p:nvPr/>
          </p:nvGrpSpPr>
          <p:grpSpPr>
            <a:xfrm>
              <a:off x="0" y="0"/>
              <a:ext cx="277954" cy="939423"/>
              <a:chOff x="0" y="0"/>
              <a:chExt cx="277952" cy="939421"/>
            </a:xfrm>
          </p:grpSpPr>
          <p:sp>
            <p:nvSpPr>
              <p:cNvPr id="3403" name="Shape 702"/>
              <p:cNvSpPr/>
              <p:nvPr/>
            </p:nvSpPr>
            <p:spPr>
              <a:xfrm flipV="1">
                <a:off x="204327" y="0"/>
                <a:ext cx="6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404" name="Shape 703"/>
              <p:cNvSpPr txBox="1"/>
              <p:nvPr/>
            </p:nvSpPr>
            <p:spPr>
              <a:xfrm>
                <a:off x="0" y="422207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408" name="Group 707"/>
            <p:cNvGrpSpPr/>
            <p:nvPr/>
          </p:nvGrpSpPr>
          <p:grpSpPr>
            <a:xfrm>
              <a:off x="1126632" y="4515"/>
              <a:ext cx="277954" cy="939423"/>
              <a:chOff x="0" y="0"/>
              <a:chExt cx="277952" cy="939422"/>
            </a:xfrm>
          </p:grpSpPr>
          <p:sp>
            <p:nvSpPr>
              <p:cNvPr id="3406" name="Shape 705"/>
              <p:cNvSpPr/>
              <p:nvPr/>
            </p:nvSpPr>
            <p:spPr>
              <a:xfrm flipV="1">
                <a:off x="204327" y="0"/>
                <a:ext cx="6" cy="50349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407" name="Shape 706"/>
              <p:cNvSpPr txBox="1"/>
              <p:nvPr/>
            </p:nvSpPr>
            <p:spPr>
              <a:xfrm>
                <a:off x="0" y="422207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grpSp>
        <p:nvGrpSpPr>
          <p:cNvPr id="3416" name="Group 715"/>
          <p:cNvGrpSpPr/>
          <p:nvPr/>
        </p:nvGrpSpPr>
        <p:grpSpPr>
          <a:xfrm>
            <a:off x="10433008" y="4499255"/>
            <a:ext cx="1404587" cy="943938"/>
            <a:chOff x="0" y="0"/>
            <a:chExt cx="1404585" cy="943937"/>
          </a:xfrm>
        </p:grpSpPr>
        <p:grpSp>
          <p:nvGrpSpPr>
            <p:cNvPr id="3412" name="Group 711"/>
            <p:cNvGrpSpPr/>
            <p:nvPr/>
          </p:nvGrpSpPr>
          <p:grpSpPr>
            <a:xfrm>
              <a:off x="0" y="0"/>
              <a:ext cx="277954" cy="939423"/>
              <a:chOff x="0" y="0"/>
              <a:chExt cx="277952" cy="939421"/>
            </a:xfrm>
          </p:grpSpPr>
          <p:sp>
            <p:nvSpPr>
              <p:cNvPr id="3410" name="Shape 709"/>
              <p:cNvSpPr/>
              <p:nvPr/>
            </p:nvSpPr>
            <p:spPr>
              <a:xfrm flipV="1">
                <a:off x="208560" y="0"/>
                <a:ext cx="6" cy="50349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411" name="Shape 710"/>
              <p:cNvSpPr txBox="1"/>
              <p:nvPr/>
            </p:nvSpPr>
            <p:spPr>
              <a:xfrm>
                <a:off x="0" y="422207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415" name="Group 714"/>
            <p:cNvGrpSpPr/>
            <p:nvPr/>
          </p:nvGrpSpPr>
          <p:grpSpPr>
            <a:xfrm>
              <a:off x="1126632" y="4515"/>
              <a:ext cx="277954" cy="939423"/>
              <a:chOff x="0" y="0"/>
              <a:chExt cx="277952" cy="939422"/>
            </a:xfrm>
          </p:grpSpPr>
          <p:sp>
            <p:nvSpPr>
              <p:cNvPr id="3413" name="Shape 712"/>
              <p:cNvSpPr/>
              <p:nvPr/>
            </p:nvSpPr>
            <p:spPr>
              <a:xfrm flipV="1">
                <a:off x="204327" y="0"/>
                <a:ext cx="6" cy="50349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85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414" name="Shape 713"/>
              <p:cNvSpPr txBox="1"/>
              <p:nvPr/>
            </p:nvSpPr>
            <p:spPr>
              <a:xfrm>
                <a:off x="0" y="422207"/>
                <a:ext cx="277954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800" tIns="50800" rIns="50800" bIns="50800" numCol="1" anchor="t">
                <a:spAutoFit/>
              </a:bodyPr>
              <a:lstStyle>
                <a:lvl1pPr marR="57785" defTabSz="1295400">
                  <a:lnSpc>
                    <a:spcPct val="100000"/>
                  </a:lnSpc>
                  <a:defRPr sz="30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r>
                  <a:t>i</a:t>
                </a:r>
              </a:p>
            </p:txBody>
          </p:sp>
        </p:grpSp>
      </p:grpSp>
      <p:sp>
        <p:nvSpPr>
          <p:cNvPr id="3417" name="Shape 716"/>
          <p:cNvSpPr/>
          <p:nvPr/>
        </p:nvSpPr>
        <p:spPr>
          <a:xfrm>
            <a:off x="11262742" y="3657388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grpSp>
        <p:nvGrpSpPr>
          <p:cNvPr id="3420" name="Group 719"/>
          <p:cNvGrpSpPr/>
          <p:nvPr/>
        </p:nvGrpSpPr>
        <p:grpSpPr>
          <a:xfrm>
            <a:off x="9511835" y="4499257"/>
            <a:ext cx="635002" cy="1092949"/>
            <a:chOff x="0" y="0"/>
            <a:chExt cx="635001" cy="1092948"/>
          </a:xfrm>
        </p:grpSpPr>
        <p:sp>
          <p:nvSpPr>
            <p:cNvPr id="3418" name="Shape 717"/>
            <p:cNvSpPr/>
            <p:nvPr/>
          </p:nvSpPr>
          <p:spPr>
            <a:xfrm>
              <a:off x="158044" y="-1"/>
              <a:ext cx="101602" cy="6163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5400"/>
                  </a:moveTo>
                  <a:lnTo>
                    <a:pt x="5400" y="5400"/>
                  </a:lnTo>
                  <a:lnTo>
                    <a:pt x="5400" y="21600"/>
                  </a:lnTo>
                  <a:lnTo>
                    <a:pt x="16200" y="21600"/>
                  </a:lnTo>
                  <a:lnTo>
                    <a:pt x="16200" y="5400"/>
                  </a:lnTo>
                  <a:lnTo>
                    <a:pt x="21600" y="54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800000"/>
            </a:solidFill>
            <a:ln w="635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419" name="Shape 718"/>
            <p:cNvSpPr txBox="1"/>
            <p:nvPr/>
          </p:nvSpPr>
          <p:spPr>
            <a:xfrm>
              <a:off x="-1" y="575733"/>
              <a:ext cx="6350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j</a:t>
              </a:r>
            </a:p>
          </p:txBody>
        </p:sp>
      </p:grpSp>
      <p:sp>
        <p:nvSpPr>
          <p:cNvPr id="3421" name="Shape 720"/>
          <p:cNvSpPr/>
          <p:nvPr/>
        </p:nvSpPr>
        <p:spPr>
          <a:xfrm>
            <a:off x="6869390" y="2144395"/>
            <a:ext cx="101602" cy="616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5400" y="5400"/>
                </a:lnTo>
                <a:lnTo>
                  <a:pt x="5400" y="21600"/>
                </a:lnTo>
                <a:lnTo>
                  <a:pt x="16200" y="21600"/>
                </a:lnTo>
                <a:lnTo>
                  <a:pt x="16200" y="5400"/>
                </a:lnTo>
                <a:lnTo>
                  <a:pt x="21600" y="5400"/>
                </a:lnTo>
                <a:lnTo>
                  <a:pt x="10800" y="0"/>
                </a:lnTo>
                <a:close/>
              </a:path>
            </a:pathLst>
          </a:custGeom>
          <a:solidFill>
            <a:srgbClr val="800000"/>
          </a:solidFill>
          <a:ln w="635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8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422" name="Shape 721"/>
          <p:cNvSpPr/>
          <p:nvPr/>
        </p:nvSpPr>
        <p:spPr>
          <a:xfrm>
            <a:off x="10229808" y="3654566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grpSp>
        <p:nvGrpSpPr>
          <p:cNvPr id="3425" name="Group 724"/>
          <p:cNvGrpSpPr/>
          <p:nvPr/>
        </p:nvGrpSpPr>
        <p:grpSpPr>
          <a:xfrm>
            <a:off x="3944437" y="4393142"/>
            <a:ext cx="1854202" cy="1554233"/>
            <a:chOff x="0" y="0"/>
            <a:chExt cx="1854200" cy="1554232"/>
          </a:xfrm>
        </p:grpSpPr>
        <p:sp>
          <p:nvSpPr>
            <p:cNvPr id="3423" name="Shape 722"/>
            <p:cNvSpPr/>
            <p:nvPr/>
          </p:nvSpPr>
          <p:spPr>
            <a:xfrm>
              <a:off x="409504" y="-1"/>
              <a:ext cx="205460" cy="10250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5400"/>
                  </a:moveTo>
                  <a:lnTo>
                    <a:pt x="5400" y="5400"/>
                  </a:lnTo>
                  <a:lnTo>
                    <a:pt x="5400" y="21600"/>
                  </a:lnTo>
                  <a:lnTo>
                    <a:pt x="16200" y="21600"/>
                  </a:lnTo>
                  <a:lnTo>
                    <a:pt x="16200" y="5400"/>
                  </a:lnTo>
                  <a:lnTo>
                    <a:pt x="21600" y="54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8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424" name="Shape 723"/>
            <p:cNvSpPr txBox="1"/>
            <p:nvPr/>
          </p:nvSpPr>
          <p:spPr>
            <a:xfrm>
              <a:off x="0" y="1122680"/>
              <a:ext cx="18542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j+d</a:t>
              </a:r>
            </a:p>
          </p:txBody>
        </p:sp>
      </p:grpSp>
      <p:grpSp>
        <p:nvGrpSpPr>
          <p:cNvPr id="3428" name="Group 727"/>
          <p:cNvGrpSpPr/>
          <p:nvPr/>
        </p:nvGrpSpPr>
        <p:grpSpPr>
          <a:xfrm>
            <a:off x="4031079" y="4397658"/>
            <a:ext cx="1054102" cy="1367683"/>
            <a:chOff x="0" y="0"/>
            <a:chExt cx="1054100" cy="1367682"/>
          </a:xfrm>
        </p:grpSpPr>
        <p:sp>
          <p:nvSpPr>
            <p:cNvPr id="3426" name="Shape 725"/>
            <p:cNvSpPr/>
            <p:nvPr/>
          </p:nvSpPr>
          <p:spPr>
            <a:xfrm>
              <a:off x="322015" y="-1"/>
              <a:ext cx="205460" cy="10250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5400"/>
                  </a:moveTo>
                  <a:lnTo>
                    <a:pt x="5400" y="5400"/>
                  </a:lnTo>
                  <a:lnTo>
                    <a:pt x="5400" y="21600"/>
                  </a:lnTo>
                  <a:lnTo>
                    <a:pt x="16200" y="21600"/>
                  </a:lnTo>
                  <a:lnTo>
                    <a:pt x="16200" y="5400"/>
                  </a:lnTo>
                  <a:lnTo>
                    <a:pt x="21600" y="54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8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427" name="Shape 726"/>
            <p:cNvSpPr txBox="1"/>
            <p:nvPr/>
          </p:nvSpPr>
          <p:spPr>
            <a:xfrm>
              <a:off x="0" y="936130"/>
              <a:ext cx="10541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j+d</a:t>
              </a:r>
            </a:p>
          </p:txBody>
        </p:sp>
      </p:grpSp>
      <p:sp>
        <p:nvSpPr>
          <p:cNvPr id="3429" name="Shape 728"/>
          <p:cNvSpPr txBox="1"/>
          <p:nvPr/>
        </p:nvSpPr>
        <p:spPr>
          <a:xfrm>
            <a:off x="6707675" y="1735737"/>
            <a:ext cx="1358902" cy="43155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76</a:t>
            </a:r>
          </a:p>
        </p:txBody>
      </p:sp>
      <p:grpSp>
        <p:nvGrpSpPr>
          <p:cNvPr id="3432" name="Group 731"/>
          <p:cNvGrpSpPr/>
          <p:nvPr/>
        </p:nvGrpSpPr>
        <p:grpSpPr>
          <a:xfrm>
            <a:off x="10125950" y="4488533"/>
            <a:ext cx="1854202" cy="1558185"/>
            <a:chOff x="0" y="0"/>
            <a:chExt cx="1854200" cy="1558183"/>
          </a:xfrm>
        </p:grpSpPr>
        <p:sp>
          <p:nvSpPr>
            <p:cNvPr id="3430" name="Shape 729"/>
            <p:cNvSpPr/>
            <p:nvPr/>
          </p:nvSpPr>
          <p:spPr>
            <a:xfrm>
              <a:off x="410916" y="-1"/>
              <a:ext cx="205459" cy="10250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5400"/>
                  </a:moveTo>
                  <a:lnTo>
                    <a:pt x="5400" y="5400"/>
                  </a:lnTo>
                  <a:lnTo>
                    <a:pt x="5400" y="21600"/>
                  </a:lnTo>
                  <a:lnTo>
                    <a:pt x="16200" y="21600"/>
                  </a:lnTo>
                  <a:lnTo>
                    <a:pt x="16200" y="5400"/>
                  </a:lnTo>
                  <a:lnTo>
                    <a:pt x="21600" y="54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8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431" name="Shape 730"/>
            <p:cNvSpPr txBox="1"/>
            <p:nvPr/>
          </p:nvSpPr>
          <p:spPr>
            <a:xfrm>
              <a:off x="0" y="1126631"/>
              <a:ext cx="18542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j+d</a:t>
              </a:r>
            </a:p>
          </p:txBody>
        </p:sp>
      </p:grpSp>
      <p:grpSp>
        <p:nvGrpSpPr>
          <p:cNvPr id="3435" name="Group 735"/>
          <p:cNvGrpSpPr/>
          <p:nvPr/>
        </p:nvGrpSpPr>
        <p:grpSpPr>
          <a:xfrm>
            <a:off x="3249042" y="4443942"/>
            <a:ext cx="635001" cy="1101416"/>
            <a:chOff x="0" y="0"/>
            <a:chExt cx="635000" cy="1101415"/>
          </a:xfrm>
        </p:grpSpPr>
        <p:sp>
          <p:nvSpPr>
            <p:cNvPr id="3433" name="Shape 733"/>
            <p:cNvSpPr/>
            <p:nvPr/>
          </p:nvSpPr>
          <p:spPr>
            <a:xfrm>
              <a:off x="152400" y="-1"/>
              <a:ext cx="101602" cy="6163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5400"/>
                  </a:moveTo>
                  <a:lnTo>
                    <a:pt x="5400" y="5400"/>
                  </a:lnTo>
                  <a:lnTo>
                    <a:pt x="5400" y="21600"/>
                  </a:lnTo>
                  <a:lnTo>
                    <a:pt x="16200" y="21600"/>
                  </a:lnTo>
                  <a:lnTo>
                    <a:pt x="16200" y="5400"/>
                  </a:lnTo>
                  <a:lnTo>
                    <a:pt x="21600" y="54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800000"/>
            </a:solidFill>
            <a:ln w="635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8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434" name="Shape 734"/>
            <p:cNvSpPr txBox="1"/>
            <p:nvPr/>
          </p:nvSpPr>
          <p:spPr>
            <a:xfrm>
              <a:off x="0" y="584200"/>
              <a:ext cx="6350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spAutoFit/>
            </a:bodyPr>
            <a:lstStyle>
              <a:lvl1pPr marR="57785" defTabSz="1295400">
                <a:lnSpc>
                  <a:spcPct val="100000"/>
                </a:lnSpc>
                <a:spcBef>
                  <a:spcPts val="1900"/>
                </a:spcBef>
                <a:defRPr sz="3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j</a:t>
              </a:r>
            </a:p>
          </p:txBody>
        </p:sp>
      </p:grpSp>
      <p:sp>
        <p:nvSpPr>
          <p:cNvPr id="3436" name="Shape 593"/>
          <p:cNvSpPr txBox="1"/>
          <p:nvPr/>
        </p:nvSpPr>
        <p:spPr>
          <a:xfrm>
            <a:off x="5954142" y="1735737"/>
            <a:ext cx="1063417" cy="4928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r[0]=</a:t>
            </a:r>
          </a:p>
        </p:txBody>
      </p:sp>
      <p:sp>
        <p:nvSpPr>
          <p:cNvPr id="3437" name="Shape 732"/>
          <p:cNvSpPr txBox="1"/>
          <p:nvPr/>
        </p:nvSpPr>
        <p:spPr>
          <a:xfrm>
            <a:off x="2405944" y="139700"/>
            <a:ext cx="7581902" cy="98375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希尔排序-动画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1" fill="hold" grpId="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31" dur="500" fill="hold"/>
                                        <p:tgtEl>
                                          <p:spTgt spid="33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1" fill="hold" grpId="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36" dur="500" fill="hold"/>
                                        <p:tgtEl>
                                          <p:spTgt spid="33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3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1" fill="hold" grpId="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46" dur="500" fill="hold"/>
                                        <p:tgtEl>
                                          <p:spTgt spid="33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1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dur="indefinite" fill="hold"/>
                                        <p:tgtEl>
                                          <p:spTgt spid="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dur="indefinite" fill="hold"/>
                                        <p:tgtEl>
                                          <p:spTgt spid="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1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dur="indefinite" fill="hold"/>
                                        <p:tgtEl>
                                          <p:spTgt spid="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1" fill="hold" grpId="1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66" dur="500" fill="hold"/>
                                        <p:tgtEl>
                                          <p:spTgt spid="33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1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dur="indefinite" fill="hold"/>
                                        <p:tgtEl>
                                          <p:spTgt spid="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4" fill="hold" grpId="1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dur="indefinite" fill="hold"/>
                                        <p:tgtEl>
                                          <p:spTgt spid="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xit" presetSubtype="1" fill="hold" grpId="1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80" dur="500" fill="hold"/>
                                        <p:tgtEl>
                                          <p:spTgt spid="33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xit" presetSubtype="1" fill="hold" grpId="1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84" dur="500" fill="hold"/>
                                        <p:tgtEl>
                                          <p:spTgt spid="3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1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9" dur="indefinite" fill="hold"/>
                                        <p:tgtEl>
                                          <p:spTgt spid="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3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1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dur="indefinite" fill="hold"/>
                                        <p:tgtEl>
                                          <p:spTgt spid="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xit" presetSubtype="1" fill="hold" grpId="2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99" dur="500" fill="hold"/>
                                        <p:tgtEl>
                                          <p:spTgt spid="3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xit" presetSubtype="1" fill="hold" grpId="2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04" dur="500" fill="hold"/>
                                        <p:tgtEl>
                                          <p:spTgt spid="33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2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9" dur="indefinite" fill="hold"/>
                                        <p:tgtEl>
                                          <p:spTgt spid="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3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grpId="2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4" dur="indefinite" fill="hold"/>
                                        <p:tgtEl>
                                          <p:spTgt spid="3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3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grpId="2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9" dur="indefinite" fill="hold"/>
                                        <p:tgtEl>
                                          <p:spTgt spid="3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3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xit" presetSubtype="1" fill="hold" grpId="2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24" dur="500" fill="hold"/>
                                        <p:tgtEl>
                                          <p:spTgt spid="33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grpId="2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9" dur="indefinite" fill="hold"/>
                                        <p:tgtEl>
                                          <p:spTgt spid="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3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4" fill="hold" grpId="2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3" dur="indefinite" fill="hold"/>
                                        <p:tgtEl>
                                          <p:spTgt spid="3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3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grpId="2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8" dur="indefinite" fill="hold"/>
                                        <p:tgtEl>
                                          <p:spTgt spid="3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3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xit" presetSubtype="1" fill="hold" grpId="2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43" dur="500" fill="hold"/>
                                        <p:tgtEl>
                                          <p:spTgt spid="33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3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8" dur="indefinite" fill="hold"/>
                                        <p:tgtEl>
                                          <p:spTgt spid="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4" fill="hold" grpId="3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2" dur="indefinite" fill="hold"/>
                                        <p:tgtEl>
                                          <p:spTgt spid="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4" fill="hold" grpId="3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7" dur="indefinite" fill="hold"/>
                                        <p:tgtEl>
                                          <p:spTgt spid="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3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xit" presetSubtype="1" fill="hold" grpId="3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62" dur="500" fill="hold"/>
                                        <p:tgtEl>
                                          <p:spTgt spid="3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22" presetClass="exit" presetSubtype="1" fill="hold" grpId="3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66" dur="500" fill="hold"/>
                                        <p:tgtEl>
                                          <p:spTgt spid="33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000"/>
                            </p:stCondLst>
                            <p:childTnLst>
                              <p:par>
                                <p:cTn id="169" presetID="22" presetClass="exit" presetSubtype="8" fill="hold" grpId="3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left)">
                                      <p:cBhvr>
                                        <p:cTn id="170" dur="1000" fill="hold"/>
                                        <p:tgtEl>
                                          <p:spTgt spid="3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indefinite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xit" presetSubtype="1" fill="hold" grpId="3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75" dur="500" fill="hold"/>
                                        <p:tgtEl>
                                          <p:spTgt spid="33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4" fill="hold" grpId="3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0" dur="indefinite" fill="hold"/>
                                        <p:tgtEl>
                                          <p:spTgt spid="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3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xit" presetSubtype="1" fill="hold" grpId="3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85" dur="500" fill="hold"/>
                                        <p:tgtEl>
                                          <p:spTgt spid="3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4" fill="hold" grpId="3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0" dur="indefinite" fill="hold"/>
                                        <p:tgtEl>
                                          <p:spTgt spid="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3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xit" presetSubtype="1" fill="hold" grpId="4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195" dur="500" fill="hold"/>
                                        <p:tgtEl>
                                          <p:spTgt spid="3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4" fill="hold" grpId="4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0" dur="indefinite" fill="hold"/>
                                        <p:tgtEl>
                                          <p:spTgt spid="3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500"/>
                                        <p:tgtEl>
                                          <p:spTgt spid="3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xit" presetSubtype="1" fill="hold" grpId="4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205" dur="500" fill="hold"/>
                                        <p:tgtEl>
                                          <p:spTgt spid="3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4" fill="hold" grpId="4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0" dur="indefinite" fill="hold"/>
                                        <p:tgtEl>
                                          <p:spTgt spid="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1" dur="500"/>
                                        <p:tgtEl>
                                          <p:spTgt spid="3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xit" presetSubtype="1" fill="hold" grpId="4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215" dur="500" fill="hold"/>
                                        <p:tgtEl>
                                          <p:spTgt spid="3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4" fill="hold" grpId="4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0" dur="indefinite" fill="hold"/>
                                        <p:tgtEl>
                                          <p:spTgt spid="3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500"/>
                                        <p:tgtEl>
                                          <p:spTgt spid="3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4" fill="hold" grpId="4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5" dur="indefinite" fill="hold"/>
                                        <p:tgtEl>
                                          <p:spTgt spid="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6" dur="500"/>
                                        <p:tgtEl>
                                          <p:spTgt spid="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4" fill="hold" grpId="4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0" dur="indefinite" fill="hold"/>
                                        <p:tgtEl>
                                          <p:spTgt spid="3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1" dur="500"/>
                                        <p:tgtEl>
                                          <p:spTgt spid="3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xit" presetSubtype="1" fill="hold" grpId="4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up)">
                                      <p:cBhvr>
                                        <p:cTn id="235" dur="500" fill="hold"/>
                                        <p:tgtEl>
                                          <p:spTgt spid="3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4" fill="hold" grpId="4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0" dur="indefinite" fill="hold"/>
                                        <p:tgtEl>
                                          <p:spTgt spid="3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1" dur="500"/>
                                        <p:tgtEl>
                                          <p:spTgt spid="3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22" presetClass="entr" presetSubtype="4" fill="hold" grpId="5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4" dur="indefinite" fill="hold"/>
                                        <p:tgtEl>
                                          <p:spTgt spid="3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5" dur="500"/>
                                        <p:tgtEl>
                                          <p:spTgt spid="3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22" presetClass="entr" presetSubtype="4" fill="hold" grpId="5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9" dur="indefinite" fill="hold"/>
                                        <p:tgtEl>
                                          <p:spTgt spid="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0" dur="500"/>
                                        <p:tgtEl>
                                          <p:spTgt spid="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22" presetClass="entr" presetSubtype="4" fill="hold" grpId="5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4" dur="indefinite" fill="hold"/>
                                        <p:tgtEl>
                                          <p:spTgt spid="3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5" dur="500"/>
                                        <p:tgtEl>
                                          <p:spTgt spid="3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" grpId="26" animBg="1" advAuto="0"/>
      <p:bldP spid="3348" grpId="21" animBg="1" advAuto="0"/>
      <p:bldP spid="3422" grpId="52" animBg="1" advAuto="0"/>
      <p:bldP spid="3417" grpId="47" animBg="1" advAuto="0"/>
      <p:bldP spid="3363" grpId="14" animBg="1" advAuto="0"/>
      <p:bldP spid="3363" grpId="16" animBg="1" advAuto="0"/>
      <p:bldP spid="3379" grpId="34" animBg="1" advAuto="0"/>
      <p:bldP spid="3343" grpId="5" animBg="1" advAuto="0"/>
      <p:bldP spid="3380" grpId="28" animBg="1" advAuto="0"/>
      <p:bldP spid="3373" grpId="22" animBg="1" advAuto="0"/>
      <p:bldP spid="3374" grpId="23" animBg="1" advAuto="0"/>
      <p:bldP spid="3373" grpId="25" animBg="1" advAuto="0"/>
      <p:bldP spid="3345" grpId="1" animBg="1" advAuto="0"/>
      <p:bldP spid="3344" grpId="12" animBg="1" advAuto="0"/>
      <p:bldP spid="3375" grpId="24" animBg="1" advAuto="0"/>
      <p:bldP spid="3425" grpId="18" animBg="1" advAuto="0"/>
      <p:bldP spid="3425" grpId="20" animBg="1" advAuto="0"/>
      <p:bldP spid="3335" grpId="4" animBg="1" advAuto="0"/>
      <p:bldP spid="3381" grpId="32" animBg="1" advAuto="0"/>
      <p:bldP spid="3374" grpId="36" animBg="1" advAuto="0"/>
      <p:bldP spid="3435" grpId="30" animBg="1" advAuto="0"/>
      <p:bldP spid="3409" grpId="43" animBg="1" advAuto="0"/>
      <p:bldP spid="3409" grpId="44" animBg="1" advAuto="0"/>
      <p:bldP spid="3366" grpId="15" animBg="1" advAuto="0"/>
      <p:bldP spid="3334" grpId="19" animBg="1" advAuto="0"/>
      <p:bldP spid="3366" grpId="17" animBg="1" advAuto="0"/>
      <p:bldP spid="3347" grpId="3" animBg="1" advAuto="0"/>
      <p:bldP spid="3435" grpId="35" animBg="1" advAuto="0"/>
      <p:bldP spid="3388" grpId="37" animBg="1" advAuto="0"/>
      <p:bldP spid="3388" grpId="38" animBg="1" advAuto="0"/>
      <p:bldP spid="3347" grpId="7" animBg="1" advAuto="0"/>
      <p:bldP spid="3342" grpId="2" animBg="1" advAuto="0"/>
      <p:bldP spid="3378" grpId="27" animBg="1" advAuto="0"/>
      <p:bldP spid="3378" grpId="29" animBg="1" advAuto="0"/>
      <p:bldP spid="3395" grpId="39" animBg="1" advAuto="0"/>
      <p:bldP spid="3342" grpId="6" animBg="1" advAuto="0"/>
      <p:bldP spid="3395" grpId="40" animBg="1" advAuto="0"/>
      <p:bldP spid="3402" grpId="41" animBg="1" advAuto="0"/>
      <p:bldP spid="3402" grpId="42" animBg="1" advAuto="0"/>
      <p:bldP spid="3428" grpId="31" animBg="1" advAuto="0"/>
      <p:bldP spid="3416" grpId="45" animBg="1" advAuto="0"/>
      <p:bldP spid="3428" grpId="33" animBg="1" advAuto="0"/>
      <p:bldP spid="3429" grpId="46" animBg="1" advAuto="0"/>
      <p:bldP spid="3348" grpId="11" animBg="1" advAuto="0"/>
      <p:bldP spid="3416" grpId="48" animBg="1" advAuto="0"/>
      <p:bldP spid="3421" grpId="49" animBg="1" advAuto="0"/>
      <p:bldP spid="3420" grpId="50" animBg="1" advAuto="0"/>
      <p:bldP spid="3355" grpId="8" animBg="1" advAuto="0"/>
      <p:bldP spid="3362" grpId="10" animBg="1" advAuto="0"/>
      <p:bldP spid="3355" grpId="9" animBg="1" advAuto="0"/>
      <p:bldP spid="3432" grpId="51" animBg="1" advAuto="0"/>
      <p:bldP spid="3362" grpId="13" animBg="1" advAuto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9" name="Shape 732"/>
          <p:cNvSpPr txBox="1"/>
          <p:nvPr/>
        </p:nvSpPr>
        <p:spPr>
          <a:xfrm>
            <a:off x="2405944" y="139700"/>
            <a:ext cx="7581902" cy="98375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algn="ctr" defTabSz="1295400">
              <a:lnSpc>
                <a:spcPct val="100000"/>
              </a:lnSpc>
              <a:defRPr sz="48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插入排序-pair insertion</a:t>
            </a:r>
          </a:p>
        </p:txBody>
      </p:sp>
      <p:sp>
        <p:nvSpPr>
          <p:cNvPr id="3440" name="一次插入2个数据，利用前一个数据的搜索结果，减少比较次数。ai &gt; ai + 1"/>
          <p:cNvSpPr txBox="1"/>
          <p:nvPr/>
        </p:nvSpPr>
        <p:spPr>
          <a:xfrm>
            <a:off x="215183" y="1767786"/>
            <a:ext cx="12788819" cy="635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>
              <a:defRPr sz="3000"/>
            </a:pPr>
            <a:r>
              <a:t>一次插入2个数据，利用前一个数据的搜索结果，减少比较次数。a</a:t>
            </a:r>
            <a:r>
              <a:rPr baseline="-6000"/>
              <a:t>i</a:t>
            </a:r>
            <a:r>
              <a:t> &gt; a</a:t>
            </a:r>
            <a:r>
              <a:rPr baseline="-6000"/>
              <a:t>i + 1</a:t>
            </a:r>
            <a:r>
              <a:t>     </a:t>
            </a:r>
          </a:p>
        </p:txBody>
      </p:sp>
      <p:sp>
        <p:nvSpPr>
          <p:cNvPr id="3441" name="线条"/>
          <p:cNvSpPr/>
          <p:nvPr/>
        </p:nvSpPr>
        <p:spPr>
          <a:xfrm flipV="1">
            <a:off x="7137400" y="4118428"/>
            <a:ext cx="0" cy="104140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442" name="线条"/>
          <p:cNvSpPr/>
          <p:nvPr/>
        </p:nvSpPr>
        <p:spPr>
          <a:xfrm flipV="1">
            <a:off x="8066678" y="4118428"/>
            <a:ext cx="1" cy="104140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3447" name="Group 435"/>
          <p:cNvGrpSpPr/>
          <p:nvPr/>
        </p:nvGrpSpPr>
        <p:grpSpPr>
          <a:xfrm>
            <a:off x="1406029" y="3174892"/>
            <a:ext cx="10243542" cy="824093"/>
            <a:chOff x="0" y="0"/>
            <a:chExt cx="10243541" cy="824092"/>
          </a:xfrm>
        </p:grpSpPr>
        <p:sp>
          <p:nvSpPr>
            <p:cNvPr id="3443" name="Shape 431"/>
            <p:cNvSpPr/>
            <p:nvPr/>
          </p:nvSpPr>
          <p:spPr>
            <a:xfrm>
              <a:off x="-1" y="821834"/>
              <a:ext cx="10236203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444" name="Shape 432"/>
            <p:cNvSpPr/>
            <p:nvPr/>
          </p:nvSpPr>
          <p:spPr>
            <a:xfrm>
              <a:off x="-1" y="0"/>
              <a:ext cx="10236203" cy="225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445" name="Shape 433"/>
            <p:cNvSpPr/>
            <p:nvPr/>
          </p:nvSpPr>
          <p:spPr>
            <a:xfrm>
              <a:off x="10241282" y="-1"/>
              <a:ext cx="2260" cy="8195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446" name="Shape 434"/>
            <p:cNvSpPr/>
            <p:nvPr/>
          </p:nvSpPr>
          <p:spPr>
            <a:xfrm>
              <a:off x="-1" y="-1"/>
              <a:ext cx="2259" cy="8195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85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3448" name="Shape 436"/>
          <p:cNvSpPr/>
          <p:nvPr/>
        </p:nvSpPr>
        <p:spPr>
          <a:xfrm>
            <a:off x="2430495" y="3174892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449" name="Shape 437"/>
          <p:cNvSpPr/>
          <p:nvPr/>
        </p:nvSpPr>
        <p:spPr>
          <a:xfrm>
            <a:off x="3456091" y="3174892"/>
            <a:ext cx="2259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450" name="Shape 438"/>
          <p:cNvSpPr/>
          <p:nvPr/>
        </p:nvSpPr>
        <p:spPr>
          <a:xfrm>
            <a:off x="4478864" y="3174892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451" name="Shape 439"/>
          <p:cNvSpPr/>
          <p:nvPr/>
        </p:nvSpPr>
        <p:spPr>
          <a:xfrm>
            <a:off x="5503895" y="3174892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452" name="Shape 440"/>
          <p:cNvSpPr/>
          <p:nvPr/>
        </p:nvSpPr>
        <p:spPr>
          <a:xfrm>
            <a:off x="6630527" y="3174892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453" name="Shape 441"/>
          <p:cNvSpPr/>
          <p:nvPr/>
        </p:nvSpPr>
        <p:spPr>
          <a:xfrm>
            <a:off x="7653300" y="3174892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454" name="Shape 442"/>
          <p:cNvSpPr/>
          <p:nvPr/>
        </p:nvSpPr>
        <p:spPr>
          <a:xfrm>
            <a:off x="8678331" y="3174892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455" name="Shape 443"/>
          <p:cNvSpPr/>
          <p:nvPr/>
        </p:nvSpPr>
        <p:spPr>
          <a:xfrm>
            <a:off x="9599505" y="3174892"/>
            <a:ext cx="2259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456" name="Shape 444"/>
          <p:cNvSpPr/>
          <p:nvPr/>
        </p:nvSpPr>
        <p:spPr>
          <a:xfrm>
            <a:off x="10624537" y="3174892"/>
            <a:ext cx="2260" cy="819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457" name="Shape 448"/>
          <p:cNvSpPr txBox="1"/>
          <p:nvPr/>
        </p:nvSpPr>
        <p:spPr>
          <a:xfrm>
            <a:off x="3555433" y="3218637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3458" name="Shape 451"/>
          <p:cNvSpPr txBox="1"/>
          <p:nvPr/>
        </p:nvSpPr>
        <p:spPr>
          <a:xfrm>
            <a:off x="6735795" y="3218637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3459" name="Shape 452"/>
          <p:cNvSpPr txBox="1"/>
          <p:nvPr/>
        </p:nvSpPr>
        <p:spPr>
          <a:xfrm>
            <a:off x="7872303" y="3218637"/>
            <a:ext cx="705500" cy="68854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3460" name="Shape 453"/>
          <p:cNvSpPr txBox="1"/>
          <p:nvPr/>
        </p:nvSpPr>
        <p:spPr>
          <a:xfrm>
            <a:off x="8786703" y="3212993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 u="sng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3461" name="Shape 454"/>
          <p:cNvSpPr txBox="1"/>
          <p:nvPr/>
        </p:nvSpPr>
        <p:spPr>
          <a:xfrm>
            <a:off x="9701103" y="3212993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55</a:t>
            </a:r>
          </a:p>
        </p:txBody>
      </p:sp>
      <p:sp>
        <p:nvSpPr>
          <p:cNvPr id="3462" name="Shape 455"/>
          <p:cNvSpPr txBox="1"/>
          <p:nvPr/>
        </p:nvSpPr>
        <p:spPr>
          <a:xfrm>
            <a:off x="10723877" y="3212993"/>
            <a:ext cx="4388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</a:t>
            </a:r>
          </a:p>
        </p:txBody>
      </p:sp>
      <p:sp>
        <p:nvSpPr>
          <p:cNvPr id="3463" name="Shape 457"/>
          <p:cNvSpPr/>
          <p:nvPr/>
        </p:nvSpPr>
        <p:spPr>
          <a:xfrm>
            <a:off x="7805699" y="3251093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13</a:t>
            </a:r>
          </a:p>
        </p:txBody>
      </p:sp>
      <p:sp>
        <p:nvSpPr>
          <p:cNvPr id="3464" name="Shape 458"/>
          <p:cNvSpPr/>
          <p:nvPr/>
        </p:nvSpPr>
        <p:spPr>
          <a:xfrm>
            <a:off x="8779930" y="3212993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38</a:t>
            </a:r>
          </a:p>
        </p:txBody>
      </p:sp>
      <p:sp>
        <p:nvSpPr>
          <p:cNvPr id="3465" name="Shape 459"/>
          <p:cNvSpPr/>
          <p:nvPr/>
        </p:nvSpPr>
        <p:spPr>
          <a:xfrm>
            <a:off x="9701103" y="3212993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97</a:t>
            </a:r>
          </a:p>
        </p:txBody>
      </p:sp>
      <p:sp>
        <p:nvSpPr>
          <p:cNvPr id="3466" name="Shape 460"/>
          <p:cNvSpPr/>
          <p:nvPr/>
        </p:nvSpPr>
        <p:spPr>
          <a:xfrm>
            <a:off x="10726135" y="3212993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3467" name="Shape 461"/>
          <p:cNvSpPr/>
          <p:nvPr/>
        </p:nvSpPr>
        <p:spPr>
          <a:xfrm>
            <a:off x="1507629" y="3212993"/>
            <a:ext cx="4388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</a:t>
            </a:r>
          </a:p>
        </p:txBody>
      </p:sp>
      <p:sp>
        <p:nvSpPr>
          <p:cNvPr id="3468" name="Shape 462"/>
          <p:cNvSpPr/>
          <p:nvPr/>
        </p:nvSpPr>
        <p:spPr>
          <a:xfrm>
            <a:off x="2532660" y="3212993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27</a:t>
            </a:r>
          </a:p>
        </p:txBody>
      </p:sp>
      <p:sp>
        <p:nvSpPr>
          <p:cNvPr id="3469" name="Shape 463"/>
          <p:cNvSpPr/>
          <p:nvPr/>
        </p:nvSpPr>
        <p:spPr>
          <a:xfrm>
            <a:off x="3555433" y="3212993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55</a:t>
            </a:r>
          </a:p>
        </p:txBody>
      </p:sp>
      <p:sp>
        <p:nvSpPr>
          <p:cNvPr id="3470" name="Shape 466"/>
          <p:cNvSpPr/>
          <p:nvPr/>
        </p:nvSpPr>
        <p:spPr>
          <a:xfrm>
            <a:off x="6732127" y="3212993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 u="sng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49</a:t>
            </a:r>
          </a:p>
        </p:txBody>
      </p:sp>
      <p:sp>
        <p:nvSpPr>
          <p:cNvPr id="3471" name="Shape 450"/>
          <p:cNvSpPr txBox="1"/>
          <p:nvPr/>
        </p:nvSpPr>
        <p:spPr>
          <a:xfrm>
            <a:off x="4656664" y="3251092"/>
            <a:ext cx="705500" cy="6885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65</a:t>
            </a:r>
          </a:p>
        </p:txBody>
      </p:sp>
      <p:sp>
        <p:nvSpPr>
          <p:cNvPr id="3472" name="Shape 465"/>
          <p:cNvSpPr/>
          <p:nvPr/>
        </p:nvSpPr>
        <p:spPr>
          <a:xfrm>
            <a:off x="5656296" y="3238393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/>
          <a:p>
            <a: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pPr>
          </a:p>
        </p:txBody>
      </p:sp>
      <p:sp>
        <p:nvSpPr>
          <p:cNvPr id="3473" name="Shape 464"/>
          <p:cNvSpPr/>
          <p:nvPr/>
        </p:nvSpPr>
        <p:spPr>
          <a:xfrm>
            <a:off x="5713869" y="3251093"/>
            <a:ext cx="705500" cy="6885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57785" defTabSz="1295400">
              <a:lnSpc>
                <a:spcPct val="100000"/>
              </a:lnSpc>
              <a:defRPr sz="42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r>
              <a:t>76</a:t>
            </a:r>
          </a:p>
        </p:txBody>
      </p:sp>
    </p:spTree>
  </p:cSld>
  <p:clrMapOvr>
    <a:masterClrMapping/>
  </p:clrMapOvr>
  <p:transition spd="med"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5" name="基于交换的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基于交换的排序</a:t>
            </a:r>
          </a:p>
        </p:txBody>
      </p:sp>
      <p:sp>
        <p:nvSpPr>
          <p:cNvPr id="3476" name="初始时，有序序列为空"/>
          <p:cNvSpPr txBox="1"/>
          <p:nvPr/>
        </p:nvSpPr>
        <p:spPr>
          <a:xfrm>
            <a:off x="960430" y="1484477"/>
            <a:ext cx="4617100" cy="723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t>初始时，有序序列为空</a:t>
            </a:r>
          </a:p>
        </p:txBody>
      </p:sp>
      <p:grpSp>
        <p:nvGrpSpPr>
          <p:cNvPr id="3479" name="成组"/>
          <p:cNvGrpSpPr/>
          <p:nvPr/>
        </p:nvGrpSpPr>
        <p:grpSpPr>
          <a:xfrm>
            <a:off x="6912621" y="2891741"/>
            <a:ext cx="5138703" cy="975361"/>
            <a:chOff x="0" y="0"/>
            <a:chExt cx="5138702" cy="975360"/>
          </a:xfrm>
        </p:grpSpPr>
        <p:sp>
          <p:nvSpPr>
            <p:cNvPr id="3477" name="矩形"/>
            <p:cNvSpPr/>
            <p:nvPr/>
          </p:nvSpPr>
          <p:spPr>
            <a:xfrm>
              <a:off x="0" y="0"/>
              <a:ext cx="5138703" cy="975361"/>
            </a:xfrm>
            <a:prstGeom prst="rect">
              <a:avLst/>
            </a:prstGeom>
            <a:blipFill rotWithShape="1">
              <a:blip r:embed="rId1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3478" name="有序序列R[i...n]"/>
            <p:cNvSpPr txBox="1"/>
            <p:nvPr/>
          </p:nvSpPr>
          <p:spPr>
            <a:xfrm>
              <a:off x="835504" y="86106"/>
              <a:ext cx="3467694" cy="803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5023" tIns="65023" rIns="65023" bIns="65023" numCol="1" anchor="ctr">
              <a:sp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有序序列R[i...n]</a:t>
              </a:r>
            </a:p>
          </p:txBody>
        </p:sp>
      </p:grpSp>
      <p:grpSp>
        <p:nvGrpSpPr>
          <p:cNvPr id="3482" name="成组"/>
          <p:cNvGrpSpPr/>
          <p:nvPr/>
        </p:nvGrpSpPr>
        <p:grpSpPr>
          <a:xfrm>
            <a:off x="1076787" y="2891741"/>
            <a:ext cx="5842001" cy="975361"/>
            <a:chOff x="0" y="0"/>
            <a:chExt cx="5842000" cy="975360"/>
          </a:xfrm>
        </p:grpSpPr>
        <p:sp>
          <p:nvSpPr>
            <p:cNvPr id="3480" name="矩形"/>
            <p:cNvSpPr/>
            <p:nvPr/>
          </p:nvSpPr>
          <p:spPr>
            <a:xfrm>
              <a:off x="0" y="0"/>
              <a:ext cx="5842000" cy="975361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3481" name="无序序列 R[1...i-1]"/>
            <p:cNvSpPr txBox="1"/>
            <p:nvPr/>
          </p:nvSpPr>
          <p:spPr>
            <a:xfrm>
              <a:off x="401998" y="130269"/>
              <a:ext cx="5038004" cy="763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无序序列 R[1...i-1]</a:t>
              </a:r>
            </a:p>
          </p:txBody>
        </p:sp>
      </p:grpSp>
      <p:grpSp>
        <p:nvGrpSpPr>
          <p:cNvPr id="3485" name="成组"/>
          <p:cNvGrpSpPr/>
          <p:nvPr/>
        </p:nvGrpSpPr>
        <p:grpSpPr>
          <a:xfrm>
            <a:off x="6338863" y="6261100"/>
            <a:ext cx="5712461" cy="973244"/>
            <a:chOff x="0" y="0"/>
            <a:chExt cx="5712460" cy="973243"/>
          </a:xfrm>
        </p:grpSpPr>
        <p:sp>
          <p:nvSpPr>
            <p:cNvPr id="3483" name="矩形"/>
            <p:cNvSpPr/>
            <p:nvPr/>
          </p:nvSpPr>
          <p:spPr>
            <a:xfrm>
              <a:off x="0" y="0"/>
              <a:ext cx="5712461" cy="973244"/>
            </a:xfrm>
            <a:prstGeom prst="rect">
              <a:avLst/>
            </a:prstGeom>
            <a:blipFill rotWithShape="1">
              <a:blip r:embed="rId1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3484" name="有序序列R[i-1...n]"/>
            <p:cNvSpPr txBox="1"/>
            <p:nvPr/>
          </p:nvSpPr>
          <p:spPr>
            <a:xfrm>
              <a:off x="666701" y="64827"/>
              <a:ext cx="4887550" cy="7252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有序序列R[i-1...n]</a:t>
              </a:r>
            </a:p>
          </p:txBody>
        </p:sp>
      </p:grpSp>
      <p:grpSp>
        <p:nvGrpSpPr>
          <p:cNvPr id="3488" name="成组"/>
          <p:cNvGrpSpPr/>
          <p:nvPr/>
        </p:nvGrpSpPr>
        <p:grpSpPr>
          <a:xfrm>
            <a:off x="1076787" y="6261100"/>
            <a:ext cx="5283201" cy="977900"/>
            <a:chOff x="0" y="0"/>
            <a:chExt cx="5283200" cy="977900"/>
          </a:xfrm>
        </p:grpSpPr>
        <p:sp>
          <p:nvSpPr>
            <p:cNvPr id="3486" name="矩形"/>
            <p:cNvSpPr/>
            <p:nvPr/>
          </p:nvSpPr>
          <p:spPr>
            <a:xfrm>
              <a:off x="0" y="0"/>
              <a:ext cx="5283201" cy="977900"/>
            </a:xfrm>
            <a:prstGeom prst="rect">
              <a:avLst/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pPr>
            </a:p>
          </p:txBody>
        </p:sp>
        <p:sp>
          <p:nvSpPr>
            <p:cNvPr id="3487" name="无序序列 R[1...i-2]"/>
            <p:cNvSpPr txBox="1"/>
            <p:nvPr/>
          </p:nvSpPr>
          <p:spPr>
            <a:xfrm>
              <a:off x="125757" y="61969"/>
              <a:ext cx="5032905" cy="7319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>
              <a:lvl1pPr indent="0" algn="ctr" defTabSz="1300480">
                <a:lnSpc>
                  <a:spcPct val="100000"/>
                </a:lnSpc>
                <a:defRPr sz="380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defRPr>
              </a:lvl1pPr>
            </a:lstStyle>
            <a:p>
              <a:r>
                <a:t>无序序列 R[1...i-2]</a:t>
              </a:r>
            </a:p>
          </p:txBody>
        </p:sp>
      </p:grpSp>
      <p:pic>
        <p:nvPicPr>
          <p:cNvPr id="3489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774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90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830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91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6303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92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940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93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166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94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7866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95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258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96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013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97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787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98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949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99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249" y="3880248"/>
            <a:ext cx="546101" cy="330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500" name="max(R[1...i-1])"/>
          <p:cNvSpPr txBox="1"/>
          <p:nvPr/>
        </p:nvSpPr>
        <p:spPr>
          <a:xfrm>
            <a:off x="1822177" y="4294530"/>
            <a:ext cx="3792422" cy="116454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 anchor="ctr"/>
          <a:lstStyle>
            <a:lvl1pPr indent="0" algn="ctr" defTabSz="1300480">
              <a:lnSpc>
                <a:spcPct val="100000"/>
              </a:lnSpc>
              <a:defRPr sz="4400"/>
            </a:lvl1pPr>
          </a:lstStyle>
          <a:p>
            <a:r>
              <a:t>max(R[1...i-1])</a:t>
            </a:r>
          </a:p>
        </p:txBody>
      </p:sp>
      <p:sp>
        <p:nvSpPr>
          <p:cNvPr id="3501" name="线条"/>
          <p:cNvSpPr/>
          <p:nvPr/>
        </p:nvSpPr>
        <p:spPr>
          <a:xfrm>
            <a:off x="5410320" y="4889500"/>
            <a:ext cx="1381237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502" name="线条"/>
          <p:cNvSpPr/>
          <p:nvPr/>
        </p:nvSpPr>
        <p:spPr>
          <a:xfrm>
            <a:off x="6783536" y="4880664"/>
            <a:ext cx="1" cy="1385780"/>
          </a:xfrm>
          <a:prstGeom prst="line">
            <a:avLst/>
          </a:prstGeom>
          <a:ln w="508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85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</p:spTree>
  </p:cSld>
  <p:clrMapOvr>
    <a:masterClrMapping/>
  </p:clrMapOvr>
  <p:transition spd="med"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4" name="直接交换排序（冒泡排序）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直接交换排序（冒泡排序）</a:t>
            </a:r>
          </a:p>
        </p:txBody>
      </p:sp>
      <p:sp>
        <p:nvSpPr>
          <p:cNvPr id="3505" name="30"/>
          <p:cNvSpPr txBox="1"/>
          <p:nvPr/>
        </p:nvSpPr>
        <p:spPr>
          <a:xfrm>
            <a:off x="10040337" y="3949982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506" name="65"/>
          <p:cNvSpPr txBox="1"/>
          <p:nvPr/>
        </p:nvSpPr>
        <p:spPr>
          <a:xfrm>
            <a:off x="4651022" y="3949982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507" name="97"/>
          <p:cNvSpPr txBox="1"/>
          <p:nvPr/>
        </p:nvSpPr>
        <p:spPr>
          <a:xfrm>
            <a:off x="5777653" y="3949982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3508" name="76"/>
          <p:cNvSpPr txBox="1"/>
          <p:nvPr/>
        </p:nvSpPr>
        <p:spPr>
          <a:xfrm>
            <a:off x="6692053" y="3922888"/>
            <a:ext cx="803770" cy="71699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509" name="13"/>
          <p:cNvSpPr txBox="1"/>
          <p:nvPr/>
        </p:nvSpPr>
        <p:spPr>
          <a:xfrm>
            <a:off x="7825458" y="3852897"/>
            <a:ext cx="676148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510" name="27"/>
          <p:cNvSpPr txBox="1"/>
          <p:nvPr/>
        </p:nvSpPr>
        <p:spPr>
          <a:xfrm>
            <a:off x="8976924" y="3848382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511" name="38"/>
          <p:cNvSpPr txBox="1"/>
          <p:nvPr/>
        </p:nvSpPr>
        <p:spPr>
          <a:xfrm>
            <a:off x="3729848" y="3961270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grpSp>
        <p:nvGrpSpPr>
          <p:cNvPr id="3526" name="成组"/>
          <p:cNvGrpSpPr/>
          <p:nvPr/>
        </p:nvGrpSpPr>
        <p:grpSpPr>
          <a:xfrm>
            <a:off x="2390986" y="3399084"/>
            <a:ext cx="8602135" cy="1332090"/>
            <a:chOff x="0" y="0"/>
            <a:chExt cx="8602133" cy="1332088"/>
          </a:xfrm>
        </p:grpSpPr>
        <p:sp>
          <p:nvSpPr>
            <p:cNvPr id="3512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3525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3517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3513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514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515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516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3518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19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20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21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22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23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24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3527" name="49"/>
          <p:cNvSpPr txBox="1"/>
          <p:nvPr/>
        </p:nvSpPr>
        <p:spPr>
          <a:xfrm>
            <a:off x="2609991" y="395901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3528" name="49"/>
          <p:cNvSpPr txBox="1"/>
          <p:nvPr/>
        </p:nvSpPr>
        <p:spPr>
          <a:xfrm>
            <a:off x="3689208" y="3922888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3529" name="38"/>
          <p:cNvSpPr txBox="1"/>
          <p:nvPr/>
        </p:nvSpPr>
        <p:spPr>
          <a:xfrm>
            <a:off x="2664177" y="3922888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grpSp>
        <p:nvGrpSpPr>
          <p:cNvPr id="3536" name="成组"/>
          <p:cNvGrpSpPr/>
          <p:nvPr/>
        </p:nvGrpSpPr>
        <p:grpSpPr>
          <a:xfrm>
            <a:off x="2799644" y="1875084"/>
            <a:ext cx="2253263" cy="1639148"/>
            <a:chOff x="0" y="0"/>
            <a:chExt cx="2253262" cy="1639146"/>
          </a:xfrm>
        </p:grpSpPr>
        <p:grpSp>
          <p:nvGrpSpPr>
            <p:cNvPr id="3532" name="成组"/>
            <p:cNvGrpSpPr/>
            <p:nvPr/>
          </p:nvGrpSpPr>
          <p:grpSpPr>
            <a:xfrm>
              <a:off x="0" y="0"/>
              <a:ext cx="715716" cy="1639147"/>
              <a:chOff x="0" y="0"/>
              <a:chExt cx="715715" cy="1639146"/>
            </a:xfrm>
          </p:grpSpPr>
          <p:sp>
            <p:nvSpPr>
              <p:cNvPr id="3530" name="线条"/>
              <p:cNvSpPr/>
              <p:nvPr/>
            </p:nvSpPr>
            <p:spPr>
              <a:xfrm flipH="1">
                <a:off x="171591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31" name="j"/>
              <p:cNvSpPr txBox="1"/>
              <p:nvPr/>
            </p:nvSpPr>
            <p:spPr>
              <a:xfrm>
                <a:off x="0" y="0"/>
                <a:ext cx="715716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535" name="成组"/>
            <p:cNvGrpSpPr/>
            <p:nvPr/>
          </p:nvGrpSpPr>
          <p:grpSpPr>
            <a:xfrm>
              <a:off x="1158240" y="0"/>
              <a:ext cx="1095023" cy="1639147"/>
              <a:chOff x="0" y="0"/>
              <a:chExt cx="1095022" cy="1639146"/>
            </a:xfrm>
          </p:grpSpPr>
          <p:sp>
            <p:nvSpPr>
              <p:cNvPr id="3533" name="线条"/>
              <p:cNvSpPr/>
              <p:nvPr/>
            </p:nvSpPr>
            <p:spPr>
              <a:xfrm flipH="1">
                <a:off x="171591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34" name="j+1"/>
              <p:cNvSpPr txBox="1"/>
              <p:nvPr/>
            </p:nvSpPr>
            <p:spPr>
              <a:xfrm>
                <a:off x="0" y="0"/>
                <a:ext cx="1095023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j+1</a:t>
                </a:r>
              </a:p>
            </p:txBody>
          </p:sp>
        </p:grpSp>
      </p:grpSp>
      <p:sp>
        <p:nvSpPr>
          <p:cNvPr id="3537" name="97"/>
          <p:cNvSpPr txBox="1"/>
          <p:nvPr/>
        </p:nvSpPr>
        <p:spPr>
          <a:xfrm>
            <a:off x="6692053" y="3922888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3538" name="76"/>
          <p:cNvSpPr txBox="1"/>
          <p:nvPr/>
        </p:nvSpPr>
        <p:spPr>
          <a:xfrm>
            <a:off x="5689600" y="3922888"/>
            <a:ext cx="80376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539" name="97"/>
          <p:cNvSpPr txBox="1"/>
          <p:nvPr/>
        </p:nvSpPr>
        <p:spPr>
          <a:xfrm>
            <a:off x="7818684" y="3918373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3540" name="13"/>
          <p:cNvSpPr txBox="1"/>
          <p:nvPr/>
        </p:nvSpPr>
        <p:spPr>
          <a:xfrm>
            <a:off x="6692053" y="3922888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541" name="97"/>
          <p:cNvSpPr txBox="1"/>
          <p:nvPr/>
        </p:nvSpPr>
        <p:spPr>
          <a:xfrm>
            <a:off x="8945315" y="3939257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3542" name="27"/>
          <p:cNvSpPr txBox="1"/>
          <p:nvPr/>
        </p:nvSpPr>
        <p:spPr>
          <a:xfrm>
            <a:off x="7818684" y="3918373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543" name="97"/>
          <p:cNvSpPr txBox="1"/>
          <p:nvPr/>
        </p:nvSpPr>
        <p:spPr>
          <a:xfrm>
            <a:off x="10015502" y="3922888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97</a:t>
            </a:r>
          </a:p>
        </p:txBody>
      </p:sp>
      <p:sp>
        <p:nvSpPr>
          <p:cNvPr id="3544" name="30"/>
          <p:cNvSpPr txBox="1"/>
          <p:nvPr/>
        </p:nvSpPr>
        <p:spPr>
          <a:xfrm>
            <a:off x="8961119" y="3939257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grpSp>
        <p:nvGrpSpPr>
          <p:cNvPr id="3551" name="成组"/>
          <p:cNvGrpSpPr/>
          <p:nvPr/>
        </p:nvGrpSpPr>
        <p:grpSpPr>
          <a:xfrm>
            <a:off x="3957884" y="1875084"/>
            <a:ext cx="2016196" cy="1639148"/>
            <a:chOff x="0" y="0"/>
            <a:chExt cx="2016195" cy="1639146"/>
          </a:xfrm>
        </p:grpSpPr>
        <p:grpSp>
          <p:nvGrpSpPr>
            <p:cNvPr id="3547" name="成组"/>
            <p:cNvGrpSpPr/>
            <p:nvPr/>
          </p:nvGrpSpPr>
          <p:grpSpPr>
            <a:xfrm>
              <a:off x="0" y="0"/>
              <a:ext cx="640415" cy="1639147"/>
              <a:chOff x="0" y="0"/>
              <a:chExt cx="640414" cy="1639146"/>
            </a:xfrm>
          </p:grpSpPr>
          <p:sp>
            <p:nvSpPr>
              <p:cNvPr id="3545" name="线条"/>
              <p:cNvSpPr/>
              <p:nvPr/>
            </p:nvSpPr>
            <p:spPr>
              <a:xfrm flipH="1">
                <a:off x="153537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46" name="j"/>
              <p:cNvSpPr txBox="1"/>
              <p:nvPr/>
            </p:nvSpPr>
            <p:spPr>
              <a:xfrm>
                <a:off x="0" y="0"/>
                <a:ext cx="640415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550" name="成组"/>
            <p:cNvGrpSpPr/>
            <p:nvPr/>
          </p:nvGrpSpPr>
          <p:grpSpPr>
            <a:xfrm>
              <a:off x="1036381" y="0"/>
              <a:ext cx="979815" cy="1639147"/>
              <a:chOff x="0" y="0"/>
              <a:chExt cx="979814" cy="1639146"/>
            </a:xfrm>
          </p:grpSpPr>
          <p:sp>
            <p:nvSpPr>
              <p:cNvPr id="3548" name="线条"/>
              <p:cNvSpPr/>
              <p:nvPr/>
            </p:nvSpPr>
            <p:spPr>
              <a:xfrm flipH="1">
                <a:off x="153537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49" name="j+1"/>
              <p:cNvSpPr txBox="1"/>
              <p:nvPr/>
            </p:nvSpPr>
            <p:spPr>
              <a:xfrm>
                <a:off x="0" y="0"/>
                <a:ext cx="979815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j+1</a:t>
                </a:r>
              </a:p>
            </p:txBody>
          </p:sp>
        </p:grpSp>
      </p:grpSp>
      <p:grpSp>
        <p:nvGrpSpPr>
          <p:cNvPr id="3558" name="成组"/>
          <p:cNvGrpSpPr/>
          <p:nvPr/>
        </p:nvGrpSpPr>
        <p:grpSpPr>
          <a:xfrm>
            <a:off x="4998720" y="1875084"/>
            <a:ext cx="1993619" cy="1639148"/>
            <a:chOff x="0" y="0"/>
            <a:chExt cx="1993617" cy="1639146"/>
          </a:xfrm>
        </p:grpSpPr>
        <p:grpSp>
          <p:nvGrpSpPr>
            <p:cNvPr id="3554" name="成组"/>
            <p:cNvGrpSpPr/>
            <p:nvPr/>
          </p:nvGrpSpPr>
          <p:grpSpPr>
            <a:xfrm>
              <a:off x="-1" y="0"/>
              <a:ext cx="633245" cy="1639147"/>
              <a:chOff x="0" y="0"/>
              <a:chExt cx="633243" cy="1639146"/>
            </a:xfrm>
          </p:grpSpPr>
          <p:sp>
            <p:nvSpPr>
              <p:cNvPr id="3552" name="线条"/>
              <p:cNvSpPr/>
              <p:nvPr/>
            </p:nvSpPr>
            <p:spPr>
              <a:xfrm flipH="1">
                <a:off x="1518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53" name="j"/>
              <p:cNvSpPr txBox="1"/>
              <p:nvPr/>
            </p:nvSpPr>
            <p:spPr>
              <a:xfrm>
                <a:off x="0" y="0"/>
                <a:ext cx="633244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557" name="成组"/>
            <p:cNvGrpSpPr/>
            <p:nvPr/>
          </p:nvGrpSpPr>
          <p:grpSpPr>
            <a:xfrm>
              <a:off x="1024775" y="0"/>
              <a:ext cx="968843" cy="1639147"/>
              <a:chOff x="0" y="0"/>
              <a:chExt cx="968842" cy="1639146"/>
            </a:xfrm>
          </p:grpSpPr>
          <p:sp>
            <p:nvSpPr>
              <p:cNvPr id="3555" name="线条"/>
              <p:cNvSpPr/>
              <p:nvPr/>
            </p:nvSpPr>
            <p:spPr>
              <a:xfrm flipH="1">
                <a:off x="1518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56" name="j+1"/>
              <p:cNvSpPr txBox="1"/>
              <p:nvPr/>
            </p:nvSpPr>
            <p:spPr>
              <a:xfrm>
                <a:off x="0" y="0"/>
                <a:ext cx="968843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j+1</a:t>
                </a:r>
              </a:p>
            </p:txBody>
          </p:sp>
        </p:grpSp>
      </p:grpSp>
      <p:grpSp>
        <p:nvGrpSpPr>
          <p:cNvPr id="3565" name="成组"/>
          <p:cNvGrpSpPr/>
          <p:nvPr/>
        </p:nvGrpSpPr>
        <p:grpSpPr>
          <a:xfrm>
            <a:off x="6030524" y="1859279"/>
            <a:ext cx="1993619" cy="1639148"/>
            <a:chOff x="0" y="0"/>
            <a:chExt cx="1993617" cy="1639146"/>
          </a:xfrm>
        </p:grpSpPr>
        <p:grpSp>
          <p:nvGrpSpPr>
            <p:cNvPr id="3561" name="成组"/>
            <p:cNvGrpSpPr/>
            <p:nvPr/>
          </p:nvGrpSpPr>
          <p:grpSpPr>
            <a:xfrm>
              <a:off x="-1" y="0"/>
              <a:ext cx="633245" cy="1639147"/>
              <a:chOff x="0" y="0"/>
              <a:chExt cx="633243" cy="1639146"/>
            </a:xfrm>
          </p:grpSpPr>
          <p:sp>
            <p:nvSpPr>
              <p:cNvPr id="3559" name="线条"/>
              <p:cNvSpPr/>
              <p:nvPr/>
            </p:nvSpPr>
            <p:spPr>
              <a:xfrm flipH="1">
                <a:off x="1518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60" name="j"/>
              <p:cNvSpPr txBox="1"/>
              <p:nvPr/>
            </p:nvSpPr>
            <p:spPr>
              <a:xfrm>
                <a:off x="0" y="0"/>
                <a:ext cx="633244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564" name="成组"/>
            <p:cNvGrpSpPr/>
            <p:nvPr/>
          </p:nvGrpSpPr>
          <p:grpSpPr>
            <a:xfrm>
              <a:off x="1024775" y="0"/>
              <a:ext cx="968843" cy="1639147"/>
              <a:chOff x="0" y="0"/>
              <a:chExt cx="968842" cy="1639146"/>
            </a:xfrm>
          </p:grpSpPr>
          <p:sp>
            <p:nvSpPr>
              <p:cNvPr id="3562" name="线条"/>
              <p:cNvSpPr/>
              <p:nvPr/>
            </p:nvSpPr>
            <p:spPr>
              <a:xfrm flipH="1">
                <a:off x="1518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63" name="j+1"/>
              <p:cNvSpPr txBox="1"/>
              <p:nvPr/>
            </p:nvSpPr>
            <p:spPr>
              <a:xfrm>
                <a:off x="0" y="0"/>
                <a:ext cx="968843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j+1</a:t>
                </a:r>
              </a:p>
            </p:txBody>
          </p:sp>
        </p:grpSp>
      </p:grpSp>
      <p:grpSp>
        <p:nvGrpSpPr>
          <p:cNvPr id="3572" name="成组"/>
          <p:cNvGrpSpPr/>
          <p:nvPr/>
        </p:nvGrpSpPr>
        <p:grpSpPr>
          <a:xfrm>
            <a:off x="7062328" y="1859279"/>
            <a:ext cx="1993619" cy="1639148"/>
            <a:chOff x="0" y="0"/>
            <a:chExt cx="1993617" cy="1639146"/>
          </a:xfrm>
        </p:grpSpPr>
        <p:grpSp>
          <p:nvGrpSpPr>
            <p:cNvPr id="3568" name="成组"/>
            <p:cNvGrpSpPr/>
            <p:nvPr/>
          </p:nvGrpSpPr>
          <p:grpSpPr>
            <a:xfrm>
              <a:off x="-1" y="0"/>
              <a:ext cx="633245" cy="1639147"/>
              <a:chOff x="0" y="0"/>
              <a:chExt cx="633243" cy="1639146"/>
            </a:xfrm>
          </p:grpSpPr>
          <p:sp>
            <p:nvSpPr>
              <p:cNvPr id="3566" name="线条"/>
              <p:cNvSpPr/>
              <p:nvPr/>
            </p:nvSpPr>
            <p:spPr>
              <a:xfrm flipH="1">
                <a:off x="1518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67" name="j"/>
              <p:cNvSpPr txBox="1"/>
              <p:nvPr/>
            </p:nvSpPr>
            <p:spPr>
              <a:xfrm>
                <a:off x="0" y="0"/>
                <a:ext cx="633244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571" name="成组"/>
            <p:cNvGrpSpPr/>
            <p:nvPr/>
          </p:nvGrpSpPr>
          <p:grpSpPr>
            <a:xfrm>
              <a:off x="1024775" y="0"/>
              <a:ext cx="968843" cy="1639147"/>
              <a:chOff x="0" y="0"/>
              <a:chExt cx="968842" cy="1639146"/>
            </a:xfrm>
          </p:grpSpPr>
          <p:sp>
            <p:nvSpPr>
              <p:cNvPr id="3569" name="线条"/>
              <p:cNvSpPr/>
              <p:nvPr/>
            </p:nvSpPr>
            <p:spPr>
              <a:xfrm flipH="1">
                <a:off x="1518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70" name="j+1"/>
              <p:cNvSpPr txBox="1"/>
              <p:nvPr/>
            </p:nvSpPr>
            <p:spPr>
              <a:xfrm>
                <a:off x="0" y="0"/>
                <a:ext cx="968843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j+1</a:t>
                </a:r>
              </a:p>
            </p:txBody>
          </p:sp>
        </p:grpSp>
      </p:grpSp>
      <p:grpSp>
        <p:nvGrpSpPr>
          <p:cNvPr id="3579" name="成组"/>
          <p:cNvGrpSpPr/>
          <p:nvPr/>
        </p:nvGrpSpPr>
        <p:grpSpPr>
          <a:xfrm>
            <a:off x="8094133" y="1875084"/>
            <a:ext cx="1993619" cy="1639148"/>
            <a:chOff x="0" y="0"/>
            <a:chExt cx="1993617" cy="1639146"/>
          </a:xfrm>
        </p:grpSpPr>
        <p:grpSp>
          <p:nvGrpSpPr>
            <p:cNvPr id="3575" name="成组"/>
            <p:cNvGrpSpPr/>
            <p:nvPr/>
          </p:nvGrpSpPr>
          <p:grpSpPr>
            <a:xfrm>
              <a:off x="-1" y="0"/>
              <a:ext cx="633245" cy="1639147"/>
              <a:chOff x="0" y="0"/>
              <a:chExt cx="633243" cy="1639146"/>
            </a:xfrm>
          </p:grpSpPr>
          <p:sp>
            <p:nvSpPr>
              <p:cNvPr id="3573" name="线条"/>
              <p:cNvSpPr/>
              <p:nvPr/>
            </p:nvSpPr>
            <p:spPr>
              <a:xfrm flipH="1">
                <a:off x="1518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74" name="j"/>
              <p:cNvSpPr txBox="1"/>
              <p:nvPr/>
            </p:nvSpPr>
            <p:spPr>
              <a:xfrm>
                <a:off x="0" y="0"/>
                <a:ext cx="633244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578" name="成组"/>
            <p:cNvGrpSpPr/>
            <p:nvPr/>
          </p:nvGrpSpPr>
          <p:grpSpPr>
            <a:xfrm>
              <a:off x="1024775" y="0"/>
              <a:ext cx="968843" cy="1639147"/>
              <a:chOff x="0" y="0"/>
              <a:chExt cx="968842" cy="1639146"/>
            </a:xfrm>
          </p:grpSpPr>
          <p:sp>
            <p:nvSpPr>
              <p:cNvPr id="3576" name="线条"/>
              <p:cNvSpPr/>
              <p:nvPr/>
            </p:nvSpPr>
            <p:spPr>
              <a:xfrm flipH="1">
                <a:off x="1518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77" name="j+1"/>
              <p:cNvSpPr txBox="1"/>
              <p:nvPr/>
            </p:nvSpPr>
            <p:spPr>
              <a:xfrm>
                <a:off x="0" y="0"/>
                <a:ext cx="968843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j+1</a:t>
                </a:r>
              </a:p>
            </p:txBody>
          </p:sp>
        </p:grpSp>
      </p:grpSp>
      <p:grpSp>
        <p:nvGrpSpPr>
          <p:cNvPr id="3586" name="成组"/>
          <p:cNvGrpSpPr/>
          <p:nvPr/>
        </p:nvGrpSpPr>
        <p:grpSpPr>
          <a:xfrm>
            <a:off x="9116907" y="1868310"/>
            <a:ext cx="1993619" cy="1639148"/>
            <a:chOff x="0" y="0"/>
            <a:chExt cx="1993617" cy="1639146"/>
          </a:xfrm>
        </p:grpSpPr>
        <p:grpSp>
          <p:nvGrpSpPr>
            <p:cNvPr id="3582" name="成组"/>
            <p:cNvGrpSpPr/>
            <p:nvPr/>
          </p:nvGrpSpPr>
          <p:grpSpPr>
            <a:xfrm>
              <a:off x="-1" y="0"/>
              <a:ext cx="633245" cy="1639147"/>
              <a:chOff x="0" y="0"/>
              <a:chExt cx="633243" cy="1639146"/>
            </a:xfrm>
          </p:grpSpPr>
          <p:sp>
            <p:nvSpPr>
              <p:cNvPr id="3580" name="线条"/>
              <p:cNvSpPr/>
              <p:nvPr/>
            </p:nvSpPr>
            <p:spPr>
              <a:xfrm flipH="1">
                <a:off x="1518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81" name="j"/>
              <p:cNvSpPr txBox="1"/>
              <p:nvPr/>
            </p:nvSpPr>
            <p:spPr>
              <a:xfrm>
                <a:off x="0" y="0"/>
                <a:ext cx="633244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</a:t>
                </a:r>
              </a:p>
            </p:txBody>
          </p:sp>
        </p:grpSp>
        <p:grpSp>
          <p:nvGrpSpPr>
            <p:cNvPr id="3585" name="成组"/>
            <p:cNvGrpSpPr/>
            <p:nvPr/>
          </p:nvGrpSpPr>
          <p:grpSpPr>
            <a:xfrm>
              <a:off x="1024775" y="0"/>
              <a:ext cx="968843" cy="1639147"/>
              <a:chOff x="0" y="0"/>
              <a:chExt cx="968842" cy="1639146"/>
            </a:xfrm>
          </p:grpSpPr>
          <p:sp>
            <p:nvSpPr>
              <p:cNvPr id="3583" name="线条"/>
              <p:cNvSpPr/>
              <p:nvPr/>
            </p:nvSpPr>
            <p:spPr>
              <a:xfrm flipH="1">
                <a:off x="151818" y="717973"/>
                <a:ext cx="1" cy="921174"/>
              </a:xfrm>
              <a:prstGeom prst="line">
                <a:avLst/>
              </a:prstGeom>
              <a:noFill/>
              <a:ln w="50800" cap="flat">
                <a:solidFill>
                  <a:srgbClr val="9933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584" name="j+1"/>
              <p:cNvSpPr txBox="1"/>
              <p:nvPr/>
            </p:nvSpPr>
            <p:spPr>
              <a:xfrm>
                <a:off x="0" y="0"/>
                <a:ext cx="968843" cy="6507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t">
                <a:spAutoFit/>
              </a:bodyPr>
              <a:lstStyle>
                <a:lvl1pPr indent="0" defTabSz="1300480">
                  <a:lnSpc>
                    <a:spcPct val="100000"/>
                  </a:lnSpc>
                  <a:spcBef>
                    <a:spcPts val="2000"/>
                  </a:spcBef>
                  <a:defRPr sz="3400">
                    <a:solidFill>
                      <a:srgbClr val="333399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lvl1pPr>
              </a:lstStyle>
              <a:p>
                <a:r>
                  <a:t>j+1</a:t>
                </a:r>
              </a:p>
            </p:txBody>
          </p:sp>
        </p:grpSp>
      </p:grpSp>
      <p:sp>
        <p:nvSpPr>
          <p:cNvPr id="3587" name="第一趟冒泡排序过程："/>
          <p:cNvSpPr txBox="1"/>
          <p:nvPr/>
        </p:nvSpPr>
        <p:spPr>
          <a:xfrm>
            <a:off x="1587217" y="1255606"/>
            <a:ext cx="6041815" cy="7523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>
              <a:lnSpc>
                <a:spcPct val="100000"/>
              </a:lnSpc>
            </a:lvl1pPr>
          </a:lstStyle>
          <a:p>
            <a:r>
              <a:t>第一趟冒泡排序过程：</a:t>
            </a:r>
          </a:p>
        </p:txBody>
      </p:sp>
      <p:sp>
        <p:nvSpPr>
          <p:cNvPr id="3588" name="97"/>
          <p:cNvSpPr txBox="1"/>
          <p:nvPr/>
        </p:nvSpPr>
        <p:spPr>
          <a:xfrm>
            <a:off x="10157741" y="6411524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97</a:t>
            </a:r>
          </a:p>
        </p:txBody>
      </p:sp>
      <p:sp>
        <p:nvSpPr>
          <p:cNvPr id="3589" name="65"/>
          <p:cNvSpPr txBox="1"/>
          <p:nvPr/>
        </p:nvSpPr>
        <p:spPr>
          <a:xfrm>
            <a:off x="4768426" y="6379915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590" name="76"/>
          <p:cNvSpPr txBox="1"/>
          <p:nvPr/>
        </p:nvSpPr>
        <p:spPr>
          <a:xfrm>
            <a:off x="5895057" y="6379915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591" name="13"/>
          <p:cNvSpPr txBox="1"/>
          <p:nvPr/>
        </p:nvSpPr>
        <p:spPr>
          <a:xfrm>
            <a:off x="6809458" y="6368626"/>
            <a:ext cx="803769" cy="71699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592" name="27"/>
          <p:cNvSpPr txBox="1"/>
          <p:nvPr/>
        </p:nvSpPr>
        <p:spPr>
          <a:xfrm>
            <a:off x="7942862" y="6377658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593" name="30"/>
          <p:cNvSpPr txBox="1"/>
          <p:nvPr/>
        </p:nvSpPr>
        <p:spPr>
          <a:xfrm>
            <a:off x="9094328" y="6388946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594" name="49"/>
          <p:cNvSpPr txBox="1"/>
          <p:nvPr/>
        </p:nvSpPr>
        <p:spPr>
          <a:xfrm>
            <a:off x="3847253" y="639120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grpSp>
        <p:nvGrpSpPr>
          <p:cNvPr id="3609" name="成组"/>
          <p:cNvGrpSpPr/>
          <p:nvPr/>
        </p:nvGrpSpPr>
        <p:grpSpPr>
          <a:xfrm>
            <a:off x="2508391" y="5874173"/>
            <a:ext cx="8602134" cy="1332090"/>
            <a:chOff x="0" y="0"/>
            <a:chExt cx="8602133" cy="1332088"/>
          </a:xfrm>
        </p:grpSpPr>
        <p:sp>
          <p:nvSpPr>
            <p:cNvPr id="3595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3608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3600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3596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597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598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599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3601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02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03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04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05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06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07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3610" name="38"/>
          <p:cNvSpPr txBox="1"/>
          <p:nvPr/>
        </p:nvSpPr>
        <p:spPr>
          <a:xfrm>
            <a:off x="2727395" y="6388946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3611" name="第一趟冒泡排序后的结果："/>
          <p:cNvSpPr txBox="1"/>
          <p:nvPr/>
        </p:nvSpPr>
        <p:spPr>
          <a:xfrm>
            <a:off x="1589475" y="5160715"/>
            <a:ext cx="6655930" cy="7523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>
              <a:lnSpc>
                <a:spcPct val="100000"/>
              </a:lnSpc>
            </a:lvl1pPr>
          </a:lstStyle>
          <a:p>
            <a:r>
              <a:t>第一趟冒泡排序后的结果：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indefinite" fill="hold"/>
                                        <p:tgtEl>
                                          <p:spTgt spid="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indefinite" fill="hold"/>
                                        <p:tgtEl>
                                          <p:spTgt spid="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grpId="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dur="indefinite" fill="hold"/>
                                        <p:tgtEl>
                                          <p:spTgt spid="3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1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dur="indefinite" fill="hold"/>
                                        <p:tgtEl>
                                          <p:spTgt spid="3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dur="indefinite" fill="hold"/>
                                        <p:tgtEl>
                                          <p:spTgt spid="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1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dur="indefinite" fill="hold"/>
                                        <p:tgtEl>
                                          <p:spTgt spid="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xit" presetSubtype="4" fill="hold" grpId="1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58" dur="500" fill="hold"/>
                                        <p:tgtEl>
                                          <p:spTgt spid="35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1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dur="indefinite" fill="hold"/>
                                        <p:tgtEl>
                                          <p:spTgt spid="3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3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xit" presetSubtype="4" fill="hold" grpId="1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68" dur="500" fill="hold"/>
                                        <p:tgtEl>
                                          <p:spTgt spid="35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1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dur="indefinite" fill="hold"/>
                                        <p:tgtEl>
                                          <p:spTgt spid="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xit" presetSubtype="4" fill="hold" grpId="1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78" dur="500" fill="hold"/>
                                        <p:tgtEl>
                                          <p:spTgt spid="35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1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dur="indefinite" fill="hold"/>
                                        <p:tgtEl>
                                          <p:spTgt spid="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xit" presetSubtype="4" fill="hold" grpId="1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88" dur="500" fill="hold"/>
                                        <p:tgtEl>
                                          <p:spTgt spid="35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2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3" dur="indefinite" fill="hold"/>
                                        <p:tgtEl>
                                          <p:spTgt spid="3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3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grpId="2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dur="indefinite" fill="hold"/>
                                        <p:tgtEl>
                                          <p:spTgt spid="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3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xit" presetSubtype="4" fill="hold" grpId="2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03" dur="500" fill="hold"/>
                                        <p:tgtEl>
                                          <p:spTgt spid="35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grpId="2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8" dur="indefinite" fill="hold"/>
                                        <p:tgtEl>
                                          <p:spTgt spid="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xit" presetSubtype="4" fill="hold" grpId="2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13" dur="500" fill="hold"/>
                                        <p:tgtEl>
                                          <p:spTgt spid="35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xit" presetSubtype="4" fill="hold" grpId="2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18" dur="500" fill="hold"/>
                                        <p:tgtEl>
                                          <p:spTgt spid="35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grpId="2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3" dur="indefinite" fill="hold"/>
                                        <p:tgtEl>
                                          <p:spTgt spid="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3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grpId="2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8" dur="indefinite" fill="hold"/>
                                        <p:tgtEl>
                                          <p:spTgt spid="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3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xit" presetSubtype="4" fill="hold" grpId="2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33" dur="500" fill="hold"/>
                                        <p:tgtEl>
                                          <p:spTgt spid="35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1" fill="hold" grpId="2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8" dur="indefinite" fill="hold"/>
                                        <p:tgtEl>
                                          <p:spTgt spid="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xit" presetSubtype="4" fill="hold" grpId="3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43" dur="500" fill="hold"/>
                                        <p:tgtEl>
                                          <p:spTgt spid="35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xit" presetSubtype="4" fill="hold" grpId="3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48" dur="500" fill="hold"/>
                                        <p:tgtEl>
                                          <p:spTgt spid="35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grpId="3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3" dur="indefinite" fill="hold"/>
                                        <p:tgtEl>
                                          <p:spTgt spid="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3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4" fill="hold" grpId="3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8" dur="indefinite" fill="hold"/>
                                        <p:tgtEl>
                                          <p:spTgt spid="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3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xit" presetSubtype="4" fill="hold" grpId="3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63" dur="500" fill="hold"/>
                                        <p:tgtEl>
                                          <p:spTgt spid="35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1" fill="hold" grpId="3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8" dur="indefinite" fill="hold"/>
                                        <p:tgtEl>
                                          <p:spTgt spid="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xit" presetSubtype="4" fill="hold" grpId="3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73" dur="500" fill="hold"/>
                                        <p:tgtEl>
                                          <p:spTgt spid="35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4" fill="hold" grpId="3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8" dur="indefinite" fill="hold"/>
                                        <p:tgtEl>
                                          <p:spTgt spid="3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3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4" fill="hold" grpId="3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3" dur="indefinite" fill="hold"/>
                                        <p:tgtEl>
                                          <p:spTgt spid="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3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xit" presetSubtype="4" fill="hold" grpId="3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88" dur="500" fill="hold"/>
                                        <p:tgtEl>
                                          <p:spTgt spid="35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grpId="4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3" dur="indefinite" fill="hold"/>
                                        <p:tgtEl>
                                          <p:spTgt spid="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4" fill="hold" grpId="4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7" dur="indefinite" fill="hold"/>
                                        <p:tgtEl>
                                          <p:spTgt spid="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8" dur="500"/>
                                        <p:tgtEl>
                                          <p:spTgt spid="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500"/>
                            </p:stCondLst>
                            <p:childTnLst>
                              <p:par>
                                <p:cTn id="200" presetID="22" presetClass="entr" presetSubtype="4" fill="hold" grpId="4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1" dur="indefinite" fill="hold"/>
                                        <p:tgtEl>
                                          <p:spTgt spid="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1000"/>
                            </p:stCondLst>
                            <p:childTnLst>
                              <p:par>
                                <p:cTn id="204" presetID="22" presetClass="entr" presetSubtype="4" fill="hold" grpId="4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5" dur="indefinite" fill="hold"/>
                                        <p:tgtEl>
                                          <p:spTgt spid="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6" dur="500"/>
                                        <p:tgtEl>
                                          <p:spTgt spid="3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1500"/>
                            </p:stCondLst>
                            <p:childTnLst>
                              <p:par>
                                <p:cTn id="208" presetID="22" presetClass="entr" presetSubtype="4" fill="hold" grpId="4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9" dur="indefinite" fill="hold"/>
                                        <p:tgtEl>
                                          <p:spTgt spid="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00"/>
                                        <p:tgtEl>
                                          <p:spTgt spid="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2000"/>
                            </p:stCondLst>
                            <p:childTnLst>
                              <p:par>
                                <p:cTn id="212" presetID="22" presetClass="entr" presetSubtype="4" fill="hold" grpId="4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3" dur="indefinite" fill="hold"/>
                                        <p:tgtEl>
                                          <p:spTgt spid="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4" dur="500"/>
                                        <p:tgtEl>
                                          <p:spTgt spid="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2500"/>
                            </p:stCondLst>
                            <p:childTnLst>
                              <p:par>
                                <p:cTn id="216" presetID="22" presetClass="entr" presetSubtype="4" fill="hold" grpId="4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7" dur="indefinite" fill="hold"/>
                                        <p:tgtEl>
                                          <p:spTgt spid="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500"/>
                                        <p:tgtEl>
                                          <p:spTgt spid="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20" presetID="22" presetClass="entr" presetSubtype="4" fill="hold" grpId="4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1" dur="indefinite" fill="hold"/>
                                        <p:tgtEl>
                                          <p:spTgt spid="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3500"/>
                            </p:stCondLst>
                            <p:childTnLst>
                              <p:par>
                                <p:cTn id="224" presetID="22" presetClass="entr" presetSubtype="4" fill="hold" grpId="4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5" dur="indefinite" fill="hold"/>
                                        <p:tgtEl>
                                          <p:spTgt spid="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6" dur="500"/>
                                        <p:tgtEl>
                                          <p:spTgt spid="3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28" presetID="22" presetClass="entr" presetSubtype="4" fill="hold" grpId="4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9" dur="indefinite" fill="hold"/>
                                        <p:tgtEl>
                                          <p:spTgt spid="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0" dur="500"/>
                                        <p:tgtEl>
                                          <p:spTgt spid="3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6" grpId="2" animBg="1" advAuto="0"/>
      <p:bldP spid="3579" grpId="34" animBg="1" advAuto="0"/>
      <p:bldP spid="3540" grpId="27" animBg="1" advAuto="0"/>
      <p:bldP spid="3588" grpId="41" animBg="1" advAuto="0"/>
      <p:bldP spid="3590" grpId="43" animBg="1" advAuto="0"/>
      <p:bldP spid="3593" grpId="46" animBg="1" advAuto="0"/>
      <p:bldP spid="3610" grpId="49" animBg="1" advAuto="0"/>
      <p:bldP spid="3507" grpId="3" animBg="1" advAuto="0"/>
      <p:bldP spid="3541" grpId="32" animBg="1" advAuto="0"/>
      <p:bldP spid="3592" grpId="45" animBg="1" advAuto="0"/>
      <p:bldP spid="3536" grpId="10" animBg="1" advAuto="0"/>
      <p:bldP spid="3508" grpId="4" animBg="1" advAuto="0"/>
      <p:bldP spid="3541" grpId="36" animBg="1" advAuto="0"/>
      <p:bldP spid="3536" grpId="13" animBg="1" advAuto="0"/>
      <p:bldP spid="3526" grpId="8" animBg="1" advAuto="0"/>
      <p:bldP spid="3594" grpId="47" animBg="1" advAuto="0"/>
      <p:bldP spid="3609" grpId="48" animBg="1" advAuto="0"/>
      <p:bldP spid="3542" grpId="33" animBg="1" advAuto="0"/>
      <p:bldP spid="3551" grpId="14" animBg="1" advAuto="0"/>
      <p:bldP spid="3551" grpId="15" animBg="1" advAuto="0"/>
      <p:bldP spid="3509" grpId="5" animBg="1" advAuto="0"/>
      <p:bldP spid="3508" grpId="19" animBg="1" advAuto="0"/>
      <p:bldP spid="3537" grpId="20" animBg="1" advAuto="0"/>
      <p:bldP spid="3510" grpId="6" animBg="1" advAuto="0"/>
      <p:bldP spid="3543" grpId="37" animBg="1" advAuto="0"/>
      <p:bldP spid="3537" grpId="25" animBg="1" advAuto="0"/>
      <p:bldP spid="3527" grpId="9" animBg="1" advAuto="0"/>
      <p:bldP spid="3591" grpId="44" animBg="1" advAuto="0"/>
      <p:bldP spid="3538" grpId="21" animBg="1" advAuto="0"/>
      <p:bldP spid="3509" grpId="24" animBg="1" advAuto="0"/>
      <p:bldP spid="3586" grpId="35" animBg="1" advAuto="0"/>
      <p:bldP spid="3544" grpId="38" animBg="1" advAuto="0"/>
      <p:bldP spid="3589" grpId="42" animBg="1" advAuto="0"/>
      <p:bldP spid="3529" grpId="12" animBg="1" advAuto="0"/>
      <p:bldP spid="3528" grpId="11" animBg="1" advAuto="0"/>
      <p:bldP spid="3565" grpId="18" animBg="1" advAuto="0"/>
      <p:bldP spid="3558" grpId="16" animBg="1" advAuto="0"/>
      <p:bldP spid="3511" grpId="7" animBg="1" advAuto="0"/>
      <p:bldP spid="3558" grpId="17" animBg="1" advAuto="0"/>
      <p:bldP spid="3572" grpId="23" animBg="1" advAuto="0"/>
      <p:bldP spid="3565" grpId="22" animBg="1" advAuto="0"/>
      <p:bldP spid="3539" grpId="26" animBg="1" advAuto="0"/>
      <p:bldP spid="3505" grpId="1" animBg="1" advAuto="0"/>
      <p:bldP spid="3510" grpId="31" animBg="1" advAuto="0"/>
      <p:bldP spid="3579" grpId="29" animBg="1" advAuto="0"/>
      <p:bldP spid="3539" grpId="30" animBg="1" advAuto="0"/>
      <p:bldP spid="3572" grpId="28" animBg="1" advAuto="0"/>
      <p:bldP spid="3586" grpId="39" animBg="1" advAuto="0"/>
      <p:bldP spid="3611" grpId="40" animBg="1" advAuto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3" name="97"/>
          <p:cNvSpPr txBox="1"/>
          <p:nvPr/>
        </p:nvSpPr>
        <p:spPr>
          <a:xfrm>
            <a:off x="10157741" y="2034257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97</a:t>
            </a:r>
          </a:p>
        </p:txBody>
      </p:sp>
      <p:sp>
        <p:nvSpPr>
          <p:cNvPr id="3614" name="65"/>
          <p:cNvSpPr txBox="1"/>
          <p:nvPr/>
        </p:nvSpPr>
        <p:spPr>
          <a:xfrm>
            <a:off x="4768426" y="2002648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615" name="76"/>
          <p:cNvSpPr txBox="1"/>
          <p:nvPr/>
        </p:nvSpPr>
        <p:spPr>
          <a:xfrm>
            <a:off x="5895057" y="2002648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616" name="13"/>
          <p:cNvSpPr txBox="1"/>
          <p:nvPr/>
        </p:nvSpPr>
        <p:spPr>
          <a:xfrm>
            <a:off x="6809458" y="1991359"/>
            <a:ext cx="803769" cy="71699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617" name="27"/>
          <p:cNvSpPr txBox="1"/>
          <p:nvPr/>
        </p:nvSpPr>
        <p:spPr>
          <a:xfrm>
            <a:off x="7942862" y="2000391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618" name="30"/>
          <p:cNvSpPr txBox="1"/>
          <p:nvPr/>
        </p:nvSpPr>
        <p:spPr>
          <a:xfrm>
            <a:off x="9094328" y="201167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619" name="49"/>
          <p:cNvSpPr txBox="1"/>
          <p:nvPr/>
        </p:nvSpPr>
        <p:spPr>
          <a:xfrm>
            <a:off x="3847253" y="201393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grpSp>
        <p:nvGrpSpPr>
          <p:cNvPr id="3634" name="成组"/>
          <p:cNvGrpSpPr/>
          <p:nvPr/>
        </p:nvGrpSpPr>
        <p:grpSpPr>
          <a:xfrm>
            <a:off x="2508391" y="1496906"/>
            <a:ext cx="8602134" cy="1332090"/>
            <a:chOff x="0" y="0"/>
            <a:chExt cx="8602133" cy="1332088"/>
          </a:xfrm>
        </p:grpSpPr>
        <p:sp>
          <p:nvSpPr>
            <p:cNvPr id="3620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3633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3625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3621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622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623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624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3626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27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28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29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30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31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32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3635" name="38"/>
          <p:cNvSpPr txBox="1"/>
          <p:nvPr/>
        </p:nvSpPr>
        <p:spPr>
          <a:xfrm>
            <a:off x="2727395" y="201167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3636" name="97"/>
          <p:cNvSpPr txBox="1"/>
          <p:nvPr/>
        </p:nvSpPr>
        <p:spPr>
          <a:xfrm>
            <a:off x="10157741" y="3467946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97</a:t>
            </a:r>
          </a:p>
        </p:txBody>
      </p:sp>
      <p:sp>
        <p:nvSpPr>
          <p:cNvPr id="3637" name="65"/>
          <p:cNvSpPr txBox="1"/>
          <p:nvPr/>
        </p:nvSpPr>
        <p:spPr>
          <a:xfrm>
            <a:off x="4768426" y="343633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638" name="76"/>
          <p:cNvSpPr txBox="1"/>
          <p:nvPr/>
        </p:nvSpPr>
        <p:spPr>
          <a:xfrm>
            <a:off x="5895057" y="343633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639" name="13"/>
          <p:cNvSpPr txBox="1"/>
          <p:nvPr/>
        </p:nvSpPr>
        <p:spPr>
          <a:xfrm>
            <a:off x="6809458" y="3425048"/>
            <a:ext cx="803769" cy="71699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640" name="27"/>
          <p:cNvSpPr txBox="1"/>
          <p:nvPr/>
        </p:nvSpPr>
        <p:spPr>
          <a:xfrm>
            <a:off x="7942862" y="343407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641" name="30"/>
          <p:cNvSpPr txBox="1"/>
          <p:nvPr/>
        </p:nvSpPr>
        <p:spPr>
          <a:xfrm>
            <a:off x="9094328" y="3445368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642" name="49"/>
          <p:cNvSpPr txBox="1"/>
          <p:nvPr/>
        </p:nvSpPr>
        <p:spPr>
          <a:xfrm>
            <a:off x="3847253" y="3447626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grpSp>
        <p:nvGrpSpPr>
          <p:cNvPr id="3657" name="成组"/>
          <p:cNvGrpSpPr/>
          <p:nvPr/>
        </p:nvGrpSpPr>
        <p:grpSpPr>
          <a:xfrm>
            <a:off x="2508391" y="2930595"/>
            <a:ext cx="8602134" cy="1332090"/>
            <a:chOff x="0" y="0"/>
            <a:chExt cx="8602133" cy="1332088"/>
          </a:xfrm>
        </p:grpSpPr>
        <p:sp>
          <p:nvSpPr>
            <p:cNvPr id="3643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3656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3648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3644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645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646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647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3649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50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51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52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53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54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55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3658" name="38"/>
          <p:cNvSpPr txBox="1"/>
          <p:nvPr/>
        </p:nvSpPr>
        <p:spPr>
          <a:xfrm>
            <a:off x="2727395" y="3445368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3659" name="13"/>
          <p:cNvSpPr txBox="1"/>
          <p:nvPr/>
        </p:nvSpPr>
        <p:spPr>
          <a:xfrm>
            <a:off x="5824473" y="3471192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660" name="76"/>
          <p:cNvSpPr txBox="1"/>
          <p:nvPr/>
        </p:nvSpPr>
        <p:spPr>
          <a:xfrm>
            <a:off x="6888480" y="3463431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661" name="27"/>
          <p:cNvSpPr txBox="1"/>
          <p:nvPr/>
        </p:nvSpPr>
        <p:spPr>
          <a:xfrm>
            <a:off x="6911058" y="3466253"/>
            <a:ext cx="676148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662" name="76"/>
          <p:cNvSpPr txBox="1"/>
          <p:nvPr/>
        </p:nvSpPr>
        <p:spPr>
          <a:xfrm>
            <a:off x="7936089" y="3466253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663" name="30"/>
          <p:cNvSpPr txBox="1"/>
          <p:nvPr/>
        </p:nvSpPr>
        <p:spPr>
          <a:xfrm>
            <a:off x="7980679" y="3530245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664" name="76"/>
          <p:cNvSpPr txBox="1"/>
          <p:nvPr/>
        </p:nvSpPr>
        <p:spPr>
          <a:xfrm>
            <a:off x="8961119" y="3440853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665" name="76"/>
          <p:cNvSpPr txBox="1"/>
          <p:nvPr/>
        </p:nvSpPr>
        <p:spPr>
          <a:xfrm>
            <a:off x="8952089" y="3440853"/>
            <a:ext cx="803770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76</a:t>
            </a:r>
          </a:p>
        </p:txBody>
      </p:sp>
      <p:sp>
        <p:nvSpPr>
          <p:cNvPr id="3666" name="第二趟"/>
          <p:cNvSpPr txBox="1"/>
          <p:nvPr/>
        </p:nvSpPr>
        <p:spPr>
          <a:xfrm>
            <a:off x="562186" y="3544711"/>
            <a:ext cx="1639148" cy="7396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>
                <a:latin typeface="Tahoma Bold"/>
                <a:ea typeface="Tahoma Bold"/>
                <a:cs typeface="Tahoma Bold"/>
                <a:sym typeface="Tahoma Bold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第二趟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667" name="97"/>
          <p:cNvSpPr txBox="1"/>
          <p:nvPr/>
        </p:nvSpPr>
        <p:spPr>
          <a:xfrm>
            <a:off x="10259341" y="4903893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97</a:t>
            </a:r>
          </a:p>
        </p:txBody>
      </p:sp>
      <p:sp>
        <p:nvSpPr>
          <p:cNvPr id="3668" name="65"/>
          <p:cNvSpPr txBox="1"/>
          <p:nvPr/>
        </p:nvSpPr>
        <p:spPr>
          <a:xfrm>
            <a:off x="4870026" y="491038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669" name="13"/>
          <p:cNvSpPr txBox="1"/>
          <p:nvPr/>
        </p:nvSpPr>
        <p:spPr>
          <a:xfrm>
            <a:off x="5996657" y="487228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670" name="27"/>
          <p:cNvSpPr txBox="1"/>
          <p:nvPr/>
        </p:nvSpPr>
        <p:spPr>
          <a:xfrm>
            <a:off x="6911058" y="4860995"/>
            <a:ext cx="803769" cy="71699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671" name="30"/>
          <p:cNvSpPr txBox="1"/>
          <p:nvPr/>
        </p:nvSpPr>
        <p:spPr>
          <a:xfrm>
            <a:off x="8044462" y="4870026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672" name="30"/>
          <p:cNvSpPr txBox="1"/>
          <p:nvPr/>
        </p:nvSpPr>
        <p:spPr>
          <a:xfrm>
            <a:off x="9195928" y="4881315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673" name="49"/>
          <p:cNvSpPr txBox="1"/>
          <p:nvPr/>
        </p:nvSpPr>
        <p:spPr>
          <a:xfrm>
            <a:off x="3948853" y="488357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grpSp>
        <p:nvGrpSpPr>
          <p:cNvPr id="3688" name="成组"/>
          <p:cNvGrpSpPr/>
          <p:nvPr/>
        </p:nvGrpSpPr>
        <p:grpSpPr>
          <a:xfrm>
            <a:off x="2609991" y="4364284"/>
            <a:ext cx="8602134" cy="1332090"/>
            <a:chOff x="0" y="0"/>
            <a:chExt cx="8602133" cy="1332088"/>
          </a:xfrm>
        </p:grpSpPr>
        <p:sp>
          <p:nvSpPr>
            <p:cNvPr id="3674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3687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3679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3675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676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677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678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3680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81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82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83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84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85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686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3689" name="38"/>
          <p:cNvSpPr txBox="1"/>
          <p:nvPr/>
        </p:nvSpPr>
        <p:spPr>
          <a:xfrm>
            <a:off x="2828995" y="4881315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3690" name="13"/>
          <p:cNvSpPr txBox="1"/>
          <p:nvPr/>
        </p:nvSpPr>
        <p:spPr>
          <a:xfrm>
            <a:off x="4863253" y="4929857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691" name="65"/>
          <p:cNvSpPr txBox="1"/>
          <p:nvPr/>
        </p:nvSpPr>
        <p:spPr>
          <a:xfrm>
            <a:off x="5888284" y="4904457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692" name="65"/>
          <p:cNvSpPr txBox="1"/>
          <p:nvPr/>
        </p:nvSpPr>
        <p:spPr>
          <a:xfrm>
            <a:off x="6926862" y="4927035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693" name="30"/>
          <p:cNvSpPr txBox="1"/>
          <p:nvPr/>
        </p:nvSpPr>
        <p:spPr>
          <a:xfrm>
            <a:off x="6911058" y="4958362"/>
            <a:ext cx="676148" cy="71698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694" name="76"/>
          <p:cNvSpPr txBox="1"/>
          <p:nvPr/>
        </p:nvSpPr>
        <p:spPr>
          <a:xfrm>
            <a:off x="9062719" y="4876800"/>
            <a:ext cx="803770" cy="71698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695" name="76"/>
          <p:cNvSpPr txBox="1"/>
          <p:nvPr/>
        </p:nvSpPr>
        <p:spPr>
          <a:xfrm>
            <a:off x="9053689" y="4876800"/>
            <a:ext cx="803770" cy="716989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76</a:t>
            </a:r>
          </a:p>
        </p:txBody>
      </p:sp>
      <p:sp>
        <p:nvSpPr>
          <p:cNvPr id="3696" name="第三趟"/>
          <p:cNvSpPr txBox="1"/>
          <p:nvPr/>
        </p:nvSpPr>
        <p:spPr>
          <a:xfrm>
            <a:off x="663786" y="4980657"/>
            <a:ext cx="1639148" cy="7396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>
                <a:latin typeface="Tahoma Bold"/>
                <a:ea typeface="Tahoma Bold"/>
                <a:cs typeface="Tahoma Bold"/>
                <a:sym typeface="Tahoma Bold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第三趟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697" name="27"/>
          <p:cNvSpPr txBox="1"/>
          <p:nvPr/>
        </p:nvSpPr>
        <p:spPr>
          <a:xfrm>
            <a:off x="5910862" y="4939735"/>
            <a:ext cx="80376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698" name="65"/>
          <p:cNvSpPr txBox="1"/>
          <p:nvPr/>
        </p:nvSpPr>
        <p:spPr>
          <a:xfrm>
            <a:off x="7983502" y="4894862"/>
            <a:ext cx="676149" cy="71698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699" name="65"/>
          <p:cNvSpPr txBox="1"/>
          <p:nvPr/>
        </p:nvSpPr>
        <p:spPr>
          <a:xfrm>
            <a:off x="8006080" y="4894862"/>
            <a:ext cx="676149" cy="716989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65</a:t>
            </a:r>
          </a:p>
        </p:txBody>
      </p:sp>
      <p:sp>
        <p:nvSpPr>
          <p:cNvPr id="3700" name="97"/>
          <p:cNvSpPr txBox="1"/>
          <p:nvPr/>
        </p:nvSpPr>
        <p:spPr>
          <a:xfrm>
            <a:off x="10259341" y="6644640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97</a:t>
            </a:r>
          </a:p>
        </p:txBody>
      </p:sp>
      <p:sp>
        <p:nvSpPr>
          <p:cNvPr id="3701" name="13"/>
          <p:cNvSpPr txBox="1"/>
          <p:nvPr/>
        </p:nvSpPr>
        <p:spPr>
          <a:xfrm>
            <a:off x="4870026" y="6613031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702" name="27"/>
          <p:cNvSpPr txBox="1"/>
          <p:nvPr/>
        </p:nvSpPr>
        <p:spPr>
          <a:xfrm>
            <a:off x="5996657" y="6613031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703" name="30"/>
          <p:cNvSpPr txBox="1"/>
          <p:nvPr/>
        </p:nvSpPr>
        <p:spPr>
          <a:xfrm>
            <a:off x="6911058" y="6601741"/>
            <a:ext cx="803769" cy="71699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704" name="30"/>
          <p:cNvSpPr txBox="1"/>
          <p:nvPr/>
        </p:nvSpPr>
        <p:spPr>
          <a:xfrm>
            <a:off x="8044462" y="661077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705" name="30"/>
          <p:cNvSpPr txBox="1"/>
          <p:nvPr/>
        </p:nvSpPr>
        <p:spPr>
          <a:xfrm>
            <a:off x="9195928" y="6622062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706" name="49"/>
          <p:cNvSpPr txBox="1"/>
          <p:nvPr/>
        </p:nvSpPr>
        <p:spPr>
          <a:xfrm>
            <a:off x="3948853" y="662431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grpSp>
        <p:nvGrpSpPr>
          <p:cNvPr id="3721" name="成组"/>
          <p:cNvGrpSpPr/>
          <p:nvPr/>
        </p:nvGrpSpPr>
        <p:grpSpPr>
          <a:xfrm>
            <a:off x="2609991" y="6105031"/>
            <a:ext cx="8602134" cy="1332090"/>
            <a:chOff x="0" y="0"/>
            <a:chExt cx="8602133" cy="1332088"/>
          </a:xfrm>
        </p:grpSpPr>
        <p:sp>
          <p:nvSpPr>
            <p:cNvPr id="3707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3720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3712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3708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709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710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711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3713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14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15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16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17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18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19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3722" name="38"/>
          <p:cNvSpPr txBox="1"/>
          <p:nvPr/>
        </p:nvSpPr>
        <p:spPr>
          <a:xfrm>
            <a:off x="2828995" y="6622062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3723" name="49"/>
          <p:cNvSpPr txBox="1"/>
          <p:nvPr/>
        </p:nvSpPr>
        <p:spPr>
          <a:xfrm>
            <a:off x="5888284" y="6668346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3724" name="49"/>
          <p:cNvSpPr txBox="1"/>
          <p:nvPr/>
        </p:nvSpPr>
        <p:spPr>
          <a:xfrm>
            <a:off x="6911058" y="6617546"/>
            <a:ext cx="676148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3725" name="49"/>
          <p:cNvSpPr txBox="1"/>
          <p:nvPr/>
        </p:nvSpPr>
        <p:spPr>
          <a:xfrm>
            <a:off x="6911058" y="6617546"/>
            <a:ext cx="80376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49</a:t>
            </a:r>
          </a:p>
        </p:txBody>
      </p:sp>
      <p:sp>
        <p:nvSpPr>
          <p:cNvPr id="3726" name="30"/>
          <p:cNvSpPr txBox="1"/>
          <p:nvPr/>
        </p:nvSpPr>
        <p:spPr>
          <a:xfrm>
            <a:off x="5886337" y="6706308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727" name="76"/>
          <p:cNvSpPr txBox="1"/>
          <p:nvPr/>
        </p:nvSpPr>
        <p:spPr>
          <a:xfrm>
            <a:off x="9062719" y="6617546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728" name="76"/>
          <p:cNvSpPr txBox="1"/>
          <p:nvPr/>
        </p:nvSpPr>
        <p:spPr>
          <a:xfrm>
            <a:off x="9053689" y="6617546"/>
            <a:ext cx="803770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76</a:t>
            </a:r>
          </a:p>
        </p:txBody>
      </p:sp>
      <p:sp>
        <p:nvSpPr>
          <p:cNvPr id="3729" name="第四趟"/>
          <p:cNvSpPr txBox="1"/>
          <p:nvPr/>
        </p:nvSpPr>
        <p:spPr>
          <a:xfrm>
            <a:off x="663786" y="6721404"/>
            <a:ext cx="1639148" cy="7396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>
                <a:latin typeface="Tahoma Bold"/>
                <a:ea typeface="Tahoma Bold"/>
                <a:cs typeface="Tahoma Bold"/>
                <a:sym typeface="Tahoma Bold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第四趟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730" name="65"/>
          <p:cNvSpPr txBox="1"/>
          <p:nvPr/>
        </p:nvSpPr>
        <p:spPr>
          <a:xfrm>
            <a:off x="7983502" y="6635608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731" name="65"/>
          <p:cNvSpPr txBox="1"/>
          <p:nvPr/>
        </p:nvSpPr>
        <p:spPr>
          <a:xfrm>
            <a:off x="8006080" y="6635608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65</a:t>
            </a:r>
          </a:p>
        </p:txBody>
      </p:sp>
      <p:sp>
        <p:nvSpPr>
          <p:cNvPr id="3732" name="13"/>
          <p:cNvSpPr txBox="1"/>
          <p:nvPr/>
        </p:nvSpPr>
        <p:spPr>
          <a:xfrm>
            <a:off x="3840479" y="6642946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733" name="49"/>
          <p:cNvSpPr txBox="1"/>
          <p:nvPr/>
        </p:nvSpPr>
        <p:spPr>
          <a:xfrm>
            <a:off x="4903893" y="6655646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3734" name="27"/>
          <p:cNvSpPr txBox="1"/>
          <p:nvPr/>
        </p:nvSpPr>
        <p:spPr>
          <a:xfrm>
            <a:off x="4879057" y="6681046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735" name="冒泡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冒泡排序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indefinite" fill="hold"/>
                                        <p:tgtEl>
                                          <p:spTgt spid="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3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indefinite" fill="hold"/>
                                        <p:tgtEl>
                                          <p:spTgt spid="3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grpId="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dur="indefinite" fill="hold"/>
                                        <p:tgtEl>
                                          <p:spTgt spid="3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1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dur="indefinite" fill="hold"/>
                                        <p:tgtEl>
                                          <p:spTgt spid="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dur="indefinite" fill="hold"/>
                                        <p:tgtEl>
                                          <p:spTgt spid="3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4" fill="hold" grpId="1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dur="indefinite" fill="hold"/>
                                        <p:tgtEl>
                                          <p:spTgt spid="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4" fill="hold" grpId="1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dur="indefinite" fill="hold"/>
                                        <p:tgtEl>
                                          <p:spTgt spid="3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4" fill="hold" grpId="1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dur="indefinite" fill="hold"/>
                                        <p:tgtEl>
                                          <p:spTgt spid="3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2" presetClass="entr" presetSubtype="4" fill="hold" grpId="1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dur="indefinite" fill="hold"/>
                                        <p:tgtEl>
                                          <p:spTgt spid="3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67" presetID="22" presetClass="entr" presetSubtype="4" fill="hold" grpId="1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dur="indefinite" fill="hold"/>
                                        <p:tgtEl>
                                          <p:spTgt spid="3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2" presetClass="entr" presetSubtype="4" fill="hold" grpId="1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dur="indefinite" fill="hold"/>
                                        <p:tgtEl>
                                          <p:spTgt spid="3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500"/>
                            </p:stCondLst>
                            <p:childTnLst>
                              <p:par>
                                <p:cTn id="75" presetID="22" presetClass="entr" presetSubtype="4" fill="hold" grpId="1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dur="indefinite" fill="hold"/>
                                        <p:tgtEl>
                                          <p:spTgt spid="3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000"/>
                            </p:stCondLst>
                            <p:childTnLst>
                              <p:par>
                                <p:cTn id="79" presetID="22" presetClass="entr" presetSubtype="4" fill="hold" grpId="1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dur="indefinite" fill="hold"/>
                                        <p:tgtEl>
                                          <p:spTgt spid="3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grpId="2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" dur="indefinite" fill="hold"/>
                                        <p:tgtEl>
                                          <p:spTgt spid="3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3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xit" presetSubtype="4" fill="hold" grpId="2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90" dur="500" fill="hold"/>
                                        <p:tgtEl>
                                          <p:spTgt spid="36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2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" dur="indefinite" fill="hold"/>
                                        <p:tgtEl>
                                          <p:spTgt spid="3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3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xit" presetSubtype="4" fill="hold" grpId="2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00" dur="500" fill="hold"/>
                                        <p:tgtEl>
                                          <p:spTgt spid="36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grpId="2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5" dur="indefinite" fill="hold"/>
                                        <p:tgtEl>
                                          <p:spTgt spid="3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3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xit" presetSubtype="4" fill="hold" grpId="2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10" dur="500" fill="hold"/>
                                        <p:tgtEl>
                                          <p:spTgt spid="36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grpId="2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5" dur="indefinite" fill="hold"/>
                                        <p:tgtEl>
                                          <p:spTgt spid="3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3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grpId="2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0" dur="indefinite" fill="hold"/>
                                        <p:tgtEl>
                                          <p:spTgt spid="3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3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grpId="2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5" dur="indefinite" fill="hold"/>
                                        <p:tgtEl>
                                          <p:spTgt spid="3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3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grpId="2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0" dur="indefinite" fill="hold"/>
                                        <p:tgtEl>
                                          <p:spTgt spid="3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3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grpId="3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5" dur="indefinite" fill="hold"/>
                                        <p:tgtEl>
                                          <p:spTgt spid="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3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4" fill="hold" grpId="3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9" dur="indefinite" fill="hold"/>
                                        <p:tgtEl>
                                          <p:spTgt spid="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3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22" presetClass="entr" presetSubtype="4" fill="hold" grpId="3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3" dur="indefinite" fill="hold"/>
                                        <p:tgtEl>
                                          <p:spTgt spid="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3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500"/>
                            </p:stCondLst>
                            <p:childTnLst>
                              <p:par>
                                <p:cTn id="146" presetID="22" presetClass="entr" presetSubtype="4" fill="hold" grpId="3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7" dur="indefinite" fill="hold"/>
                                        <p:tgtEl>
                                          <p:spTgt spid="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3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2000"/>
                            </p:stCondLst>
                            <p:childTnLst>
                              <p:par>
                                <p:cTn id="150" presetID="22" presetClass="entr" presetSubtype="4" fill="hold" grpId="3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1" dur="indefinite" fill="hold"/>
                                        <p:tgtEl>
                                          <p:spTgt spid="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3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2500"/>
                            </p:stCondLst>
                            <p:childTnLst>
                              <p:par>
                                <p:cTn id="154" presetID="22" presetClass="entr" presetSubtype="4" fill="hold" grpId="3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5" dur="indefinite" fill="hold"/>
                                        <p:tgtEl>
                                          <p:spTgt spid="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3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3000"/>
                            </p:stCondLst>
                            <p:childTnLst>
                              <p:par>
                                <p:cTn id="158" presetID="22" presetClass="entr" presetSubtype="4" fill="hold" grpId="3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9" dur="indefinite" fill="hold"/>
                                        <p:tgtEl>
                                          <p:spTgt spid="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3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3500"/>
                            </p:stCondLst>
                            <p:childTnLst>
                              <p:par>
                                <p:cTn id="162" presetID="22" presetClass="entr" presetSubtype="4" fill="hold" grpId="3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3" dur="indefinite" fill="hold"/>
                                        <p:tgtEl>
                                          <p:spTgt spid="3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3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4000"/>
                            </p:stCondLst>
                            <p:childTnLst>
                              <p:par>
                                <p:cTn id="166" presetID="22" presetClass="entr" presetSubtype="4" fill="hold" grpId="3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7" dur="indefinite" fill="hold"/>
                                        <p:tgtEl>
                                          <p:spTgt spid="3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3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4500"/>
                            </p:stCondLst>
                            <p:childTnLst>
                              <p:par>
                                <p:cTn id="170" presetID="22" presetClass="entr" presetSubtype="4" fill="hold" grpId="3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1" dur="indefinite" fill="hold"/>
                                        <p:tgtEl>
                                          <p:spTgt spid="3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3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5000"/>
                            </p:stCondLst>
                            <p:childTnLst>
                              <p:par>
                                <p:cTn id="174" presetID="22" presetClass="entr" presetSubtype="4" fill="hold" grpId="4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5" dur="indefinite" fill="hold"/>
                                        <p:tgtEl>
                                          <p:spTgt spid="3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3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500"/>
                            </p:stCondLst>
                            <p:childTnLst>
                              <p:par>
                                <p:cTn id="178" presetID="22" presetClass="entr" presetSubtype="4" fill="hold" grpId="4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9" dur="indefinite" fill="hold"/>
                                        <p:tgtEl>
                                          <p:spTgt spid="3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0" dur="500"/>
                                        <p:tgtEl>
                                          <p:spTgt spid="3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4" fill="hold" grpId="4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4" dur="indefinite" fill="hold"/>
                                        <p:tgtEl>
                                          <p:spTgt spid="3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00"/>
                                        <p:tgtEl>
                                          <p:spTgt spid="3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xit" presetSubtype="4" fill="hold" grpId="4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89" dur="500" fill="hold"/>
                                        <p:tgtEl>
                                          <p:spTgt spid="36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4" fill="hold" grpId="4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4" dur="indefinite" fill="hold"/>
                                        <p:tgtEl>
                                          <p:spTgt spid="3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5" dur="500"/>
                                        <p:tgtEl>
                                          <p:spTgt spid="3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xit" presetSubtype="4" fill="hold" grpId="4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99" dur="500" fill="hold"/>
                                        <p:tgtEl>
                                          <p:spTgt spid="36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4" fill="hold" grpId="4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4" dur="indefinite" fill="hold"/>
                                        <p:tgtEl>
                                          <p:spTgt spid="3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500"/>
                                        <p:tgtEl>
                                          <p:spTgt spid="3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xit" presetSubtype="4" fill="hold" grpId="4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09" dur="500" fill="hold"/>
                                        <p:tgtEl>
                                          <p:spTgt spid="36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4" fill="hold" grpId="4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4" dur="indefinite" fill="hold"/>
                                        <p:tgtEl>
                                          <p:spTgt spid="3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5" dur="500"/>
                                        <p:tgtEl>
                                          <p:spTgt spid="3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4" fill="hold" grpId="4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9" dur="indefinite" fill="hold"/>
                                        <p:tgtEl>
                                          <p:spTgt spid="3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0" dur="500"/>
                                        <p:tgtEl>
                                          <p:spTgt spid="3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4" fill="hold" grpId="5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4" dur="indefinite" fill="hold"/>
                                        <p:tgtEl>
                                          <p:spTgt spid="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5" dur="500"/>
                                        <p:tgtEl>
                                          <p:spTgt spid="3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4" fill="hold" grpId="5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9" dur="indefinite" fill="hold"/>
                                        <p:tgtEl>
                                          <p:spTgt spid="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0" dur="500"/>
                                        <p:tgtEl>
                                          <p:spTgt spid="3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4" fill="hold" grpId="5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4" dur="indefinite" fill="hold"/>
                                        <p:tgtEl>
                                          <p:spTgt spid="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5" dur="500"/>
                                        <p:tgtEl>
                                          <p:spTgt spid="3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500"/>
                            </p:stCondLst>
                            <p:childTnLst>
                              <p:par>
                                <p:cTn id="237" presetID="22" presetClass="entr" presetSubtype="4" fill="hold" grpId="5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8" dur="indefinite" fill="hold"/>
                                        <p:tgtEl>
                                          <p:spTgt spid="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9" dur="500"/>
                                        <p:tgtEl>
                                          <p:spTgt spid="3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1000"/>
                            </p:stCondLst>
                            <p:childTnLst>
                              <p:par>
                                <p:cTn id="241" presetID="22" presetClass="entr" presetSubtype="4" fill="hold" grpId="5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2" dur="indefinite" fill="hold"/>
                                        <p:tgtEl>
                                          <p:spTgt spid="3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3" dur="500"/>
                                        <p:tgtEl>
                                          <p:spTgt spid="3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1500"/>
                            </p:stCondLst>
                            <p:childTnLst>
                              <p:par>
                                <p:cTn id="245" presetID="22" presetClass="entr" presetSubtype="4" fill="hold" grpId="5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6" dur="indefinite" fill="hold"/>
                                        <p:tgtEl>
                                          <p:spTgt spid="3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7" dur="500"/>
                                        <p:tgtEl>
                                          <p:spTgt spid="3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2000"/>
                            </p:stCondLst>
                            <p:childTnLst>
                              <p:par>
                                <p:cTn id="249" presetID="22" presetClass="entr" presetSubtype="4" fill="hold" grpId="5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0" dur="indefinite" fill="hold"/>
                                        <p:tgtEl>
                                          <p:spTgt spid="3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1" dur="500"/>
                                        <p:tgtEl>
                                          <p:spTgt spid="3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2500"/>
                            </p:stCondLst>
                            <p:childTnLst>
                              <p:par>
                                <p:cTn id="253" presetID="22" presetClass="entr" presetSubtype="4" fill="hold" grpId="5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4" dur="indefinite" fill="hold"/>
                                        <p:tgtEl>
                                          <p:spTgt spid="3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5" dur="500"/>
                                        <p:tgtEl>
                                          <p:spTgt spid="3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3000"/>
                            </p:stCondLst>
                            <p:childTnLst>
                              <p:par>
                                <p:cTn id="257" presetID="22" presetClass="entr" presetSubtype="4" fill="hold" grpId="5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8" dur="indefinite" fill="hold"/>
                                        <p:tgtEl>
                                          <p:spTgt spid="3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9" dur="500"/>
                                        <p:tgtEl>
                                          <p:spTgt spid="3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3500"/>
                            </p:stCondLst>
                            <p:childTnLst>
                              <p:par>
                                <p:cTn id="261" presetID="22" presetClass="entr" presetSubtype="4" fill="hold" grpId="5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2" dur="indefinite" fill="hold"/>
                                        <p:tgtEl>
                                          <p:spTgt spid="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3" dur="500"/>
                                        <p:tgtEl>
                                          <p:spTgt spid="3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4000"/>
                            </p:stCondLst>
                            <p:childTnLst>
                              <p:par>
                                <p:cTn id="265" presetID="22" presetClass="entr" presetSubtype="4" fill="hold" grpId="6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6" dur="indefinite" fill="hold"/>
                                        <p:tgtEl>
                                          <p:spTgt spid="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7" dur="500"/>
                                        <p:tgtEl>
                                          <p:spTgt spid="3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4500"/>
                            </p:stCondLst>
                            <p:childTnLst>
                              <p:par>
                                <p:cTn id="269" presetID="22" presetClass="entr" presetSubtype="4" fill="hold" grpId="6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0" dur="indefinite" fill="hold"/>
                                        <p:tgtEl>
                                          <p:spTgt spid="3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1" dur="500"/>
                                        <p:tgtEl>
                                          <p:spTgt spid="3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5000"/>
                            </p:stCondLst>
                            <p:childTnLst>
                              <p:par>
                                <p:cTn id="273" presetID="22" presetClass="entr" presetSubtype="4" fill="hold" grpId="6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4" dur="indefinite" fill="hold"/>
                                        <p:tgtEl>
                                          <p:spTgt spid="3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5" dur="500"/>
                                        <p:tgtEl>
                                          <p:spTgt spid="3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5500"/>
                            </p:stCondLst>
                            <p:childTnLst>
                              <p:par>
                                <p:cTn id="277" presetID="22" presetClass="entr" presetSubtype="4" fill="hold" grpId="6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8" dur="indefinite" fill="hold"/>
                                        <p:tgtEl>
                                          <p:spTgt spid="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9" dur="500"/>
                                        <p:tgtEl>
                                          <p:spTgt spid="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6000"/>
                            </p:stCondLst>
                            <p:childTnLst>
                              <p:par>
                                <p:cTn id="281" presetID="22" presetClass="entr" presetSubtype="4" fill="hold" grpId="6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2" dur="indefinite" fill="hold"/>
                                        <p:tgtEl>
                                          <p:spTgt spid="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3" dur="500"/>
                                        <p:tgtEl>
                                          <p:spTgt spid="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6500"/>
                            </p:stCondLst>
                            <p:childTnLst>
                              <p:par>
                                <p:cTn id="285" presetID="22" presetClass="entr" presetSubtype="4" fill="hold" grpId="6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6" dur="indefinite" fill="hold"/>
                                        <p:tgtEl>
                                          <p:spTgt spid="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7" dur="500"/>
                                        <p:tgtEl>
                                          <p:spTgt spid="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ntr" presetSubtype="4" fill="hold" grpId="6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1" dur="indefinite" fill="hold"/>
                                        <p:tgtEl>
                                          <p:spTgt spid="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2" dur="500"/>
                                        <p:tgtEl>
                                          <p:spTgt spid="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22" presetClass="exit" presetSubtype="4" fill="hold" grpId="6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296" dur="500" fill="hold"/>
                                        <p:tgtEl>
                                          <p:spTgt spid="37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22" presetClass="entr" presetSubtype="4" fill="hold" grpId="6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1" dur="indefinite" fill="hold"/>
                                        <p:tgtEl>
                                          <p:spTgt spid="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2" dur="500"/>
                                        <p:tgtEl>
                                          <p:spTgt spid="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22" presetClass="entr" presetSubtype="4" fill="hold" grpId="6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6" dur="indefinite" fill="hold"/>
                                        <p:tgtEl>
                                          <p:spTgt spid="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7" dur="500"/>
                                        <p:tgtEl>
                                          <p:spTgt spid="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22" presetClass="exit" presetSubtype="4" fill="hold" grpId="7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311" dur="500" fill="hold"/>
                                        <p:tgtEl>
                                          <p:spTgt spid="37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22" presetClass="entr" presetSubtype="4" fill="hold" grpId="7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6" dur="indefinite" fill="hold"/>
                                        <p:tgtEl>
                                          <p:spTgt spid="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7" dur="500"/>
                                        <p:tgtEl>
                                          <p:spTgt spid="3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22" presetClass="entr" presetSubtype="4" fill="hold" grpId="7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1" dur="indefinite" fill="hold"/>
                                        <p:tgtEl>
                                          <p:spTgt spid="3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2" dur="500"/>
                                        <p:tgtEl>
                                          <p:spTgt spid="3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22" presetClass="exit" presetSubtype="4" fill="hold" grpId="7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326" dur="500" fill="hold"/>
                                        <p:tgtEl>
                                          <p:spTgt spid="37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7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4" fill="hold" grpId="7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1" dur="indefinite" fill="hold"/>
                                        <p:tgtEl>
                                          <p:spTgt spid="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2" dur="500"/>
                                        <p:tgtEl>
                                          <p:spTgt spid="3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22" presetClass="entr" presetSubtype="4" fill="hold" grpId="7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6" dur="indefinite" fill="hold"/>
                                        <p:tgtEl>
                                          <p:spTgt spid="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7" dur="500"/>
                                        <p:tgtEl>
                                          <p:spTgt spid="3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8" grpId="31" animBg="1" advAuto="0"/>
      <p:bldP spid="3729" grpId="63" animBg="1" advAuto="0"/>
      <p:bldP spid="3694" grpId="39" animBg="1" advAuto="0"/>
      <p:bldP spid="3662" grpId="26" animBg="1" advAuto="0"/>
      <p:bldP spid="3613" grpId="1" animBg="1" advAuto="0"/>
      <p:bldP spid="3705" grpId="57" animBg="1" advAuto="0"/>
      <p:bldP spid="3670" grpId="33" animBg="1" advAuto="0"/>
      <p:bldP spid="3641" grpId="16" animBg="1" advAuto="0"/>
      <p:bldP spid="3638" grpId="13" animBg="1" advAuto="0"/>
      <p:bldP spid="3702" grpId="54" animBg="1" advAuto="0"/>
      <p:bldP spid="3721" grpId="59" animBg="1" advAuto="0"/>
      <p:bldP spid="3689" grpId="38" animBg="1" advAuto="0"/>
      <p:bldP spid="3734" grpId="69" animBg="1" advAuto="0"/>
      <p:bldP spid="3726" grpId="72" animBg="1" advAuto="0"/>
      <p:bldP spid="3690" grpId="42" animBg="1" advAuto="0"/>
      <p:bldP spid="3670" grpId="47" animBg="1" advAuto="0"/>
      <p:bldP spid="3617" grpId="5" animBg="1" advAuto="0"/>
      <p:bldP spid="3637" grpId="12" animBg="1" advAuto="0"/>
      <p:bldP spid="3672" grpId="35" animBg="1" advAuto="0"/>
      <p:bldP spid="3669" grpId="32" animBg="1" advAuto="0"/>
      <p:bldP spid="3699" grpId="51" animBg="1" advAuto="0"/>
      <p:bldP spid="3731" grpId="65" animBg="1" advAuto="0"/>
      <p:bldP spid="3723" grpId="71" animBg="1" advAuto="0"/>
      <p:bldP spid="3696" grpId="41" animBg="1" advAuto="0"/>
      <p:bldP spid="3671" grpId="34" animBg="1" advAuto="0"/>
      <p:bldP spid="3614" grpId="2" animBg="1" advAuto="0"/>
      <p:bldP spid="3666" grpId="10" animBg="1" advAuto="0"/>
      <p:bldP spid="3702" grpId="70" animBg="1" advAuto="0"/>
      <p:bldP spid="3661" grpId="24" animBg="1" advAuto="0"/>
      <p:bldP spid="3669" grpId="43" animBg="1" advAuto="0"/>
      <p:bldP spid="3728" grpId="62" animBg="1" advAuto="0"/>
      <p:bldP spid="3665" grpId="29" animBg="1" advAuto="0"/>
      <p:bldP spid="3704" grpId="56" animBg="1" advAuto="0"/>
      <p:bldP spid="3693" grpId="49" animBg="1" advAuto="0"/>
      <p:bldP spid="3619" grpId="7" animBg="1" advAuto="0"/>
      <p:bldP spid="3688" grpId="37" animBg="1" advAuto="0"/>
      <p:bldP spid="3640" grpId="15" animBg="1" advAuto="0"/>
      <p:bldP spid="3701" grpId="53" animBg="1" advAuto="0"/>
      <p:bldP spid="3634" grpId="8" animBg="1" advAuto="0"/>
      <p:bldP spid="3722" grpId="60" animBg="1" advAuto="0"/>
      <p:bldP spid="3733" grpId="68" animBg="1" advAuto="0"/>
      <p:bldP spid="3616" grpId="4" animBg="1" advAuto="0"/>
      <p:bldP spid="3660" grpId="22" animBg="1" advAuto="0"/>
      <p:bldP spid="3660" grpId="23" animBg="1" advAuto="0"/>
      <p:bldP spid="3636" grpId="11" animBg="1" advAuto="0"/>
      <p:bldP spid="3640" grpId="25" animBg="1" advAuto="0"/>
      <p:bldP spid="3725" grpId="75" animBg="1" advAuto="0"/>
      <p:bldP spid="3698" grpId="50" animBg="1" advAuto="0"/>
      <p:bldP spid="3730" grpId="64" animBg="1" advAuto="0"/>
      <p:bldP spid="3701" grpId="67" animBg="1" advAuto="0"/>
      <p:bldP spid="3673" grpId="36" animBg="1" advAuto="0"/>
      <p:bldP spid="3658" grpId="19" animBg="1" advAuto="0"/>
      <p:bldP spid="3695" grpId="40" animBg="1" advAuto="0"/>
      <p:bldP spid="3691" grpId="44" animBg="1" advAuto="0"/>
      <p:bldP spid="3691" grpId="45" animBg="1" advAuto="0"/>
      <p:bldP spid="3727" grpId="61" animBg="1" advAuto="0"/>
      <p:bldP spid="3706" grpId="58" animBg="1" advAuto="0"/>
      <p:bldP spid="3663" grpId="27" animBg="1" advAuto="0"/>
      <p:bldP spid="3659" grpId="20" animBg="1" advAuto="0"/>
      <p:bldP spid="3642" grpId="17" animBg="1" advAuto="0"/>
      <p:bldP spid="3703" grpId="55" animBg="1" advAuto="0"/>
      <p:bldP spid="3667" grpId="30" animBg="1" advAuto="0"/>
      <p:bldP spid="3692" grpId="48" animBg="1" advAuto="0"/>
      <p:bldP spid="3664" grpId="28" animBg="1" advAuto="0"/>
      <p:bldP spid="3618" grpId="6" animBg="1" advAuto="0"/>
      <p:bldP spid="3639" grpId="14" animBg="1" advAuto="0"/>
      <p:bldP spid="3657" grpId="18" animBg="1" advAuto="0"/>
      <p:bldP spid="3700" grpId="52" animBg="1" advAuto="0"/>
      <p:bldP spid="3732" grpId="66" animBg="1" advAuto="0"/>
      <p:bldP spid="3724" grpId="74" animBg="1" advAuto="0"/>
      <p:bldP spid="3615" grpId="3" animBg="1" advAuto="0"/>
      <p:bldP spid="3639" grpId="21" animBg="1" advAuto="0"/>
      <p:bldP spid="3635" grpId="9" animBg="1" advAuto="0"/>
      <p:bldP spid="3697" grpId="46" animBg="1" advAuto="0"/>
      <p:bldP spid="3703" grpId="73" animBg="1" advAuto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" name="97"/>
          <p:cNvSpPr txBox="1"/>
          <p:nvPr/>
        </p:nvSpPr>
        <p:spPr>
          <a:xfrm>
            <a:off x="10771858" y="1932657"/>
            <a:ext cx="676148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97</a:t>
            </a:r>
          </a:p>
        </p:txBody>
      </p:sp>
      <p:sp>
        <p:nvSpPr>
          <p:cNvPr id="3738" name="13"/>
          <p:cNvSpPr txBox="1"/>
          <p:nvPr/>
        </p:nvSpPr>
        <p:spPr>
          <a:xfrm>
            <a:off x="5382542" y="1901048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739" name="27"/>
          <p:cNvSpPr txBox="1"/>
          <p:nvPr/>
        </p:nvSpPr>
        <p:spPr>
          <a:xfrm>
            <a:off x="6509173" y="1901048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740" name="30"/>
          <p:cNvSpPr txBox="1"/>
          <p:nvPr/>
        </p:nvSpPr>
        <p:spPr>
          <a:xfrm>
            <a:off x="7423573" y="1889759"/>
            <a:ext cx="803770" cy="716990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741" name="30"/>
          <p:cNvSpPr txBox="1"/>
          <p:nvPr/>
        </p:nvSpPr>
        <p:spPr>
          <a:xfrm>
            <a:off x="8556977" y="1898791"/>
            <a:ext cx="676149" cy="716989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742" name="30"/>
          <p:cNvSpPr txBox="1"/>
          <p:nvPr/>
        </p:nvSpPr>
        <p:spPr>
          <a:xfrm>
            <a:off x="9708444" y="191007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743" name="49"/>
          <p:cNvSpPr txBox="1"/>
          <p:nvPr/>
        </p:nvSpPr>
        <p:spPr>
          <a:xfrm>
            <a:off x="4461368" y="1912337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grpSp>
        <p:nvGrpSpPr>
          <p:cNvPr id="3758" name="成组"/>
          <p:cNvGrpSpPr/>
          <p:nvPr/>
        </p:nvGrpSpPr>
        <p:grpSpPr>
          <a:xfrm>
            <a:off x="3122506" y="1393048"/>
            <a:ext cx="8602135" cy="1332090"/>
            <a:chOff x="0" y="0"/>
            <a:chExt cx="8602133" cy="1332088"/>
          </a:xfrm>
        </p:grpSpPr>
        <p:sp>
          <p:nvSpPr>
            <p:cNvPr id="3744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3757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3749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3745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746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747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748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3750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51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52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53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54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55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56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3759" name="38"/>
          <p:cNvSpPr txBox="1"/>
          <p:nvPr/>
        </p:nvSpPr>
        <p:spPr>
          <a:xfrm>
            <a:off x="3341511" y="1910079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3760" name="49"/>
          <p:cNvSpPr txBox="1"/>
          <p:nvPr/>
        </p:nvSpPr>
        <p:spPr>
          <a:xfrm>
            <a:off x="6400800" y="1969064"/>
            <a:ext cx="80376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3761" name="49"/>
          <p:cNvSpPr txBox="1"/>
          <p:nvPr/>
        </p:nvSpPr>
        <p:spPr>
          <a:xfrm>
            <a:off x="7423573" y="1905564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3762" name="49"/>
          <p:cNvSpPr txBox="1"/>
          <p:nvPr/>
        </p:nvSpPr>
        <p:spPr>
          <a:xfrm>
            <a:off x="7423573" y="1905564"/>
            <a:ext cx="803770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49</a:t>
            </a:r>
          </a:p>
        </p:txBody>
      </p:sp>
      <p:sp>
        <p:nvSpPr>
          <p:cNvPr id="3763" name="30"/>
          <p:cNvSpPr txBox="1"/>
          <p:nvPr/>
        </p:nvSpPr>
        <p:spPr>
          <a:xfrm>
            <a:off x="6454986" y="1998979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764" name="76"/>
          <p:cNvSpPr txBox="1"/>
          <p:nvPr/>
        </p:nvSpPr>
        <p:spPr>
          <a:xfrm>
            <a:off x="9575235" y="1905564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76</a:t>
            </a:r>
          </a:p>
        </p:txBody>
      </p:sp>
      <p:sp>
        <p:nvSpPr>
          <p:cNvPr id="3765" name="76"/>
          <p:cNvSpPr txBox="1"/>
          <p:nvPr/>
        </p:nvSpPr>
        <p:spPr>
          <a:xfrm>
            <a:off x="9566204" y="1905564"/>
            <a:ext cx="803770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76</a:t>
            </a:r>
          </a:p>
        </p:txBody>
      </p:sp>
      <p:sp>
        <p:nvSpPr>
          <p:cNvPr id="3766" name="第四趟"/>
          <p:cNvSpPr txBox="1"/>
          <p:nvPr/>
        </p:nvSpPr>
        <p:spPr>
          <a:xfrm>
            <a:off x="1176302" y="2009422"/>
            <a:ext cx="1639147" cy="7396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>
                <a:latin typeface="Tahoma Bold"/>
                <a:ea typeface="Tahoma Bold"/>
                <a:cs typeface="Tahoma Bold"/>
                <a:sym typeface="Tahoma Bold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第四趟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767" name="65"/>
          <p:cNvSpPr txBox="1"/>
          <p:nvPr/>
        </p:nvSpPr>
        <p:spPr>
          <a:xfrm>
            <a:off x="8496017" y="1923626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65</a:t>
            </a:r>
          </a:p>
        </p:txBody>
      </p:sp>
      <p:sp>
        <p:nvSpPr>
          <p:cNvPr id="3768" name="65"/>
          <p:cNvSpPr txBox="1"/>
          <p:nvPr/>
        </p:nvSpPr>
        <p:spPr>
          <a:xfrm>
            <a:off x="8518595" y="1923626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65</a:t>
            </a:r>
          </a:p>
        </p:txBody>
      </p:sp>
      <p:sp>
        <p:nvSpPr>
          <p:cNvPr id="3769" name="13"/>
          <p:cNvSpPr txBox="1"/>
          <p:nvPr/>
        </p:nvSpPr>
        <p:spPr>
          <a:xfrm>
            <a:off x="4352995" y="1918264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770" name="49"/>
          <p:cNvSpPr txBox="1"/>
          <p:nvPr/>
        </p:nvSpPr>
        <p:spPr>
          <a:xfrm>
            <a:off x="5416408" y="1956364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49</a:t>
            </a:r>
          </a:p>
        </p:txBody>
      </p:sp>
      <p:sp>
        <p:nvSpPr>
          <p:cNvPr id="3771" name="27"/>
          <p:cNvSpPr txBox="1"/>
          <p:nvPr/>
        </p:nvSpPr>
        <p:spPr>
          <a:xfrm>
            <a:off x="5489842" y="1936326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772" name="97"/>
          <p:cNvSpPr txBox="1"/>
          <p:nvPr/>
        </p:nvSpPr>
        <p:spPr>
          <a:xfrm>
            <a:off x="10803466" y="3695982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97</a:t>
            </a:r>
          </a:p>
        </p:txBody>
      </p:sp>
      <p:sp>
        <p:nvSpPr>
          <p:cNvPr id="3773" name="27"/>
          <p:cNvSpPr txBox="1"/>
          <p:nvPr/>
        </p:nvSpPr>
        <p:spPr>
          <a:xfrm>
            <a:off x="5382542" y="3641795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774" name="30"/>
          <p:cNvSpPr txBox="1"/>
          <p:nvPr/>
        </p:nvSpPr>
        <p:spPr>
          <a:xfrm>
            <a:off x="6509173" y="3641795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775" name="13"/>
          <p:cNvSpPr txBox="1"/>
          <p:nvPr/>
        </p:nvSpPr>
        <p:spPr>
          <a:xfrm>
            <a:off x="4461368" y="3653084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grpSp>
        <p:nvGrpSpPr>
          <p:cNvPr id="3790" name="成组"/>
          <p:cNvGrpSpPr/>
          <p:nvPr/>
        </p:nvGrpSpPr>
        <p:grpSpPr>
          <a:xfrm>
            <a:off x="3122506" y="3133795"/>
            <a:ext cx="8602135" cy="1332090"/>
            <a:chOff x="0" y="0"/>
            <a:chExt cx="8602133" cy="1332088"/>
          </a:xfrm>
        </p:grpSpPr>
        <p:sp>
          <p:nvSpPr>
            <p:cNvPr id="3776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3789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3781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3777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778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779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780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3782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83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84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85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86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87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788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3791" name="38"/>
          <p:cNvSpPr txBox="1"/>
          <p:nvPr/>
        </p:nvSpPr>
        <p:spPr>
          <a:xfrm>
            <a:off x="3341511" y="3650826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3792" name="49"/>
          <p:cNvSpPr txBox="1"/>
          <p:nvPr/>
        </p:nvSpPr>
        <p:spPr>
          <a:xfrm>
            <a:off x="7455182" y="3668888"/>
            <a:ext cx="803770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49</a:t>
            </a:r>
          </a:p>
        </p:txBody>
      </p:sp>
      <p:sp>
        <p:nvSpPr>
          <p:cNvPr id="3793" name="76"/>
          <p:cNvSpPr txBox="1"/>
          <p:nvPr/>
        </p:nvSpPr>
        <p:spPr>
          <a:xfrm>
            <a:off x="9597813" y="3668888"/>
            <a:ext cx="803770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76</a:t>
            </a:r>
          </a:p>
        </p:txBody>
      </p:sp>
      <p:sp>
        <p:nvSpPr>
          <p:cNvPr id="3794" name="第五趟"/>
          <p:cNvSpPr txBox="1"/>
          <p:nvPr/>
        </p:nvSpPr>
        <p:spPr>
          <a:xfrm>
            <a:off x="1176302" y="3750168"/>
            <a:ext cx="1639147" cy="7396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>
                <a:latin typeface="Tahoma Bold"/>
                <a:ea typeface="Tahoma Bold"/>
                <a:cs typeface="Tahoma Bold"/>
                <a:sym typeface="Tahoma Bold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第五趟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795" name="65"/>
          <p:cNvSpPr txBox="1"/>
          <p:nvPr/>
        </p:nvSpPr>
        <p:spPr>
          <a:xfrm>
            <a:off x="8550204" y="3686950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65</a:t>
            </a:r>
          </a:p>
        </p:txBody>
      </p:sp>
      <p:sp>
        <p:nvSpPr>
          <p:cNvPr id="3796" name="13"/>
          <p:cNvSpPr txBox="1"/>
          <p:nvPr/>
        </p:nvSpPr>
        <p:spPr>
          <a:xfrm>
            <a:off x="3327964" y="3668888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797" name="38"/>
          <p:cNvSpPr txBox="1"/>
          <p:nvPr/>
        </p:nvSpPr>
        <p:spPr>
          <a:xfrm>
            <a:off x="4350737" y="3662115"/>
            <a:ext cx="803770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3798" name="27"/>
          <p:cNvSpPr txBox="1"/>
          <p:nvPr/>
        </p:nvSpPr>
        <p:spPr>
          <a:xfrm>
            <a:off x="4350737" y="3697111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sp>
        <p:nvSpPr>
          <p:cNvPr id="3799" name="38"/>
          <p:cNvSpPr txBox="1"/>
          <p:nvPr/>
        </p:nvSpPr>
        <p:spPr>
          <a:xfrm>
            <a:off x="5375768" y="3662115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3800" name="38"/>
          <p:cNvSpPr txBox="1"/>
          <p:nvPr/>
        </p:nvSpPr>
        <p:spPr>
          <a:xfrm>
            <a:off x="6400800" y="3662115"/>
            <a:ext cx="676148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3801" name="30"/>
          <p:cNvSpPr txBox="1"/>
          <p:nvPr/>
        </p:nvSpPr>
        <p:spPr>
          <a:xfrm>
            <a:off x="5375768" y="3684411"/>
            <a:ext cx="676149" cy="716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802" name="38"/>
          <p:cNvSpPr txBox="1"/>
          <p:nvPr/>
        </p:nvSpPr>
        <p:spPr>
          <a:xfrm>
            <a:off x="6400800" y="3684411"/>
            <a:ext cx="676148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38</a:t>
            </a:r>
          </a:p>
        </p:txBody>
      </p:sp>
      <p:sp>
        <p:nvSpPr>
          <p:cNvPr id="3803" name="97"/>
          <p:cNvSpPr txBox="1"/>
          <p:nvPr/>
        </p:nvSpPr>
        <p:spPr>
          <a:xfrm>
            <a:off x="10907324" y="5436729"/>
            <a:ext cx="676149" cy="716989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97</a:t>
            </a:r>
          </a:p>
        </p:txBody>
      </p:sp>
      <p:sp>
        <p:nvSpPr>
          <p:cNvPr id="3804" name="30"/>
          <p:cNvSpPr txBox="1"/>
          <p:nvPr/>
        </p:nvSpPr>
        <p:spPr>
          <a:xfrm>
            <a:off x="5486400" y="5382542"/>
            <a:ext cx="676148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805" name="30"/>
          <p:cNvSpPr txBox="1"/>
          <p:nvPr/>
        </p:nvSpPr>
        <p:spPr>
          <a:xfrm>
            <a:off x="6613031" y="5382542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30</a:t>
            </a:r>
          </a:p>
        </p:txBody>
      </p:sp>
      <p:sp>
        <p:nvSpPr>
          <p:cNvPr id="3806" name="27"/>
          <p:cNvSpPr txBox="1"/>
          <p:nvPr/>
        </p:nvSpPr>
        <p:spPr>
          <a:xfrm>
            <a:off x="4565226" y="5431931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27</a:t>
            </a:r>
          </a:p>
        </p:txBody>
      </p:sp>
      <p:grpSp>
        <p:nvGrpSpPr>
          <p:cNvPr id="3821" name="成组"/>
          <p:cNvGrpSpPr/>
          <p:nvPr/>
        </p:nvGrpSpPr>
        <p:grpSpPr>
          <a:xfrm>
            <a:off x="3226364" y="4874542"/>
            <a:ext cx="8602135" cy="1332090"/>
            <a:chOff x="0" y="0"/>
            <a:chExt cx="8602133" cy="1332088"/>
          </a:xfrm>
        </p:grpSpPr>
        <p:sp>
          <p:nvSpPr>
            <p:cNvPr id="3807" name="0           1         2         3          4          5         6          7"/>
            <p:cNvSpPr txBox="1"/>
            <p:nvPr/>
          </p:nvSpPr>
          <p:spPr>
            <a:xfrm>
              <a:off x="0" y="0"/>
              <a:ext cx="8602134" cy="521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spAutoFit/>
            </a:bodyPr>
            <a:lstStyle>
              <a:lvl1pPr indent="0" defTabSz="1300480">
                <a:lnSpc>
                  <a:spcPct val="100000"/>
                </a:lnSpc>
                <a:spcBef>
                  <a:spcPts val="1700"/>
                </a:spcBef>
                <a:defRPr sz="2800" b="1"/>
              </a:lvl1pPr>
            </a:lstStyle>
            <a:p>
              <a:r>
                <a:t>    0           1         2         3          4          5         6          7</a:t>
              </a:r>
            </a:p>
          </p:txBody>
        </p:sp>
        <p:grpSp>
          <p:nvGrpSpPr>
            <p:cNvPr id="3820" name="成组"/>
            <p:cNvGrpSpPr/>
            <p:nvPr/>
          </p:nvGrpSpPr>
          <p:grpSpPr>
            <a:xfrm>
              <a:off x="103857" y="508000"/>
              <a:ext cx="8498277" cy="824089"/>
              <a:chOff x="0" y="0"/>
              <a:chExt cx="8498275" cy="824088"/>
            </a:xfrm>
          </p:grpSpPr>
          <p:grpSp>
            <p:nvGrpSpPr>
              <p:cNvPr id="3812" name="成组"/>
              <p:cNvGrpSpPr/>
              <p:nvPr/>
            </p:nvGrpSpPr>
            <p:grpSpPr>
              <a:xfrm>
                <a:off x="0" y="4515"/>
                <a:ext cx="8498276" cy="819574"/>
                <a:chOff x="0" y="0"/>
                <a:chExt cx="8498275" cy="819573"/>
              </a:xfrm>
            </p:grpSpPr>
            <p:sp>
              <p:nvSpPr>
                <p:cNvPr id="3808" name="线条"/>
                <p:cNvSpPr/>
                <p:nvPr/>
              </p:nvSpPr>
              <p:spPr>
                <a:xfrm>
                  <a:off x="0" y="819573"/>
                  <a:ext cx="8498276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809" name="线条"/>
                <p:cNvSpPr/>
                <p:nvPr/>
              </p:nvSpPr>
              <p:spPr>
                <a:xfrm>
                  <a:off x="0" y="0"/>
                  <a:ext cx="8498276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810" name="线条"/>
                <p:cNvSpPr/>
                <p:nvPr/>
              </p:nvSpPr>
              <p:spPr>
                <a:xfrm>
                  <a:off x="8498275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  <p:sp>
              <p:nvSpPr>
                <p:cNvPr id="3811" name="线条"/>
                <p:cNvSpPr/>
                <p:nvPr/>
              </p:nvSpPr>
              <p:spPr>
                <a:xfrm flipH="1">
                  <a:off x="0" y="0"/>
                  <a:ext cx="1" cy="81957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65023" tIns="65023" rIns="65023" bIns="65023" numCol="1" anchor="t">
                  <a:noAutofit/>
                </a:bodyPr>
                <a:lstStyle/>
                <a:p>
                  <a:pPr indent="0" defTabSz="1300480">
                    <a:lnSpc>
                      <a:spcPct val="100000"/>
                    </a:lnSpc>
                    <a:defRPr sz="2400">
                      <a:latin typeface="Tahoma" panose="020B0604030504040204"/>
                      <a:ea typeface="Tahoma" panose="020B0604030504040204"/>
                      <a:cs typeface="Tahoma" panose="020B0604030504040204"/>
                      <a:sym typeface="Tahoma" panose="020B0604030504040204"/>
                    </a:defRPr>
                  </a:pPr>
                </a:p>
              </p:txBody>
            </p:sp>
          </p:grpSp>
          <p:sp>
            <p:nvSpPr>
              <p:cNvPr id="3813" name="线条"/>
              <p:cNvSpPr/>
              <p:nvPr/>
            </p:nvSpPr>
            <p:spPr>
              <a:xfrm flipH="1">
                <a:off x="102503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814" name="线条"/>
              <p:cNvSpPr/>
              <p:nvPr/>
            </p:nvSpPr>
            <p:spPr>
              <a:xfrm>
                <a:off x="2050062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815" name="线条"/>
              <p:cNvSpPr/>
              <p:nvPr/>
            </p:nvSpPr>
            <p:spPr>
              <a:xfrm>
                <a:off x="3072835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816" name="线条"/>
              <p:cNvSpPr/>
              <p:nvPr/>
            </p:nvSpPr>
            <p:spPr>
              <a:xfrm>
                <a:off x="4097866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817" name="线条"/>
              <p:cNvSpPr/>
              <p:nvPr/>
            </p:nvSpPr>
            <p:spPr>
              <a:xfrm>
                <a:off x="5224497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818" name="线条"/>
              <p:cNvSpPr/>
              <p:nvPr/>
            </p:nvSpPr>
            <p:spPr>
              <a:xfrm>
                <a:off x="6247271" y="4515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819" name="线条"/>
              <p:cNvSpPr/>
              <p:nvPr/>
            </p:nvSpPr>
            <p:spPr>
              <a:xfrm>
                <a:off x="7371644" y="0"/>
                <a:ext cx="1" cy="81957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1300480">
                  <a:lnSpc>
                    <a:spcPct val="100000"/>
                  </a:lnSpc>
                  <a:defRPr sz="2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</p:grpSp>
      <p:sp>
        <p:nvSpPr>
          <p:cNvPr id="3822" name="13"/>
          <p:cNvSpPr txBox="1"/>
          <p:nvPr/>
        </p:nvSpPr>
        <p:spPr>
          <a:xfrm>
            <a:off x="3445368" y="5391573"/>
            <a:ext cx="676149" cy="716990"/>
          </a:xfrm>
          <a:prstGeom prst="rect">
            <a:avLst/>
          </a:prstGeom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13</a:t>
            </a:r>
          </a:p>
        </p:txBody>
      </p:sp>
      <p:sp>
        <p:nvSpPr>
          <p:cNvPr id="3823" name="49"/>
          <p:cNvSpPr txBox="1"/>
          <p:nvPr/>
        </p:nvSpPr>
        <p:spPr>
          <a:xfrm>
            <a:off x="7559040" y="5409635"/>
            <a:ext cx="803770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49</a:t>
            </a:r>
          </a:p>
        </p:txBody>
      </p:sp>
      <p:sp>
        <p:nvSpPr>
          <p:cNvPr id="3824" name="76"/>
          <p:cNvSpPr txBox="1"/>
          <p:nvPr/>
        </p:nvSpPr>
        <p:spPr>
          <a:xfrm>
            <a:off x="9701671" y="5409635"/>
            <a:ext cx="803770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76</a:t>
            </a:r>
          </a:p>
        </p:txBody>
      </p:sp>
      <p:sp>
        <p:nvSpPr>
          <p:cNvPr id="3825" name="第六趟"/>
          <p:cNvSpPr txBox="1"/>
          <p:nvPr/>
        </p:nvSpPr>
        <p:spPr>
          <a:xfrm>
            <a:off x="1280159" y="5490915"/>
            <a:ext cx="1639148" cy="739649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spcBef>
                <a:spcPts val="2000"/>
              </a:spcBef>
              <a:defRPr sz="3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</a:lstStyle>
          <a:p>
            <a:pPr>
              <a:defRPr>
                <a:latin typeface="Tahoma Bold"/>
                <a:ea typeface="Tahoma Bold"/>
                <a:cs typeface="Tahoma Bold"/>
                <a:sym typeface="Tahoma Bold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第六趟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826" name="65"/>
          <p:cNvSpPr txBox="1"/>
          <p:nvPr/>
        </p:nvSpPr>
        <p:spPr>
          <a:xfrm>
            <a:off x="8654062" y="5427697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65</a:t>
            </a:r>
          </a:p>
        </p:txBody>
      </p:sp>
      <p:sp>
        <p:nvSpPr>
          <p:cNvPr id="3827" name="38"/>
          <p:cNvSpPr txBox="1"/>
          <p:nvPr/>
        </p:nvSpPr>
        <p:spPr>
          <a:xfrm>
            <a:off x="6504658" y="5402862"/>
            <a:ext cx="676148" cy="71698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/>
            </a:lvl1pPr>
          </a:lstStyle>
          <a:p>
            <a:r>
              <a:t>38</a:t>
            </a:r>
          </a:p>
        </p:txBody>
      </p:sp>
      <p:sp>
        <p:nvSpPr>
          <p:cNvPr id="3828" name="38"/>
          <p:cNvSpPr txBox="1"/>
          <p:nvPr/>
        </p:nvSpPr>
        <p:spPr>
          <a:xfrm>
            <a:off x="6504658" y="5387057"/>
            <a:ext cx="676148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38</a:t>
            </a:r>
          </a:p>
        </p:txBody>
      </p:sp>
      <p:sp>
        <p:nvSpPr>
          <p:cNvPr id="3829" name="30"/>
          <p:cNvSpPr txBox="1"/>
          <p:nvPr/>
        </p:nvSpPr>
        <p:spPr>
          <a:xfrm>
            <a:off x="5423182" y="5437293"/>
            <a:ext cx="676149" cy="716990"/>
          </a:xfrm>
          <a:prstGeom prst="rect">
            <a:avLst/>
          </a:prstGeom>
          <a:solidFill>
            <a:srgbClr val="993300"/>
          </a:solidFill>
          <a:ln w="12700">
            <a:miter lim="400000"/>
          </a:ln>
        </p:spPr>
        <p:txBody>
          <a:bodyPr wrap="none" lIns="65023" tIns="65023" rIns="65023" bIns="65023">
            <a:spAutoFit/>
          </a:bodyPr>
          <a:lstStyle>
            <a:lvl1pPr indent="0" defTabSz="1300480">
              <a:lnSpc>
                <a:spcPct val="100000"/>
              </a:lnSpc>
              <a:defRPr sz="4200" b="1">
                <a:solidFill>
                  <a:srgbClr val="FEE8F7"/>
                </a:solidFill>
              </a:defRPr>
            </a:lvl1pPr>
          </a:lstStyle>
          <a:p>
            <a:r>
              <a:t>30</a:t>
            </a:r>
          </a:p>
        </p:txBody>
      </p:sp>
      <p:sp>
        <p:nvSpPr>
          <p:cNvPr id="3830" name="冒泡排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冒泡排序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3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3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indefinite" fill="hold"/>
                                        <p:tgtEl>
                                          <p:spTgt spid="3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3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indefinite" fill="hold"/>
                                        <p:tgtEl>
                                          <p:spTgt spid="3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3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3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indefinite" fill="hold"/>
                                        <p:tgtEl>
                                          <p:spTgt spid="3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grpId="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dur="indefinite" fill="hold"/>
                                        <p:tgtEl>
                                          <p:spTgt spid="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4" fill="hold" grpId="1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dur="indefinite" fill="hold"/>
                                        <p:tgtEl>
                                          <p:spTgt spid="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1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dur="indefinite" fill="hold"/>
                                        <p:tgtEl>
                                          <p:spTgt spid="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xit" presetSubtype="4" fill="hold" grpId="1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52" dur="500" fill="hold"/>
                                        <p:tgtEl>
                                          <p:spTgt spid="37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1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dur="indefinite" fill="hold"/>
                                        <p:tgtEl>
                                          <p:spTgt spid="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1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dur="indefinite" fill="hold"/>
                                        <p:tgtEl>
                                          <p:spTgt spid="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xit" presetSubtype="4" fill="hold" grpId="1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67" dur="500" fill="hold"/>
                                        <p:tgtEl>
                                          <p:spTgt spid="37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1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dur="indefinite" fill="hold"/>
                                        <p:tgtEl>
                                          <p:spTgt spid="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1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dur="indefinite" fill="hold"/>
                                        <p:tgtEl>
                                          <p:spTgt spid="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xit" presetSubtype="4" fill="hold" grpId="18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82" dur="500" fill="hold"/>
                                        <p:tgtEl>
                                          <p:spTgt spid="37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indefinite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19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dur="indefinite" fill="hold"/>
                                        <p:tgtEl>
                                          <p:spTgt spid="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20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dur="indefinite" fill="hold"/>
                                        <p:tgtEl>
                                          <p:spTgt spid="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2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7" dur="indefinite" fill="hold"/>
                                        <p:tgtEl>
                                          <p:spTgt spid="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4" fill="hold" grpId="2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dur="indefinite" fill="hold"/>
                                        <p:tgtEl>
                                          <p:spTgt spid="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22" presetClass="entr" presetSubtype="4" fill="hold" grpId="2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5" dur="indefinite" fill="hold"/>
                                        <p:tgtEl>
                                          <p:spTgt spid="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500"/>
                            </p:stCondLst>
                            <p:childTnLst>
                              <p:par>
                                <p:cTn id="108" presetID="22" presetClass="entr" presetSubtype="4" fill="hold" grpId="2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9" dur="indefinite" fill="hold"/>
                                        <p:tgtEl>
                                          <p:spTgt spid="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12" presetID="22" presetClass="entr" presetSubtype="4" fill="hold" grpId="2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3" dur="indefinite" fill="hold"/>
                                        <p:tgtEl>
                                          <p:spTgt spid="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3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16" presetID="22" presetClass="entr" presetSubtype="4" fill="hold" grpId="2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7" dur="indefinite" fill="hold"/>
                                        <p:tgtEl>
                                          <p:spTgt spid="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3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3000"/>
                            </p:stCondLst>
                            <p:childTnLst>
                              <p:par>
                                <p:cTn id="120" presetID="22" presetClass="entr" presetSubtype="4" fill="hold" grpId="2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1" dur="indefinite" fill="hold"/>
                                        <p:tgtEl>
                                          <p:spTgt spid="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3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3500"/>
                            </p:stCondLst>
                            <p:childTnLst>
                              <p:par>
                                <p:cTn id="124" presetID="22" presetClass="entr" presetSubtype="4" fill="hold" grpId="2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5" dur="indefinite" fill="hold"/>
                                        <p:tgtEl>
                                          <p:spTgt spid="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3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4000"/>
                            </p:stCondLst>
                            <p:childTnLst>
                              <p:par>
                                <p:cTn id="128" presetID="22" presetClass="entr" presetSubtype="4" fill="hold" grpId="2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9" dur="indefinite" fill="hold"/>
                                        <p:tgtEl>
                                          <p:spTgt spid="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3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4500"/>
                            </p:stCondLst>
                            <p:childTnLst>
                              <p:par>
                                <p:cTn id="132" presetID="22" presetClass="entr" presetSubtype="4" fill="hold" grpId="3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3" dur="indefinite" fill="hold"/>
                                        <p:tgtEl>
                                          <p:spTgt spid="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3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0"/>
                            </p:stCondLst>
                            <p:childTnLst>
                              <p:par>
                                <p:cTn id="136" presetID="22" presetClass="entr" presetSubtype="4" fill="hold" grpId="3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7" dur="indefinite" fill="hold"/>
                                        <p:tgtEl>
                                          <p:spTgt spid="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3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500"/>
                            </p:stCondLst>
                            <p:childTnLst>
                              <p:par>
                                <p:cTn id="140" presetID="22" presetClass="entr" presetSubtype="4" fill="hold" grpId="3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1" dur="indefinite" fill="hold"/>
                                        <p:tgtEl>
                                          <p:spTgt spid="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3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3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6" dur="indefinite" fill="hold"/>
                                        <p:tgtEl>
                                          <p:spTgt spid="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3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4" grpId="18" animBg="1" advAuto="0"/>
      <p:bldP spid="3826" grpId="30" animBg="1" advAuto="0"/>
      <p:bldP spid="3796" grpId="11" animBg="1" advAuto="0"/>
      <p:bldP spid="3775" grpId="12" animBg="1" advAuto="0"/>
      <p:bldP spid="3803" grpId="21" animBg="1" advAuto="0"/>
      <p:bldP spid="3829" grpId="33" animBg="1" advAuto="0"/>
      <p:bldP spid="3797" grpId="13" animBg="1" advAuto="0"/>
      <p:bldP spid="3804" grpId="22" animBg="1" advAuto="0"/>
      <p:bldP spid="3827" grpId="31" animBg="1" advAuto="0"/>
      <p:bldP spid="3825" grpId="29" animBg="1" advAuto="0"/>
      <p:bldP spid="3798" grpId="14" animBg="1" advAuto="0"/>
      <p:bldP spid="3791" grpId="6" animBg="1" advAuto="0"/>
      <p:bldP spid="3805" grpId="23" animBg="1" advAuto="0"/>
      <p:bldP spid="3823" grpId="27" animBg="1" advAuto="0"/>
      <p:bldP spid="3792" grpId="7" animBg="1" advAuto="0"/>
      <p:bldP spid="3806" grpId="24" animBg="1" advAuto="0"/>
      <p:bldP spid="3799" grpId="16" animBg="1" advAuto="0"/>
      <p:bldP spid="3772" grpId="1" animBg="1" advAuto="0"/>
      <p:bldP spid="3793" grpId="8" animBg="1" advAuto="0"/>
      <p:bldP spid="3773" grpId="2" animBg="1" advAuto="0"/>
      <p:bldP spid="3800" grpId="19" animBg="1" advAuto="0"/>
      <p:bldP spid="3821" grpId="25" animBg="1" advAuto="0"/>
      <p:bldP spid="3801" grpId="17" animBg="1" advAuto="0"/>
      <p:bldP spid="3824" grpId="28" animBg="1" advAuto="0"/>
      <p:bldP spid="3794" grpId="9" animBg="1" advAuto="0"/>
      <p:bldP spid="3822" grpId="26" animBg="1" advAuto="0"/>
      <p:bldP spid="3774" grpId="3" animBg="1" advAuto="0"/>
      <p:bldP spid="3773" grpId="15" animBg="1" advAuto="0"/>
      <p:bldP spid="3795" grpId="10" animBg="1" advAuto="0"/>
      <p:bldP spid="3790" grpId="5" animBg="1" advAuto="0"/>
      <p:bldP spid="3802" grpId="20" animBg="1" advAuto="0"/>
      <p:bldP spid="3775" grpId="4" animBg="1" advAuto="0"/>
      <p:bldP spid="3828" grpId="32" animBg="1" advAuto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2" name="直接插入排序的数据结构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直接插入排序的数据结构</a:t>
            </a:r>
          </a:p>
        </p:txBody>
      </p:sp>
      <p:sp>
        <p:nvSpPr>
          <p:cNvPr id="3833" name="如果待排序的数据对象“比较小”，适合采用数组，否则，适合采用…"/>
          <p:cNvSpPr txBox="1"/>
          <p:nvPr/>
        </p:nvSpPr>
        <p:spPr>
          <a:xfrm>
            <a:off x="415600" y="1507882"/>
            <a:ext cx="11178312" cy="129126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>
              <a:defRPr sz="3000"/>
            </a:pPr>
            <a:r>
              <a:t>如果待排序的数据对象“</a:t>
            </a:r>
            <a:r>
              <a:rPr>
                <a:solidFill>
                  <a:schemeClr val="accent1"/>
                </a:solidFill>
              </a:rPr>
              <a:t>比较小</a:t>
            </a:r>
            <a:r>
              <a:t>”，适合采用数组，否则，适合采用</a:t>
            </a:r>
          </a:p>
          <a:p>
            <a:pPr>
              <a:defRPr sz="3000"/>
            </a:pPr>
            <a:r>
              <a:t>链表或指针数组。why? </a:t>
            </a:r>
          </a:p>
        </p:txBody>
      </p:sp>
      <p:sp>
        <p:nvSpPr>
          <p:cNvPr id="3834" name="java语言的数组：…"/>
          <p:cNvSpPr txBox="1"/>
          <p:nvPr/>
        </p:nvSpPr>
        <p:spPr>
          <a:xfrm>
            <a:off x="466230" y="2945024"/>
            <a:ext cx="8416090" cy="452403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>
              <a:defRPr sz="3000"/>
            </a:pPr>
            <a:r>
              <a:t>java语言的数组：</a:t>
            </a:r>
          </a:p>
          <a:p>
            <a:pPr marL="681990" lvl="1" indent="-300990">
              <a:buSzPct val="60000"/>
              <a:buBlip>
                <a:blip r:embed="rId1"/>
              </a:buBlip>
              <a:defRPr sz="3000"/>
            </a:pPr>
            <a:r>
              <a:t>基本类型，则数组中存放的是具体的数据。</a:t>
            </a:r>
          </a:p>
          <a:p>
            <a:pPr marL="681990" lvl="1" indent="-300990">
              <a:buSzPct val="60000"/>
              <a:buBlip>
                <a:blip r:embed="rId1"/>
              </a:buBlip>
              <a:defRPr sz="3000"/>
            </a:pPr>
            <a:r>
              <a:t>引用类型，则数组中存放的是对对象的引用。</a:t>
            </a:r>
          </a:p>
          <a:p>
            <a:pPr indent="0">
              <a:defRPr sz="3000"/>
            </a:pPr>
            <a:r>
              <a:t>所以，使用java语言排序，用数组就可以。</a:t>
            </a:r>
          </a:p>
          <a:p>
            <a:pPr indent="0">
              <a:defRPr sz="3000"/>
            </a:pPr>
            <a:r>
              <a:t>C、C++的数组：</a:t>
            </a:r>
          </a:p>
          <a:p>
            <a:pPr marL="681990" lvl="1" indent="-300990">
              <a:buSzPct val="60000"/>
              <a:buBlip>
                <a:blip r:embed="rId1"/>
              </a:buBlip>
              <a:defRPr sz="3000"/>
            </a:pPr>
            <a:r>
              <a:t>存放数据对象</a:t>
            </a:r>
          </a:p>
          <a:p>
            <a:pPr marL="681990" lvl="1" indent="-300990">
              <a:buSzPct val="60000"/>
              <a:buBlip>
                <a:blip r:embed="rId1"/>
              </a:buBlip>
              <a:defRPr sz="3000"/>
            </a:pPr>
            <a:r>
              <a:t>指针</a:t>
            </a:r>
          </a:p>
        </p:txBody>
      </p:sp>
    </p:spTree>
  </p:cSld>
  <p:clrMapOvr>
    <a:masterClrMapping/>
  </p:clrMapOvr>
  <p:transition spd="med"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52" name="成组"/>
          <p:cNvGrpSpPr/>
          <p:nvPr/>
        </p:nvGrpSpPr>
        <p:grpSpPr>
          <a:xfrm>
            <a:off x="1165013" y="814775"/>
            <a:ext cx="10500926" cy="3869832"/>
            <a:chOff x="25400" y="25400"/>
            <a:chExt cx="10500925" cy="3869831"/>
          </a:xfrm>
        </p:grpSpPr>
        <p:graphicFrame>
          <p:nvGraphicFramePr>
            <p:cNvPr id="3836" name="表格"/>
            <p:cNvGraphicFramePr/>
            <p:nvPr/>
          </p:nvGraphicFramePr>
          <p:xfrm>
            <a:off x="47977" y="1181382"/>
            <a:ext cx="10478349" cy="1119859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1492824"/>
                  <a:gridCol w="1492824"/>
                  <a:gridCol w="1492824"/>
                  <a:gridCol w="1492824"/>
                  <a:gridCol w="1492824"/>
                  <a:gridCol w="1492824"/>
                </a:tblGrid>
                <a:tr h="1091282"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38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381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38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38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38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......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38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381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3837" name="表格"/>
            <p:cNvGraphicFramePr/>
            <p:nvPr/>
          </p:nvGraphicFramePr>
          <p:xfrm>
            <a:off x="25400" y="25400"/>
            <a:ext cx="10478348" cy="1119858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1495092"/>
                  <a:gridCol w="1495092"/>
                  <a:gridCol w="1495092"/>
                  <a:gridCol w="1495092"/>
                  <a:gridCol w="1495092"/>
                  <a:gridCol w="1495092"/>
                </a:tblGrid>
                <a:tr h="1107157"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0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1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2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3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......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20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grpSp>
          <p:nvGrpSpPr>
            <p:cNvPr id="3840" name="成组"/>
            <p:cNvGrpSpPr/>
            <p:nvPr/>
          </p:nvGrpSpPr>
          <p:grpSpPr>
            <a:xfrm>
              <a:off x="219568" y="1635195"/>
              <a:ext cx="1038579" cy="2260036"/>
              <a:chOff x="0" y="0"/>
              <a:chExt cx="1038577" cy="2260035"/>
            </a:xfrm>
          </p:grpSpPr>
          <p:sp>
            <p:nvSpPr>
              <p:cNvPr id="3838" name="椭圆形"/>
              <p:cNvSpPr/>
              <p:nvPr/>
            </p:nvSpPr>
            <p:spPr>
              <a:xfrm>
                <a:off x="0" y="1225932"/>
                <a:ext cx="1038578" cy="1034104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indent="0" defTabSz="650240">
                  <a:lnSpc>
                    <a:spcPct val="100000"/>
                  </a:lnSpc>
                  <a:defRPr sz="16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839" name="线条"/>
              <p:cNvSpPr/>
              <p:nvPr/>
            </p:nvSpPr>
            <p:spPr>
              <a:xfrm flipH="1">
                <a:off x="519287" y="0"/>
                <a:ext cx="2" cy="116085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650240">
                  <a:defRPr sz="3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grpSp>
          <p:nvGrpSpPr>
            <p:cNvPr id="3843" name="成组"/>
            <p:cNvGrpSpPr/>
            <p:nvPr/>
          </p:nvGrpSpPr>
          <p:grpSpPr>
            <a:xfrm>
              <a:off x="1770662" y="1635195"/>
              <a:ext cx="1038579" cy="2260036"/>
              <a:chOff x="0" y="0"/>
              <a:chExt cx="1038577" cy="2260035"/>
            </a:xfrm>
          </p:grpSpPr>
          <p:sp>
            <p:nvSpPr>
              <p:cNvPr id="3841" name="椭圆形"/>
              <p:cNvSpPr/>
              <p:nvPr/>
            </p:nvSpPr>
            <p:spPr>
              <a:xfrm>
                <a:off x="0" y="1225932"/>
                <a:ext cx="1038578" cy="1034104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indent="0" defTabSz="650240">
                  <a:lnSpc>
                    <a:spcPct val="100000"/>
                  </a:lnSpc>
                  <a:defRPr sz="16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842" name="线条"/>
              <p:cNvSpPr/>
              <p:nvPr/>
            </p:nvSpPr>
            <p:spPr>
              <a:xfrm flipH="1">
                <a:off x="519287" y="0"/>
                <a:ext cx="2" cy="116085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650240">
                  <a:defRPr sz="3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grpSp>
          <p:nvGrpSpPr>
            <p:cNvPr id="3846" name="成组"/>
            <p:cNvGrpSpPr/>
            <p:nvPr/>
          </p:nvGrpSpPr>
          <p:grpSpPr>
            <a:xfrm>
              <a:off x="3292404" y="1635195"/>
              <a:ext cx="1038579" cy="2260036"/>
              <a:chOff x="0" y="0"/>
              <a:chExt cx="1038577" cy="2260035"/>
            </a:xfrm>
          </p:grpSpPr>
          <p:sp>
            <p:nvSpPr>
              <p:cNvPr id="3844" name="椭圆形"/>
              <p:cNvSpPr/>
              <p:nvPr/>
            </p:nvSpPr>
            <p:spPr>
              <a:xfrm>
                <a:off x="0" y="1225932"/>
                <a:ext cx="1038578" cy="1034104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indent="0" defTabSz="650240">
                  <a:lnSpc>
                    <a:spcPct val="100000"/>
                  </a:lnSpc>
                  <a:defRPr sz="16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845" name="线条"/>
              <p:cNvSpPr/>
              <p:nvPr/>
            </p:nvSpPr>
            <p:spPr>
              <a:xfrm flipH="1">
                <a:off x="519287" y="0"/>
                <a:ext cx="2" cy="116085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650240">
                  <a:defRPr sz="3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grpSp>
          <p:nvGrpSpPr>
            <p:cNvPr id="3849" name="成组"/>
            <p:cNvGrpSpPr/>
            <p:nvPr/>
          </p:nvGrpSpPr>
          <p:grpSpPr>
            <a:xfrm>
              <a:off x="4744155" y="1635195"/>
              <a:ext cx="1038579" cy="2260036"/>
              <a:chOff x="0" y="0"/>
              <a:chExt cx="1038577" cy="2260035"/>
            </a:xfrm>
          </p:grpSpPr>
          <p:sp>
            <p:nvSpPr>
              <p:cNvPr id="3847" name="椭圆形"/>
              <p:cNvSpPr/>
              <p:nvPr/>
            </p:nvSpPr>
            <p:spPr>
              <a:xfrm>
                <a:off x="0" y="1225932"/>
                <a:ext cx="1038578" cy="1034104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indent="0" defTabSz="650240">
                  <a:lnSpc>
                    <a:spcPct val="100000"/>
                  </a:lnSpc>
                  <a:defRPr sz="16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848" name="线条"/>
              <p:cNvSpPr/>
              <p:nvPr/>
            </p:nvSpPr>
            <p:spPr>
              <a:xfrm flipH="1">
                <a:off x="519287" y="0"/>
                <a:ext cx="2" cy="116085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650240">
                  <a:defRPr sz="3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sp>
          <p:nvSpPr>
            <p:cNvPr id="3850" name="椭圆形"/>
            <p:cNvSpPr/>
            <p:nvPr/>
          </p:nvSpPr>
          <p:spPr>
            <a:xfrm>
              <a:off x="4744155" y="2861128"/>
              <a:ext cx="1038579" cy="103410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72248" tIns="72248" rIns="72248" bIns="72248" numCol="1" anchor="ctr">
              <a:noAutofit/>
            </a:bodyPr>
            <a:lstStyle/>
            <a:p>
              <a:pPr indent="0" defTabSz="650240">
                <a:lnSpc>
                  <a:spcPct val="100000"/>
                </a:lnSpc>
                <a:defRPr sz="16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851" name="线条"/>
            <p:cNvSpPr/>
            <p:nvPr/>
          </p:nvSpPr>
          <p:spPr>
            <a:xfrm flipH="1">
              <a:off x="5263443" y="1635195"/>
              <a:ext cx="2" cy="116085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650240">
                <a:defRPr sz="3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  <p:sp>
        <p:nvSpPr>
          <p:cNvPr id="3853" name="直接插入排序的数据结构"/>
          <p:cNvSpPr txBox="1"/>
          <p:nvPr>
            <p:ph type="title"/>
          </p:nvPr>
        </p:nvSpPr>
        <p:spPr>
          <a:xfrm>
            <a:off x="1611487" y="125587"/>
            <a:ext cx="9448802" cy="952502"/>
          </a:xfrm>
          <a:prstGeom prst="rect">
            <a:avLst/>
          </a:prstGeom>
        </p:spPr>
        <p:txBody>
          <a:bodyPr lIns="50800" tIns="50800" rIns="50800" bIns="50800" anchor="ctr"/>
          <a:lstStyle>
            <a:lvl1pPr marR="57785" indent="57785" defTabSz="1295400"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直接插入排序的数据结构</a:t>
            </a:r>
          </a:p>
        </p:txBody>
      </p:sp>
      <p:grpSp>
        <p:nvGrpSpPr>
          <p:cNvPr id="3860" name="成组"/>
          <p:cNvGrpSpPr/>
          <p:nvPr/>
        </p:nvGrpSpPr>
        <p:grpSpPr>
          <a:xfrm>
            <a:off x="1099713" y="4931910"/>
            <a:ext cx="10500926" cy="2275841"/>
            <a:chOff x="25400" y="25400"/>
            <a:chExt cx="10500924" cy="2275839"/>
          </a:xfrm>
        </p:grpSpPr>
        <p:graphicFrame>
          <p:nvGraphicFramePr>
            <p:cNvPr id="3854" name="表格"/>
            <p:cNvGraphicFramePr/>
            <p:nvPr/>
          </p:nvGraphicFramePr>
          <p:xfrm>
            <a:off x="47977" y="1181382"/>
            <a:ext cx="10478348" cy="1119858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1492824"/>
                  <a:gridCol w="1492824"/>
                  <a:gridCol w="1492824"/>
                  <a:gridCol w="1492824"/>
                  <a:gridCol w="1492824"/>
                  <a:gridCol w="1492824"/>
                </a:tblGrid>
                <a:tr h="1091282"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38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381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38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38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38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......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38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381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3855" name="表格"/>
            <p:cNvGraphicFramePr/>
            <p:nvPr/>
          </p:nvGraphicFramePr>
          <p:xfrm>
            <a:off x="25400" y="25400"/>
            <a:ext cx="10478348" cy="1119858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1495092"/>
                  <a:gridCol w="1495092"/>
                  <a:gridCol w="1495092"/>
                  <a:gridCol w="1495092"/>
                  <a:gridCol w="1495092"/>
                  <a:gridCol w="1495092"/>
                </a:tblGrid>
                <a:tr h="1107157"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0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1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2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3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......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20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sp>
          <p:nvSpPr>
            <p:cNvPr id="3856" name="椭圆形"/>
            <p:cNvSpPr/>
            <p:nvPr/>
          </p:nvSpPr>
          <p:spPr>
            <a:xfrm>
              <a:off x="284868" y="1209972"/>
              <a:ext cx="1038579" cy="1034103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72248" tIns="72248" rIns="72248" bIns="72248" numCol="1" anchor="ctr">
              <a:noAutofit/>
            </a:bodyPr>
            <a:lstStyle/>
            <a:p>
              <a:pPr indent="0" defTabSz="650240">
                <a:lnSpc>
                  <a:spcPct val="100000"/>
                </a:lnSpc>
                <a:defRPr sz="16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857" name="椭圆形"/>
            <p:cNvSpPr/>
            <p:nvPr/>
          </p:nvSpPr>
          <p:spPr>
            <a:xfrm>
              <a:off x="1745368" y="1209972"/>
              <a:ext cx="1038579" cy="1034103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72248" tIns="72248" rIns="72248" bIns="72248" numCol="1" anchor="ctr">
              <a:noAutofit/>
            </a:bodyPr>
            <a:lstStyle/>
            <a:p>
              <a:pPr indent="0" defTabSz="650240">
                <a:lnSpc>
                  <a:spcPct val="100000"/>
                </a:lnSpc>
                <a:defRPr sz="16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858" name="椭圆形"/>
            <p:cNvSpPr/>
            <p:nvPr/>
          </p:nvSpPr>
          <p:spPr>
            <a:xfrm>
              <a:off x="3205868" y="1213414"/>
              <a:ext cx="1038579" cy="1034103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72248" tIns="72248" rIns="72248" bIns="72248" numCol="1" anchor="ctr">
              <a:noAutofit/>
            </a:bodyPr>
            <a:lstStyle/>
            <a:p>
              <a:pPr indent="0" defTabSz="650240">
                <a:lnSpc>
                  <a:spcPct val="100000"/>
                </a:lnSpc>
                <a:defRPr sz="16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859" name="椭圆形"/>
            <p:cNvSpPr/>
            <p:nvPr/>
          </p:nvSpPr>
          <p:spPr>
            <a:xfrm>
              <a:off x="4742286" y="1213414"/>
              <a:ext cx="1038578" cy="1034103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72248" tIns="72248" rIns="72248" bIns="72248" numCol="1" anchor="ctr">
              <a:noAutofit/>
            </a:bodyPr>
            <a:lstStyle/>
            <a:p>
              <a:pPr indent="0" defTabSz="650240">
                <a:lnSpc>
                  <a:spcPct val="100000"/>
                </a:lnSpc>
                <a:defRPr sz="16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</p:spTree>
  </p:cSld>
  <p:clrMapOvr>
    <a:masterClrMapping/>
  </p:clrMapOvr>
  <p:transition spd="med"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2" name="ai"/>
          <p:cNvSpPr/>
          <p:nvPr/>
        </p:nvSpPr>
        <p:spPr>
          <a:xfrm>
            <a:off x="5816599" y="2825003"/>
            <a:ext cx="1038579" cy="1034104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72248" tIns="72248" rIns="72248" bIns="72248" anchor="ctr"/>
          <a:lstStyle/>
          <a:p>
            <a:pPr indent="0" algn="ctr" defTabSz="650240">
              <a:lnSpc>
                <a:spcPct val="100000"/>
              </a:lnSpc>
              <a:defRPr sz="2700"/>
            </a:pPr>
            <a:r>
              <a:t>a</a:t>
            </a:r>
            <a:r>
              <a:rPr baseline="-6000"/>
              <a:t>i</a:t>
            </a:r>
            <a:endParaRPr baseline="-6000"/>
          </a:p>
        </p:txBody>
      </p:sp>
      <p:grpSp>
        <p:nvGrpSpPr>
          <p:cNvPr id="3865" name="成组"/>
          <p:cNvGrpSpPr/>
          <p:nvPr/>
        </p:nvGrpSpPr>
        <p:grpSpPr>
          <a:xfrm>
            <a:off x="2786920" y="1898063"/>
            <a:ext cx="1986846" cy="1603026"/>
            <a:chOff x="0" y="308"/>
            <a:chExt cx="1986845" cy="1603024"/>
          </a:xfrm>
        </p:grpSpPr>
        <p:sp>
          <p:nvSpPr>
            <p:cNvPr id="3863" name="矩形"/>
            <p:cNvSpPr/>
            <p:nvPr/>
          </p:nvSpPr>
          <p:spPr>
            <a:xfrm>
              <a:off x="0" y="308"/>
              <a:ext cx="1433690" cy="66604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72248" tIns="72248" rIns="72248" bIns="72248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64" name="a0"/>
            <p:cNvSpPr/>
            <p:nvPr/>
          </p:nvSpPr>
          <p:spPr>
            <a:xfrm>
              <a:off x="716845" y="33333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72248" tIns="72248" rIns="72248" bIns="72248" numCol="1" anchor="ctr">
              <a:spAutoFit/>
            </a:bodyPr>
            <a:lstStyle/>
            <a:p>
              <a:pPr marR="57785" indent="40640" algn="ctr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19000"/>
                <a:t>0</a:t>
              </a:r>
              <a:endParaRPr baseline="-19000"/>
            </a:p>
          </p:txBody>
        </p:sp>
      </p:grpSp>
      <p:sp>
        <p:nvSpPr>
          <p:cNvPr id="3866" name="矩形"/>
          <p:cNvSpPr/>
          <p:nvPr/>
        </p:nvSpPr>
        <p:spPr>
          <a:xfrm>
            <a:off x="4220609" y="1898064"/>
            <a:ext cx="512517" cy="66604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lIns="72248" tIns="72248" rIns="72248" bIns="72248" anchor="ctr"/>
          <a:lstStyle/>
          <a:p>
            <a:pPr marR="57785" indent="40640" defTabSz="1300480">
              <a:lnSpc>
                <a:spcPct val="100000"/>
              </a:lnSpc>
              <a:spcBef>
                <a:spcPts val="1800"/>
              </a:spcBef>
              <a:defRPr sz="3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867" name="椭圆形"/>
          <p:cNvSpPr/>
          <p:nvPr/>
        </p:nvSpPr>
        <p:spPr>
          <a:xfrm>
            <a:off x="4426067" y="2205121"/>
            <a:ext cx="51932" cy="101605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72248" tIns="72248" rIns="72248" bIns="72248" anchor="ctr"/>
          <a:lstStyle/>
          <a:p>
            <a:pPr marR="57785" indent="40640" defTabSz="1300480">
              <a:lnSpc>
                <a:spcPct val="100000"/>
              </a:lnSpc>
              <a:spcBef>
                <a:spcPts val="1800"/>
              </a:spcBef>
              <a:defRPr sz="3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3870" name="成组"/>
          <p:cNvGrpSpPr/>
          <p:nvPr/>
        </p:nvGrpSpPr>
        <p:grpSpPr>
          <a:xfrm>
            <a:off x="5141782" y="1900321"/>
            <a:ext cx="1986846" cy="1603026"/>
            <a:chOff x="0" y="308"/>
            <a:chExt cx="1986845" cy="1603024"/>
          </a:xfrm>
        </p:grpSpPr>
        <p:sp>
          <p:nvSpPr>
            <p:cNvPr id="3868" name="矩形"/>
            <p:cNvSpPr/>
            <p:nvPr/>
          </p:nvSpPr>
          <p:spPr>
            <a:xfrm>
              <a:off x="0" y="308"/>
              <a:ext cx="1433690" cy="66604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72248" tIns="72248" rIns="72248" bIns="72248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69" name="a1"/>
            <p:cNvSpPr/>
            <p:nvPr/>
          </p:nvSpPr>
          <p:spPr>
            <a:xfrm>
              <a:off x="716845" y="33333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72248" tIns="72248" rIns="72248" bIns="72248" numCol="1" anchor="ctr">
              <a:spAutoFit/>
            </a:bodyPr>
            <a:lstStyle/>
            <a:p>
              <a:pPr marR="57785" indent="40640" algn="ctr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19000"/>
                <a:t>1</a:t>
              </a:r>
              <a:endParaRPr baseline="-19000"/>
            </a:p>
          </p:txBody>
        </p:sp>
      </p:grpSp>
      <p:sp>
        <p:nvSpPr>
          <p:cNvPr id="3871" name="矩形"/>
          <p:cNvSpPr/>
          <p:nvPr/>
        </p:nvSpPr>
        <p:spPr>
          <a:xfrm>
            <a:off x="6575472" y="1900323"/>
            <a:ext cx="512517" cy="66604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lIns="72248" tIns="72248" rIns="72248" bIns="72248" anchor="ctr"/>
          <a:lstStyle/>
          <a:p>
            <a:pPr marR="57785" indent="40640" defTabSz="1300480">
              <a:lnSpc>
                <a:spcPct val="100000"/>
              </a:lnSpc>
              <a:spcBef>
                <a:spcPts val="1800"/>
              </a:spcBef>
              <a:defRPr sz="3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3874" name="成组"/>
          <p:cNvGrpSpPr/>
          <p:nvPr/>
        </p:nvGrpSpPr>
        <p:grpSpPr>
          <a:xfrm>
            <a:off x="7446974" y="1900321"/>
            <a:ext cx="1986846" cy="1603026"/>
            <a:chOff x="0" y="308"/>
            <a:chExt cx="1986845" cy="1603024"/>
          </a:xfrm>
        </p:grpSpPr>
        <p:sp>
          <p:nvSpPr>
            <p:cNvPr id="3872" name="矩形"/>
            <p:cNvSpPr/>
            <p:nvPr/>
          </p:nvSpPr>
          <p:spPr>
            <a:xfrm>
              <a:off x="0" y="308"/>
              <a:ext cx="1433690" cy="66604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72248" tIns="72248" rIns="72248" bIns="72248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73" name="a2"/>
            <p:cNvSpPr/>
            <p:nvPr/>
          </p:nvSpPr>
          <p:spPr>
            <a:xfrm>
              <a:off x="716845" y="33333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72248" tIns="72248" rIns="72248" bIns="72248" numCol="1" anchor="ctr">
              <a:spAutoFit/>
            </a:bodyPr>
            <a:lstStyle/>
            <a:p>
              <a:pPr marR="57785" indent="40640" algn="ctr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19000"/>
                <a:t>2</a:t>
              </a:r>
              <a:endParaRPr baseline="-19000"/>
            </a:p>
          </p:txBody>
        </p:sp>
      </p:grpSp>
      <p:sp>
        <p:nvSpPr>
          <p:cNvPr id="3875" name="矩形"/>
          <p:cNvSpPr/>
          <p:nvPr/>
        </p:nvSpPr>
        <p:spPr>
          <a:xfrm>
            <a:off x="8880661" y="1900323"/>
            <a:ext cx="512518" cy="66604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lIns="72248" tIns="72248" rIns="72248" bIns="72248" anchor="ctr"/>
          <a:lstStyle/>
          <a:p>
            <a:pPr marR="57785" indent="40640" defTabSz="1300480">
              <a:lnSpc>
                <a:spcPct val="100000"/>
              </a:lnSpc>
              <a:spcBef>
                <a:spcPts val="1800"/>
              </a:spcBef>
              <a:defRPr sz="3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876" name="椭圆形"/>
          <p:cNvSpPr/>
          <p:nvPr/>
        </p:nvSpPr>
        <p:spPr>
          <a:xfrm>
            <a:off x="6832858" y="2157709"/>
            <a:ext cx="51932" cy="10160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72248" tIns="72248" rIns="72248" bIns="72248" anchor="ctr"/>
          <a:lstStyle/>
          <a:p>
            <a:pPr marR="57785" indent="40640" defTabSz="1300480">
              <a:lnSpc>
                <a:spcPct val="100000"/>
              </a:lnSpc>
              <a:spcBef>
                <a:spcPts val="1800"/>
              </a:spcBef>
              <a:defRPr sz="3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877" name="椭圆形"/>
          <p:cNvSpPr/>
          <p:nvPr/>
        </p:nvSpPr>
        <p:spPr>
          <a:xfrm>
            <a:off x="1922191" y="2205121"/>
            <a:ext cx="51932" cy="101605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72248" tIns="72248" rIns="72248" bIns="72248" anchor="ctr"/>
          <a:lstStyle/>
          <a:p>
            <a:pPr marR="57785" indent="40640" defTabSz="1300480">
              <a:lnSpc>
                <a:spcPct val="100000"/>
              </a:lnSpc>
              <a:spcBef>
                <a:spcPts val="1800"/>
              </a:spcBef>
              <a:defRPr sz="3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878" name="线条"/>
          <p:cNvSpPr/>
          <p:nvPr/>
        </p:nvSpPr>
        <p:spPr>
          <a:xfrm>
            <a:off x="1974120" y="2257051"/>
            <a:ext cx="767646" cy="2260"/>
          </a:xfrm>
          <a:prstGeom prst="line">
            <a:avLst/>
          </a:prstGeom>
          <a:ln w="50800">
            <a:solidFill>
              <a:schemeClr val="accent1"/>
            </a:solidFill>
            <a:tailEnd type="triangle"/>
          </a:ln>
        </p:spPr>
        <p:txBody>
          <a:bodyPr lIns="65022" tIns="65022" rIns="65022" bIns="65022"/>
          <a:lstStyle/>
          <a:p>
            <a:pPr marR="57785" indent="40640" defTabSz="1300480">
              <a:lnSpc>
                <a:spcPct val="100000"/>
              </a:lnSpc>
              <a:spcBef>
                <a:spcPts val="1800"/>
              </a:spcBef>
              <a:defRPr sz="3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879" name="线条"/>
          <p:cNvSpPr/>
          <p:nvPr/>
        </p:nvSpPr>
        <p:spPr>
          <a:xfrm>
            <a:off x="4475738" y="2259308"/>
            <a:ext cx="666046" cy="2261"/>
          </a:xfrm>
          <a:prstGeom prst="line">
            <a:avLst/>
          </a:prstGeom>
          <a:ln w="50800">
            <a:solidFill>
              <a:schemeClr val="accent1"/>
            </a:solidFill>
            <a:tailEnd type="triangle"/>
          </a:ln>
        </p:spPr>
        <p:txBody>
          <a:bodyPr lIns="65022" tIns="65022" rIns="65022" bIns="65022"/>
          <a:lstStyle/>
          <a:p>
            <a:pPr marR="57785" indent="40640" defTabSz="1300480">
              <a:lnSpc>
                <a:spcPct val="100000"/>
              </a:lnSpc>
              <a:spcBef>
                <a:spcPts val="1800"/>
              </a:spcBef>
              <a:defRPr sz="3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880" name="线条"/>
          <p:cNvSpPr/>
          <p:nvPr/>
        </p:nvSpPr>
        <p:spPr>
          <a:xfrm>
            <a:off x="6884787" y="2207380"/>
            <a:ext cx="562188" cy="2259"/>
          </a:xfrm>
          <a:prstGeom prst="line">
            <a:avLst/>
          </a:prstGeom>
          <a:ln w="50800">
            <a:solidFill>
              <a:schemeClr val="accent1"/>
            </a:solidFill>
            <a:tailEnd type="triangle"/>
          </a:ln>
        </p:spPr>
        <p:txBody>
          <a:bodyPr lIns="65022" tIns="65022" rIns="65022" bIns="65022"/>
          <a:lstStyle/>
          <a:p>
            <a:pPr marR="57785" indent="40640" defTabSz="1300480">
              <a:lnSpc>
                <a:spcPct val="100000"/>
              </a:lnSpc>
              <a:spcBef>
                <a:spcPts val="1800"/>
              </a:spcBef>
              <a:defRPr sz="3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881" name="head"/>
          <p:cNvSpPr txBox="1"/>
          <p:nvPr/>
        </p:nvSpPr>
        <p:spPr>
          <a:xfrm>
            <a:off x="775710" y="1961882"/>
            <a:ext cx="1012946" cy="608756"/>
          </a:xfrm>
          <a:prstGeom prst="rect">
            <a:avLst/>
          </a:prstGeom>
          <a:ln w="12700">
            <a:miter lim="400000"/>
          </a:ln>
        </p:spPr>
        <p:txBody>
          <a:bodyPr wrap="none" lIns="72248" tIns="72248" rIns="72248" bIns="72248" anchor="ctr">
            <a:spAutoFit/>
          </a:bodyPr>
          <a:lstStyle>
            <a:lvl1pPr marR="57785" indent="40640" defTabSz="1300480">
              <a:lnSpc>
                <a:spcPct val="100000"/>
              </a:lnSpc>
              <a:spcBef>
                <a:spcPts val="1800"/>
              </a:spcBef>
              <a:defRPr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head</a:t>
            </a:r>
          </a:p>
        </p:txBody>
      </p:sp>
      <p:grpSp>
        <p:nvGrpSpPr>
          <p:cNvPr id="3884" name="成组"/>
          <p:cNvGrpSpPr/>
          <p:nvPr/>
        </p:nvGrpSpPr>
        <p:grpSpPr>
          <a:xfrm>
            <a:off x="9849249" y="1900321"/>
            <a:ext cx="1986846" cy="1603026"/>
            <a:chOff x="0" y="308"/>
            <a:chExt cx="1986845" cy="1603024"/>
          </a:xfrm>
        </p:grpSpPr>
        <p:sp>
          <p:nvSpPr>
            <p:cNvPr id="3882" name="矩形"/>
            <p:cNvSpPr/>
            <p:nvPr/>
          </p:nvSpPr>
          <p:spPr>
            <a:xfrm>
              <a:off x="0" y="308"/>
              <a:ext cx="1433690" cy="66604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72248" tIns="72248" rIns="72248" bIns="72248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83" name="a3"/>
            <p:cNvSpPr/>
            <p:nvPr/>
          </p:nvSpPr>
          <p:spPr>
            <a:xfrm>
              <a:off x="716845" y="33333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72248" tIns="72248" rIns="72248" bIns="72248" numCol="1" anchor="ctr">
              <a:spAutoFit/>
            </a:bodyPr>
            <a:lstStyle/>
            <a:p>
              <a:pPr marR="57785" indent="40640" algn="ctr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19000"/>
                <a:t>3</a:t>
              </a:r>
              <a:endParaRPr baseline="-19000"/>
            </a:p>
          </p:txBody>
        </p:sp>
      </p:grpSp>
      <p:sp>
        <p:nvSpPr>
          <p:cNvPr id="3885" name="矩形"/>
          <p:cNvSpPr/>
          <p:nvPr/>
        </p:nvSpPr>
        <p:spPr>
          <a:xfrm>
            <a:off x="11282938" y="1900323"/>
            <a:ext cx="512517" cy="66604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lIns="72248" tIns="72248" rIns="72248" bIns="72248" anchor="ctr"/>
          <a:lstStyle/>
          <a:p>
            <a:pPr marR="57785" indent="40640" defTabSz="1300480">
              <a:lnSpc>
                <a:spcPct val="100000"/>
              </a:lnSpc>
              <a:spcBef>
                <a:spcPts val="1800"/>
              </a:spcBef>
              <a:defRPr sz="3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3888" name="成组"/>
          <p:cNvGrpSpPr/>
          <p:nvPr/>
        </p:nvGrpSpPr>
        <p:grpSpPr>
          <a:xfrm>
            <a:off x="11386797" y="2035789"/>
            <a:ext cx="216747" cy="325123"/>
            <a:chOff x="0" y="0"/>
            <a:chExt cx="216746" cy="325121"/>
          </a:xfrm>
        </p:grpSpPr>
        <p:sp>
          <p:nvSpPr>
            <p:cNvPr id="3886" name="线条"/>
            <p:cNvSpPr/>
            <p:nvPr/>
          </p:nvSpPr>
          <p:spPr>
            <a:xfrm flipH="1">
              <a:off x="0" y="0"/>
              <a:ext cx="108375" cy="32512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2" tIns="65022" rIns="65022" bIns="65022" numCol="1" anchor="t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87" name="线条"/>
            <p:cNvSpPr/>
            <p:nvPr/>
          </p:nvSpPr>
          <p:spPr>
            <a:xfrm>
              <a:off x="108374" y="0"/>
              <a:ext cx="108374" cy="32512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2" tIns="65022" rIns="65022" bIns="65022" numCol="1" anchor="t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3889" name="线条"/>
          <p:cNvSpPr/>
          <p:nvPr/>
        </p:nvSpPr>
        <p:spPr>
          <a:xfrm>
            <a:off x="9287062" y="2207380"/>
            <a:ext cx="562188" cy="2259"/>
          </a:xfrm>
          <a:prstGeom prst="line">
            <a:avLst/>
          </a:prstGeom>
          <a:ln w="50800">
            <a:solidFill>
              <a:schemeClr val="accent1"/>
            </a:solidFill>
            <a:tailEnd type="triangle"/>
          </a:ln>
        </p:spPr>
        <p:txBody>
          <a:bodyPr lIns="65022" tIns="65022" rIns="65022" bIns="65022"/>
          <a:lstStyle/>
          <a:p>
            <a:pPr marR="57785" indent="40640" defTabSz="1300480">
              <a:lnSpc>
                <a:spcPct val="100000"/>
              </a:lnSpc>
              <a:spcBef>
                <a:spcPts val="1800"/>
              </a:spcBef>
              <a:defRPr sz="3400" b="1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890" name="直接插入排序的数据结构"/>
          <p:cNvSpPr txBox="1"/>
          <p:nvPr>
            <p:ph type="title"/>
          </p:nvPr>
        </p:nvSpPr>
        <p:spPr>
          <a:xfrm>
            <a:off x="1611487" y="125587"/>
            <a:ext cx="9448802" cy="952502"/>
          </a:xfrm>
          <a:prstGeom prst="rect">
            <a:avLst/>
          </a:prstGeom>
        </p:spPr>
        <p:txBody>
          <a:bodyPr lIns="50800" tIns="50800" rIns="50800" bIns="50800" anchor="ctr"/>
          <a:lstStyle>
            <a:lvl1pPr marR="57785" indent="57785" defTabSz="1295400">
              <a:defRPr sz="42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直接插入排序的数据结构</a:t>
            </a:r>
          </a:p>
        </p:txBody>
      </p:sp>
      <p:grpSp>
        <p:nvGrpSpPr>
          <p:cNvPr id="3907" name="成组"/>
          <p:cNvGrpSpPr/>
          <p:nvPr/>
        </p:nvGrpSpPr>
        <p:grpSpPr>
          <a:xfrm>
            <a:off x="1984304" y="4561930"/>
            <a:ext cx="10500926" cy="3869833"/>
            <a:chOff x="25400" y="25400"/>
            <a:chExt cx="10500925" cy="3869831"/>
          </a:xfrm>
        </p:grpSpPr>
        <p:graphicFrame>
          <p:nvGraphicFramePr>
            <p:cNvPr id="3891" name="表格"/>
            <p:cNvGraphicFramePr/>
            <p:nvPr/>
          </p:nvGraphicFramePr>
          <p:xfrm>
            <a:off x="47977" y="1181382"/>
            <a:ext cx="10478349" cy="1119859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1492824"/>
                  <a:gridCol w="1492824"/>
                  <a:gridCol w="1492824"/>
                  <a:gridCol w="1492824"/>
                  <a:gridCol w="1492824"/>
                  <a:gridCol w="1492824"/>
                </a:tblGrid>
                <a:tr h="1091282"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38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381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38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38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38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......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38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38100">
                        <a:solidFill>
                          <a:srgbClr val="000000"/>
                        </a:solidFill>
                        <a:miter lim="400000"/>
                      </a:lnR>
                      <a:lnT w="38100">
                        <a:solidFill>
                          <a:srgbClr val="000000"/>
                        </a:solidFill>
                        <a:miter lim="400000"/>
                      </a:lnT>
                      <a:lnB w="381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3892" name="表格"/>
            <p:cNvGraphicFramePr/>
            <p:nvPr/>
          </p:nvGraphicFramePr>
          <p:xfrm>
            <a:off x="25400" y="25400"/>
            <a:ext cx="10478348" cy="1119858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1495092"/>
                  <a:gridCol w="1495092"/>
                  <a:gridCol w="1495092"/>
                  <a:gridCol w="1495092"/>
                  <a:gridCol w="1495092"/>
                  <a:gridCol w="1495092"/>
                </a:tblGrid>
                <a:tr h="1107157"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0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1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2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3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1800" b="0"/>
                        </a:pPr>
                        <a:r>
                          <a:rPr sz="380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rPr>
                          <a:t>......</a:t>
                        </a:r>
                        <a:endParaRPr sz="380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endParaR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1300480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tabLst>
                            <a:tab pos="1295400" algn="l"/>
                          </a:tabLst>
                          <a:defRPr sz="2000" b="0">
                            <a:latin typeface="Tahoma" panose="020B0604030504040204"/>
                            <a:ea typeface="Tahoma" panose="020B0604030504040204"/>
                            <a:cs typeface="Tahoma" panose="020B0604030504040204"/>
                            <a:sym typeface="Tahoma" panose="020B0604030504040204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miter lim="400000"/>
                      </a:lnL>
                      <a:lnR w="12700">
                        <a:miter lim="400000"/>
                      </a:lnR>
                      <a:lnT w="12700">
                        <a:miter lim="400000"/>
                      </a:lnT>
                      <a:lnB w="12700"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grpSp>
          <p:nvGrpSpPr>
            <p:cNvPr id="3895" name="成组"/>
            <p:cNvGrpSpPr/>
            <p:nvPr/>
          </p:nvGrpSpPr>
          <p:grpSpPr>
            <a:xfrm>
              <a:off x="219568" y="1635195"/>
              <a:ext cx="1038579" cy="2260036"/>
              <a:chOff x="0" y="0"/>
              <a:chExt cx="1038577" cy="2260035"/>
            </a:xfrm>
          </p:grpSpPr>
          <p:sp>
            <p:nvSpPr>
              <p:cNvPr id="3893" name="椭圆形"/>
              <p:cNvSpPr/>
              <p:nvPr/>
            </p:nvSpPr>
            <p:spPr>
              <a:xfrm>
                <a:off x="0" y="1225932"/>
                <a:ext cx="1038578" cy="1034104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indent="0" defTabSz="650240">
                  <a:lnSpc>
                    <a:spcPct val="100000"/>
                  </a:lnSpc>
                  <a:defRPr sz="16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894" name="线条"/>
              <p:cNvSpPr/>
              <p:nvPr/>
            </p:nvSpPr>
            <p:spPr>
              <a:xfrm flipH="1">
                <a:off x="519287" y="0"/>
                <a:ext cx="2" cy="116085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650240">
                  <a:defRPr sz="3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grpSp>
          <p:nvGrpSpPr>
            <p:cNvPr id="3898" name="成组"/>
            <p:cNvGrpSpPr/>
            <p:nvPr/>
          </p:nvGrpSpPr>
          <p:grpSpPr>
            <a:xfrm>
              <a:off x="1770662" y="1635195"/>
              <a:ext cx="1038579" cy="2260036"/>
              <a:chOff x="0" y="0"/>
              <a:chExt cx="1038577" cy="2260035"/>
            </a:xfrm>
          </p:grpSpPr>
          <p:sp>
            <p:nvSpPr>
              <p:cNvPr id="3896" name="椭圆形"/>
              <p:cNvSpPr/>
              <p:nvPr/>
            </p:nvSpPr>
            <p:spPr>
              <a:xfrm>
                <a:off x="0" y="1225932"/>
                <a:ext cx="1038578" cy="1034104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indent="0" defTabSz="650240">
                  <a:lnSpc>
                    <a:spcPct val="100000"/>
                  </a:lnSpc>
                  <a:defRPr sz="16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897" name="线条"/>
              <p:cNvSpPr/>
              <p:nvPr/>
            </p:nvSpPr>
            <p:spPr>
              <a:xfrm flipH="1">
                <a:off x="519287" y="0"/>
                <a:ext cx="2" cy="116085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650240">
                  <a:defRPr sz="3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grpSp>
          <p:nvGrpSpPr>
            <p:cNvPr id="3901" name="成组"/>
            <p:cNvGrpSpPr/>
            <p:nvPr/>
          </p:nvGrpSpPr>
          <p:grpSpPr>
            <a:xfrm>
              <a:off x="3292404" y="1635195"/>
              <a:ext cx="1038579" cy="2260036"/>
              <a:chOff x="0" y="0"/>
              <a:chExt cx="1038577" cy="2260035"/>
            </a:xfrm>
          </p:grpSpPr>
          <p:sp>
            <p:nvSpPr>
              <p:cNvPr id="3899" name="椭圆形"/>
              <p:cNvSpPr/>
              <p:nvPr/>
            </p:nvSpPr>
            <p:spPr>
              <a:xfrm>
                <a:off x="0" y="1225932"/>
                <a:ext cx="1038578" cy="1034104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indent="0" defTabSz="650240">
                  <a:lnSpc>
                    <a:spcPct val="100000"/>
                  </a:lnSpc>
                  <a:defRPr sz="16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900" name="线条"/>
              <p:cNvSpPr/>
              <p:nvPr/>
            </p:nvSpPr>
            <p:spPr>
              <a:xfrm flipH="1">
                <a:off x="519287" y="0"/>
                <a:ext cx="2" cy="116085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650240">
                  <a:defRPr sz="3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grpSp>
          <p:nvGrpSpPr>
            <p:cNvPr id="3904" name="成组"/>
            <p:cNvGrpSpPr/>
            <p:nvPr/>
          </p:nvGrpSpPr>
          <p:grpSpPr>
            <a:xfrm>
              <a:off x="4744155" y="1635195"/>
              <a:ext cx="1038579" cy="2260036"/>
              <a:chOff x="0" y="0"/>
              <a:chExt cx="1038577" cy="2260035"/>
            </a:xfrm>
          </p:grpSpPr>
          <p:sp>
            <p:nvSpPr>
              <p:cNvPr id="3902" name="椭圆形"/>
              <p:cNvSpPr/>
              <p:nvPr/>
            </p:nvSpPr>
            <p:spPr>
              <a:xfrm>
                <a:off x="0" y="1225932"/>
                <a:ext cx="1038578" cy="1034104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indent="0" defTabSz="650240">
                  <a:lnSpc>
                    <a:spcPct val="100000"/>
                  </a:lnSpc>
                  <a:defRPr sz="16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  <p:sp>
            <p:nvSpPr>
              <p:cNvPr id="3903" name="线条"/>
              <p:cNvSpPr/>
              <p:nvPr/>
            </p:nvSpPr>
            <p:spPr>
              <a:xfrm flipH="1">
                <a:off x="519287" y="0"/>
                <a:ext cx="2" cy="116085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65023" tIns="65023" rIns="65023" bIns="65023" numCol="1" anchor="t">
                <a:noAutofit/>
              </a:bodyPr>
              <a:lstStyle/>
              <a:p>
                <a:pPr indent="0" defTabSz="650240">
                  <a:defRPr sz="3400"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defRPr>
                </a:pPr>
              </a:p>
            </p:txBody>
          </p:sp>
        </p:grpSp>
        <p:sp>
          <p:nvSpPr>
            <p:cNvPr id="3905" name="椭圆形"/>
            <p:cNvSpPr/>
            <p:nvPr/>
          </p:nvSpPr>
          <p:spPr>
            <a:xfrm>
              <a:off x="4744155" y="2861128"/>
              <a:ext cx="1038579" cy="1034104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72248" tIns="72248" rIns="72248" bIns="72248" numCol="1" anchor="ctr">
              <a:noAutofit/>
            </a:bodyPr>
            <a:lstStyle/>
            <a:p>
              <a:pPr indent="0" defTabSz="650240">
                <a:lnSpc>
                  <a:spcPct val="100000"/>
                </a:lnSpc>
                <a:defRPr sz="16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  <p:sp>
          <p:nvSpPr>
            <p:cNvPr id="3906" name="线条"/>
            <p:cNvSpPr/>
            <p:nvPr/>
          </p:nvSpPr>
          <p:spPr>
            <a:xfrm flipH="1">
              <a:off x="5263443" y="1635195"/>
              <a:ext cx="2" cy="116085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indent="0" defTabSz="650240">
                <a:defRPr sz="3400"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defRPr>
              </a:pPr>
            </a:p>
          </p:txBody>
        </p:sp>
      </p:grpSp>
    </p:spTree>
  </p:cSld>
  <p:clrMapOvr>
    <a:masterClrMapping/>
  </p:clrMapOvr>
  <p:transition spd="med"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9" name="如果知道待排序数据关键字的范围，则将数据划分为多个部分，…"/>
          <p:cNvSpPr txBox="1"/>
          <p:nvPr/>
        </p:nvSpPr>
        <p:spPr>
          <a:xfrm>
            <a:off x="215182" y="1447745"/>
            <a:ext cx="10840099" cy="127508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indent="57785">
              <a:defRPr sz="3000"/>
            </a:pPr>
            <a:r>
              <a:t>如果知道待排序数据关键字的范围，则将数据划分为多个部分，</a:t>
            </a:r>
          </a:p>
          <a:p>
            <a:pPr indent="57785">
              <a:defRPr sz="3000"/>
            </a:pPr>
            <a:r>
              <a:t>分别采用直接插入排序，最后再合成。</a:t>
            </a:r>
          </a:p>
        </p:txBody>
      </p:sp>
      <p:grpSp>
        <p:nvGrpSpPr>
          <p:cNvPr id="3937" name="成组"/>
          <p:cNvGrpSpPr/>
          <p:nvPr/>
        </p:nvGrpSpPr>
        <p:grpSpPr>
          <a:xfrm>
            <a:off x="594946" y="5317347"/>
            <a:ext cx="11225487" cy="1638197"/>
            <a:chOff x="0" y="0"/>
            <a:chExt cx="11225485" cy="1638196"/>
          </a:xfrm>
        </p:grpSpPr>
        <p:grpSp>
          <p:nvGrpSpPr>
            <p:cNvPr id="3912" name="成组"/>
            <p:cNvGrpSpPr/>
            <p:nvPr/>
          </p:nvGrpSpPr>
          <p:grpSpPr>
            <a:xfrm>
              <a:off x="2100110" y="0"/>
              <a:ext cx="1961447" cy="1628426"/>
              <a:chOff x="0" y="0"/>
              <a:chExt cx="1961446" cy="1628425"/>
            </a:xfrm>
          </p:grpSpPr>
          <p:sp>
            <p:nvSpPr>
              <p:cNvPr id="3910" name="矩形"/>
              <p:cNvSpPr/>
              <p:nvPr/>
            </p:nvSpPr>
            <p:spPr>
              <a:xfrm>
                <a:off x="0" y="0"/>
                <a:ext cx="1433691" cy="666049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indent="40640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911" name="38"/>
              <p:cNvSpPr/>
              <p:nvPr/>
            </p:nvSpPr>
            <p:spPr>
              <a:xfrm>
                <a:off x="691446" y="358425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72248" tIns="72248" rIns="72248" bIns="72248" numCol="1" anchor="ctr">
                <a:spAutoFit/>
              </a:bodyPr>
              <a:lstStyle>
                <a:lvl1pPr marR="57785" indent="40640" algn="ctr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38</a:t>
                </a:r>
              </a:p>
            </p:txBody>
          </p:sp>
        </p:grpSp>
        <p:sp>
          <p:nvSpPr>
            <p:cNvPr id="3913" name="矩形"/>
            <p:cNvSpPr/>
            <p:nvPr/>
          </p:nvSpPr>
          <p:spPr>
            <a:xfrm>
              <a:off x="3533798" y="0"/>
              <a:ext cx="512518" cy="66604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14" name="椭圆形"/>
            <p:cNvSpPr/>
            <p:nvPr/>
          </p:nvSpPr>
          <p:spPr>
            <a:xfrm>
              <a:off x="3739256" y="307058"/>
              <a:ext cx="51933" cy="101607"/>
            </a:xfrm>
            <a:prstGeom prst="ellipse">
              <a:avLst/>
            </a:prstGeom>
            <a:solidFill>
              <a:srgbClr val="0000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917" name="成组"/>
            <p:cNvGrpSpPr/>
            <p:nvPr/>
          </p:nvGrpSpPr>
          <p:grpSpPr>
            <a:xfrm>
              <a:off x="4454971" y="2258"/>
              <a:ext cx="2037649" cy="1603026"/>
              <a:chOff x="0" y="0"/>
              <a:chExt cx="2037647" cy="1603025"/>
            </a:xfrm>
          </p:grpSpPr>
          <p:sp>
            <p:nvSpPr>
              <p:cNvPr id="3915" name="矩形"/>
              <p:cNvSpPr/>
              <p:nvPr/>
            </p:nvSpPr>
            <p:spPr>
              <a:xfrm>
                <a:off x="0" y="0"/>
                <a:ext cx="1433691" cy="666049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indent="40640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916" name="49"/>
              <p:cNvSpPr/>
              <p:nvPr/>
            </p:nvSpPr>
            <p:spPr>
              <a:xfrm>
                <a:off x="767647" y="333025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72248" tIns="72248" rIns="72248" bIns="72248" numCol="1" anchor="ctr">
                <a:spAutoFit/>
              </a:bodyPr>
              <a:lstStyle>
                <a:lvl1pPr marR="57785" indent="40640" algn="ctr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49</a:t>
                </a:r>
              </a:p>
            </p:txBody>
          </p:sp>
        </p:grpSp>
        <p:sp>
          <p:nvSpPr>
            <p:cNvPr id="3918" name="矩形"/>
            <p:cNvSpPr/>
            <p:nvPr/>
          </p:nvSpPr>
          <p:spPr>
            <a:xfrm>
              <a:off x="5888662" y="2259"/>
              <a:ext cx="512518" cy="666047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921" name="成组"/>
            <p:cNvGrpSpPr/>
            <p:nvPr/>
          </p:nvGrpSpPr>
          <p:grpSpPr>
            <a:xfrm>
              <a:off x="6760163" y="2258"/>
              <a:ext cx="1974147" cy="1615726"/>
              <a:chOff x="0" y="0"/>
              <a:chExt cx="1974146" cy="1615725"/>
            </a:xfrm>
          </p:grpSpPr>
          <p:sp>
            <p:nvSpPr>
              <p:cNvPr id="3919" name="矩形"/>
              <p:cNvSpPr/>
              <p:nvPr/>
            </p:nvSpPr>
            <p:spPr>
              <a:xfrm>
                <a:off x="0" y="0"/>
                <a:ext cx="1433691" cy="666049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indent="40640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920" name="49"/>
              <p:cNvSpPr/>
              <p:nvPr/>
            </p:nvSpPr>
            <p:spPr>
              <a:xfrm>
                <a:off x="704146" y="345725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72248" tIns="72248" rIns="72248" bIns="72248" numCol="1" anchor="ctr">
                <a:spAutoFit/>
              </a:bodyPr>
              <a:lstStyle>
                <a:lvl1pPr marR="57785" indent="40640" algn="ctr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49</a:t>
                </a:r>
              </a:p>
            </p:txBody>
          </p:sp>
        </p:grpSp>
        <p:sp>
          <p:nvSpPr>
            <p:cNvPr id="3922" name="矩形"/>
            <p:cNvSpPr/>
            <p:nvPr/>
          </p:nvSpPr>
          <p:spPr>
            <a:xfrm>
              <a:off x="8193851" y="2259"/>
              <a:ext cx="512518" cy="666047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23" name="椭圆形"/>
            <p:cNvSpPr/>
            <p:nvPr/>
          </p:nvSpPr>
          <p:spPr>
            <a:xfrm>
              <a:off x="6146048" y="259646"/>
              <a:ext cx="51933" cy="101603"/>
            </a:xfrm>
            <a:prstGeom prst="ellipse">
              <a:avLst/>
            </a:prstGeom>
            <a:solidFill>
              <a:srgbClr val="0000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24" name="椭圆形"/>
            <p:cNvSpPr/>
            <p:nvPr/>
          </p:nvSpPr>
          <p:spPr>
            <a:xfrm>
              <a:off x="1235380" y="307058"/>
              <a:ext cx="51933" cy="101607"/>
            </a:xfrm>
            <a:prstGeom prst="ellipse">
              <a:avLst/>
            </a:prstGeom>
            <a:solidFill>
              <a:srgbClr val="0000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25" name="线条"/>
            <p:cNvSpPr/>
            <p:nvPr/>
          </p:nvSpPr>
          <p:spPr>
            <a:xfrm>
              <a:off x="1287310" y="358988"/>
              <a:ext cx="767646" cy="2260"/>
            </a:xfrm>
            <a:prstGeom prst="line">
              <a:avLst/>
            </a:prstGeom>
            <a:noFill/>
            <a:ln w="508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85">
                <a:defRPr>
                  <a:latin typeface="+mn-lt"/>
                  <a:ea typeface="+mn-ea"/>
                  <a:cs typeface="+mn-cs"/>
                  <a:sym typeface="Lucida Grande"/>
                </a:defRPr>
              </a:pPr>
            </a:p>
          </p:txBody>
        </p:sp>
        <p:sp>
          <p:nvSpPr>
            <p:cNvPr id="3926" name="线条"/>
            <p:cNvSpPr/>
            <p:nvPr/>
          </p:nvSpPr>
          <p:spPr>
            <a:xfrm>
              <a:off x="3788928" y="361245"/>
              <a:ext cx="666047" cy="2262"/>
            </a:xfrm>
            <a:prstGeom prst="line">
              <a:avLst/>
            </a:prstGeom>
            <a:noFill/>
            <a:ln w="508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85">
                <a:defRPr>
                  <a:latin typeface="+mn-lt"/>
                  <a:ea typeface="+mn-ea"/>
                  <a:cs typeface="+mn-cs"/>
                  <a:sym typeface="Lucida Grande"/>
                </a:defRPr>
              </a:pPr>
            </a:p>
          </p:txBody>
        </p:sp>
        <p:sp>
          <p:nvSpPr>
            <p:cNvPr id="3927" name="线条"/>
            <p:cNvSpPr/>
            <p:nvPr/>
          </p:nvSpPr>
          <p:spPr>
            <a:xfrm>
              <a:off x="6197977" y="309317"/>
              <a:ext cx="562189" cy="2260"/>
            </a:xfrm>
            <a:prstGeom prst="line">
              <a:avLst/>
            </a:prstGeom>
            <a:noFill/>
            <a:ln w="508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85">
                <a:defRPr>
                  <a:latin typeface="+mn-lt"/>
                  <a:ea typeface="+mn-ea"/>
                  <a:cs typeface="+mn-cs"/>
                  <a:sym typeface="Lucida Grande"/>
                </a:defRPr>
              </a:pPr>
            </a:p>
          </p:txBody>
        </p:sp>
        <p:sp>
          <p:nvSpPr>
            <p:cNvPr id="3928" name="head2"/>
            <p:cNvSpPr/>
            <p:nvPr/>
          </p:nvSpPr>
          <p:spPr>
            <a:xfrm>
              <a:off x="0" y="368196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72248" tIns="72248" rIns="72248" bIns="72248" numCol="1" anchor="ctr">
              <a:spAutoFit/>
            </a:bodyPr>
            <a:lstStyle>
              <a:lvl1pPr marR="57785" indent="40640" defTabSz="1300480">
                <a:lnSpc>
                  <a:spcPct val="100000"/>
                </a:lnSpc>
                <a:spcBef>
                  <a:spcPts val="1800"/>
                </a:spcBef>
                <a:defRPr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head2</a:t>
              </a:r>
            </a:p>
          </p:txBody>
        </p:sp>
        <p:grpSp>
          <p:nvGrpSpPr>
            <p:cNvPr id="3931" name="成组"/>
            <p:cNvGrpSpPr/>
            <p:nvPr/>
          </p:nvGrpSpPr>
          <p:grpSpPr>
            <a:xfrm>
              <a:off x="9162439" y="2258"/>
              <a:ext cx="2063047" cy="1603026"/>
              <a:chOff x="0" y="0"/>
              <a:chExt cx="2063046" cy="1603025"/>
            </a:xfrm>
          </p:grpSpPr>
          <p:sp>
            <p:nvSpPr>
              <p:cNvPr id="3929" name="矩形"/>
              <p:cNvSpPr/>
              <p:nvPr/>
            </p:nvSpPr>
            <p:spPr>
              <a:xfrm>
                <a:off x="0" y="0"/>
                <a:ext cx="1433691" cy="666049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indent="40640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930" name="55"/>
              <p:cNvSpPr/>
              <p:nvPr/>
            </p:nvSpPr>
            <p:spPr>
              <a:xfrm>
                <a:off x="793046" y="333025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72248" tIns="72248" rIns="72248" bIns="72248" numCol="1" anchor="ctr">
                <a:spAutoFit/>
              </a:bodyPr>
              <a:lstStyle>
                <a:lvl1pPr marR="57785" indent="40640" algn="ctr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55</a:t>
                </a:r>
              </a:p>
            </p:txBody>
          </p:sp>
        </p:grpSp>
        <p:sp>
          <p:nvSpPr>
            <p:cNvPr id="3932" name="矩形"/>
            <p:cNvSpPr/>
            <p:nvPr/>
          </p:nvSpPr>
          <p:spPr>
            <a:xfrm>
              <a:off x="10596128" y="2259"/>
              <a:ext cx="512519" cy="666047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935" name="成组"/>
            <p:cNvGrpSpPr/>
            <p:nvPr/>
          </p:nvGrpSpPr>
          <p:grpSpPr>
            <a:xfrm>
              <a:off x="10699987" y="137726"/>
              <a:ext cx="216751" cy="325124"/>
              <a:chOff x="0" y="0"/>
              <a:chExt cx="216750" cy="325123"/>
            </a:xfrm>
          </p:grpSpPr>
          <p:sp>
            <p:nvSpPr>
              <p:cNvPr id="3933" name="线条"/>
              <p:cNvSpPr/>
              <p:nvPr/>
            </p:nvSpPr>
            <p:spPr>
              <a:xfrm flipH="1">
                <a:off x="0" y="0"/>
                <a:ext cx="108377" cy="3251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85">
                  <a:defRPr>
                    <a:latin typeface="+mn-lt"/>
                    <a:ea typeface="+mn-ea"/>
                    <a:cs typeface="+mn-cs"/>
                    <a:sym typeface="Lucida Grande"/>
                  </a:defRPr>
                </a:pPr>
              </a:p>
            </p:txBody>
          </p:sp>
          <p:sp>
            <p:nvSpPr>
              <p:cNvPr id="3934" name="线条"/>
              <p:cNvSpPr/>
              <p:nvPr/>
            </p:nvSpPr>
            <p:spPr>
              <a:xfrm>
                <a:off x="108375" y="0"/>
                <a:ext cx="108376" cy="3251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85">
                  <a:defRPr>
                    <a:latin typeface="+mn-lt"/>
                    <a:ea typeface="+mn-ea"/>
                    <a:cs typeface="+mn-cs"/>
                    <a:sym typeface="Lucida Grande"/>
                  </a:defRPr>
                </a:pPr>
              </a:p>
            </p:txBody>
          </p:sp>
        </p:grpSp>
        <p:sp>
          <p:nvSpPr>
            <p:cNvPr id="3936" name="线条"/>
            <p:cNvSpPr/>
            <p:nvPr/>
          </p:nvSpPr>
          <p:spPr>
            <a:xfrm>
              <a:off x="8600251" y="309317"/>
              <a:ext cx="562190" cy="2260"/>
            </a:xfrm>
            <a:prstGeom prst="line">
              <a:avLst/>
            </a:prstGeom>
            <a:noFill/>
            <a:ln w="508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85">
                <a:defRPr>
                  <a:latin typeface="+mn-lt"/>
                  <a:ea typeface="+mn-ea"/>
                  <a:cs typeface="+mn-cs"/>
                  <a:sym typeface="Lucida Grande"/>
                </a:defRPr>
              </a:pPr>
            </a:p>
          </p:txBody>
        </p:sp>
      </p:grpSp>
      <p:grpSp>
        <p:nvGrpSpPr>
          <p:cNvPr id="3960" name="成组"/>
          <p:cNvGrpSpPr/>
          <p:nvPr/>
        </p:nvGrpSpPr>
        <p:grpSpPr>
          <a:xfrm>
            <a:off x="594947" y="6560501"/>
            <a:ext cx="8721610" cy="1638197"/>
            <a:chOff x="0" y="0"/>
            <a:chExt cx="8721609" cy="1638196"/>
          </a:xfrm>
        </p:grpSpPr>
        <p:sp>
          <p:nvSpPr>
            <p:cNvPr id="3938" name="矩形"/>
            <p:cNvSpPr/>
            <p:nvPr/>
          </p:nvSpPr>
          <p:spPr>
            <a:xfrm>
              <a:off x="8104951" y="2259"/>
              <a:ext cx="512518" cy="666047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941" name="成组"/>
            <p:cNvGrpSpPr/>
            <p:nvPr/>
          </p:nvGrpSpPr>
          <p:grpSpPr>
            <a:xfrm>
              <a:off x="8199730" y="137726"/>
              <a:ext cx="216749" cy="325124"/>
              <a:chOff x="0" y="0"/>
              <a:chExt cx="216748" cy="325122"/>
            </a:xfrm>
          </p:grpSpPr>
          <p:sp>
            <p:nvSpPr>
              <p:cNvPr id="3939" name="线条"/>
              <p:cNvSpPr/>
              <p:nvPr/>
            </p:nvSpPr>
            <p:spPr>
              <a:xfrm flipH="1">
                <a:off x="0" y="0"/>
                <a:ext cx="108376" cy="3251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85">
                  <a:defRPr>
                    <a:latin typeface="+mn-lt"/>
                    <a:ea typeface="+mn-ea"/>
                    <a:cs typeface="+mn-cs"/>
                    <a:sym typeface="Lucida Grande"/>
                  </a:defRPr>
                </a:pPr>
              </a:p>
            </p:txBody>
          </p:sp>
          <p:sp>
            <p:nvSpPr>
              <p:cNvPr id="3940" name="线条"/>
              <p:cNvSpPr/>
              <p:nvPr/>
            </p:nvSpPr>
            <p:spPr>
              <a:xfrm>
                <a:off x="108374" y="0"/>
                <a:ext cx="108375" cy="325123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85">
                  <a:defRPr>
                    <a:latin typeface="+mn-lt"/>
                    <a:ea typeface="+mn-ea"/>
                    <a:cs typeface="+mn-cs"/>
                    <a:sym typeface="Lucida Grande"/>
                  </a:defRPr>
                </a:pPr>
              </a:p>
            </p:txBody>
          </p:sp>
        </p:grpSp>
        <p:grpSp>
          <p:nvGrpSpPr>
            <p:cNvPr id="3944" name="成组"/>
            <p:cNvGrpSpPr/>
            <p:nvPr/>
          </p:nvGrpSpPr>
          <p:grpSpPr>
            <a:xfrm>
              <a:off x="2011210" y="0"/>
              <a:ext cx="2024947" cy="1590326"/>
              <a:chOff x="0" y="0"/>
              <a:chExt cx="2024946" cy="1590325"/>
            </a:xfrm>
          </p:grpSpPr>
          <p:sp>
            <p:nvSpPr>
              <p:cNvPr id="3942" name="矩形"/>
              <p:cNvSpPr/>
              <p:nvPr/>
            </p:nvSpPr>
            <p:spPr>
              <a:xfrm>
                <a:off x="0" y="0"/>
                <a:ext cx="1433691" cy="666049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indent="40640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943" name="65"/>
              <p:cNvSpPr/>
              <p:nvPr/>
            </p:nvSpPr>
            <p:spPr>
              <a:xfrm>
                <a:off x="754946" y="320325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72248" tIns="72248" rIns="72248" bIns="72248" numCol="1" anchor="ctr">
                <a:spAutoFit/>
              </a:bodyPr>
              <a:lstStyle>
                <a:lvl1pPr marR="57785" indent="40640" algn="ctr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65</a:t>
                </a:r>
              </a:p>
            </p:txBody>
          </p:sp>
        </p:grpSp>
        <p:sp>
          <p:nvSpPr>
            <p:cNvPr id="3945" name="矩形"/>
            <p:cNvSpPr/>
            <p:nvPr/>
          </p:nvSpPr>
          <p:spPr>
            <a:xfrm>
              <a:off x="3444898" y="0"/>
              <a:ext cx="512518" cy="66604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46" name="椭圆形"/>
            <p:cNvSpPr/>
            <p:nvPr/>
          </p:nvSpPr>
          <p:spPr>
            <a:xfrm>
              <a:off x="3650356" y="307058"/>
              <a:ext cx="51933" cy="101607"/>
            </a:xfrm>
            <a:prstGeom prst="ellipse">
              <a:avLst/>
            </a:prstGeom>
            <a:solidFill>
              <a:srgbClr val="0000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949" name="成组"/>
            <p:cNvGrpSpPr/>
            <p:nvPr/>
          </p:nvGrpSpPr>
          <p:grpSpPr>
            <a:xfrm>
              <a:off x="4366071" y="2258"/>
              <a:ext cx="2088449" cy="1603026"/>
              <a:chOff x="0" y="0"/>
              <a:chExt cx="2088447" cy="1603025"/>
            </a:xfrm>
          </p:grpSpPr>
          <p:sp>
            <p:nvSpPr>
              <p:cNvPr id="3947" name="矩形"/>
              <p:cNvSpPr/>
              <p:nvPr/>
            </p:nvSpPr>
            <p:spPr>
              <a:xfrm>
                <a:off x="0" y="0"/>
                <a:ext cx="1433691" cy="666049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indent="40640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948" name="76"/>
              <p:cNvSpPr/>
              <p:nvPr/>
            </p:nvSpPr>
            <p:spPr>
              <a:xfrm>
                <a:off x="818447" y="333025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72248" tIns="72248" rIns="72248" bIns="72248" numCol="1" anchor="ctr">
                <a:spAutoFit/>
              </a:bodyPr>
              <a:lstStyle>
                <a:lvl1pPr marR="57785" indent="40640" algn="ctr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76</a:t>
                </a:r>
              </a:p>
            </p:txBody>
          </p:sp>
        </p:grpSp>
        <p:sp>
          <p:nvSpPr>
            <p:cNvPr id="3950" name="矩形"/>
            <p:cNvSpPr/>
            <p:nvPr/>
          </p:nvSpPr>
          <p:spPr>
            <a:xfrm>
              <a:off x="5799762" y="2259"/>
              <a:ext cx="512518" cy="666047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953" name="成组"/>
            <p:cNvGrpSpPr/>
            <p:nvPr/>
          </p:nvGrpSpPr>
          <p:grpSpPr>
            <a:xfrm>
              <a:off x="6671263" y="2258"/>
              <a:ext cx="2050347" cy="1603026"/>
              <a:chOff x="0" y="0"/>
              <a:chExt cx="2050346" cy="1603025"/>
            </a:xfrm>
          </p:grpSpPr>
          <p:sp>
            <p:nvSpPr>
              <p:cNvPr id="3951" name="矩形"/>
              <p:cNvSpPr/>
              <p:nvPr/>
            </p:nvSpPr>
            <p:spPr>
              <a:xfrm>
                <a:off x="0" y="0"/>
                <a:ext cx="1433691" cy="666049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indent="40640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952" name="97"/>
              <p:cNvSpPr/>
              <p:nvPr/>
            </p:nvSpPr>
            <p:spPr>
              <a:xfrm>
                <a:off x="780346" y="333025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72248" tIns="72248" rIns="72248" bIns="72248" numCol="1" anchor="ctr">
                <a:spAutoFit/>
              </a:bodyPr>
              <a:lstStyle>
                <a:lvl1pPr marR="57785" indent="40640" algn="ctr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97</a:t>
                </a:r>
              </a:p>
            </p:txBody>
          </p:sp>
        </p:grpSp>
        <p:sp>
          <p:nvSpPr>
            <p:cNvPr id="3954" name="椭圆形"/>
            <p:cNvSpPr/>
            <p:nvPr/>
          </p:nvSpPr>
          <p:spPr>
            <a:xfrm>
              <a:off x="6057148" y="259646"/>
              <a:ext cx="51933" cy="101603"/>
            </a:xfrm>
            <a:prstGeom prst="ellipse">
              <a:avLst/>
            </a:prstGeom>
            <a:solidFill>
              <a:srgbClr val="0000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55" name="椭圆形"/>
            <p:cNvSpPr/>
            <p:nvPr/>
          </p:nvSpPr>
          <p:spPr>
            <a:xfrm>
              <a:off x="1146480" y="307058"/>
              <a:ext cx="51933" cy="101607"/>
            </a:xfrm>
            <a:prstGeom prst="ellipse">
              <a:avLst/>
            </a:prstGeom>
            <a:solidFill>
              <a:srgbClr val="0000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56" name="线条"/>
            <p:cNvSpPr/>
            <p:nvPr/>
          </p:nvSpPr>
          <p:spPr>
            <a:xfrm>
              <a:off x="1198410" y="358988"/>
              <a:ext cx="767646" cy="2260"/>
            </a:xfrm>
            <a:prstGeom prst="line">
              <a:avLst/>
            </a:prstGeom>
            <a:noFill/>
            <a:ln w="508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85">
                <a:defRPr>
                  <a:latin typeface="+mn-lt"/>
                  <a:ea typeface="+mn-ea"/>
                  <a:cs typeface="+mn-cs"/>
                  <a:sym typeface="Lucida Grande"/>
                </a:defRPr>
              </a:pPr>
            </a:p>
          </p:txBody>
        </p:sp>
        <p:sp>
          <p:nvSpPr>
            <p:cNvPr id="3957" name="线条"/>
            <p:cNvSpPr/>
            <p:nvPr/>
          </p:nvSpPr>
          <p:spPr>
            <a:xfrm>
              <a:off x="3700028" y="361245"/>
              <a:ext cx="666047" cy="2262"/>
            </a:xfrm>
            <a:prstGeom prst="line">
              <a:avLst/>
            </a:prstGeom>
            <a:noFill/>
            <a:ln w="508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85">
                <a:defRPr>
                  <a:latin typeface="+mn-lt"/>
                  <a:ea typeface="+mn-ea"/>
                  <a:cs typeface="+mn-cs"/>
                  <a:sym typeface="Lucida Grande"/>
                </a:defRPr>
              </a:pPr>
            </a:p>
          </p:txBody>
        </p:sp>
        <p:sp>
          <p:nvSpPr>
            <p:cNvPr id="3958" name="线条"/>
            <p:cNvSpPr/>
            <p:nvPr/>
          </p:nvSpPr>
          <p:spPr>
            <a:xfrm>
              <a:off x="6109077" y="309317"/>
              <a:ext cx="562189" cy="2260"/>
            </a:xfrm>
            <a:prstGeom prst="line">
              <a:avLst/>
            </a:prstGeom>
            <a:noFill/>
            <a:ln w="508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85">
                <a:defRPr>
                  <a:latin typeface="+mn-lt"/>
                  <a:ea typeface="+mn-ea"/>
                  <a:cs typeface="+mn-cs"/>
                  <a:sym typeface="Lucida Grande"/>
                </a:defRPr>
              </a:pPr>
            </a:p>
          </p:txBody>
        </p:sp>
        <p:sp>
          <p:nvSpPr>
            <p:cNvPr id="3959" name="head3"/>
            <p:cNvSpPr/>
            <p:nvPr/>
          </p:nvSpPr>
          <p:spPr>
            <a:xfrm>
              <a:off x="0" y="368196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72248" tIns="72248" rIns="72248" bIns="72248" numCol="1" anchor="ctr">
              <a:spAutoFit/>
            </a:bodyPr>
            <a:lstStyle>
              <a:lvl1pPr marR="57785" indent="40640" defTabSz="1300480">
                <a:lnSpc>
                  <a:spcPct val="100000"/>
                </a:lnSpc>
                <a:spcBef>
                  <a:spcPts val="1800"/>
                </a:spcBef>
                <a:defRPr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head3</a:t>
              </a:r>
            </a:p>
          </p:txBody>
        </p:sp>
      </p:grpSp>
      <p:grpSp>
        <p:nvGrpSpPr>
          <p:cNvPr id="3983" name="成组"/>
          <p:cNvGrpSpPr/>
          <p:nvPr/>
        </p:nvGrpSpPr>
        <p:grpSpPr>
          <a:xfrm>
            <a:off x="594947" y="4218268"/>
            <a:ext cx="8721612" cy="1638197"/>
            <a:chOff x="0" y="0"/>
            <a:chExt cx="8721611" cy="1638196"/>
          </a:xfrm>
        </p:grpSpPr>
        <p:grpSp>
          <p:nvGrpSpPr>
            <p:cNvPr id="3963" name="成组"/>
            <p:cNvGrpSpPr/>
            <p:nvPr/>
          </p:nvGrpSpPr>
          <p:grpSpPr>
            <a:xfrm>
              <a:off x="2036609" y="0"/>
              <a:ext cx="2037648" cy="1615726"/>
              <a:chOff x="0" y="0"/>
              <a:chExt cx="2037647" cy="1615725"/>
            </a:xfrm>
          </p:grpSpPr>
          <p:sp>
            <p:nvSpPr>
              <p:cNvPr id="3961" name="矩形"/>
              <p:cNvSpPr/>
              <p:nvPr/>
            </p:nvSpPr>
            <p:spPr>
              <a:xfrm>
                <a:off x="0" y="0"/>
                <a:ext cx="1433691" cy="666049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indent="40640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962" name="4"/>
              <p:cNvSpPr/>
              <p:nvPr/>
            </p:nvSpPr>
            <p:spPr>
              <a:xfrm>
                <a:off x="767647" y="345725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72248" tIns="72248" rIns="72248" bIns="72248" numCol="1" anchor="ctr">
                <a:spAutoFit/>
              </a:bodyPr>
              <a:lstStyle>
                <a:lvl1pPr marR="57785" indent="40640" algn="ctr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4</a:t>
                </a:r>
              </a:p>
            </p:txBody>
          </p:sp>
        </p:grpSp>
        <p:sp>
          <p:nvSpPr>
            <p:cNvPr id="3964" name="矩形"/>
            <p:cNvSpPr/>
            <p:nvPr/>
          </p:nvSpPr>
          <p:spPr>
            <a:xfrm>
              <a:off x="3470299" y="0"/>
              <a:ext cx="512518" cy="66604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65" name="椭圆形"/>
            <p:cNvSpPr/>
            <p:nvPr/>
          </p:nvSpPr>
          <p:spPr>
            <a:xfrm>
              <a:off x="3675757" y="307058"/>
              <a:ext cx="51933" cy="101607"/>
            </a:xfrm>
            <a:prstGeom prst="ellipse">
              <a:avLst/>
            </a:prstGeom>
            <a:solidFill>
              <a:srgbClr val="0000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968" name="成组"/>
            <p:cNvGrpSpPr/>
            <p:nvPr/>
          </p:nvGrpSpPr>
          <p:grpSpPr>
            <a:xfrm>
              <a:off x="4391472" y="2258"/>
              <a:ext cx="2063048" cy="1615726"/>
              <a:chOff x="0" y="0"/>
              <a:chExt cx="2063047" cy="1615725"/>
            </a:xfrm>
          </p:grpSpPr>
          <p:sp>
            <p:nvSpPr>
              <p:cNvPr id="3966" name="矩形"/>
              <p:cNvSpPr/>
              <p:nvPr/>
            </p:nvSpPr>
            <p:spPr>
              <a:xfrm>
                <a:off x="0" y="0"/>
                <a:ext cx="1433691" cy="666049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indent="40640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967" name="13"/>
              <p:cNvSpPr/>
              <p:nvPr/>
            </p:nvSpPr>
            <p:spPr>
              <a:xfrm>
                <a:off x="793047" y="345725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72248" tIns="72248" rIns="72248" bIns="72248" numCol="1" anchor="ctr">
                <a:spAutoFit/>
              </a:bodyPr>
              <a:lstStyle>
                <a:lvl1pPr marR="57785" indent="40640" algn="ctr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13</a:t>
                </a:r>
              </a:p>
            </p:txBody>
          </p:sp>
        </p:grpSp>
        <p:sp>
          <p:nvSpPr>
            <p:cNvPr id="3969" name="矩形"/>
            <p:cNvSpPr/>
            <p:nvPr/>
          </p:nvSpPr>
          <p:spPr>
            <a:xfrm>
              <a:off x="5825162" y="2259"/>
              <a:ext cx="512518" cy="666047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972" name="成组"/>
            <p:cNvGrpSpPr/>
            <p:nvPr/>
          </p:nvGrpSpPr>
          <p:grpSpPr>
            <a:xfrm>
              <a:off x="6696664" y="2258"/>
              <a:ext cx="2024948" cy="1590326"/>
              <a:chOff x="0" y="0"/>
              <a:chExt cx="2024946" cy="1590325"/>
            </a:xfrm>
          </p:grpSpPr>
          <p:sp>
            <p:nvSpPr>
              <p:cNvPr id="3970" name="矩形"/>
              <p:cNvSpPr/>
              <p:nvPr/>
            </p:nvSpPr>
            <p:spPr>
              <a:xfrm>
                <a:off x="0" y="0"/>
                <a:ext cx="1433691" cy="666049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85" indent="40640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971" name="27"/>
              <p:cNvSpPr/>
              <p:nvPr/>
            </p:nvSpPr>
            <p:spPr>
              <a:xfrm>
                <a:off x="754946" y="320325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72248" tIns="72248" rIns="72248" bIns="72248" numCol="1" anchor="ctr">
                <a:spAutoFit/>
              </a:bodyPr>
              <a:lstStyle>
                <a:lvl1pPr marR="57785" indent="40640" algn="ctr" defTabSz="1300480">
                  <a:lnSpc>
                    <a:spcPct val="100000"/>
                  </a:lnSpc>
                  <a:spcBef>
                    <a:spcPts val="1800"/>
                  </a:spcBef>
                  <a:defRPr sz="3400"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r>
                  <a:t>27</a:t>
                </a:r>
              </a:p>
            </p:txBody>
          </p:sp>
        </p:grpSp>
        <p:sp>
          <p:nvSpPr>
            <p:cNvPr id="3973" name="矩形"/>
            <p:cNvSpPr/>
            <p:nvPr/>
          </p:nvSpPr>
          <p:spPr>
            <a:xfrm>
              <a:off x="8130353" y="2259"/>
              <a:ext cx="512518" cy="666047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74" name="椭圆形"/>
            <p:cNvSpPr/>
            <p:nvPr/>
          </p:nvSpPr>
          <p:spPr>
            <a:xfrm>
              <a:off x="6082548" y="259646"/>
              <a:ext cx="51933" cy="101603"/>
            </a:xfrm>
            <a:prstGeom prst="ellipse">
              <a:avLst/>
            </a:prstGeom>
            <a:solidFill>
              <a:srgbClr val="0000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75" name="椭圆形"/>
            <p:cNvSpPr/>
            <p:nvPr/>
          </p:nvSpPr>
          <p:spPr>
            <a:xfrm>
              <a:off x="1171880" y="307058"/>
              <a:ext cx="51933" cy="101607"/>
            </a:xfrm>
            <a:prstGeom prst="ellipse">
              <a:avLst/>
            </a:prstGeom>
            <a:solidFill>
              <a:srgbClr val="0000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85" indent="40640" defTabSz="1300480">
                <a:lnSpc>
                  <a:spcPct val="100000"/>
                </a:lnSpc>
                <a:spcBef>
                  <a:spcPts val="1800"/>
                </a:spcBef>
                <a:defRPr sz="3400" b="1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76" name="线条"/>
            <p:cNvSpPr/>
            <p:nvPr/>
          </p:nvSpPr>
          <p:spPr>
            <a:xfrm>
              <a:off x="1223810" y="358988"/>
              <a:ext cx="767646" cy="2260"/>
            </a:xfrm>
            <a:prstGeom prst="line">
              <a:avLst/>
            </a:prstGeom>
            <a:noFill/>
            <a:ln w="508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85">
                <a:defRPr>
                  <a:latin typeface="+mn-lt"/>
                  <a:ea typeface="+mn-ea"/>
                  <a:cs typeface="+mn-cs"/>
                  <a:sym typeface="Lucida Grande"/>
                </a:defRPr>
              </a:pPr>
            </a:p>
          </p:txBody>
        </p:sp>
        <p:sp>
          <p:nvSpPr>
            <p:cNvPr id="3977" name="线条"/>
            <p:cNvSpPr/>
            <p:nvPr/>
          </p:nvSpPr>
          <p:spPr>
            <a:xfrm>
              <a:off x="3725429" y="361245"/>
              <a:ext cx="666047" cy="2262"/>
            </a:xfrm>
            <a:prstGeom prst="line">
              <a:avLst/>
            </a:prstGeom>
            <a:noFill/>
            <a:ln w="508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85">
                <a:defRPr>
                  <a:latin typeface="+mn-lt"/>
                  <a:ea typeface="+mn-ea"/>
                  <a:cs typeface="+mn-cs"/>
                  <a:sym typeface="Lucida Grande"/>
                </a:defRPr>
              </a:pPr>
            </a:p>
          </p:txBody>
        </p:sp>
        <p:sp>
          <p:nvSpPr>
            <p:cNvPr id="3978" name="线条"/>
            <p:cNvSpPr/>
            <p:nvPr/>
          </p:nvSpPr>
          <p:spPr>
            <a:xfrm>
              <a:off x="6134477" y="309317"/>
              <a:ext cx="562189" cy="2260"/>
            </a:xfrm>
            <a:prstGeom prst="line">
              <a:avLst/>
            </a:prstGeom>
            <a:noFill/>
            <a:ln w="508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85">
                <a:defRPr>
                  <a:latin typeface="+mn-lt"/>
                  <a:ea typeface="+mn-ea"/>
                  <a:cs typeface="+mn-cs"/>
                  <a:sym typeface="Lucida Grande"/>
                </a:defRPr>
              </a:pPr>
            </a:p>
          </p:txBody>
        </p:sp>
        <p:sp>
          <p:nvSpPr>
            <p:cNvPr id="3979" name="head1"/>
            <p:cNvSpPr/>
            <p:nvPr/>
          </p:nvSpPr>
          <p:spPr>
            <a:xfrm>
              <a:off x="0" y="368196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72248" tIns="72248" rIns="72248" bIns="72248" numCol="1" anchor="ctr">
              <a:spAutoFit/>
            </a:bodyPr>
            <a:lstStyle>
              <a:lvl1pPr marR="57785" indent="40640" defTabSz="1300480">
                <a:lnSpc>
                  <a:spcPct val="100000"/>
                </a:lnSpc>
                <a:spcBef>
                  <a:spcPts val="1800"/>
                </a:spcBef>
                <a:defRPr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r>
                <a:t>head1</a:t>
              </a:r>
            </a:p>
          </p:txBody>
        </p:sp>
        <p:grpSp>
          <p:nvGrpSpPr>
            <p:cNvPr id="3982" name="成组"/>
            <p:cNvGrpSpPr/>
            <p:nvPr/>
          </p:nvGrpSpPr>
          <p:grpSpPr>
            <a:xfrm>
              <a:off x="8290937" y="215196"/>
              <a:ext cx="216751" cy="325124"/>
              <a:chOff x="0" y="0"/>
              <a:chExt cx="216750" cy="325123"/>
            </a:xfrm>
          </p:grpSpPr>
          <p:sp>
            <p:nvSpPr>
              <p:cNvPr id="3980" name="线条"/>
              <p:cNvSpPr/>
              <p:nvPr/>
            </p:nvSpPr>
            <p:spPr>
              <a:xfrm flipH="1">
                <a:off x="0" y="0"/>
                <a:ext cx="108377" cy="3251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85">
                  <a:defRPr>
                    <a:latin typeface="+mn-lt"/>
                    <a:ea typeface="+mn-ea"/>
                    <a:cs typeface="+mn-cs"/>
                    <a:sym typeface="Lucida Grande"/>
                  </a:defRPr>
                </a:pPr>
              </a:p>
            </p:txBody>
          </p:sp>
          <p:sp>
            <p:nvSpPr>
              <p:cNvPr id="3981" name="线条"/>
              <p:cNvSpPr/>
              <p:nvPr/>
            </p:nvSpPr>
            <p:spPr>
              <a:xfrm>
                <a:off x="108375" y="0"/>
                <a:ext cx="108376" cy="3251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85">
                  <a:defRPr>
                    <a:latin typeface="+mn-lt"/>
                    <a:ea typeface="+mn-ea"/>
                    <a:cs typeface="+mn-cs"/>
                    <a:sym typeface="Lucida Grande"/>
                  </a:defRPr>
                </a:pPr>
              </a:p>
            </p:txBody>
          </p:sp>
        </p:grpSp>
      </p:grpSp>
      <p:grpSp>
        <p:nvGrpSpPr>
          <p:cNvPr id="4016" name="成组"/>
          <p:cNvGrpSpPr/>
          <p:nvPr/>
        </p:nvGrpSpPr>
        <p:grpSpPr>
          <a:xfrm>
            <a:off x="1380625" y="3053534"/>
            <a:ext cx="10243550" cy="824099"/>
            <a:chOff x="-3" y="-2"/>
            <a:chExt cx="10243548" cy="824097"/>
          </a:xfrm>
        </p:grpSpPr>
        <p:grpSp>
          <p:nvGrpSpPr>
            <p:cNvPr id="3998" name="Group 445"/>
            <p:cNvGrpSpPr/>
            <p:nvPr/>
          </p:nvGrpSpPr>
          <p:grpSpPr>
            <a:xfrm>
              <a:off x="-4" y="-3"/>
              <a:ext cx="10243550" cy="824099"/>
              <a:chOff x="-2" y="-2"/>
              <a:chExt cx="10243548" cy="824097"/>
            </a:xfrm>
          </p:grpSpPr>
          <p:grpSp>
            <p:nvGrpSpPr>
              <p:cNvPr id="3988" name="Group 435"/>
              <p:cNvGrpSpPr/>
              <p:nvPr/>
            </p:nvGrpSpPr>
            <p:grpSpPr>
              <a:xfrm>
                <a:off x="-3" y="-3"/>
                <a:ext cx="10243550" cy="824099"/>
                <a:chOff x="-1" y="-1"/>
                <a:chExt cx="10243548" cy="824097"/>
              </a:xfrm>
            </p:grpSpPr>
            <p:sp>
              <p:nvSpPr>
                <p:cNvPr id="3984" name="Shape 431"/>
                <p:cNvSpPr/>
                <p:nvPr/>
              </p:nvSpPr>
              <p:spPr>
                <a:xfrm>
                  <a:off x="-2" y="821838"/>
                  <a:ext cx="10236210" cy="2259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indent="57785">
                    <a:defRPr>
                      <a:latin typeface="+mn-lt"/>
                      <a:ea typeface="+mn-ea"/>
                      <a:cs typeface="+mn-cs"/>
                      <a:sym typeface="Lucida Grande"/>
                    </a:defRPr>
                  </a:pPr>
                </a:p>
              </p:txBody>
            </p:sp>
            <p:sp>
              <p:nvSpPr>
                <p:cNvPr id="3985" name="Shape 432"/>
                <p:cNvSpPr/>
                <p:nvPr/>
              </p:nvSpPr>
              <p:spPr>
                <a:xfrm>
                  <a:off x="-2" y="0"/>
                  <a:ext cx="10236210" cy="2258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indent="57785">
                    <a:defRPr>
                      <a:latin typeface="+mn-lt"/>
                      <a:ea typeface="+mn-ea"/>
                      <a:cs typeface="+mn-cs"/>
                      <a:sym typeface="Lucida Grande"/>
                    </a:defRPr>
                  </a:pPr>
                </a:p>
              </p:txBody>
            </p:sp>
            <p:sp>
              <p:nvSpPr>
                <p:cNvPr id="3986" name="Shape 433"/>
                <p:cNvSpPr/>
                <p:nvPr/>
              </p:nvSpPr>
              <p:spPr>
                <a:xfrm>
                  <a:off x="10241287" y="-2"/>
                  <a:ext cx="2261" cy="819583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indent="57785">
                    <a:defRPr>
                      <a:latin typeface="+mn-lt"/>
                      <a:ea typeface="+mn-ea"/>
                      <a:cs typeface="+mn-cs"/>
                      <a:sym typeface="Lucida Grande"/>
                    </a:defRPr>
                  </a:pPr>
                </a:p>
              </p:txBody>
            </p:sp>
            <p:sp>
              <p:nvSpPr>
                <p:cNvPr id="3987" name="Shape 434"/>
                <p:cNvSpPr/>
                <p:nvPr/>
              </p:nvSpPr>
              <p:spPr>
                <a:xfrm>
                  <a:off x="-1" y="-2"/>
                  <a:ext cx="2260" cy="819583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indent="57785">
                    <a:defRPr>
                      <a:latin typeface="+mn-lt"/>
                      <a:ea typeface="+mn-ea"/>
                      <a:cs typeface="+mn-cs"/>
                      <a:sym typeface="Lucida Grande"/>
                    </a:defRPr>
                  </a:pPr>
                </a:p>
              </p:txBody>
            </p:sp>
          </p:grpSp>
          <p:sp>
            <p:nvSpPr>
              <p:cNvPr id="3989" name="Shape 436"/>
              <p:cNvSpPr/>
              <p:nvPr/>
            </p:nvSpPr>
            <p:spPr>
              <a:xfrm>
                <a:off x="1024466" y="0"/>
                <a:ext cx="2261" cy="81957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85">
                  <a:defRPr>
                    <a:latin typeface="+mn-lt"/>
                    <a:ea typeface="+mn-ea"/>
                    <a:cs typeface="+mn-cs"/>
                    <a:sym typeface="Lucida Grande"/>
                  </a:defRPr>
                </a:pPr>
              </a:p>
            </p:txBody>
          </p:sp>
          <p:sp>
            <p:nvSpPr>
              <p:cNvPr id="3990" name="Shape 437"/>
              <p:cNvSpPr/>
              <p:nvPr/>
            </p:nvSpPr>
            <p:spPr>
              <a:xfrm>
                <a:off x="2050062" y="0"/>
                <a:ext cx="2260" cy="81957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85">
                  <a:defRPr>
                    <a:latin typeface="+mn-lt"/>
                    <a:ea typeface="+mn-ea"/>
                    <a:cs typeface="+mn-cs"/>
                    <a:sym typeface="Lucida Grande"/>
                  </a:defRPr>
                </a:pPr>
              </a:p>
            </p:txBody>
          </p:sp>
          <p:sp>
            <p:nvSpPr>
              <p:cNvPr id="3991" name="Shape 438"/>
              <p:cNvSpPr/>
              <p:nvPr/>
            </p:nvSpPr>
            <p:spPr>
              <a:xfrm>
                <a:off x="3072835" y="0"/>
                <a:ext cx="2261" cy="81957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85">
                  <a:defRPr>
                    <a:latin typeface="+mn-lt"/>
                    <a:ea typeface="+mn-ea"/>
                    <a:cs typeface="+mn-cs"/>
                    <a:sym typeface="Lucida Grande"/>
                  </a:defRPr>
                </a:pPr>
              </a:p>
            </p:txBody>
          </p:sp>
          <p:sp>
            <p:nvSpPr>
              <p:cNvPr id="3992" name="Shape 439"/>
              <p:cNvSpPr/>
              <p:nvPr/>
            </p:nvSpPr>
            <p:spPr>
              <a:xfrm>
                <a:off x="4097867" y="0"/>
                <a:ext cx="2261" cy="81957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85">
                  <a:defRPr>
                    <a:latin typeface="+mn-lt"/>
                    <a:ea typeface="+mn-ea"/>
                    <a:cs typeface="+mn-cs"/>
                    <a:sym typeface="Lucida Grande"/>
                  </a:defRPr>
                </a:pPr>
              </a:p>
            </p:txBody>
          </p:sp>
          <p:sp>
            <p:nvSpPr>
              <p:cNvPr id="3993" name="Shape 440"/>
              <p:cNvSpPr/>
              <p:nvPr/>
            </p:nvSpPr>
            <p:spPr>
              <a:xfrm>
                <a:off x="5224498" y="0"/>
                <a:ext cx="2261" cy="81957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85">
                  <a:defRPr>
                    <a:latin typeface="+mn-lt"/>
                    <a:ea typeface="+mn-ea"/>
                    <a:cs typeface="+mn-cs"/>
                    <a:sym typeface="Lucida Grande"/>
                  </a:defRPr>
                </a:pPr>
              </a:p>
            </p:txBody>
          </p:sp>
          <p:sp>
            <p:nvSpPr>
              <p:cNvPr id="3994" name="Shape 441"/>
              <p:cNvSpPr/>
              <p:nvPr/>
            </p:nvSpPr>
            <p:spPr>
              <a:xfrm>
                <a:off x="6247271" y="0"/>
                <a:ext cx="2261" cy="81957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85">
                  <a:defRPr>
                    <a:latin typeface="+mn-lt"/>
                    <a:ea typeface="+mn-ea"/>
                    <a:cs typeface="+mn-cs"/>
                    <a:sym typeface="Lucida Grande"/>
                  </a:defRPr>
                </a:pPr>
              </a:p>
            </p:txBody>
          </p:sp>
          <p:sp>
            <p:nvSpPr>
              <p:cNvPr id="3995" name="Shape 442"/>
              <p:cNvSpPr/>
              <p:nvPr/>
            </p:nvSpPr>
            <p:spPr>
              <a:xfrm>
                <a:off x="7272303" y="0"/>
                <a:ext cx="2261" cy="81957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85">
                  <a:defRPr>
                    <a:latin typeface="+mn-lt"/>
                    <a:ea typeface="+mn-ea"/>
                    <a:cs typeface="+mn-cs"/>
                    <a:sym typeface="Lucida Grande"/>
                  </a:defRPr>
                </a:pPr>
              </a:p>
            </p:txBody>
          </p:sp>
          <p:sp>
            <p:nvSpPr>
              <p:cNvPr id="3996" name="Shape 443"/>
              <p:cNvSpPr/>
              <p:nvPr/>
            </p:nvSpPr>
            <p:spPr>
              <a:xfrm>
                <a:off x="8193477" y="0"/>
                <a:ext cx="2260" cy="81957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85">
                  <a:defRPr>
                    <a:latin typeface="+mn-lt"/>
                    <a:ea typeface="+mn-ea"/>
                    <a:cs typeface="+mn-cs"/>
                    <a:sym typeface="Lucida Grande"/>
                  </a:defRPr>
                </a:pPr>
              </a:p>
            </p:txBody>
          </p:sp>
          <p:sp>
            <p:nvSpPr>
              <p:cNvPr id="3997" name="Shape 444"/>
              <p:cNvSpPr/>
              <p:nvPr/>
            </p:nvSpPr>
            <p:spPr>
              <a:xfrm>
                <a:off x="9218510" y="0"/>
                <a:ext cx="2260" cy="81957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indent="57785">
                  <a:defRPr>
                    <a:latin typeface="+mn-lt"/>
                    <a:ea typeface="+mn-ea"/>
                    <a:cs typeface="+mn-cs"/>
                    <a:sym typeface="Lucida Grande"/>
                  </a:defRPr>
                </a:pPr>
              </a:p>
            </p:txBody>
          </p:sp>
        </p:grpSp>
        <p:sp>
          <p:nvSpPr>
            <p:cNvPr id="3999" name="Shape 448"/>
            <p:cNvSpPr txBox="1"/>
            <p:nvPr/>
          </p:nvSpPr>
          <p:spPr>
            <a:xfrm>
              <a:off x="2149404" y="43745"/>
              <a:ext cx="705499" cy="688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65</a:t>
              </a:r>
            </a:p>
          </p:txBody>
        </p:sp>
        <p:sp>
          <p:nvSpPr>
            <p:cNvPr id="4000" name="Shape 449"/>
            <p:cNvSpPr txBox="1"/>
            <p:nvPr/>
          </p:nvSpPr>
          <p:spPr>
            <a:xfrm>
              <a:off x="3276036" y="43745"/>
              <a:ext cx="705499" cy="688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4001" name="Shape 451"/>
            <p:cNvSpPr txBox="1"/>
            <p:nvPr/>
          </p:nvSpPr>
          <p:spPr>
            <a:xfrm>
              <a:off x="5329766" y="43745"/>
              <a:ext cx="705499" cy="688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13</a:t>
              </a:r>
            </a:p>
          </p:txBody>
        </p:sp>
        <p:sp>
          <p:nvSpPr>
            <p:cNvPr id="4002" name="Shape 452"/>
            <p:cNvSpPr txBox="1"/>
            <p:nvPr/>
          </p:nvSpPr>
          <p:spPr>
            <a:xfrm>
              <a:off x="6466275" y="43745"/>
              <a:ext cx="705499" cy="688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27</a:t>
              </a:r>
            </a:p>
          </p:txBody>
        </p:sp>
        <p:sp>
          <p:nvSpPr>
            <p:cNvPr id="4003" name="Shape 453"/>
            <p:cNvSpPr txBox="1"/>
            <p:nvPr/>
          </p:nvSpPr>
          <p:spPr>
            <a:xfrm>
              <a:off x="7380675" y="38101"/>
              <a:ext cx="705499" cy="688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 u="sng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4004" name="Shape 454"/>
            <p:cNvSpPr txBox="1"/>
            <p:nvPr/>
          </p:nvSpPr>
          <p:spPr>
            <a:xfrm>
              <a:off x="8295075" y="38101"/>
              <a:ext cx="705499" cy="688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55</a:t>
              </a:r>
            </a:p>
          </p:txBody>
        </p:sp>
        <p:sp>
          <p:nvSpPr>
            <p:cNvPr id="4005" name="Shape 455"/>
            <p:cNvSpPr txBox="1"/>
            <p:nvPr/>
          </p:nvSpPr>
          <p:spPr>
            <a:xfrm>
              <a:off x="9317849" y="38101"/>
              <a:ext cx="438799" cy="688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4006" name="Shape 457"/>
            <p:cNvSpPr/>
            <p:nvPr/>
          </p:nvSpPr>
          <p:spPr>
            <a:xfrm>
              <a:off x="6399670" y="38101"/>
              <a:ext cx="705499" cy="6885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38</a:t>
              </a:r>
            </a:p>
          </p:txBody>
        </p:sp>
        <p:sp>
          <p:nvSpPr>
            <p:cNvPr id="4007" name="Shape 458"/>
            <p:cNvSpPr/>
            <p:nvPr/>
          </p:nvSpPr>
          <p:spPr>
            <a:xfrm>
              <a:off x="7373901" y="38101"/>
              <a:ext cx="705499" cy="6885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65</a:t>
              </a:r>
            </a:p>
          </p:txBody>
        </p:sp>
        <p:sp>
          <p:nvSpPr>
            <p:cNvPr id="4008" name="Shape 459"/>
            <p:cNvSpPr/>
            <p:nvPr/>
          </p:nvSpPr>
          <p:spPr>
            <a:xfrm>
              <a:off x="8295075" y="38101"/>
              <a:ext cx="705499" cy="6885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97</a:t>
              </a:r>
            </a:p>
          </p:txBody>
        </p:sp>
        <p:sp>
          <p:nvSpPr>
            <p:cNvPr id="4009" name="Shape 460"/>
            <p:cNvSpPr/>
            <p:nvPr/>
          </p:nvSpPr>
          <p:spPr>
            <a:xfrm>
              <a:off x="9320107" y="38101"/>
              <a:ext cx="705499" cy="6885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76</a:t>
              </a:r>
            </a:p>
          </p:txBody>
        </p:sp>
        <p:sp>
          <p:nvSpPr>
            <p:cNvPr id="4010" name="Shape 461"/>
            <p:cNvSpPr/>
            <p:nvPr/>
          </p:nvSpPr>
          <p:spPr>
            <a:xfrm>
              <a:off x="101600" y="38101"/>
              <a:ext cx="705499" cy="6885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13</a:t>
              </a:r>
            </a:p>
          </p:txBody>
        </p:sp>
        <p:sp>
          <p:nvSpPr>
            <p:cNvPr id="4011" name="Shape 462"/>
            <p:cNvSpPr/>
            <p:nvPr/>
          </p:nvSpPr>
          <p:spPr>
            <a:xfrm>
              <a:off x="1126631" y="38101"/>
              <a:ext cx="705499" cy="6885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27</a:t>
              </a:r>
            </a:p>
          </p:txBody>
        </p:sp>
        <p:sp>
          <p:nvSpPr>
            <p:cNvPr id="4012" name="Shape 463"/>
            <p:cNvSpPr/>
            <p:nvPr/>
          </p:nvSpPr>
          <p:spPr>
            <a:xfrm>
              <a:off x="2149404" y="38101"/>
              <a:ext cx="705499" cy="6885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  <p:sp>
          <p:nvSpPr>
            <p:cNvPr id="4013" name="Shape 464"/>
            <p:cNvSpPr/>
            <p:nvPr/>
          </p:nvSpPr>
          <p:spPr>
            <a:xfrm>
              <a:off x="3221567" y="38101"/>
              <a:ext cx="705499" cy="6885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55</a:t>
              </a:r>
            </a:p>
          </p:txBody>
        </p:sp>
        <p:sp>
          <p:nvSpPr>
            <p:cNvPr id="4014" name="Shape 465"/>
            <p:cNvSpPr/>
            <p:nvPr/>
          </p:nvSpPr>
          <p:spPr>
            <a:xfrm>
              <a:off x="4453467" y="38101"/>
              <a:ext cx="438799" cy="6885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4015" name="Shape 466"/>
            <p:cNvSpPr/>
            <p:nvPr/>
          </p:nvSpPr>
          <p:spPr>
            <a:xfrm>
              <a:off x="5326098" y="38101"/>
              <a:ext cx="705499" cy="6885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t">
              <a:spAutoFit/>
            </a:bodyPr>
            <a:lstStyle>
              <a:lvl1pPr marR="57785" indent="57785" defTabSz="1295400">
                <a:lnSpc>
                  <a:spcPct val="100000"/>
                </a:lnSpc>
                <a:defRPr sz="42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r>
                <a:t>49</a:t>
              </a:r>
            </a:p>
          </p:txBody>
        </p:sp>
      </p:grpSp>
      <p:sp>
        <p:nvSpPr>
          <p:cNvPr id="4017" name="Shape 732"/>
          <p:cNvSpPr txBox="1"/>
          <p:nvPr/>
        </p:nvSpPr>
        <p:spPr>
          <a:xfrm>
            <a:off x="420725" y="139699"/>
            <a:ext cx="10935348" cy="88021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marR="57785" indent="57785" algn="ctr" defTabSz="1295400">
              <a:lnSpc>
                <a:spcPct val="100000"/>
              </a:lnSpc>
              <a:defRPr sz="4300">
                <a:uFill>
                  <a:solidFill>
                    <a:srgbClr val="000000"/>
                  </a:solidFill>
                </a:u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defRPr>
            </a:lvl1pPr>
          </a:lstStyle>
          <a:p>
            <a:r>
              <a:t>插入排序-address calculation sorting</a:t>
            </a:r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PP_MARK_KEY" val="d58d0e97-9ed7-4951-b8fe-7162d936d443"/>
  <p:tag name="COMMONDATA" val="eyJoZGlkIjoiNTgzMDVjZmVmMDc1ZGU4NzRlZDJjNzU2ZjBhYjQzZGIifQ==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Lucida Grande"/>
        <a:ea typeface="Lucida Grande"/>
        <a:cs typeface="Lucida Grand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85" indent="57785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Times New Roman" panose="02020603050405020304"/>
            <a:ea typeface="Times New Roman" panose="02020603050405020304"/>
            <a:cs typeface="Times New Roman" panose="02020603050405020304"/>
            <a:sym typeface="Times New Roman" panose="020206030504050203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85" algn="l" defTabSz="4572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5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 panose="02020603050405020304"/>
            <a:ea typeface="Times New Roman" panose="02020603050405020304"/>
            <a:cs typeface="Times New Roman" panose="02020603050405020304"/>
            <a:sym typeface="Times New Roman" panose="020206030504050203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Lucida Grande"/>
        <a:ea typeface="Lucida Grande"/>
        <a:cs typeface="Lucida Grand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85" indent="57785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Times New Roman" panose="02020603050405020304"/>
            <a:ea typeface="Times New Roman" panose="02020603050405020304"/>
            <a:cs typeface="Times New Roman" panose="02020603050405020304"/>
            <a:sym typeface="Times New Roman" panose="020206030504050203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85" algn="l" defTabSz="4572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5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 panose="02020603050405020304"/>
            <a:ea typeface="Times New Roman" panose="02020603050405020304"/>
            <a:cs typeface="Times New Roman" panose="02020603050405020304"/>
            <a:sym typeface="Times New Roman" panose="020206030504050203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22479</Words>
  <Application>WPS 演示</Application>
  <PresentationFormat/>
  <Paragraphs>4964</Paragraphs>
  <Slides>115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115</vt:i4>
      </vt:variant>
    </vt:vector>
  </HeadingPairs>
  <TitlesOfParts>
    <vt:vector size="132" baseType="lpstr">
      <vt:lpstr>Arial</vt:lpstr>
      <vt:lpstr>宋体</vt:lpstr>
      <vt:lpstr>Wingdings</vt:lpstr>
      <vt:lpstr>Times New Roman</vt:lpstr>
      <vt:lpstr>Arial Black</vt:lpstr>
      <vt:lpstr>Tahoma</vt:lpstr>
      <vt:lpstr>Lucida Grande</vt:lpstr>
      <vt:lpstr>微软雅黑</vt:lpstr>
      <vt:lpstr>Arial Unicode MS</vt:lpstr>
      <vt:lpstr>Monaco</vt:lpstr>
      <vt:lpstr>Segoe Print</vt:lpstr>
      <vt:lpstr>Cambria Math</vt:lpstr>
      <vt:lpstr>Tahoma Bold</vt:lpstr>
      <vt:lpstr>Tahoma</vt:lpstr>
      <vt:lpstr>Symbol</vt:lpstr>
      <vt:lpstr>Arial</vt:lpstr>
      <vt:lpstr>White</vt:lpstr>
      <vt:lpstr>PowerPoint 演示文稿</vt:lpstr>
      <vt:lpstr>PowerPoint 演示文稿</vt:lpstr>
      <vt:lpstr>PowerPoint 演示文稿</vt:lpstr>
      <vt:lpstr>PowerPoint 演示文稿</vt:lpstr>
      <vt:lpstr>基于比较的排序的基本思想</vt:lpstr>
      <vt:lpstr>基于插入的排序</vt:lpstr>
      <vt:lpstr>直接插入排序(straight insertion sort)</vt:lpstr>
      <vt:lpstr>直接插入排序(straight insertion sort)</vt:lpstr>
      <vt:lpstr>直接插入排序(straight insertion sort)</vt:lpstr>
      <vt:lpstr>直接插入排序(straight insertion sort)</vt:lpstr>
      <vt:lpstr>直接插入排序(straight insertion sort)</vt:lpstr>
      <vt:lpstr>直接插入排序</vt:lpstr>
      <vt:lpstr>直接插入排序(straight insertion sort)</vt:lpstr>
      <vt:lpstr>直接插入排序</vt:lpstr>
      <vt:lpstr>直接插入排序</vt:lpstr>
      <vt:lpstr>直接插入排序分析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基于交换的排序</vt:lpstr>
      <vt:lpstr>基于交换的排序</vt:lpstr>
      <vt:lpstr>直接交换排序（冒泡排序）</vt:lpstr>
      <vt:lpstr>冒泡排序</vt:lpstr>
      <vt:lpstr>冒泡排序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基于选择的排序</vt:lpstr>
      <vt:lpstr>直接选择排序</vt:lpstr>
      <vt:lpstr>直接选择排序</vt:lpstr>
      <vt:lpstr>直接选择排序</vt:lpstr>
      <vt:lpstr>直接选择排序</vt:lpstr>
      <vt:lpstr>直接选择排序代码</vt:lpstr>
      <vt:lpstr>直接选择排序</vt:lpstr>
      <vt:lpstr>树形选择排序-竞赛树</vt:lpstr>
      <vt:lpstr>PowerPoint 演示文稿</vt:lpstr>
      <vt:lpstr>PowerPoint 演示文稿</vt:lpstr>
      <vt:lpstr>树形选择排序-二叉堆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sorting by distribution</vt:lpstr>
      <vt:lpstr>计数制</vt:lpstr>
      <vt:lpstr>计数制</vt:lpstr>
      <vt:lpstr>基数排序-radix sort</vt:lpstr>
      <vt:lpstr>基数排序</vt:lpstr>
      <vt:lpstr>基数排序</vt:lpstr>
      <vt:lpstr>基数排序</vt:lpstr>
      <vt:lpstr>基数排序</vt:lpstr>
      <vt:lpstr>基数排序</vt:lpstr>
      <vt:lpstr>基数排序</vt:lpstr>
      <vt:lpstr>基数排序</vt:lpstr>
      <vt:lpstr>计数排序-counting sort</vt:lpstr>
      <vt:lpstr>计数排序-counting sort</vt:lpstr>
      <vt:lpstr>计数排序-counting sort</vt:lpstr>
      <vt:lpstr>计数排序-counting sort</vt:lpstr>
      <vt:lpstr>外部排序-external sorting</vt:lpstr>
      <vt:lpstr>PowerPoint 演示文稿</vt:lpstr>
      <vt:lpstr>PowerPoint 演示文稿</vt:lpstr>
      <vt:lpstr>总结</vt:lpstr>
      <vt:lpstr>DualPivotQuicksort.sort</vt:lpstr>
      <vt:lpstr>DualPivotQuicksort.sort</vt:lpstr>
      <vt:lpstr>DualPivotQuicksort.sort</vt:lpstr>
      <vt:lpstr>直接插入排序</vt:lpstr>
      <vt:lpstr>作业</vt:lpstr>
      <vt:lpstr>基于插入的排序</vt:lpstr>
      <vt:lpstr>直接插入排序(straight insertion sort)</vt:lpstr>
      <vt:lpstr>直接插入排序</vt:lpstr>
      <vt:lpstr>直接插入排序</vt:lpstr>
      <vt:lpstr>PowerPoint 演示文稿</vt:lpstr>
      <vt:lpstr>PowerPoint 演示文稿</vt:lpstr>
      <vt:lpstr>PowerPoint 演示文稿</vt:lpstr>
      <vt:lpstr>PowerPoint 演示文稿</vt:lpstr>
      <vt:lpstr>基于交换的排序</vt:lpstr>
      <vt:lpstr>直接交换排序（冒泡排序）</vt:lpstr>
      <vt:lpstr>冒泡排序</vt:lpstr>
      <vt:lpstr>冒泡排序</vt:lpstr>
      <vt:lpstr>直接插入排序的数据结构</vt:lpstr>
      <vt:lpstr>直接插入排序的数据结构</vt:lpstr>
      <vt:lpstr>直接插入排序的数据结构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Ki怪.</cp:lastModifiedBy>
  <cp:revision>2</cp:revision>
  <dcterms:created xsi:type="dcterms:W3CDTF">2023-07-16T01:55:54Z</dcterms:created>
  <dcterms:modified xsi:type="dcterms:W3CDTF">2023-07-16T06:58:57Z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E353E3166AB54D1A941B0059CF68732C_13</vt:lpwstr>
  </property>
  <property fmtid="{D5CDD505-2E9C-101B-9397-08002B2CF9AE}" pid="3" name="KSOProductBuildVer">
    <vt:lpwstr>2052-11.1.0.14309</vt:lpwstr>
  </property>
</Properties>
</file>
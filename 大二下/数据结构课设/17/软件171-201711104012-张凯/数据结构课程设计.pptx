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4"/>
  </p:notesMasterIdLst>
  <p:handoutMasterIdLst>
    <p:handoutMasterId r:id="rId15"/>
  </p:handoutMasterIdLst>
  <p:sldIdLst>
    <p:sldId id="259" r:id="rId3"/>
    <p:sldId id="278" r:id="rId4"/>
    <p:sldId id="263" r:id="rId5"/>
    <p:sldId id="261" r:id="rId6"/>
    <p:sldId id="264" r:id="rId7"/>
    <p:sldId id="265" r:id="rId8"/>
    <p:sldId id="266" r:id="rId9"/>
    <p:sldId id="267" r:id="rId10"/>
    <p:sldId id="268" r:id="rId11"/>
    <p:sldId id="279" r:id="rId12"/>
    <p:sldId id="288" r:id="rId13"/>
  </p:sldIdLst>
  <p:sldSz cx="12192000" cy="6858000"/>
  <p:notesSz cx="7103745" cy="10234295"/>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B2B2B2"/>
    <a:srgbClr val="202020"/>
    <a:srgbClr val="323232"/>
    <a:srgbClr val="CC3300"/>
    <a:srgbClr val="CC0000"/>
    <a:srgbClr val="FF3300"/>
    <a:srgbClr val="990000"/>
    <a:srgbClr val="FF8D41"/>
    <a:srgbClr val="FF66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2278" autoAdjust="0"/>
    <p:restoredTop sz="94660"/>
  </p:normalViewPr>
  <p:slideViewPr>
    <p:cSldViewPr snapToGrid="0" showGuides="1">
      <p:cViewPr varScale="1">
        <p:scale>
          <a:sx n="110" d="100"/>
          <a:sy n="110" d="100"/>
        </p:scale>
        <p:origin x="168" y="96"/>
      </p:cViewPr>
      <p:guideLst>
        <p:guide orient="horz" pos="2087"/>
        <p:guide pos="3840"/>
      </p:guideLst>
    </p:cSldViewPr>
  </p:slideViewPr>
  <p:notesTextViewPr>
    <p:cViewPr>
      <p:scale>
        <a:sx n="3" d="2"/>
        <a:sy n="3" d="2"/>
      </p:scale>
      <p:origin x="0" y="0"/>
    </p:cViewPr>
  </p:notesTextViewPr>
  <p:gridSpacing cx="72000" cy="72000"/>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 Type="http://schemas.openxmlformats.org/officeDocument/2006/relationships/slide" Target="slides/slide1.xml"/><Relationship Id="rId2" Type="http://schemas.openxmlformats.org/officeDocument/2006/relationships/theme" Target="theme/theme1.xml"/><Relationship Id="rId18" Type="http://schemas.openxmlformats.org/officeDocument/2006/relationships/tableStyles" Target="tableStyles.xml"/><Relationship Id="rId17" Type="http://schemas.openxmlformats.org/officeDocument/2006/relationships/viewProps" Target="viewProps.xml"/><Relationship Id="rId16" Type="http://schemas.openxmlformats.org/officeDocument/2006/relationships/presProps" Target="presProps.xml"/><Relationship Id="rId15" Type="http://schemas.openxmlformats.org/officeDocument/2006/relationships/handoutMaster" Target="handoutMasters/handoutMaster1.xml"/><Relationship Id="rId14" Type="http://schemas.openxmlformats.org/officeDocument/2006/relationships/notesMaster" Target="notesMasters/notesMaster1.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3078290" cy="513492"/>
          </a:xfrm>
          <a:prstGeom prst="rect">
            <a:avLst/>
          </a:prstGeom>
        </p:spPr>
        <p:txBody>
          <a:bodyPr vert="horz" lIns="91440" tIns="45720" rIns="91440" bIns="45720" rtlCol="0"/>
          <a:lstStyle>
            <a:lvl1pPr algn="l">
              <a:defRPr sz="1245"/>
            </a:lvl1pPr>
          </a:lstStyle>
          <a:p>
            <a:endParaRPr lang="zh-CN" altLang="en-US"/>
          </a:p>
        </p:txBody>
      </p:sp>
      <p:sp>
        <p:nvSpPr>
          <p:cNvPr id="3" name="日期占位符 2"/>
          <p:cNvSpPr>
            <a:spLocks noGrp="1"/>
          </p:cNvSpPr>
          <p:nvPr>
            <p:ph type="dt" sz="quarter" idx="1"/>
          </p:nvPr>
        </p:nvSpPr>
        <p:spPr>
          <a:xfrm>
            <a:off x="4023812" y="0"/>
            <a:ext cx="3078290" cy="513492"/>
          </a:xfrm>
          <a:prstGeom prst="rect">
            <a:avLst/>
          </a:prstGeom>
        </p:spPr>
        <p:txBody>
          <a:bodyPr vert="horz" lIns="91440" tIns="45720" rIns="91440" bIns="45720" rtlCol="0"/>
          <a:lstStyle>
            <a:lvl1pPr algn="r">
              <a:defRPr sz="1245"/>
            </a:lvl1pPr>
          </a:lstStyle>
          <a:p>
            <a:fld id="{0F9B84EA-7D68-4D60-9CB1-D50884785D1C}" type="datetimeFigureOut">
              <a:rPr lang="zh-CN" altLang="en-US" smtClean="0"/>
            </a:fld>
            <a:endParaRPr lang="zh-CN" altLang="en-US"/>
          </a:p>
        </p:txBody>
      </p:sp>
      <p:sp>
        <p:nvSpPr>
          <p:cNvPr id="4" name="页脚占位符 3"/>
          <p:cNvSpPr>
            <a:spLocks noGrp="1"/>
          </p:cNvSpPr>
          <p:nvPr>
            <p:ph type="ftr" sz="quarter" idx="2"/>
          </p:nvPr>
        </p:nvSpPr>
        <p:spPr>
          <a:xfrm>
            <a:off x="0" y="9720804"/>
            <a:ext cx="3078290" cy="513491"/>
          </a:xfrm>
          <a:prstGeom prst="rect">
            <a:avLst/>
          </a:prstGeom>
        </p:spPr>
        <p:txBody>
          <a:bodyPr vert="horz" lIns="91440" tIns="45720" rIns="91440" bIns="45720" rtlCol="0" anchor="b"/>
          <a:lstStyle>
            <a:lvl1pPr algn="l">
              <a:defRPr sz="1245"/>
            </a:lvl1pPr>
          </a:lstStyle>
          <a:p>
            <a:endParaRPr lang="zh-CN" altLang="en-US"/>
          </a:p>
        </p:txBody>
      </p:sp>
      <p:sp>
        <p:nvSpPr>
          <p:cNvPr id="5" name="灯片编号占位符 4"/>
          <p:cNvSpPr>
            <a:spLocks noGrp="1"/>
          </p:cNvSpPr>
          <p:nvPr>
            <p:ph type="sldNum" sz="quarter" idx="3"/>
          </p:nvPr>
        </p:nvSpPr>
        <p:spPr>
          <a:xfrm>
            <a:off x="4023812" y="9720804"/>
            <a:ext cx="3078290" cy="513491"/>
          </a:xfrm>
          <a:prstGeom prst="rect">
            <a:avLst/>
          </a:prstGeom>
        </p:spPr>
        <p:txBody>
          <a:bodyPr vert="horz" lIns="91440" tIns="45720" rIns="91440" bIns="45720" rtlCol="0" anchor="b"/>
          <a:lstStyle>
            <a:lvl1pPr algn="r">
              <a:defRPr sz="1245"/>
            </a:lvl1pPr>
          </a:lstStyle>
          <a:p>
            <a:fld id="{8D4E0FC9-F1F8-4FAE-9988-3BA365CFD46F}" type="slidenum">
              <a:rPr lang="zh-CN" altLang="en-US" smtClean="0"/>
            </a:fld>
            <a:endParaRPr lang="zh-CN" alt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3078163" cy="512763"/>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4024313" y="0"/>
            <a:ext cx="3078162" cy="512763"/>
          </a:xfrm>
          <a:prstGeom prst="rect">
            <a:avLst/>
          </a:prstGeom>
        </p:spPr>
        <p:txBody>
          <a:bodyPr vert="horz" lIns="91440" tIns="45720" rIns="91440" bIns="45720" rtlCol="0"/>
          <a:lstStyle>
            <a:lvl1pPr algn="r">
              <a:defRPr sz="1200"/>
            </a:lvl1pPr>
          </a:lstStyle>
          <a:p>
            <a:fld id="{D6C8D182-E4C8-4120-9249-FC9774456FFA}"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482600" y="1279525"/>
            <a:ext cx="6140450" cy="34544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711200" y="4926013"/>
            <a:ext cx="5683250" cy="4029075"/>
          </a:xfrm>
          <a:prstGeom prst="rect">
            <a:avLst/>
          </a:prstGeom>
        </p:spPr>
        <p:txBody>
          <a:bodyPr vert="horz" lIns="91440" tIns="45720" rIns="91440" bIns="45720" rtlCol="0"/>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6" name="页脚占位符 5"/>
          <p:cNvSpPr>
            <a:spLocks noGrp="1"/>
          </p:cNvSpPr>
          <p:nvPr>
            <p:ph type="ftr" sz="quarter" idx="4"/>
          </p:nvPr>
        </p:nvSpPr>
        <p:spPr>
          <a:xfrm>
            <a:off x="0" y="9721850"/>
            <a:ext cx="3078163" cy="512763"/>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4024313" y="9721850"/>
            <a:ext cx="3078162" cy="512763"/>
          </a:xfrm>
          <a:prstGeom prst="rect">
            <a:avLst/>
          </a:prstGeom>
        </p:spPr>
        <p:txBody>
          <a:bodyPr vert="horz" lIns="91440" tIns="45720" rIns="91440" bIns="45720" rtlCol="0" anchor="b"/>
          <a:lstStyle>
            <a:lvl1pPr algn="r">
              <a:defRPr sz="1200"/>
            </a:lvl1pPr>
          </a:lstStyle>
          <a:p>
            <a:fld id="{85D0DACE-38E0-42D2-9336-2B707D34BC6D}"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hasCustomPrompt="1"/>
          </p:nvPr>
        </p:nvSpPr>
        <p:spPr>
          <a:xfrm>
            <a:off x="1524000" y="1322962"/>
            <a:ext cx="9144000" cy="2187001"/>
          </a:xfrm>
        </p:spPr>
        <p:txBody>
          <a:bodyPr anchor="b">
            <a:normAutofit/>
          </a:bodyPr>
          <a:lstStyle>
            <a:lvl1pPr algn="ctr">
              <a:defRPr sz="6000">
                <a:effectLst>
                  <a:outerShdw blurRad="38100" dist="38100" dir="2700000" algn="tl">
                    <a:srgbClr val="000000">
                      <a:alpha val="43137"/>
                    </a:srgbClr>
                  </a:outerShdw>
                </a:effectLst>
              </a:defRPr>
            </a:lvl1pPr>
          </a:lstStyle>
          <a:p>
            <a:r>
              <a:rPr lang="zh-CN" altLang="en-US" dirty="0"/>
              <a:t>单击此处编辑标题</a:t>
            </a:r>
            <a:endParaRPr lang="zh-CN" altLang="en-US" dirty="0"/>
          </a:p>
        </p:txBody>
      </p:sp>
      <p:sp>
        <p:nvSpPr>
          <p:cNvPr id="3" name="副标题 2"/>
          <p:cNvSpPr>
            <a:spLocks noGrp="1"/>
          </p:cNvSpPr>
          <p:nvPr>
            <p:ph type="subTitle" idx="1"/>
          </p:nvPr>
        </p:nvSpPr>
        <p:spPr>
          <a:xfrm>
            <a:off x="1524000" y="3602038"/>
            <a:ext cx="9144000" cy="1655762"/>
          </a:xfrm>
        </p:spPr>
        <p:txBody>
          <a:bodyPr>
            <a:normAutofit/>
          </a:bodyPr>
          <a:lstStyle>
            <a:lvl1pPr marL="0" indent="0" algn="ctr">
              <a:buNone/>
              <a:defRPr sz="1800">
                <a:solidFill>
                  <a:schemeClr val="tx1">
                    <a:lumMod val="75000"/>
                    <a:lumOff val="25000"/>
                  </a:schemeClr>
                </a:solidFill>
                <a:effectLst/>
                <a:latin typeface="+mj-lt"/>
                <a:ea typeface="+mj-ea"/>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dirty="0"/>
              <a:t>单击此处编辑母版副标题样式</a:t>
            </a:r>
            <a:endParaRPr lang="zh-CN" altLang="en-US" dirty="0"/>
          </a:p>
        </p:txBody>
      </p:sp>
      <p:sp>
        <p:nvSpPr>
          <p:cNvPr id="4" name="日期占位符 3"/>
          <p:cNvSpPr>
            <a:spLocks noGrp="1"/>
          </p:cNvSpPr>
          <p:nvPr>
            <p:ph type="dt" sz="half" idx="10"/>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647700" y="258445"/>
            <a:ext cx="10515600" cy="1325563"/>
          </a:xfrm>
        </p:spPr>
        <p:txBody>
          <a:bodyPr anchor="ctr" anchorCtr="0">
            <a:normAutofit/>
          </a:bodyPr>
          <a:lstStyle>
            <a:lvl1pPr>
              <a:defRPr sz="2400" b="1">
                <a:effectLst>
                  <a:outerShdw blurRad="38100" dist="38100" dir="2700000" algn="tl">
                    <a:srgbClr val="000000">
                      <a:alpha val="43137"/>
                    </a:srgbClr>
                  </a:outerShdw>
                </a:effectLst>
              </a:defRPr>
            </a:lvl1pPr>
          </a:lstStyle>
          <a:p>
            <a:r>
              <a:rPr lang="zh-CN" altLang="en-US" dirty="0"/>
              <a:t>单击此处编辑母版标题样式</a:t>
            </a:r>
            <a:endParaRPr lang="zh-CN" altLang="en-US" dirty="0"/>
          </a:p>
        </p:txBody>
      </p:sp>
      <p:sp>
        <p:nvSpPr>
          <p:cNvPr id="3" name="内容占位符 2"/>
          <p:cNvSpPr>
            <a:spLocks noGrp="1"/>
          </p:cNvSpPr>
          <p:nvPr>
            <p:ph idx="1"/>
          </p:nvPr>
        </p:nvSpPr>
        <p:spPr>
          <a:xfrm>
            <a:off x="647700" y="1825625"/>
            <a:ext cx="10515600" cy="4351338"/>
          </a:xfrm>
        </p:spPr>
        <p:txBody>
          <a:bodyPr>
            <a:normAutofit/>
          </a:bodyPr>
          <a:lstStyle>
            <a:lvl1pPr>
              <a:defRPr sz="2000">
                <a:solidFill>
                  <a:schemeClr val="tx1">
                    <a:lumMod val="75000"/>
                    <a:lumOff val="25000"/>
                  </a:schemeClr>
                </a:solidFill>
              </a:defRPr>
            </a:lvl1pPr>
            <a:lvl2pPr>
              <a:defRPr sz="1800">
                <a:solidFill>
                  <a:schemeClr val="tx1">
                    <a:lumMod val="75000"/>
                    <a:lumOff val="25000"/>
                  </a:schemeClr>
                </a:solidFill>
              </a:defRPr>
            </a:lvl2pPr>
            <a:lvl3pPr>
              <a:defRPr sz="1600">
                <a:solidFill>
                  <a:schemeClr val="tx1">
                    <a:lumMod val="75000"/>
                    <a:lumOff val="25000"/>
                  </a:schemeClr>
                </a:solidFill>
              </a:defRPr>
            </a:lvl3pPr>
            <a:lvl4pPr>
              <a:defRPr sz="1600">
                <a:solidFill>
                  <a:schemeClr val="tx1">
                    <a:lumMod val="75000"/>
                    <a:lumOff val="25000"/>
                  </a:schemeClr>
                </a:solidFill>
              </a:defRPr>
            </a:lvl4pPr>
            <a:lvl5pPr>
              <a:defRPr sz="1600">
                <a:solidFill>
                  <a:schemeClr val="tx1">
                    <a:lumMod val="75000"/>
                    <a:lumOff val="25000"/>
                  </a:schemeClr>
                </a:solidFill>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10"/>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3751117"/>
            <a:ext cx="7321550" cy="811357"/>
          </a:xfrm>
        </p:spPr>
        <p:txBody>
          <a:bodyPr anchor="b">
            <a:normAutofit/>
          </a:bodyPr>
          <a:lstStyle>
            <a:lvl1pPr>
              <a:defRPr sz="4000">
                <a:effectLst>
                  <a:outerShdw blurRad="38100" dist="38100" dir="2700000" algn="tl">
                    <a:srgbClr val="000000">
                      <a:alpha val="43137"/>
                    </a:srgbClr>
                  </a:outerShdw>
                </a:effectLst>
              </a:defRPr>
            </a:lvl1pPr>
          </a:lstStyle>
          <a:p>
            <a:r>
              <a:rPr lang="zh-CN" altLang="en-US" dirty="0"/>
              <a:t>单击此处编辑母版标题样式</a:t>
            </a:r>
            <a:endParaRPr lang="zh-CN" altLang="en-US" dirty="0"/>
          </a:p>
        </p:txBody>
      </p:sp>
      <p:sp>
        <p:nvSpPr>
          <p:cNvPr id="3" name="文本占位符 2"/>
          <p:cNvSpPr>
            <a:spLocks noGrp="1"/>
          </p:cNvSpPr>
          <p:nvPr>
            <p:ph type="body" idx="1"/>
          </p:nvPr>
        </p:nvSpPr>
        <p:spPr>
          <a:xfrm>
            <a:off x="831850" y="4610028"/>
            <a:ext cx="7321550" cy="647555"/>
          </a:xfrm>
        </p:spPr>
        <p:txBody>
          <a:bodyPr>
            <a:normAutofit/>
          </a:bodyPr>
          <a:lstStyle>
            <a:lvl1pPr marL="0" indent="0">
              <a:buNone/>
              <a:defRPr sz="18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dirty="0"/>
              <a:t>单击此处编辑母版文本样式</a:t>
            </a:r>
            <a:endParaRPr lang="zh-CN" altLang="en-US" dirty="0"/>
          </a:p>
        </p:txBody>
      </p:sp>
      <p:sp>
        <p:nvSpPr>
          <p:cNvPr id="4" name="日期占位符 3"/>
          <p:cNvSpPr>
            <a:spLocks noGrp="1"/>
          </p:cNvSpPr>
          <p:nvPr>
            <p:ph type="dt" sz="half" idx="10"/>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a:xfrm>
            <a:off x="647700" y="258445"/>
            <a:ext cx="10515600" cy="1325563"/>
          </a:xfrm>
        </p:spPr>
        <p:txBody>
          <a:bodyPr>
            <a:normAutofit/>
          </a:bodyPr>
          <a:lstStyle>
            <a:lvl1pPr>
              <a:defRPr sz="2400" b="1" i="0">
                <a:effectLst>
                  <a:outerShdw blurRad="38100" dist="38100" dir="2700000" algn="tl">
                    <a:srgbClr val="000000">
                      <a:alpha val="43137"/>
                    </a:srgbClr>
                  </a:outerShdw>
                </a:effectLst>
              </a:defRPr>
            </a:lvl1pPr>
          </a:lstStyle>
          <a:p>
            <a:r>
              <a:rPr lang="zh-CN" altLang="en-US" dirty="0"/>
              <a:t>单击此处编辑母版标题样式</a:t>
            </a:r>
            <a:endParaRPr lang="zh-CN" altLang="en-US" dirty="0"/>
          </a:p>
        </p:txBody>
      </p:sp>
      <p:sp>
        <p:nvSpPr>
          <p:cNvPr id="3" name="内容占位符 2"/>
          <p:cNvSpPr>
            <a:spLocks noGrp="1"/>
          </p:cNvSpPr>
          <p:nvPr>
            <p:ph sz="half" idx="1"/>
          </p:nvPr>
        </p:nvSpPr>
        <p:spPr>
          <a:xfrm>
            <a:off x="647700" y="1825625"/>
            <a:ext cx="5181600" cy="4351338"/>
          </a:xfrm>
        </p:spPr>
        <p:txBody>
          <a:bodyPr>
            <a:normAutofit/>
          </a:bodyPr>
          <a:lstStyle>
            <a:lvl1pPr>
              <a:lnSpc>
                <a:spcPct val="150000"/>
              </a:lnSpc>
              <a:defRPr sz="2000">
                <a:solidFill>
                  <a:schemeClr val="tx1">
                    <a:lumMod val="75000"/>
                    <a:lumOff val="25000"/>
                  </a:schemeClr>
                </a:solidFill>
              </a:defRPr>
            </a:lvl1pPr>
            <a:lvl2pPr>
              <a:lnSpc>
                <a:spcPct val="150000"/>
              </a:lnSpc>
              <a:defRPr sz="1800">
                <a:solidFill>
                  <a:schemeClr val="tx1">
                    <a:lumMod val="75000"/>
                    <a:lumOff val="25000"/>
                  </a:schemeClr>
                </a:solidFill>
              </a:defRPr>
            </a:lvl2pPr>
            <a:lvl3pPr>
              <a:lnSpc>
                <a:spcPct val="150000"/>
              </a:lnSpc>
              <a:defRPr sz="1600">
                <a:solidFill>
                  <a:schemeClr val="tx1">
                    <a:lumMod val="75000"/>
                    <a:lumOff val="25000"/>
                  </a:schemeClr>
                </a:solidFill>
              </a:defRPr>
            </a:lvl3pPr>
            <a:lvl4pPr>
              <a:lnSpc>
                <a:spcPct val="150000"/>
              </a:lnSpc>
              <a:defRPr sz="1600">
                <a:solidFill>
                  <a:schemeClr val="tx1">
                    <a:lumMod val="75000"/>
                    <a:lumOff val="25000"/>
                  </a:schemeClr>
                </a:solidFill>
              </a:defRPr>
            </a:lvl4pPr>
            <a:lvl5pPr>
              <a:lnSpc>
                <a:spcPct val="150000"/>
              </a:lnSpc>
              <a:defRPr sz="1600">
                <a:solidFill>
                  <a:schemeClr val="tx1">
                    <a:lumMod val="75000"/>
                    <a:lumOff val="25000"/>
                  </a:schemeClr>
                </a:solidFill>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内容占位符 3"/>
          <p:cNvSpPr>
            <a:spLocks noGrp="1"/>
          </p:cNvSpPr>
          <p:nvPr>
            <p:ph sz="half" idx="2"/>
          </p:nvPr>
        </p:nvSpPr>
        <p:spPr>
          <a:xfrm>
            <a:off x="5981700" y="1825625"/>
            <a:ext cx="5181600" cy="4351338"/>
          </a:xfrm>
        </p:spPr>
        <p:txBody>
          <a:bodyPr>
            <a:normAutofit/>
          </a:bodyPr>
          <a:lstStyle>
            <a:lvl1pPr>
              <a:lnSpc>
                <a:spcPct val="150000"/>
              </a:lnSpc>
              <a:defRPr sz="2000">
                <a:solidFill>
                  <a:schemeClr val="tx1">
                    <a:lumMod val="75000"/>
                    <a:lumOff val="25000"/>
                  </a:schemeClr>
                </a:solidFill>
              </a:defRPr>
            </a:lvl1pPr>
            <a:lvl2pPr>
              <a:lnSpc>
                <a:spcPct val="150000"/>
              </a:lnSpc>
              <a:defRPr sz="1800">
                <a:solidFill>
                  <a:schemeClr val="tx1">
                    <a:lumMod val="75000"/>
                    <a:lumOff val="25000"/>
                  </a:schemeClr>
                </a:solidFill>
              </a:defRPr>
            </a:lvl2pPr>
            <a:lvl3pPr>
              <a:lnSpc>
                <a:spcPct val="150000"/>
              </a:lnSpc>
              <a:defRPr sz="1600">
                <a:solidFill>
                  <a:schemeClr val="tx1">
                    <a:lumMod val="75000"/>
                    <a:lumOff val="25000"/>
                  </a:schemeClr>
                </a:solidFill>
              </a:defRPr>
            </a:lvl3pPr>
            <a:lvl4pPr>
              <a:lnSpc>
                <a:spcPct val="150000"/>
              </a:lnSpc>
              <a:defRPr sz="1600">
                <a:solidFill>
                  <a:schemeClr val="tx1">
                    <a:lumMod val="75000"/>
                    <a:lumOff val="25000"/>
                  </a:schemeClr>
                </a:solidFill>
              </a:defRPr>
            </a:lvl4pPr>
            <a:lvl5pPr>
              <a:lnSpc>
                <a:spcPct val="150000"/>
              </a:lnSpc>
              <a:defRPr sz="1600">
                <a:solidFill>
                  <a:schemeClr val="tx1">
                    <a:lumMod val="75000"/>
                    <a:lumOff val="25000"/>
                  </a:schemeClr>
                </a:solidFill>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5" name="日期占位符 4"/>
          <p:cNvSpPr>
            <a:spLocks noGrp="1"/>
          </p:cNvSpPr>
          <p:nvPr>
            <p:ph type="dt" sz="half" idx="10"/>
          </p:nvPr>
        </p:nvSpPr>
        <p:spPr/>
        <p:txBody>
          <a:bodyPr/>
          <a:lstStyle/>
          <a:p>
            <a:fld id="{760FBDFE-C587-4B4C-A407-44438C67B59E}"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endParaRPr lang="zh-CN" altLang="en-US"/>
          </a:p>
        </p:txBody>
      </p:sp>
      <p:sp>
        <p:nvSpPr>
          <p:cNvPr id="3" name="文本占位符 2"/>
          <p:cNvSpPr>
            <a:spLocks noGrp="1"/>
          </p:cNvSpPr>
          <p:nvPr>
            <p:ph type="body" idx="1"/>
          </p:nvPr>
        </p:nvSpPr>
        <p:spPr>
          <a:xfrm>
            <a:off x="839788" y="1744961"/>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单击此处编辑母版文本样式</a:t>
            </a:r>
            <a:endParaRPr lang="zh-CN" altLang="en-US" dirty="0"/>
          </a:p>
        </p:txBody>
      </p:sp>
      <p:sp>
        <p:nvSpPr>
          <p:cNvPr id="4" name="内容占位符 3"/>
          <p:cNvSpPr>
            <a:spLocks noGrp="1"/>
          </p:cNvSpPr>
          <p:nvPr>
            <p:ph sz="half" idx="2"/>
          </p:nvPr>
        </p:nvSpPr>
        <p:spPr>
          <a:xfrm>
            <a:off x="839788" y="2615609"/>
            <a:ext cx="5157787" cy="3574054"/>
          </a:xfrm>
        </p:spPr>
        <p:txBody>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5" name="文本占位符 4"/>
          <p:cNvSpPr>
            <a:spLocks noGrp="1"/>
          </p:cNvSpPr>
          <p:nvPr>
            <p:ph type="body" sz="quarter" idx="3"/>
          </p:nvPr>
        </p:nvSpPr>
        <p:spPr>
          <a:xfrm>
            <a:off x="6172200" y="1744961"/>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单击此处编辑母版文本样式</a:t>
            </a:r>
            <a:endParaRPr lang="zh-CN" altLang="en-US" dirty="0"/>
          </a:p>
        </p:txBody>
      </p:sp>
      <p:sp>
        <p:nvSpPr>
          <p:cNvPr id="6" name="内容占位符 5"/>
          <p:cNvSpPr>
            <a:spLocks noGrp="1"/>
          </p:cNvSpPr>
          <p:nvPr>
            <p:ph sz="quarter" idx="4"/>
          </p:nvPr>
        </p:nvSpPr>
        <p:spPr>
          <a:xfrm>
            <a:off x="6172200" y="2615609"/>
            <a:ext cx="5183188" cy="3574054"/>
          </a:xfrm>
        </p:spPr>
        <p:txBody>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7" name="日期占位符 6"/>
          <p:cNvSpPr>
            <a:spLocks noGrp="1"/>
          </p:cNvSpPr>
          <p:nvPr>
            <p:ph type="dt" sz="half" idx="10"/>
          </p:nvPr>
        </p:nvSpPr>
        <p:spPr/>
        <p:txBody>
          <a:bodyPr/>
          <a:lstStyle/>
          <a:p>
            <a:fld id="{760FBDFE-C587-4B4C-A407-44438C67B59E}" type="datetimeFigureOut">
              <a:rPr lang="zh-CN" altLang="en-US" smtClean="0"/>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838200" y="2766219"/>
            <a:ext cx="10515600" cy="1325563"/>
          </a:xfrm>
        </p:spPr>
        <p:txBody>
          <a:bodyPr>
            <a:normAutofit/>
          </a:bodyPr>
          <a:lstStyle>
            <a:lvl1pPr algn="ctr">
              <a:defRPr sz="4800" b="0">
                <a:effectLst>
                  <a:outerShdw blurRad="38100" dist="38100" dir="2700000" algn="tl">
                    <a:srgbClr val="000000">
                      <a:alpha val="43137"/>
                    </a:srgbClr>
                  </a:outerShdw>
                </a:effectLst>
              </a:defRPr>
            </a:lvl1pPr>
          </a:lstStyle>
          <a:p>
            <a:r>
              <a:rPr lang="zh-CN" altLang="en-US" dirty="0"/>
              <a:t>单击此处编辑母版标题样式</a:t>
            </a:r>
            <a:endParaRPr lang="zh-CN" altLang="en-US" dirty="0"/>
          </a:p>
        </p:txBody>
      </p:sp>
      <p:sp>
        <p:nvSpPr>
          <p:cNvPr id="3" name="日期占位符 2"/>
          <p:cNvSpPr>
            <a:spLocks noGrp="1"/>
          </p:cNvSpPr>
          <p:nvPr>
            <p:ph type="dt" sz="half" idx="10"/>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760FBDFE-C587-4B4C-A407-44438C67B59E}" type="datetimeFigureOut">
              <a:rPr lang="zh-CN" altLang="en-US" smtClean="0"/>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hasCustomPrompt="1"/>
          </p:nvPr>
        </p:nvSpPr>
        <p:spPr>
          <a:xfrm>
            <a:off x="646747" y="127000"/>
            <a:ext cx="4165200" cy="1600200"/>
          </a:xfrm>
        </p:spPr>
        <p:txBody>
          <a:bodyPr anchor="ctr" anchorCtr="0">
            <a:normAutofit/>
          </a:bodyPr>
          <a:lstStyle>
            <a:lvl1pPr>
              <a:defRPr sz="2400" b="1">
                <a:effectLst>
                  <a:outerShdw blurRad="38100" dist="38100" dir="2700000" algn="tl">
                    <a:srgbClr val="000000">
                      <a:alpha val="43137"/>
                    </a:srgbClr>
                  </a:outerShdw>
                </a:effectLst>
              </a:defRPr>
            </a:lvl1pPr>
          </a:lstStyle>
          <a:p>
            <a:r>
              <a:rPr lang="zh-CN" altLang="en-US" dirty="0"/>
              <a:t>单击此处编辑标题</a:t>
            </a:r>
            <a:endParaRPr lang="zh-CN" altLang="en-US" dirty="0"/>
          </a:p>
        </p:txBody>
      </p:sp>
      <p:sp>
        <p:nvSpPr>
          <p:cNvPr id="3" name="图片占位符 2"/>
          <p:cNvSpPr>
            <a:spLocks noGrp="1" noChangeAspect="1"/>
          </p:cNvSpPr>
          <p:nvPr>
            <p:ph type="pic" idx="1"/>
          </p:nvPr>
        </p:nvSpPr>
        <p:spPr>
          <a:xfrm>
            <a:off x="5184000" y="766354"/>
            <a:ext cx="5817375" cy="5094446"/>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dirty="0"/>
          </a:p>
        </p:txBody>
      </p:sp>
      <p:sp>
        <p:nvSpPr>
          <p:cNvPr id="4" name="文本占位符 3"/>
          <p:cNvSpPr>
            <a:spLocks noGrp="1"/>
          </p:cNvSpPr>
          <p:nvPr>
            <p:ph type="body" sz="half" idx="2"/>
          </p:nvPr>
        </p:nvSpPr>
        <p:spPr>
          <a:xfrm>
            <a:off x="651827" y="2057400"/>
            <a:ext cx="4165200" cy="3811588"/>
          </a:xfrm>
        </p:spPr>
        <p:txBody>
          <a:bodyPr>
            <a:normAutofit/>
          </a:bodyPr>
          <a:lstStyle>
            <a:lvl1pPr marL="0" indent="0">
              <a:lnSpc>
                <a:spcPct val="150000"/>
              </a:lnSpc>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dirty="0"/>
              <a:t>单击此处编辑母版文本样式</a:t>
            </a:r>
            <a:endParaRPr lang="zh-CN" altLang="en-US" dirty="0"/>
          </a:p>
        </p:txBody>
      </p:sp>
      <p:sp>
        <p:nvSpPr>
          <p:cNvPr id="5" name="日期占位符 4"/>
          <p:cNvSpPr>
            <a:spLocks noGrp="1"/>
          </p:cNvSpPr>
          <p:nvPr>
            <p:ph type="dt" sz="half" idx="10"/>
          </p:nvPr>
        </p:nvSpPr>
        <p:spPr/>
        <p:txBody>
          <a:bodyPr/>
          <a:lstStyle/>
          <a:p>
            <a:fld id="{9EFD9D74-47D9-4702-A33C-335B63B48DBF}" type="datetimeFigureOut">
              <a:rPr lang="zh-CN" altLang="en-US" smtClean="0"/>
            </a:fld>
            <a:endParaRPr lang="zh-CN" altLang="en-US" dirty="0"/>
          </a:p>
        </p:txBody>
      </p:sp>
      <p:sp>
        <p:nvSpPr>
          <p:cNvPr id="6" name="页脚占位符 5"/>
          <p:cNvSpPr>
            <a:spLocks noGrp="1"/>
          </p:cNvSpPr>
          <p:nvPr>
            <p:ph type="ftr" sz="quarter" idx="11"/>
          </p:nvPr>
        </p:nvSpPr>
        <p:spPr/>
        <p:txBody>
          <a:bodyPr/>
          <a:lstStyle/>
          <a:p>
            <a:endParaRPr lang="zh-CN" altLang="en-US" dirty="0"/>
          </a:p>
        </p:txBody>
      </p:sp>
      <p:sp>
        <p:nvSpPr>
          <p:cNvPr id="7" name="灯片编号占位符 6"/>
          <p:cNvSpPr>
            <a:spLocks noGrp="1"/>
          </p:cNvSpPr>
          <p:nvPr>
            <p:ph type="sldNum" sz="quarter" idx="12"/>
          </p:nvPr>
        </p:nvSpPr>
        <p:spPr/>
        <p:txBody>
          <a:bodyPr/>
          <a:lstStyle/>
          <a:p>
            <a:fld id="{FABC47A4-756D-490B-A52F-7D9E2C9FC05F}" type="slidenum">
              <a:rPr lang="zh-CN" altLang="en-US" smtClean="0"/>
            </a:fld>
            <a:endParaRPr lang="zh-CN" altLang="en-US"/>
          </a:p>
        </p:txBody>
      </p:sp>
      <p:cxnSp>
        <p:nvCxnSpPr>
          <p:cNvPr id="8" name="直接连接符 7" hidden="1"/>
          <p:cNvCxnSpPr/>
          <p:nvPr userDrawn="1"/>
        </p:nvCxnSpPr>
        <p:spPr>
          <a:xfrm>
            <a:off x="742950" y="434340"/>
            <a:ext cx="0" cy="1391285"/>
          </a:xfrm>
          <a:prstGeom prst="line">
            <a:avLst/>
          </a:prstGeom>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9824484" y="365125"/>
            <a:ext cx="1529316" cy="5811838"/>
          </a:xfrm>
        </p:spPr>
        <p:txBody>
          <a:bodyPr vert="eaVert">
            <a:normAutofit/>
          </a:bodyPr>
          <a:lstStyle>
            <a:lvl1pPr>
              <a:defRPr sz="3600"/>
            </a:lvl1pPr>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838200" y="365125"/>
            <a:ext cx="8879958" cy="5811838"/>
          </a:xfrm>
        </p:spPr>
        <p:txBody>
          <a:bodyPr vert="eaVert"/>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10"/>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内容">
    <p:spTree>
      <p:nvGrpSpPr>
        <p:cNvPr id="1" name=""/>
        <p:cNvGrpSpPr/>
        <p:nvPr/>
      </p:nvGrpSpPr>
      <p:grpSpPr>
        <a:xfrm>
          <a:off x="0" y="0"/>
          <a:ext cx="0" cy="0"/>
          <a:chOff x="0" y="0"/>
          <a:chExt cx="0" cy="0"/>
        </a:xfrm>
      </p:grpSpPr>
      <p:sp>
        <p:nvSpPr>
          <p:cNvPr id="3" name="日期占位符 2"/>
          <p:cNvSpPr>
            <a:spLocks noGrp="1"/>
          </p:cNvSpPr>
          <p:nvPr>
            <p:ph type="dt" sz="half" idx="10"/>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49AE70B2-8BF9-45C0-BB95-33D1B9D3A854}" type="slidenum">
              <a:rPr lang="zh-CN" altLang="en-US" smtClean="0"/>
            </a:fld>
            <a:endParaRPr lang="zh-CN" altLang="en-US"/>
          </a:p>
        </p:txBody>
      </p:sp>
      <p:sp>
        <p:nvSpPr>
          <p:cNvPr id="7" name="内容占位符 6"/>
          <p:cNvSpPr>
            <a:spLocks noGrp="1"/>
          </p:cNvSpPr>
          <p:nvPr>
            <p:ph sz="quarter" idx="13"/>
          </p:nvPr>
        </p:nvSpPr>
        <p:spPr>
          <a:xfrm>
            <a:off x="838200" y="551543"/>
            <a:ext cx="10515600" cy="5558971"/>
          </a:xfrm>
        </p:spPr>
        <p:txBody>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4" Type="http://schemas.openxmlformats.org/officeDocument/2006/relationships/theme" Target="../theme/theme1.xml"/><Relationship Id="rId13" Type="http://schemas.openxmlformats.org/officeDocument/2006/relationships/tags" Target="../tags/tag3.xml"/><Relationship Id="rId12" Type="http://schemas.openxmlformats.org/officeDocument/2006/relationships/tags" Target="../tags/tag2.xml"/><Relationship Id="rId11" Type="http://schemas.openxmlformats.org/officeDocument/2006/relationships/tags" Target="../tags/tag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gradFill>
          <a:gsLst>
            <a:gs pos="0">
              <a:schemeClr val="bg1">
                <a:lumMod val="95000"/>
              </a:schemeClr>
            </a:gs>
            <a:gs pos="100000">
              <a:schemeClr val="tx2"/>
            </a:gs>
          </a:gsLst>
          <a:lin ang="5400000" scaled="0"/>
        </a:gradFill>
        <a:effectLst/>
      </p:bgPr>
    </p:bg>
    <p:spTree>
      <p:nvGrpSpPr>
        <p:cNvPr id="1" name=""/>
        <p:cNvGrpSpPr/>
        <p:nvPr/>
      </p:nvGrpSpPr>
      <p:grpSpPr>
        <a:xfrm>
          <a:off x="0" y="0"/>
          <a:ext cx="0" cy="0"/>
          <a:chOff x="0" y="0"/>
          <a:chExt cx="0" cy="0"/>
        </a:xfrm>
      </p:grpSpPr>
      <p:sp>
        <p:nvSpPr>
          <p:cNvPr id="2" name="标题占位符 1"/>
          <p:cNvSpPr>
            <a:spLocks noGrp="1"/>
          </p:cNvSpPr>
          <p:nvPr>
            <p:ph type="title"/>
            <p:custDataLst>
              <p:tags r:id="rId11"/>
            </p:custDataLst>
          </p:nvPr>
        </p:nvSpPr>
        <p:spPr>
          <a:xfrm>
            <a:off x="838200" y="365125"/>
            <a:ext cx="10515600" cy="1325563"/>
          </a:xfrm>
          <a:prstGeom prst="rect">
            <a:avLst/>
          </a:prstGeom>
        </p:spPr>
        <p:txBody>
          <a:bodyPr vert="horz" lIns="91440" tIns="45720" rIns="91440" bIns="45720" rtlCol="0" anchor="ctr">
            <a:normAutofit/>
          </a:bodyPr>
          <a:lstStyle/>
          <a:p>
            <a:r>
              <a:rPr lang="zh-CN" altLang="en-US" dirty="0"/>
              <a:t>单击此处编辑母版标题样式</a:t>
            </a:r>
            <a:endParaRPr lang="zh-CN" altLang="en-US" dirty="0"/>
          </a:p>
        </p:txBody>
      </p:sp>
      <p:sp>
        <p:nvSpPr>
          <p:cNvPr id="3" name="文本占位符 2"/>
          <p:cNvSpPr>
            <a:spLocks noGrp="1"/>
          </p:cNvSpPr>
          <p:nvPr>
            <p:ph type="body" idx="1"/>
            <p:custDataLst>
              <p:tags r:id="rId12"/>
            </p:custDataLst>
          </p:nvPr>
        </p:nvSpPr>
        <p:spPr>
          <a:xfrm>
            <a:off x="838200" y="1825625"/>
            <a:ext cx="10515600" cy="4351338"/>
          </a:xfrm>
          <a:prstGeom prst="rect">
            <a:avLst/>
          </a:prstGeom>
        </p:spPr>
        <p:txBody>
          <a:bodyPr vert="horz" lIns="91440" tIns="45720" rIns="91440" bIns="45720" rtlCol="0">
            <a:normAutofit/>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normAutofit/>
          </a:bodyPr>
          <a:lstStyle>
            <a:lvl1pPr algn="l">
              <a:defRPr sz="1200">
                <a:solidFill>
                  <a:schemeClr val="tx1">
                    <a:tint val="75000"/>
                  </a:schemeClr>
                </a:solidFill>
              </a:defRPr>
            </a:lvl1pPr>
          </a:lstStyle>
          <a:p>
            <a:fld id="{760FBDFE-C587-4B4C-A407-44438C67B59E}" type="datetimeFigureOut">
              <a:rPr lang="zh-CN" altLang="en-US" smtClean="0"/>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normAutofit/>
          </a:bodyP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normAutofit/>
          </a:bodyPr>
          <a:lstStyle>
            <a:lvl1pPr algn="r">
              <a:defRPr sz="1200">
                <a:solidFill>
                  <a:schemeClr val="tx1">
                    <a:tint val="75000"/>
                  </a:schemeClr>
                </a:solidFill>
              </a:defRPr>
            </a:lvl1pPr>
          </a:lstStyle>
          <a:p>
            <a:fld id="{49AE70B2-8BF9-45C0-BB95-33D1B9D3A854}" type="slidenum">
              <a:rPr lang="zh-CN" altLang="en-US" smtClean="0"/>
            </a:fld>
            <a:endParaRPr lang="zh-CN" altLang="en-US"/>
          </a:p>
        </p:txBody>
      </p:sp>
      <p:sp>
        <p:nvSpPr>
          <p:cNvPr id="7" name="KSO_TEMPLATE" hidden="1"/>
          <p:cNvSpPr/>
          <p:nvPr userDrawn="1">
            <p:custDataLst>
              <p:tags r:id="rId13"/>
            </p:custDataLst>
          </p:nvPr>
        </p:nvSpPr>
        <p:spPr>
          <a:xfrm>
            <a:off x="0" y="0"/>
            <a:ext cx="0" cy="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Lst>
  <p:txStyles>
    <p:titleStyle>
      <a:lvl1pPr algn="l" defTabSz="914400" rtl="0" eaLnBrk="1" latinLnBrk="0" hangingPunct="1">
        <a:lnSpc>
          <a:spcPct val="90000"/>
        </a:lnSpc>
        <a:spcBef>
          <a:spcPct val="0"/>
        </a:spcBef>
        <a:buNone/>
        <a:defRPr sz="40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tags" Target="../tags/tag4.xml"/></Relationships>
</file>

<file path=ppt/slides/_rels/slide2.xml.rels><?xml version="1.0" encoding="UTF-8" standalone="yes"?>
<Relationships xmlns="http://schemas.openxmlformats.org/package/2006/relationships"><Relationship Id="rId4" Type="http://schemas.openxmlformats.org/officeDocument/2006/relationships/slideLayout" Target="../slideLayouts/slideLayout8.xml"/><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image" Target="../media/image1.png"/></Relationships>
</file>

<file path=ppt/slides/_rels/slide3.xml.rels><?xml version="1.0" encoding="UTF-8" standalone="yes"?>
<Relationships xmlns="http://schemas.openxmlformats.org/package/2006/relationships"><Relationship Id="rId2" Type="http://schemas.openxmlformats.org/officeDocument/2006/relationships/slideLayout" Target="../slideLayouts/slideLayout8.xml"/><Relationship Id="rId1" Type="http://schemas.openxmlformats.org/officeDocument/2006/relationships/image" Target="../media/image4.png"/></Relationships>
</file>

<file path=ppt/slides/_rels/slide4.xml.rels><?xml version="1.0" encoding="UTF-8" standalone="yes"?>
<Relationships xmlns="http://schemas.openxmlformats.org/package/2006/relationships"><Relationship Id="rId5" Type="http://schemas.openxmlformats.org/officeDocument/2006/relationships/slideLayout" Target="../slideLayouts/slideLayout8.xml"/><Relationship Id="rId4" Type="http://schemas.openxmlformats.org/officeDocument/2006/relationships/image" Target="../media/image8.png"/><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image" Target="../media/image5.png"/></Relationships>
</file>

<file path=ppt/slides/_rels/slide5.xml.rels><?xml version="1.0" encoding="UTF-8" standalone="yes"?>
<Relationships xmlns="http://schemas.openxmlformats.org/package/2006/relationships"><Relationship Id="rId2" Type="http://schemas.openxmlformats.org/officeDocument/2006/relationships/slideLayout" Target="../slideLayouts/slideLayout8.xml"/><Relationship Id="rId1" Type="http://schemas.openxmlformats.org/officeDocument/2006/relationships/image" Target="../media/image9.png"/></Relationships>
</file>

<file path=ppt/slides/_rels/slide6.xml.rels><?xml version="1.0" encoding="UTF-8" standalone="yes"?>
<Relationships xmlns="http://schemas.openxmlformats.org/package/2006/relationships"><Relationship Id="rId2" Type="http://schemas.openxmlformats.org/officeDocument/2006/relationships/slideLayout" Target="../slideLayouts/slideLayout8.xml"/><Relationship Id="rId1" Type="http://schemas.openxmlformats.org/officeDocument/2006/relationships/image" Target="../media/image10.png"/></Relationships>
</file>

<file path=ppt/slides/_rels/slide7.xml.rels><?xml version="1.0" encoding="UTF-8" standalone="yes"?>
<Relationships xmlns="http://schemas.openxmlformats.org/package/2006/relationships"><Relationship Id="rId4" Type="http://schemas.openxmlformats.org/officeDocument/2006/relationships/slideLayout" Target="../slideLayouts/slideLayout8.xml"/><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image" Target="../media/image11.png"/></Relationships>
</file>

<file path=ppt/slides/_rels/slide8.xml.rels><?xml version="1.0" encoding="UTF-8" standalone="yes"?>
<Relationships xmlns="http://schemas.openxmlformats.org/package/2006/relationships"><Relationship Id="rId5" Type="http://schemas.openxmlformats.org/officeDocument/2006/relationships/slideLayout" Target="../slideLayouts/slideLayout8.xml"/><Relationship Id="rId4" Type="http://schemas.openxmlformats.org/officeDocument/2006/relationships/image" Target="../media/image17.png"/><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image" Target="../media/image14.png"/></Relationships>
</file>

<file path=ppt/slides/_rels/slide9.xml.rels><?xml version="1.0" encoding="UTF-8" standalone="yes"?>
<Relationships xmlns="http://schemas.openxmlformats.org/package/2006/relationships"><Relationship Id="rId2" Type="http://schemas.openxmlformats.org/officeDocument/2006/relationships/slideLayout" Target="../slideLayouts/slideLayout8.xml"/><Relationship Id="rId1" Type="http://schemas.openxmlformats.org/officeDocument/2006/relationships/image" Target="../media/image18.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20.png"/><Relationship Id="rId1" Type="http://schemas.openxmlformats.org/officeDocument/2006/relationships/image" Target="../media/image19.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ctrTitle"/>
          </p:nvPr>
        </p:nvSpPr>
        <p:spPr/>
        <p:txBody>
          <a:bodyPr/>
          <a:p>
            <a:r>
              <a:rPr lang="en-US" altLang="zh-CN"/>
              <a:t>CurriculumDesign</a:t>
            </a:r>
            <a:endParaRPr lang="en-US" altLang="zh-CN"/>
          </a:p>
        </p:txBody>
      </p:sp>
      <p:sp>
        <p:nvSpPr>
          <p:cNvPr id="3" name="副标题 2"/>
          <p:cNvSpPr>
            <a:spLocks noGrp="1"/>
          </p:cNvSpPr>
          <p:nvPr>
            <p:ph type="subTitle" idx="1"/>
          </p:nvPr>
        </p:nvSpPr>
        <p:spPr/>
        <p:txBody>
          <a:bodyPr/>
          <a:p>
            <a:r>
              <a:rPr lang="zh-CN" altLang="en-US"/>
              <a:t>软件</a:t>
            </a:r>
            <a:r>
              <a:rPr lang="en-US" altLang="zh-CN"/>
              <a:t>171</a:t>
            </a:r>
            <a:endParaRPr lang="en-US" altLang="zh-CN"/>
          </a:p>
          <a:p>
            <a:r>
              <a:rPr lang="zh-CN" altLang="en-US"/>
              <a:t>张凯</a:t>
            </a:r>
            <a:endParaRPr lang="zh-CN" altLang="en-US"/>
          </a:p>
          <a:p>
            <a:r>
              <a:rPr lang="en-US" altLang="zh-CN"/>
              <a:t>201711104012</a:t>
            </a:r>
            <a:endParaRPr lang="en-US" altLang="zh-CN"/>
          </a:p>
        </p:txBody>
      </p:sp>
    </p:spTree>
    <p:custDataLst>
      <p:tags r:id="rId1"/>
    </p:custData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a:xfrm>
            <a:off x="646430" y="127000"/>
            <a:ext cx="4164965" cy="506095"/>
          </a:xfrm>
        </p:spPr>
        <p:txBody>
          <a:bodyPr/>
          <a:p>
            <a:r>
              <a:rPr lang="en-US" altLang="zh-CN"/>
              <a:t>DuLinkList</a:t>
            </a:r>
            <a:endParaRPr lang="en-US" altLang="zh-CN"/>
          </a:p>
        </p:txBody>
      </p:sp>
      <p:sp>
        <p:nvSpPr>
          <p:cNvPr id="4" name="文本占位符 3"/>
          <p:cNvSpPr>
            <a:spLocks noGrp="1"/>
          </p:cNvSpPr>
          <p:nvPr>
            <p:ph type="body" sz="half" idx="2"/>
          </p:nvPr>
        </p:nvSpPr>
        <p:spPr>
          <a:xfrm>
            <a:off x="646430" y="706120"/>
            <a:ext cx="4168775" cy="3362960"/>
          </a:xfrm>
        </p:spPr>
        <p:txBody>
          <a:bodyPr>
            <a:noAutofit/>
          </a:bodyPr>
          <a:p>
            <a:r>
              <a:rPr lang="zh-CN" altLang="en-US">
                <a:latin typeface="宋体" panose="02010600030101010101" pitchFamily="2" charset="-122"/>
                <a:ea typeface="宋体" panose="02010600030101010101" pitchFamily="2" charset="-122"/>
                <a:cs typeface="宋体" panose="02010600030101010101" pitchFamily="2" charset="-122"/>
              </a:rPr>
              <a:t> 双向循环链表(Doubly Circular Linked List)是循环链表的一种。双向循环链表在双向链表的基础上，将表头结点的前驱指针指向尾结点，尾结点的后驱指针指向表头结点，首尾相连形成一个双向环。</a:t>
            </a:r>
            <a:endParaRPr lang="zh-CN" altLang="en-US">
              <a:latin typeface="宋体" panose="02010600030101010101" pitchFamily="2" charset="-122"/>
              <a:ea typeface="宋体" panose="02010600030101010101" pitchFamily="2" charset="-122"/>
              <a:cs typeface="宋体" panose="02010600030101010101" pitchFamily="2" charset="-122"/>
            </a:endParaRPr>
          </a:p>
        </p:txBody>
      </p:sp>
      <p:pic>
        <p:nvPicPr>
          <p:cNvPr id="5" name="图片占位符 4" descr="图片1"/>
          <p:cNvPicPr>
            <a:picLocks noChangeAspect="1"/>
          </p:cNvPicPr>
          <p:nvPr>
            <p:ph type="pic" idx="1"/>
          </p:nvPr>
        </p:nvPicPr>
        <p:blipFill>
          <a:blip r:embed="rId1"/>
          <a:stretch>
            <a:fillRect/>
          </a:stretch>
        </p:blipFill>
        <p:spPr>
          <a:xfrm>
            <a:off x="4652010" y="127000"/>
            <a:ext cx="5817235" cy="2501900"/>
          </a:xfrm>
          <a:prstGeom prst="rect">
            <a:avLst/>
          </a:prstGeom>
        </p:spPr>
      </p:pic>
      <p:pic>
        <p:nvPicPr>
          <p:cNvPr id="6" name="图片 5" descr="图片2"/>
          <p:cNvPicPr>
            <a:picLocks noChangeAspect="1"/>
          </p:cNvPicPr>
          <p:nvPr/>
        </p:nvPicPr>
        <p:blipFill>
          <a:blip r:embed="rId2"/>
          <a:stretch>
            <a:fillRect/>
          </a:stretch>
        </p:blipFill>
        <p:spPr>
          <a:xfrm>
            <a:off x="4713605" y="2628900"/>
            <a:ext cx="5629275" cy="2552700"/>
          </a:xfrm>
          <a:prstGeom prst="rect">
            <a:avLst/>
          </a:prstGeom>
        </p:spPr>
      </p:pic>
      <p:pic>
        <p:nvPicPr>
          <p:cNvPr id="7" name="图片 6" descr="图片3"/>
          <p:cNvPicPr>
            <a:picLocks noChangeAspect="1"/>
          </p:cNvPicPr>
          <p:nvPr/>
        </p:nvPicPr>
        <p:blipFill>
          <a:blip r:embed="rId3"/>
          <a:stretch>
            <a:fillRect/>
          </a:stretch>
        </p:blipFill>
        <p:spPr>
          <a:xfrm>
            <a:off x="4713605" y="5181600"/>
            <a:ext cx="5762625" cy="1628775"/>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t>InsertSort</a:t>
            </a:r>
            <a:endParaRPr lang="zh-CN" altLang="en-US"/>
          </a:p>
        </p:txBody>
      </p:sp>
      <p:sp>
        <p:nvSpPr>
          <p:cNvPr id="4" name="文本占位符 3"/>
          <p:cNvSpPr>
            <a:spLocks noGrp="1"/>
          </p:cNvSpPr>
          <p:nvPr>
            <p:ph type="body" sz="half" idx="2"/>
          </p:nvPr>
        </p:nvSpPr>
        <p:spPr/>
        <p:txBody>
          <a:bodyPr/>
          <a:p>
            <a:r>
              <a:rPr lang="zh-CN" altLang="en-US" sz="2000">
                <a:latin typeface="宋体" panose="02010600030101010101" pitchFamily="2" charset="-122"/>
                <a:ea typeface="宋体" panose="02010600030101010101" pitchFamily="2" charset="-122"/>
              </a:rPr>
              <a:t>将待排关键字按期大小插入到待排序列合适位置。</a:t>
            </a:r>
            <a:endParaRPr lang="zh-CN" altLang="en-US" sz="2000">
              <a:latin typeface="宋体" panose="02010600030101010101" pitchFamily="2" charset="-122"/>
              <a:ea typeface="宋体" panose="02010600030101010101" pitchFamily="2" charset="-122"/>
            </a:endParaRPr>
          </a:p>
        </p:txBody>
      </p:sp>
      <p:pic>
        <p:nvPicPr>
          <p:cNvPr id="5" name="图片占位符 4"/>
          <p:cNvPicPr>
            <a:picLocks noChangeAspect="1"/>
          </p:cNvPicPr>
          <p:nvPr>
            <p:ph type="pic" idx="1"/>
          </p:nvPr>
        </p:nvPicPr>
        <p:blipFill>
          <a:blip r:embed="rId1"/>
          <a:stretch>
            <a:fillRect/>
          </a:stretch>
        </p:blipFill>
        <p:spPr>
          <a:xfrm>
            <a:off x="6827520" y="2223770"/>
            <a:ext cx="2529840" cy="217932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t>BubbleSort</a:t>
            </a:r>
            <a:endParaRPr lang="zh-CN" altLang="en-US"/>
          </a:p>
        </p:txBody>
      </p:sp>
      <p:sp>
        <p:nvSpPr>
          <p:cNvPr id="4" name="文本占位符 3"/>
          <p:cNvSpPr>
            <a:spLocks noGrp="1"/>
          </p:cNvSpPr>
          <p:nvPr>
            <p:ph type="body" sz="half" idx="2"/>
          </p:nvPr>
        </p:nvSpPr>
        <p:spPr>
          <a:xfrm>
            <a:off x="646430" y="1273175"/>
            <a:ext cx="4164965" cy="4587875"/>
          </a:xfrm>
        </p:spPr>
        <p:txBody>
          <a:bodyPr>
            <a:normAutofit fontScale="70000"/>
          </a:bodyPr>
          <a:p>
            <a:r>
              <a:rPr lang="zh-CN" altLang="en-US"/>
              <a:t>冒泡排序是十分基础的一种排序算法了，其原理就是：它重复地走访过要排序的元素，依次比较相邻两个元素，如果他们的顺序错误就把他们调换过来，直到没有元素再需要交换，排序完成。这个算法的名字由来是因为越小(或越大)的元素会经由交换慢慢“浮”到数列的顶端。</a:t>
            </a:r>
            <a:endParaRPr lang="zh-CN" altLang="en-US"/>
          </a:p>
          <a:p>
            <a:r>
              <a:rPr lang="zh-CN" altLang="en-US"/>
              <a:t>冒泡排序的操作步骤大致如下：</a:t>
            </a:r>
            <a:endParaRPr lang="zh-CN" altLang="en-US"/>
          </a:p>
          <a:p>
            <a:r>
              <a:rPr lang="zh-CN" altLang="en-US"/>
              <a:t>1.比较相邻的元素，如果前一个比后一个大，就把它们两个调换位置。</a:t>
            </a:r>
            <a:endParaRPr lang="zh-CN" altLang="en-US"/>
          </a:p>
          <a:p>
            <a:r>
              <a:rPr lang="zh-CN" altLang="en-US"/>
              <a:t>2.对每一对相邻元素作同样的工作，从开始第一对到结尾的最后一对。这步做完后，最后的元素会是最大的数。</a:t>
            </a:r>
            <a:endParaRPr lang="zh-CN" altLang="en-US"/>
          </a:p>
          <a:p>
            <a:r>
              <a:rPr lang="zh-CN" altLang="en-US"/>
              <a:t>3.针对所有的元素重复以上的步骤，除了最后一个。</a:t>
            </a:r>
            <a:endParaRPr lang="zh-CN" altLang="en-US"/>
          </a:p>
          <a:p>
            <a:r>
              <a:rPr lang="zh-CN" altLang="en-US"/>
              <a:t>4.持续每次对越来越少的元素重复上面的步骤，直到没有任何一对数字需要比较。</a:t>
            </a:r>
            <a:endParaRPr lang="zh-CN" altLang="en-US"/>
          </a:p>
          <a:p>
            <a:endParaRPr lang="zh-CN" altLang="en-US"/>
          </a:p>
        </p:txBody>
      </p:sp>
      <p:pic>
        <p:nvPicPr>
          <p:cNvPr id="7" name="图片 6"/>
          <p:cNvPicPr>
            <a:picLocks noChangeAspect="1"/>
          </p:cNvPicPr>
          <p:nvPr/>
        </p:nvPicPr>
        <p:blipFill>
          <a:blip r:embed="rId1"/>
          <a:stretch>
            <a:fillRect/>
          </a:stretch>
        </p:blipFill>
        <p:spPr>
          <a:xfrm>
            <a:off x="4989830" y="127000"/>
            <a:ext cx="5372100" cy="1706880"/>
          </a:xfrm>
          <a:prstGeom prst="rect">
            <a:avLst/>
          </a:prstGeom>
        </p:spPr>
      </p:pic>
      <p:pic>
        <p:nvPicPr>
          <p:cNvPr id="8" name="图片 7"/>
          <p:cNvPicPr>
            <a:picLocks noChangeAspect="1"/>
          </p:cNvPicPr>
          <p:nvPr/>
        </p:nvPicPr>
        <p:blipFill>
          <a:blip r:embed="rId2"/>
          <a:stretch>
            <a:fillRect/>
          </a:stretch>
        </p:blipFill>
        <p:spPr>
          <a:xfrm>
            <a:off x="4989830" y="1997075"/>
            <a:ext cx="5142865" cy="1750695"/>
          </a:xfrm>
          <a:prstGeom prst="rect">
            <a:avLst/>
          </a:prstGeom>
        </p:spPr>
      </p:pic>
      <p:pic>
        <p:nvPicPr>
          <p:cNvPr id="9" name="图片 8"/>
          <p:cNvPicPr>
            <a:picLocks noChangeAspect="1"/>
          </p:cNvPicPr>
          <p:nvPr/>
        </p:nvPicPr>
        <p:blipFill>
          <a:blip r:embed="rId3"/>
          <a:stretch>
            <a:fillRect/>
          </a:stretch>
        </p:blipFill>
        <p:spPr>
          <a:xfrm>
            <a:off x="4989830" y="3747770"/>
            <a:ext cx="5334000" cy="1676400"/>
          </a:xfrm>
          <a:prstGeom prst="rect">
            <a:avLst/>
          </a:prstGeom>
        </p:spPr>
      </p:pic>
      <p:pic>
        <p:nvPicPr>
          <p:cNvPr id="10" name="图片 9"/>
          <p:cNvPicPr>
            <a:picLocks noChangeAspect="1"/>
          </p:cNvPicPr>
          <p:nvPr/>
        </p:nvPicPr>
        <p:blipFill>
          <a:blip r:embed="rId4"/>
          <a:stretch>
            <a:fillRect/>
          </a:stretch>
        </p:blipFill>
        <p:spPr>
          <a:xfrm>
            <a:off x="5005070" y="5424170"/>
            <a:ext cx="5356860" cy="130302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a:xfrm>
            <a:off x="646430" y="154305"/>
            <a:ext cx="4164965" cy="354965"/>
          </a:xfrm>
        </p:spPr>
        <p:txBody>
          <a:bodyPr>
            <a:normAutofit fontScale="90000"/>
          </a:bodyPr>
          <a:p>
            <a:r>
              <a:rPr lang="zh-CN" altLang="en-US"/>
              <a:t>HeapSort</a:t>
            </a:r>
            <a:endParaRPr lang="zh-CN" altLang="en-US"/>
          </a:p>
        </p:txBody>
      </p:sp>
      <p:sp>
        <p:nvSpPr>
          <p:cNvPr id="4" name="文本占位符 3"/>
          <p:cNvSpPr>
            <a:spLocks noGrp="1"/>
          </p:cNvSpPr>
          <p:nvPr>
            <p:ph type="body" sz="half" idx="2"/>
          </p:nvPr>
        </p:nvSpPr>
        <p:spPr>
          <a:xfrm>
            <a:off x="651510" y="509270"/>
            <a:ext cx="4164965" cy="5360035"/>
          </a:xfrm>
        </p:spPr>
        <p:txBody>
          <a:bodyPr>
            <a:noAutofit/>
          </a:bodyPr>
          <a:p>
            <a:r>
              <a:rPr lang="zh-CN" altLang="en-US" sz="1300">
                <a:latin typeface="华文中宋" panose="02010600040101010101" charset="-122"/>
                <a:ea typeface="华文中宋" panose="02010600040101010101" charset="-122"/>
                <a:cs typeface="华文中宋" panose="02010600040101010101" charset="-122"/>
              </a:rPr>
              <a:t>两种不同属性的heap sort, 一种是max-heap 任意根节点的值都大于它的左孩子和右孩子。另一种是min-heap， 任意根节点的值都小于它的左孩子和右孩子。二叉堆满足二个特性：</a:t>
            </a:r>
            <a:endParaRPr lang="zh-CN" altLang="en-US" sz="1300">
              <a:latin typeface="华文中宋" panose="02010600040101010101" charset="-122"/>
              <a:ea typeface="华文中宋" panose="02010600040101010101" charset="-122"/>
              <a:cs typeface="华文中宋" panose="02010600040101010101" charset="-122"/>
            </a:endParaRPr>
          </a:p>
          <a:p>
            <a:r>
              <a:rPr lang="zh-CN" altLang="en-US" sz="1300">
                <a:latin typeface="华文中宋" panose="02010600040101010101" charset="-122"/>
                <a:ea typeface="华文中宋" panose="02010600040101010101" charset="-122"/>
                <a:cs typeface="华文中宋" panose="02010600040101010101" charset="-122"/>
              </a:rPr>
              <a:t>1．父结点的键值总是大于或等于（小于或等于）任何一个子节点的键值。</a:t>
            </a:r>
            <a:endParaRPr lang="zh-CN" altLang="en-US" sz="1300">
              <a:latin typeface="华文中宋" panose="02010600040101010101" charset="-122"/>
              <a:ea typeface="华文中宋" panose="02010600040101010101" charset="-122"/>
              <a:cs typeface="华文中宋" panose="02010600040101010101" charset="-122"/>
            </a:endParaRPr>
          </a:p>
          <a:p>
            <a:r>
              <a:rPr lang="zh-CN" altLang="en-US" sz="1300">
                <a:latin typeface="华文中宋" panose="02010600040101010101" charset="-122"/>
                <a:ea typeface="华文中宋" panose="02010600040101010101" charset="-122"/>
                <a:cs typeface="华文中宋" panose="02010600040101010101" charset="-122"/>
              </a:rPr>
              <a:t>2．每个结点的左子树和右子树都是一个二叉堆（都是最大堆或最小堆）。</a:t>
            </a:r>
            <a:endParaRPr lang="zh-CN" altLang="en-US" sz="1300">
              <a:latin typeface="华文中宋" panose="02010600040101010101" charset="-122"/>
              <a:ea typeface="华文中宋" panose="02010600040101010101" charset="-122"/>
              <a:cs typeface="华文中宋" panose="02010600040101010101" charset="-122"/>
            </a:endParaRPr>
          </a:p>
          <a:p>
            <a:r>
              <a:rPr lang="zh-CN" altLang="en-US" sz="1300">
                <a:latin typeface="华文中宋" panose="02010600040101010101" charset="-122"/>
                <a:ea typeface="华文中宋" panose="02010600040101010101" charset="-122"/>
                <a:cs typeface="华文中宋" panose="02010600040101010101" charset="-122"/>
              </a:rPr>
              <a:t>当父结点的键值总是大于或等于任何一个子节点的键值时为最大堆。当父结点的键值总是小于或等于任何一个子节点的键值时为最小堆。</a:t>
            </a:r>
            <a:endParaRPr lang="zh-CN" altLang="en-US" sz="1300">
              <a:latin typeface="华文中宋" panose="02010600040101010101" charset="-122"/>
              <a:ea typeface="华文中宋" panose="02010600040101010101" charset="-122"/>
              <a:cs typeface="华文中宋" panose="02010600040101010101" charset="-122"/>
            </a:endParaRPr>
          </a:p>
          <a:p>
            <a:r>
              <a:rPr lang="zh-CN" altLang="en-US" sz="1300">
                <a:latin typeface="华文中宋" panose="02010600040101010101" charset="-122"/>
                <a:ea typeface="华文中宋" panose="02010600040101010101" charset="-122"/>
                <a:cs typeface="华文中宋" panose="02010600040101010101" charset="-122"/>
              </a:rPr>
              <a:t>堆排序也是基于分治思想的，主要有以下三步：</a:t>
            </a:r>
            <a:endParaRPr lang="zh-CN" altLang="en-US" sz="1300">
              <a:latin typeface="华文中宋" panose="02010600040101010101" charset="-122"/>
              <a:ea typeface="华文中宋" panose="02010600040101010101" charset="-122"/>
              <a:cs typeface="华文中宋" panose="02010600040101010101" charset="-122"/>
            </a:endParaRPr>
          </a:p>
          <a:p>
            <a:r>
              <a:rPr lang="zh-CN" altLang="en-US" sz="1300">
                <a:latin typeface="华文中宋" panose="02010600040101010101" charset="-122"/>
                <a:ea typeface="华文中宋" panose="02010600040101010101" charset="-122"/>
                <a:cs typeface="华文中宋" panose="02010600040101010101" charset="-122"/>
              </a:rPr>
              <a:t>初始化，从第一个非叶结点开始遍历，使以其为根的树为大根堆；</a:t>
            </a:r>
            <a:endParaRPr lang="zh-CN" altLang="en-US" sz="1300">
              <a:latin typeface="华文中宋" panose="02010600040101010101" charset="-122"/>
              <a:ea typeface="华文中宋" panose="02010600040101010101" charset="-122"/>
              <a:cs typeface="华文中宋" panose="02010600040101010101" charset="-122"/>
            </a:endParaRPr>
          </a:p>
          <a:p>
            <a:r>
              <a:rPr lang="zh-CN" altLang="en-US" sz="1300">
                <a:latin typeface="华文中宋" panose="02010600040101010101" charset="-122"/>
                <a:ea typeface="华文中宋" panose="02010600040101010101" charset="-122"/>
                <a:cs typeface="华文中宋" panose="02010600040101010101" charset="-122"/>
              </a:rPr>
              <a:t>交换堆顶元素与堆尾元素，筛选出最大的值。调整新的堆为大根堆。</a:t>
            </a:r>
            <a:endParaRPr lang="zh-CN" altLang="en-US" sz="1300">
              <a:latin typeface="华文中宋" panose="02010600040101010101" charset="-122"/>
              <a:ea typeface="华文中宋" panose="02010600040101010101" charset="-122"/>
              <a:cs typeface="华文中宋" panose="02010600040101010101" charset="-122"/>
            </a:endParaRPr>
          </a:p>
          <a:p>
            <a:r>
              <a:rPr lang="zh-CN" altLang="en-US" sz="1300">
                <a:latin typeface="华文中宋" panose="02010600040101010101" charset="-122"/>
                <a:ea typeface="华文中宋" panose="02010600040101010101" charset="-122"/>
                <a:cs typeface="华文中宋" panose="02010600040101010101" charset="-122"/>
              </a:rPr>
              <a:t>重复，每次筛选出堆中的最大元素，堆排序完成。 </a:t>
            </a:r>
            <a:endParaRPr lang="zh-CN" altLang="en-US" sz="1300">
              <a:latin typeface="华文中宋" panose="02010600040101010101" charset="-122"/>
              <a:ea typeface="华文中宋" panose="02010600040101010101" charset="-122"/>
              <a:cs typeface="华文中宋" panose="02010600040101010101" charset="-122"/>
            </a:endParaRPr>
          </a:p>
          <a:p>
            <a:endParaRPr lang="zh-CN" altLang="en-US" sz="1300">
              <a:latin typeface="华文中宋" panose="02010600040101010101" charset="-122"/>
              <a:ea typeface="华文中宋" panose="02010600040101010101" charset="-122"/>
              <a:cs typeface="华文中宋" panose="02010600040101010101" charset="-122"/>
            </a:endParaRPr>
          </a:p>
          <a:p>
            <a:endParaRPr lang="zh-CN" altLang="en-US" sz="1300">
              <a:latin typeface="华文中宋" panose="02010600040101010101" charset="-122"/>
              <a:ea typeface="华文中宋" panose="02010600040101010101" charset="-122"/>
              <a:cs typeface="华文中宋" panose="02010600040101010101" charset="-122"/>
            </a:endParaRPr>
          </a:p>
          <a:p>
            <a:r>
              <a:rPr lang="zh-CN" altLang="en-US" sz="1300">
                <a:latin typeface="华文中宋" panose="02010600040101010101" charset="-122"/>
                <a:ea typeface="华文中宋" panose="02010600040101010101" charset="-122"/>
                <a:cs typeface="华文中宋" panose="02010600040101010101" charset="-122"/>
              </a:rPr>
              <a:t>-</a:t>
            </a:r>
            <a:endParaRPr lang="zh-CN" altLang="en-US" sz="1300">
              <a:latin typeface="华文中宋" panose="02010600040101010101" charset="-122"/>
              <a:ea typeface="华文中宋" panose="02010600040101010101" charset="-122"/>
              <a:cs typeface="华文中宋" panose="02010600040101010101" charset="-122"/>
            </a:endParaRPr>
          </a:p>
        </p:txBody>
      </p:sp>
      <p:pic>
        <p:nvPicPr>
          <p:cNvPr id="6" name="图片 5"/>
          <p:cNvPicPr>
            <a:picLocks noChangeAspect="1"/>
          </p:cNvPicPr>
          <p:nvPr/>
        </p:nvPicPr>
        <p:blipFill>
          <a:blip r:embed="rId1"/>
          <a:stretch>
            <a:fillRect/>
          </a:stretch>
        </p:blipFill>
        <p:spPr>
          <a:xfrm>
            <a:off x="5600700" y="2717165"/>
            <a:ext cx="3642360" cy="1318260"/>
          </a:xfrm>
          <a:prstGeom prst="rect">
            <a:avLst/>
          </a:prstGeom>
        </p:spPr>
      </p:pic>
      <p:sp>
        <p:nvSpPr>
          <p:cNvPr id="3" name="图片占位符 2"/>
          <p:cNvSpPr/>
          <p:nvPr>
            <p:ph type="pic" idx="1"/>
          </p:nvPr>
        </p:nvSpPr>
        <p:spPr/>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a:xfrm>
            <a:off x="646430" y="127000"/>
            <a:ext cx="4164965" cy="501650"/>
          </a:xfrm>
        </p:spPr>
        <p:txBody>
          <a:bodyPr/>
          <a:p>
            <a:r>
              <a:rPr lang="en-US" altLang="zh-CN"/>
              <a:t>MergeSort   </a:t>
            </a:r>
            <a:endParaRPr lang="en-US" altLang="zh-CN"/>
          </a:p>
        </p:txBody>
      </p:sp>
      <p:sp>
        <p:nvSpPr>
          <p:cNvPr id="4" name="文本占位符 3"/>
          <p:cNvSpPr>
            <a:spLocks noGrp="1"/>
          </p:cNvSpPr>
          <p:nvPr>
            <p:ph type="body" sz="half" idx="2"/>
          </p:nvPr>
        </p:nvSpPr>
        <p:spPr>
          <a:xfrm>
            <a:off x="646430" y="687070"/>
            <a:ext cx="4164965" cy="5697220"/>
          </a:xfrm>
        </p:spPr>
        <p:txBody>
          <a:bodyPr>
            <a:normAutofit fontScale="55000"/>
          </a:bodyPr>
          <a:p>
            <a:r>
              <a:rPr lang="zh-CN" altLang="en-US" sz="2400">
                <a:latin typeface="宋体" panose="02010600030101010101" pitchFamily="2" charset="-122"/>
                <a:ea typeface="宋体" panose="02010600030101010101" pitchFamily="2" charset="-122"/>
                <a:cs typeface="宋体" panose="02010600030101010101" pitchFamily="2" charset="-122"/>
              </a:rPr>
              <a:t>归并排序（MergeSort），是创建在归并操作上的一种有效的排序算法，效率为O(nlogn)</a:t>
            </a:r>
            <a:r>
              <a:rPr lang="en-US" altLang="zh-CN" sz="2400">
                <a:latin typeface="宋体" panose="02010600030101010101" pitchFamily="2" charset="-122"/>
                <a:ea typeface="宋体" panose="02010600030101010101" pitchFamily="2" charset="-122"/>
                <a:cs typeface="宋体" panose="02010600030101010101" pitchFamily="2" charset="-122"/>
              </a:rPr>
              <a:t>,</a:t>
            </a:r>
            <a:r>
              <a:rPr lang="zh-CN" altLang="en-US" sz="2400">
                <a:latin typeface="宋体" panose="02010600030101010101" pitchFamily="2" charset="-122"/>
                <a:ea typeface="宋体" panose="02010600030101010101" pitchFamily="2" charset="-122"/>
                <a:cs typeface="宋体" panose="02010600030101010101" pitchFamily="2" charset="-122"/>
                <a:sym typeface="+mn-ea"/>
              </a:rPr>
              <a:t>空间复杂度</a:t>
            </a:r>
            <a:r>
              <a:rPr lang="en-US" altLang="zh-CN" sz="2400">
                <a:latin typeface="宋体" panose="02010600030101010101" pitchFamily="2" charset="-122"/>
                <a:ea typeface="宋体" panose="02010600030101010101" pitchFamily="2" charset="-122"/>
                <a:cs typeface="宋体" panose="02010600030101010101" pitchFamily="2" charset="-122"/>
                <a:sym typeface="+mn-ea"/>
              </a:rPr>
              <a:t>O</a:t>
            </a:r>
            <a:r>
              <a:rPr lang="zh-CN" altLang="en-US" sz="2400">
                <a:latin typeface="宋体" panose="02010600030101010101" pitchFamily="2" charset="-122"/>
                <a:ea typeface="宋体" panose="02010600030101010101" pitchFamily="2" charset="-122"/>
                <a:cs typeface="宋体" panose="02010600030101010101" pitchFamily="2" charset="-122"/>
                <a:sym typeface="+mn-ea"/>
              </a:rPr>
              <a:t>（</a:t>
            </a:r>
            <a:r>
              <a:rPr lang="en-US" altLang="zh-CN" sz="2400">
                <a:latin typeface="宋体" panose="02010600030101010101" pitchFamily="2" charset="-122"/>
                <a:ea typeface="宋体" panose="02010600030101010101" pitchFamily="2" charset="-122"/>
                <a:cs typeface="宋体" panose="02010600030101010101" pitchFamily="2" charset="-122"/>
                <a:sym typeface="+mn-ea"/>
              </a:rPr>
              <a:t>n</a:t>
            </a:r>
            <a:r>
              <a:rPr lang="zh-CN" altLang="en-US" sz="2400">
                <a:latin typeface="宋体" panose="02010600030101010101" pitchFamily="2" charset="-122"/>
                <a:ea typeface="宋体" panose="02010600030101010101" pitchFamily="2" charset="-122"/>
                <a:cs typeface="宋体" panose="02010600030101010101" pitchFamily="2" charset="-122"/>
                <a:sym typeface="+mn-ea"/>
              </a:rPr>
              <a:t>）</a:t>
            </a:r>
            <a:r>
              <a:rPr lang="zh-CN" altLang="en-US" sz="2400">
                <a:latin typeface="宋体" panose="02010600030101010101" pitchFamily="2" charset="-122"/>
                <a:ea typeface="宋体" panose="02010600030101010101" pitchFamily="2" charset="-122"/>
                <a:cs typeface="宋体" panose="02010600030101010101" pitchFamily="2" charset="-122"/>
              </a:rPr>
              <a:t> </a:t>
            </a:r>
            <a:endParaRPr lang="zh-CN" altLang="en-US" sz="2400">
              <a:latin typeface="宋体" panose="02010600030101010101" pitchFamily="2" charset="-122"/>
              <a:ea typeface="宋体" panose="02010600030101010101" pitchFamily="2" charset="-122"/>
              <a:cs typeface="宋体" panose="02010600030101010101" pitchFamily="2" charset="-122"/>
            </a:endParaRPr>
          </a:p>
          <a:p>
            <a:r>
              <a:rPr lang="zh-CN" altLang="en-US" sz="2400">
                <a:latin typeface="宋体" panose="02010600030101010101" pitchFamily="2" charset="-122"/>
                <a:ea typeface="宋体" panose="02010600030101010101" pitchFamily="2" charset="-122"/>
                <a:cs typeface="宋体" panose="02010600030101010101" pitchFamily="2" charset="-122"/>
              </a:rPr>
              <a:t>递归法: 自顶向下（Top-Down）</a:t>
            </a:r>
            <a:endParaRPr lang="zh-CN" altLang="en-US" sz="2400">
              <a:latin typeface="宋体" panose="02010600030101010101" pitchFamily="2" charset="-122"/>
              <a:ea typeface="宋体" panose="02010600030101010101" pitchFamily="2" charset="-122"/>
              <a:cs typeface="宋体" panose="02010600030101010101" pitchFamily="2" charset="-122"/>
            </a:endParaRPr>
          </a:p>
          <a:p>
            <a:r>
              <a:rPr lang="zh-CN" altLang="en-US" sz="2400">
                <a:latin typeface="宋体" panose="02010600030101010101" pitchFamily="2" charset="-122"/>
                <a:ea typeface="宋体" panose="02010600030101010101" pitchFamily="2" charset="-122"/>
                <a:cs typeface="宋体" panose="02010600030101010101" pitchFamily="2" charset="-122"/>
              </a:rPr>
              <a:t>直接在原序列上直接归并排序，每次归并排序分别对左右两边进行归并排序，直至细分到两两分组。</a:t>
            </a:r>
            <a:endParaRPr lang="zh-CN" altLang="en-US" sz="2400">
              <a:latin typeface="宋体" panose="02010600030101010101" pitchFamily="2" charset="-122"/>
              <a:ea typeface="宋体" panose="02010600030101010101" pitchFamily="2" charset="-122"/>
              <a:cs typeface="宋体" panose="02010600030101010101" pitchFamily="2" charset="-122"/>
            </a:endParaRPr>
          </a:p>
          <a:p>
            <a:r>
              <a:rPr lang="zh-CN" altLang="en-US" sz="2400">
                <a:latin typeface="宋体" panose="02010600030101010101" pitchFamily="2" charset="-122"/>
                <a:ea typeface="宋体" panose="02010600030101010101" pitchFamily="2" charset="-122"/>
                <a:cs typeface="宋体" panose="02010600030101010101" pitchFamily="2" charset="-122"/>
              </a:rPr>
              <a:t>迭代法：自底向上（Bottom-Up）</a:t>
            </a:r>
            <a:endParaRPr lang="zh-CN" altLang="en-US" sz="2400">
              <a:latin typeface="宋体" panose="02010600030101010101" pitchFamily="2" charset="-122"/>
              <a:ea typeface="宋体" panose="02010600030101010101" pitchFamily="2" charset="-122"/>
              <a:cs typeface="宋体" panose="02010600030101010101" pitchFamily="2" charset="-122"/>
            </a:endParaRPr>
          </a:p>
          <a:p>
            <a:r>
              <a:rPr lang="zh-CN" altLang="en-US" sz="2400">
                <a:latin typeface="宋体" panose="02010600030101010101" pitchFamily="2" charset="-122"/>
                <a:ea typeface="宋体" panose="02010600030101010101" pitchFamily="2" charset="-122"/>
                <a:cs typeface="宋体" panose="02010600030101010101" pitchFamily="2" charset="-122"/>
              </a:rPr>
              <a:t>假设序列共有 n 个元素： </a:t>
            </a:r>
            <a:endParaRPr lang="zh-CN" altLang="en-US" sz="2400">
              <a:latin typeface="宋体" panose="02010600030101010101" pitchFamily="2" charset="-122"/>
              <a:ea typeface="宋体" panose="02010600030101010101" pitchFamily="2" charset="-122"/>
              <a:cs typeface="宋体" panose="02010600030101010101" pitchFamily="2" charset="-122"/>
            </a:endParaRPr>
          </a:p>
          <a:p>
            <a:r>
              <a:rPr lang="zh-CN" altLang="en-US" sz="2400">
                <a:latin typeface="宋体" panose="02010600030101010101" pitchFamily="2" charset="-122"/>
                <a:ea typeface="宋体" panose="02010600030101010101" pitchFamily="2" charset="-122"/>
                <a:cs typeface="宋体" panose="02010600030101010101" pitchFamily="2" charset="-122"/>
              </a:rPr>
              <a:t>1. 先相邻两两分组进行归并排序 </a:t>
            </a:r>
            <a:endParaRPr lang="zh-CN" altLang="en-US" sz="2400">
              <a:latin typeface="宋体" panose="02010600030101010101" pitchFamily="2" charset="-122"/>
              <a:ea typeface="宋体" panose="02010600030101010101" pitchFamily="2" charset="-122"/>
              <a:cs typeface="宋体" panose="02010600030101010101" pitchFamily="2" charset="-122"/>
            </a:endParaRPr>
          </a:p>
          <a:p>
            <a:r>
              <a:rPr lang="zh-CN" altLang="en-US" sz="2400">
                <a:latin typeface="宋体" panose="02010600030101010101" pitchFamily="2" charset="-122"/>
                <a:ea typeface="宋体" panose="02010600030101010101" pitchFamily="2" charset="-122"/>
                <a:cs typeface="宋体" panose="02010600030101010101" pitchFamily="2" charset="-122"/>
              </a:rPr>
              <a:t>2. 再相邻四四分组进行归并排序 </a:t>
            </a:r>
            <a:endParaRPr lang="zh-CN" altLang="en-US" sz="2400">
              <a:latin typeface="宋体" panose="02010600030101010101" pitchFamily="2" charset="-122"/>
              <a:ea typeface="宋体" panose="02010600030101010101" pitchFamily="2" charset="-122"/>
              <a:cs typeface="宋体" panose="02010600030101010101" pitchFamily="2" charset="-122"/>
            </a:endParaRPr>
          </a:p>
          <a:p>
            <a:r>
              <a:rPr lang="zh-CN" altLang="en-US" sz="2400">
                <a:latin typeface="宋体" panose="02010600030101010101" pitchFamily="2" charset="-122"/>
                <a:ea typeface="宋体" panose="02010600030101010101" pitchFamily="2" charset="-122"/>
                <a:cs typeface="宋体" panose="02010600030101010101" pitchFamily="2" charset="-122"/>
              </a:rPr>
              <a:t>3. 再相邻八八分组进行归并排序 </a:t>
            </a:r>
            <a:endParaRPr lang="zh-CN" altLang="en-US" sz="2400">
              <a:latin typeface="宋体" panose="02010600030101010101" pitchFamily="2" charset="-122"/>
              <a:ea typeface="宋体" panose="02010600030101010101" pitchFamily="2" charset="-122"/>
              <a:cs typeface="宋体" panose="02010600030101010101" pitchFamily="2" charset="-122"/>
            </a:endParaRPr>
          </a:p>
          <a:p>
            <a:r>
              <a:rPr lang="zh-CN" altLang="en-US" sz="2400">
                <a:latin typeface="宋体" panose="02010600030101010101" pitchFamily="2" charset="-122"/>
                <a:ea typeface="宋体" panose="02010600030101010101" pitchFamily="2" charset="-122"/>
                <a:cs typeface="宋体" panose="02010600030101010101" pitchFamily="2" charset="-122"/>
              </a:rPr>
              <a:t>4. 重复扩大分组规模，直到所有元素排序完毕 </a:t>
            </a:r>
            <a:endParaRPr lang="zh-CN" altLang="en-US" sz="2400">
              <a:latin typeface="宋体" panose="02010600030101010101" pitchFamily="2" charset="-122"/>
              <a:ea typeface="宋体" panose="02010600030101010101" pitchFamily="2" charset="-122"/>
              <a:cs typeface="宋体" panose="02010600030101010101" pitchFamily="2" charset="-122"/>
            </a:endParaRPr>
          </a:p>
          <a:p>
            <a:endParaRPr lang="zh-CN" altLang="en-US" sz="2400">
              <a:latin typeface="宋体" panose="02010600030101010101" pitchFamily="2" charset="-122"/>
              <a:ea typeface="宋体" panose="02010600030101010101" pitchFamily="2" charset="-122"/>
              <a:cs typeface="宋体" panose="02010600030101010101" pitchFamily="2" charset="-122"/>
            </a:endParaRPr>
          </a:p>
        </p:txBody>
      </p:sp>
      <p:pic>
        <p:nvPicPr>
          <p:cNvPr id="6" name="图片占位符 5"/>
          <p:cNvPicPr>
            <a:picLocks noChangeAspect="1"/>
          </p:cNvPicPr>
          <p:nvPr>
            <p:ph type="pic" idx="1"/>
          </p:nvPr>
        </p:nvPicPr>
        <p:blipFill>
          <a:blip r:embed="rId1"/>
          <a:stretch>
            <a:fillRect/>
          </a:stretch>
        </p:blipFill>
        <p:spPr>
          <a:xfrm>
            <a:off x="5422900" y="1139825"/>
            <a:ext cx="5356860" cy="443484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t>QuickSort </a:t>
            </a:r>
            <a:endParaRPr lang="zh-CN" altLang="en-US"/>
          </a:p>
        </p:txBody>
      </p:sp>
      <p:sp>
        <p:nvSpPr>
          <p:cNvPr id="4" name="文本占位符 3"/>
          <p:cNvSpPr>
            <a:spLocks noGrp="1"/>
          </p:cNvSpPr>
          <p:nvPr>
            <p:ph type="body" sz="half" idx="2"/>
          </p:nvPr>
        </p:nvSpPr>
        <p:spPr>
          <a:xfrm>
            <a:off x="651510" y="1245235"/>
            <a:ext cx="4164965" cy="4624070"/>
          </a:xfrm>
        </p:spPr>
        <p:txBody>
          <a:bodyPr>
            <a:normAutofit fontScale="60000"/>
          </a:bodyPr>
          <a:p>
            <a:r>
              <a:rPr lang="zh-CN" altLang="en-US" sz="2800">
                <a:latin typeface="宋体" panose="02010600030101010101" pitchFamily="2" charset="-122"/>
                <a:ea typeface="宋体" panose="02010600030101010101" pitchFamily="2" charset="-122"/>
                <a:cs typeface="宋体" panose="02010600030101010101" pitchFamily="2" charset="-122"/>
              </a:rPr>
              <a:t>快速排序是一种划分交换排序方法。它是冒泡排序的一种改进算法。快速排序采用分治，将原问题划分为若干个规模更小但与原命题相似的子问题，然后递归方法解决这些子问题，最后将它们组合成原命题的解。快速排序的思想是通过一趟排序的记录分割成两部分，其中一部分的所有记录的关键字都比另一部分关键字小，然后按此方法对这部分分别进行快速排序，整个排序过程可以递归近行，以此达到整个记录序列变成有序。</a:t>
            </a:r>
            <a:r>
              <a:rPr lang="en-US" altLang="zh-CN" sz="2800">
                <a:latin typeface="宋体" panose="02010600030101010101" pitchFamily="2" charset="-122"/>
                <a:ea typeface="宋体" panose="02010600030101010101" pitchFamily="2" charset="-122"/>
                <a:cs typeface="宋体" panose="02010600030101010101" pitchFamily="2" charset="-122"/>
              </a:rPr>
              <a:t>fen'bi</a:t>
            </a:r>
            <a:endParaRPr lang="en-US" altLang="zh-CN" sz="2800">
              <a:latin typeface="宋体" panose="02010600030101010101" pitchFamily="2" charset="-122"/>
              <a:ea typeface="宋体" panose="02010600030101010101" pitchFamily="2" charset="-122"/>
              <a:cs typeface="宋体" panose="02010600030101010101" pitchFamily="2" charset="-122"/>
            </a:endParaRPr>
          </a:p>
        </p:txBody>
      </p:sp>
      <p:pic>
        <p:nvPicPr>
          <p:cNvPr id="5" name="图片占位符 4"/>
          <p:cNvPicPr>
            <a:picLocks noChangeAspect="1"/>
          </p:cNvPicPr>
          <p:nvPr>
            <p:ph type="pic" idx="1"/>
          </p:nvPr>
        </p:nvPicPr>
        <p:blipFill>
          <a:blip r:embed="rId1"/>
          <a:stretch>
            <a:fillRect/>
          </a:stretch>
        </p:blipFill>
        <p:spPr>
          <a:xfrm>
            <a:off x="5685790" y="1068705"/>
            <a:ext cx="3048000" cy="975360"/>
          </a:xfrm>
          <a:prstGeom prst="rect">
            <a:avLst/>
          </a:prstGeom>
        </p:spPr>
      </p:pic>
      <p:pic>
        <p:nvPicPr>
          <p:cNvPr id="6" name="图片 5"/>
          <p:cNvPicPr>
            <a:picLocks noChangeAspect="1"/>
          </p:cNvPicPr>
          <p:nvPr/>
        </p:nvPicPr>
        <p:blipFill>
          <a:blip r:embed="rId2"/>
          <a:stretch>
            <a:fillRect/>
          </a:stretch>
        </p:blipFill>
        <p:spPr>
          <a:xfrm>
            <a:off x="5685790" y="2597785"/>
            <a:ext cx="2667000" cy="1097280"/>
          </a:xfrm>
          <a:prstGeom prst="rect">
            <a:avLst/>
          </a:prstGeom>
        </p:spPr>
      </p:pic>
      <p:pic>
        <p:nvPicPr>
          <p:cNvPr id="7" name="图片 6"/>
          <p:cNvPicPr>
            <a:picLocks noChangeAspect="1"/>
          </p:cNvPicPr>
          <p:nvPr/>
        </p:nvPicPr>
        <p:blipFill>
          <a:blip r:embed="rId3"/>
          <a:stretch>
            <a:fillRect/>
          </a:stretch>
        </p:blipFill>
        <p:spPr>
          <a:xfrm>
            <a:off x="5685790" y="4264660"/>
            <a:ext cx="2667000" cy="85344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t>SelectionSort</a:t>
            </a:r>
            <a:endParaRPr lang="zh-CN" altLang="en-US"/>
          </a:p>
        </p:txBody>
      </p:sp>
      <p:sp>
        <p:nvSpPr>
          <p:cNvPr id="4" name="文本占位符 3"/>
          <p:cNvSpPr>
            <a:spLocks noGrp="1"/>
          </p:cNvSpPr>
          <p:nvPr>
            <p:ph type="body" sz="half" idx="2"/>
          </p:nvPr>
        </p:nvSpPr>
        <p:spPr/>
        <p:txBody>
          <a:bodyPr/>
          <a:p>
            <a:r>
              <a:rPr lang="zh-CN" altLang="en-US"/>
              <a:t>直接选择排序的主要思想是每一趟从待排序列选取一个关键字最小的记录，也即第</a:t>
            </a:r>
            <a:r>
              <a:rPr lang="en-US" altLang="zh-CN"/>
              <a:t>1</a:t>
            </a:r>
            <a:r>
              <a:rPr lang="zh-CN" altLang="en-US"/>
              <a:t>趟从</a:t>
            </a:r>
            <a:r>
              <a:rPr lang="en-US" altLang="zh-CN"/>
              <a:t>n</a:t>
            </a:r>
            <a:r>
              <a:rPr lang="zh-CN" altLang="en-US"/>
              <a:t>中选取关键字值最小的记录，在第二趟中，从剩下的</a:t>
            </a:r>
            <a:r>
              <a:rPr lang="en-US" altLang="zh-CN"/>
              <a:t>n-1</a:t>
            </a:r>
            <a:r>
              <a:rPr lang="zh-CN" altLang="en-US"/>
              <a:t>中选取关键字最小的记录，直到中各序列中的记录都</a:t>
            </a:r>
            <a:r>
              <a:rPr lang="en-US" altLang="zh-CN"/>
              <a:t>i</a:t>
            </a:r>
            <a:r>
              <a:rPr lang="zh-CN" altLang="en-US"/>
              <a:t>选完为止。这样，由选取记录的顺序可得到按关键字有序的序列。</a:t>
            </a:r>
            <a:endParaRPr lang="zh-CN" altLang="en-US"/>
          </a:p>
        </p:txBody>
      </p:sp>
      <p:pic>
        <p:nvPicPr>
          <p:cNvPr id="6" name="图片 5"/>
          <p:cNvPicPr>
            <a:picLocks noChangeAspect="1"/>
          </p:cNvPicPr>
          <p:nvPr/>
        </p:nvPicPr>
        <p:blipFill>
          <a:blip r:embed="rId1"/>
          <a:stretch>
            <a:fillRect/>
          </a:stretch>
        </p:blipFill>
        <p:spPr>
          <a:xfrm>
            <a:off x="5092065" y="127000"/>
            <a:ext cx="3154680" cy="3040380"/>
          </a:xfrm>
          <a:prstGeom prst="rect">
            <a:avLst/>
          </a:prstGeom>
        </p:spPr>
      </p:pic>
      <p:pic>
        <p:nvPicPr>
          <p:cNvPr id="7" name="图片 6"/>
          <p:cNvPicPr>
            <a:picLocks noChangeAspect="1"/>
          </p:cNvPicPr>
          <p:nvPr/>
        </p:nvPicPr>
        <p:blipFill>
          <a:blip r:embed="rId2"/>
          <a:stretch>
            <a:fillRect/>
          </a:stretch>
        </p:blipFill>
        <p:spPr>
          <a:xfrm>
            <a:off x="8246745" y="127000"/>
            <a:ext cx="3308985" cy="2975610"/>
          </a:xfrm>
          <a:prstGeom prst="rect">
            <a:avLst/>
          </a:prstGeom>
        </p:spPr>
      </p:pic>
      <p:pic>
        <p:nvPicPr>
          <p:cNvPr id="8" name="图片 7"/>
          <p:cNvPicPr>
            <a:picLocks noChangeAspect="1"/>
          </p:cNvPicPr>
          <p:nvPr/>
        </p:nvPicPr>
        <p:blipFill>
          <a:blip r:embed="rId3"/>
          <a:stretch>
            <a:fillRect/>
          </a:stretch>
        </p:blipFill>
        <p:spPr>
          <a:xfrm>
            <a:off x="4981575" y="3592195"/>
            <a:ext cx="3375660" cy="2876550"/>
          </a:xfrm>
          <a:prstGeom prst="rect">
            <a:avLst/>
          </a:prstGeom>
        </p:spPr>
      </p:pic>
      <p:pic>
        <p:nvPicPr>
          <p:cNvPr id="9" name="图片 8"/>
          <p:cNvPicPr>
            <a:picLocks noChangeAspect="1"/>
          </p:cNvPicPr>
          <p:nvPr/>
        </p:nvPicPr>
        <p:blipFill>
          <a:blip r:embed="rId4"/>
          <a:stretch>
            <a:fillRect/>
          </a:stretch>
        </p:blipFill>
        <p:spPr>
          <a:xfrm>
            <a:off x="8357235" y="3559810"/>
            <a:ext cx="4021455" cy="294132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en-US" altLang="zh-CN"/>
              <a:t>S</a:t>
            </a:r>
            <a:r>
              <a:rPr lang="zh-CN" altLang="en-US"/>
              <a:t>hellSort</a:t>
            </a:r>
            <a:endParaRPr lang="zh-CN" altLang="en-US"/>
          </a:p>
        </p:txBody>
      </p:sp>
      <p:sp>
        <p:nvSpPr>
          <p:cNvPr id="4" name="文本占位符 3"/>
          <p:cNvSpPr>
            <a:spLocks noGrp="1"/>
          </p:cNvSpPr>
          <p:nvPr>
            <p:ph type="body" sz="half" idx="2"/>
          </p:nvPr>
        </p:nvSpPr>
        <p:spPr/>
        <p:txBody>
          <a:bodyPr/>
          <a:p>
            <a:r>
              <a:rPr lang="zh-CN" altLang="en-US"/>
              <a:t>希尔排序，又称“缩小增量排序”。先取一个小于</a:t>
            </a:r>
            <a:r>
              <a:rPr lang="en-US" altLang="zh-CN"/>
              <a:t>n</a:t>
            </a:r>
            <a:r>
              <a:rPr lang="zh-CN" altLang="en-US"/>
              <a:t>的整数</a:t>
            </a:r>
            <a:r>
              <a:rPr lang="en-US" altLang="zh-CN"/>
              <a:t>d</a:t>
            </a:r>
            <a:r>
              <a:rPr lang="zh-CN" altLang="en-US"/>
              <a:t>增量，然后把排序表中的</a:t>
            </a:r>
            <a:r>
              <a:rPr lang="en-US" altLang="zh-CN"/>
              <a:t>n</a:t>
            </a:r>
            <a:r>
              <a:rPr lang="zh-CN" altLang="en-US"/>
              <a:t>个记录分为</a:t>
            </a:r>
            <a:r>
              <a:rPr lang="en-US" altLang="zh-CN"/>
              <a:t>d</a:t>
            </a:r>
            <a:r>
              <a:rPr lang="zh-CN" altLang="en-US"/>
              <a:t>个子表，从下标为</a:t>
            </a:r>
            <a:r>
              <a:rPr lang="en-US" altLang="zh-CN"/>
              <a:t>0</a:t>
            </a:r>
            <a:r>
              <a:rPr lang="zh-CN" altLang="en-US"/>
              <a:t>的记录开始，间隔为</a:t>
            </a:r>
            <a:r>
              <a:rPr lang="en-US" altLang="zh-CN"/>
              <a:t>d</a:t>
            </a:r>
            <a:r>
              <a:rPr lang="zh-CN" altLang="en-US"/>
              <a:t>的记录组成一个子表，在各个子表内进行直接插入排序。在一趟后，间隔为</a:t>
            </a:r>
            <a:r>
              <a:rPr lang="en-US" altLang="zh-CN"/>
              <a:t>d</a:t>
            </a:r>
            <a:r>
              <a:rPr lang="zh-CN" altLang="en-US"/>
              <a:t>的子表已有序，随着有序表的改善，逐步减小增量</a:t>
            </a:r>
            <a:r>
              <a:rPr lang="en-US" altLang="zh-CN"/>
              <a:t>d,</a:t>
            </a:r>
            <a:r>
              <a:rPr lang="zh-CN" altLang="en-US"/>
              <a:t>重复进行上述操作，直到点，使得间隔为</a:t>
            </a:r>
            <a:r>
              <a:rPr lang="en-US" altLang="zh-CN"/>
              <a:t>1</a:t>
            </a:r>
            <a:r>
              <a:rPr lang="zh-CN" altLang="en-US"/>
              <a:t>的记录有序，也就是整个序列达到有序。</a:t>
            </a:r>
            <a:endParaRPr lang="zh-CN" altLang="en-US"/>
          </a:p>
        </p:txBody>
      </p:sp>
      <p:pic>
        <p:nvPicPr>
          <p:cNvPr id="5" name="图片 4"/>
          <p:cNvPicPr>
            <a:picLocks noChangeAspect="1"/>
          </p:cNvPicPr>
          <p:nvPr/>
        </p:nvPicPr>
        <p:blipFill>
          <a:blip r:embed="rId1"/>
          <a:stretch>
            <a:fillRect/>
          </a:stretch>
        </p:blipFill>
        <p:spPr>
          <a:xfrm>
            <a:off x="5057775" y="753745"/>
            <a:ext cx="5890260" cy="455676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aphicFrame>
        <p:nvGraphicFramePr>
          <p:cNvPr id="5" name="表格 4"/>
          <p:cNvGraphicFramePr/>
          <p:nvPr/>
        </p:nvGraphicFramePr>
        <p:xfrm>
          <a:off x="1828800" y="497840"/>
          <a:ext cx="8532495" cy="5181600"/>
        </p:xfrm>
        <a:graphic>
          <a:graphicData uri="http://schemas.openxmlformats.org/drawingml/2006/table">
            <a:tbl>
              <a:tblPr firstRow="1" bandRow="1">
                <a:tableStyleId>{5C22544A-7EE6-4342-B048-85BDC9FD1C3A}</a:tableStyleId>
              </a:tblPr>
              <a:tblGrid>
                <a:gridCol w="2844165"/>
                <a:gridCol w="2844165"/>
                <a:gridCol w="2844165"/>
              </a:tblGrid>
              <a:tr h="647700">
                <a:tc>
                  <a:txBody>
                    <a:bodyPr/>
                    <a:p>
                      <a:pPr>
                        <a:buNone/>
                      </a:pPr>
                      <a:r>
                        <a:rPr lang="en-US" altLang="zh-CN"/>
                        <a:t>name</a:t>
                      </a:r>
                      <a:endParaRPr lang="en-US" altLang="zh-CN"/>
                    </a:p>
                  </a:txBody>
                  <a:tcPr/>
                </a:tc>
                <a:tc>
                  <a:txBody>
                    <a:bodyPr/>
                    <a:p>
                      <a:pPr>
                        <a:buNone/>
                      </a:pPr>
                      <a:r>
                        <a:rPr lang="zh-CN" altLang="en-US"/>
                        <a:t>时间复杂度</a:t>
                      </a:r>
                      <a:endParaRPr lang="zh-CN" altLang="en-US"/>
                    </a:p>
                  </a:txBody>
                  <a:tcPr/>
                </a:tc>
                <a:tc>
                  <a:txBody>
                    <a:bodyPr/>
                    <a:p>
                      <a:pPr>
                        <a:buNone/>
                      </a:pPr>
                      <a:r>
                        <a:rPr lang="zh-CN" altLang="en-US"/>
                        <a:t>空间复杂度</a:t>
                      </a:r>
                      <a:endParaRPr lang="zh-CN" altLang="en-US"/>
                    </a:p>
                  </a:txBody>
                  <a:tcPr/>
                </a:tc>
              </a:tr>
              <a:tr h="647700">
                <a:tc>
                  <a:txBody>
                    <a:bodyPr/>
                    <a:p>
                      <a:pPr>
                        <a:buNone/>
                      </a:pPr>
                      <a:r>
                        <a:rPr lang="zh-CN" altLang="en-US"/>
                        <a:t>直接插入排序</a:t>
                      </a:r>
                      <a:endParaRPr lang="zh-CN" altLang="en-US"/>
                    </a:p>
                  </a:txBody>
                  <a:tcPr/>
                </a:tc>
                <a:tc>
                  <a:txBody>
                    <a:bodyPr/>
                    <a:p>
                      <a:pPr>
                        <a:buNone/>
                      </a:pPr>
                      <a:r>
                        <a:rPr lang="en-US" altLang="zh-CN"/>
                        <a:t>O(n^2)</a:t>
                      </a:r>
                      <a:endParaRPr lang="zh-CN" altLang="en-US"/>
                    </a:p>
                  </a:txBody>
                  <a:tcPr/>
                </a:tc>
                <a:tc>
                  <a:txBody>
                    <a:bodyPr/>
                    <a:p>
                      <a:pPr>
                        <a:buNone/>
                      </a:pPr>
                      <a:r>
                        <a:rPr lang="en-US" altLang="zh-CN"/>
                        <a:t>O(l)</a:t>
                      </a:r>
                      <a:endParaRPr lang="en-US" altLang="zh-CN"/>
                    </a:p>
                  </a:txBody>
                  <a:tcPr/>
                </a:tc>
              </a:tr>
              <a:tr h="647700">
                <a:tc>
                  <a:txBody>
                    <a:bodyPr/>
                    <a:p>
                      <a:pPr>
                        <a:buNone/>
                      </a:pPr>
                      <a:r>
                        <a:rPr lang="zh-CN" altLang="en-US"/>
                        <a:t>冒泡排序</a:t>
                      </a:r>
                      <a:endParaRPr lang="zh-CN" altLang="en-US"/>
                    </a:p>
                  </a:txBody>
                  <a:tcPr/>
                </a:tc>
                <a:tc>
                  <a:txBody>
                    <a:bodyPr/>
                    <a:p>
                      <a:pPr>
                        <a:buNone/>
                      </a:pPr>
                      <a:r>
                        <a:rPr lang="en-US" altLang="zh-CN" sz="1800">
                          <a:sym typeface="+mn-ea"/>
                        </a:rPr>
                        <a:t>O(n^2)</a:t>
                      </a:r>
                      <a:endParaRPr lang="zh-CN" altLang="en-US" sz="1800">
                        <a:sym typeface="+mn-ea"/>
                      </a:endParaRPr>
                    </a:p>
                    <a:p>
                      <a:pPr>
                        <a:buNone/>
                      </a:pPr>
                      <a:endParaRPr lang="zh-CN" altLang="en-US"/>
                    </a:p>
                  </a:txBody>
                  <a:tcPr/>
                </a:tc>
                <a:tc>
                  <a:txBody>
                    <a:bodyPr/>
                    <a:p>
                      <a:pPr>
                        <a:buNone/>
                      </a:pPr>
                      <a:r>
                        <a:rPr lang="en-US" altLang="zh-CN" sz="1800">
                          <a:sym typeface="+mn-ea"/>
                        </a:rPr>
                        <a:t>O(l)</a:t>
                      </a:r>
                      <a:endParaRPr lang="en-US" altLang="zh-CN" sz="1800">
                        <a:sym typeface="+mn-ea"/>
                      </a:endParaRPr>
                    </a:p>
                    <a:p>
                      <a:pPr>
                        <a:buNone/>
                      </a:pPr>
                      <a:endParaRPr lang="en-US" altLang="zh-CN"/>
                    </a:p>
                  </a:txBody>
                  <a:tcPr/>
                </a:tc>
              </a:tr>
              <a:tr h="647700">
                <a:tc>
                  <a:txBody>
                    <a:bodyPr/>
                    <a:p>
                      <a:pPr>
                        <a:buNone/>
                      </a:pPr>
                      <a:r>
                        <a:rPr lang="zh-CN" altLang="en-US"/>
                        <a:t>快速排序</a:t>
                      </a:r>
                      <a:endParaRPr lang="zh-CN" altLang="en-US"/>
                    </a:p>
                  </a:txBody>
                  <a:tcPr/>
                </a:tc>
                <a:tc>
                  <a:txBody>
                    <a:bodyPr/>
                    <a:p>
                      <a:pPr>
                        <a:buNone/>
                      </a:pPr>
                      <a:r>
                        <a:rPr lang="en-US" altLang="zh-CN"/>
                        <a:t>O(log2n)</a:t>
                      </a:r>
                      <a:endParaRPr lang="en-US" altLang="zh-CN"/>
                    </a:p>
                  </a:txBody>
                  <a:tcPr/>
                </a:tc>
                <a:tc>
                  <a:txBody>
                    <a:bodyPr/>
                    <a:p>
                      <a:pPr>
                        <a:buNone/>
                      </a:pPr>
                      <a:r>
                        <a:rPr lang="en-US" altLang="zh-CN"/>
                        <a:t>O(n)</a:t>
                      </a:r>
                      <a:endParaRPr lang="en-US" altLang="zh-CN"/>
                    </a:p>
                  </a:txBody>
                  <a:tcPr/>
                </a:tc>
              </a:tr>
              <a:tr h="647700">
                <a:tc>
                  <a:txBody>
                    <a:bodyPr/>
                    <a:p>
                      <a:pPr>
                        <a:buNone/>
                      </a:pPr>
                      <a:r>
                        <a:rPr lang="zh-CN" altLang="en-US"/>
                        <a:t>直接选择排序</a:t>
                      </a:r>
                      <a:endParaRPr lang="zh-CN" altLang="en-US"/>
                    </a:p>
                  </a:txBody>
                  <a:tcPr/>
                </a:tc>
                <a:tc>
                  <a:txBody>
                    <a:bodyPr/>
                    <a:p>
                      <a:pPr>
                        <a:buNone/>
                      </a:pPr>
                      <a:r>
                        <a:rPr lang="en-US" altLang="zh-CN" sz="1800">
                          <a:sym typeface="+mn-ea"/>
                        </a:rPr>
                        <a:t>O(n^2)</a:t>
                      </a:r>
                      <a:endParaRPr lang="zh-CN" altLang="en-US" sz="1800">
                        <a:sym typeface="+mn-ea"/>
                      </a:endParaRPr>
                    </a:p>
                    <a:p>
                      <a:pPr>
                        <a:buNone/>
                      </a:pPr>
                      <a:endParaRPr lang="zh-CN" altLang="en-US"/>
                    </a:p>
                  </a:txBody>
                  <a:tcPr/>
                </a:tc>
                <a:tc>
                  <a:txBody>
                    <a:bodyPr/>
                    <a:p>
                      <a:pPr>
                        <a:buNone/>
                      </a:pPr>
                      <a:r>
                        <a:rPr lang="en-US" altLang="zh-CN" sz="1800">
                          <a:sym typeface="+mn-ea"/>
                        </a:rPr>
                        <a:t>O(l)</a:t>
                      </a:r>
                      <a:endParaRPr lang="zh-CN" altLang="en-US"/>
                    </a:p>
                  </a:txBody>
                  <a:tcPr/>
                </a:tc>
              </a:tr>
              <a:tr h="647700">
                <a:tc>
                  <a:txBody>
                    <a:bodyPr/>
                    <a:p>
                      <a:pPr>
                        <a:buNone/>
                      </a:pPr>
                      <a:r>
                        <a:rPr lang="zh-CN" altLang="en-US"/>
                        <a:t>堆排序</a:t>
                      </a:r>
                      <a:endParaRPr lang="zh-CN" altLang="en-US"/>
                    </a:p>
                  </a:txBody>
                  <a:tcPr/>
                </a:tc>
                <a:tc>
                  <a:txBody>
                    <a:bodyPr/>
                    <a:p>
                      <a:pPr>
                        <a:buNone/>
                      </a:pPr>
                      <a:r>
                        <a:rPr lang="en-US" altLang="zh-CN" sz="1800">
                          <a:sym typeface="+mn-ea"/>
                        </a:rPr>
                        <a:t>O(nlog2n)</a:t>
                      </a:r>
                      <a:endParaRPr lang="en-US" altLang="zh-CN" sz="1800">
                        <a:sym typeface="+mn-ea"/>
                      </a:endParaRPr>
                    </a:p>
                    <a:p>
                      <a:pPr>
                        <a:buNone/>
                      </a:pPr>
                      <a:endParaRPr lang="zh-CN" altLang="en-US"/>
                    </a:p>
                  </a:txBody>
                  <a:tcPr/>
                </a:tc>
                <a:tc>
                  <a:txBody>
                    <a:bodyPr/>
                    <a:p>
                      <a:pPr>
                        <a:buNone/>
                      </a:pPr>
                      <a:r>
                        <a:rPr lang="en-US" altLang="zh-CN" sz="1800">
                          <a:sym typeface="+mn-ea"/>
                        </a:rPr>
                        <a:t>O(l)</a:t>
                      </a:r>
                      <a:endParaRPr lang="zh-CN" altLang="en-US" sz="1800"/>
                    </a:p>
                    <a:p>
                      <a:pPr>
                        <a:buNone/>
                      </a:pPr>
                      <a:endParaRPr lang="zh-CN" altLang="en-US"/>
                    </a:p>
                  </a:txBody>
                  <a:tcPr/>
                </a:tc>
              </a:tr>
              <a:tr h="647700">
                <a:tc>
                  <a:txBody>
                    <a:bodyPr/>
                    <a:p>
                      <a:pPr>
                        <a:buNone/>
                      </a:pPr>
                      <a:r>
                        <a:rPr lang="zh-CN" altLang="en-US"/>
                        <a:t>归并排序</a:t>
                      </a:r>
                      <a:endParaRPr lang="zh-CN" altLang="en-US"/>
                    </a:p>
                  </a:txBody>
                  <a:tcPr/>
                </a:tc>
                <a:tc>
                  <a:txBody>
                    <a:bodyPr/>
                    <a:p>
                      <a:pPr>
                        <a:buNone/>
                      </a:pPr>
                      <a:r>
                        <a:rPr lang="en-US" altLang="zh-CN" sz="1800">
                          <a:sym typeface="+mn-ea"/>
                        </a:rPr>
                        <a:t>O(nlog2n)</a:t>
                      </a:r>
                      <a:endParaRPr lang="zh-CN" altLang="en-US"/>
                    </a:p>
                  </a:txBody>
                  <a:tcPr/>
                </a:tc>
                <a:tc>
                  <a:txBody>
                    <a:bodyPr/>
                    <a:p>
                      <a:pPr>
                        <a:buNone/>
                      </a:pPr>
                      <a:r>
                        <a:rPr lang="en-US" altLang="zh-CN"/>
                        <a:t>O(n)</a:t>
                      </a:r>
                      <a:endParaRPr lang="en-US" altLang="zh-CN"/>
                    </a:p>
                  </a:txBody>
                  <a:tcPr/>
                </a:tc>
              </a:tr>
              <a:tr h="647700">
                <a:tc>
                  <a:txBody>
                    <a:bodyPr/>
                    <a:p>
                      <a:pPr>
                        <a:buNone/>
                      </a:pPr>
                      <a:r>
                        <a:rPr lang="zh-CN" altLang="en-US"/>
                        <a:t>希尔排序</a:t>
                      </a:r>
                      <a:endParaRPr lang="zh-CN" altLang="en-US"/>
                    </a:p>
                  </a:txBody>
                  <a:tcPr/>
                </a:tc>
                <a:tc>
                  <a:txBody>
                    <a:bodyPr/>
                    <a:p>
                      <a:pPr>
                        <a:buNone/>
                      </a:pPr>
                      <a:r>
                        <a:rPr lang="en-US" altLang="zh-CN"/>
                        <a:t>O(n(lg2n)^2)</a:t>
                      </a:r>
                      <a:endParaRPr lang="en-US" altLang="zh-CN"/>
                    </a:p>
                  </a:txBody>
                  <a:tcPr/>
                </a:tc>
                <a:tc>
                  <a:txBody>
                    <a:bodyPr/>
                    <a:p>
                      <a:pPr>
                        <a:buNone/>
                      </a:pPr>
                      <a:r>
                        <a:rPr lang="en-US" altLang="zh-CN"/>
                        <a:t>O(l)</a:t>
                      </a:r>
                      <a:endParaRPr lang="en-US" altLang="zh-CN"/>
                    </a:p>
                  </a:txBody>
                  <a:tcPr/>
                </a:tc>
              </a:tr>
            </a:tbl>
          </a:graphicData>
        </a:graphic>
      </p:graphicFrame>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ctrTitle"/>
          </p:nvPr>
        </p:nvSpPr>
        <p:spPr>
          <a:xfrm>
            <a:off x="1524000" y="307975"/>
            <a:ext cx="9144000" cy="1657985"/>
          </a:xfrm>
        </p:spPr>
        <p:txBody>
          <a:bodyPr>
            <a:normAutofit fontScale="90000"/>
          </a:bodyPr>
          <a:p>
            <a:r>
              <a:rPr lang="en-US" altLang="zh-CN"/>
              <a:t>CSTree</a:t>
            </a:r>
            <a:br>
              <a:rPr lang="en-US" altLang="zh-CN"/>
            </a:br>
            <a:endParaRPr lang="en-US" altLang="zh-CN"/>
          </a:p>
        </p:txBody>
      </p:sp>
      <p:sp>
        <p:nvSpPr>
          <p:cNvPr id="3" name="副标题 2"/>
          <p:cNvSpPr>
            <a:spLocks noGrp="1"/>
          </p:cNvSpPr>
          <p:nvPr>
            <p:ph type="subTitle" idx="1"/>
          </p:nvPr>
        </p:nvSpPr>
        <p:spPr>
          <a:xfrm>
            <a:off x="1524000" y="1590675"/>
            <a:ext cx="9144000" cy="3667125"/>
          </a:xfrm>
        </p:spPr>
        <p:txBody>
          <a:bodyPr/>
          <a:p>
            <a:r>
              <a:rPr lang="zh-CN" altLang="en-US"/>
              <a:t>孩子兄弟表示法</a:t>
            </a:r>
            <a:endParaRPr lang="zh-CN" altLang="en-US"/>
          </a:p>
          <a:p>
            <a:r>
              <a:rPr lang="zh-CN" altLang="en-US"/>
              <a:t>任意一颗树，它的节点的的第一个孩子如果存在就是唯一的，它的右兄弟如果存在也是唯一的。因此，我们设置两个指针，分别指向该节点的第一个孩子和此节点的右兄弟</a:t>
            </a:r>
            <a:r>
              <a:rPr lang="en-US" altLang="zh-CN"/>
              <a:t>.</a:t>
            </a:r>
            <a:endParaRPr lang="en-US" altLang="zh-CN"/>
          </a:p>
          <a:p>
            <a:endParaRPr lang="en-US" altLang="zh-CN"/>
          </a:p>
        </p:txBody>
      </p:sp>
      <p:pic>
        <p:nvPicPr>
          <p:cNvPr id="4" name="图片 3"/>
          <p:cNvPicPr>
            <a:picLocks noChangeAspect="1"/>
          </p:cNvPicPr>
          <p:nvPr/>
        </p:nvPicPr>
        <p:blipFill>
          <a:blip r:embed="rId1"/>
          <a:stretch>
            <a:fillRect/>
          </a:stretch>
        </p:blipFill>
        <p:spPr>
          <a:xfrm>
            <a:off x="1195070" y="2863850"/>
            <a:ext cx="4434840" cy="2773680"/>
          </a:xfrm>
          <a:prstGeom prst="rect">
            <a:avLst/>
          </a:prstGeom>
        </p:spPr>
      </p:pic>
      <p:pic>
        <p:nvPicPr>
          <p:cNvPr id="5" name="图片 4"/>
          <p:cNvPicPr>
            <a:picLocks noChangeAspect="1"/>
          </p:cNvPicPr>
          <p:nvPr/>
        </p:nvPicPr>
        <p:blipFill>
          <a:blip r:embed="rId2"/>
          <a:stretch>
            <a:fillRect/>
          </a:stretch>
        </p:blipFill>
        <p:spPr>
          <a:xfrm>
            <a:off x="6139180" y="2863850"/>
            <a:ext cx="4658360" cy="2773680"/>
          </a:xfrm>
          <a:prstGeom prst="rect">
            <a:avLst/>
          </a:prstGeom>
        </p:spPr>
      </p:pic>
    </p:spTree>
  </p:cSld>
  <p:clrMapOvr>
    <a:masterClrMapping/>
  </p:clrMapOvr>
</p:sld>
</file>

<file path=ppt/tags/tag1.xml><?xml version="1.0" encoding="utf-8"?>
<p:tagLst xmlns:p="http://schemas.openxmlformats.org/presentationml/2006/main">
  <p:tag name="KSO_WM_TAG_VERSION" val="1.0"/>
  <p:tag name="KSO_WM_TEMPLATE_CATEGORY" val="custom"/>
  <p:tag name="KSO_WM_TEMPLATE_INDEX" val="20187308"/>
</p:tagLst>
</file>

<file path=ppt/tags/tag2.xml><?xml version="1.0" encoding="utf-8"?>
<p:tagLst xmlns:p="http://schemas.openxmlformats.org/presentationml/2006/main">
  <p:tag name="KSO_WM_TAG_VERSION" val="1.0"/>
  <p:tag name="KSO_WM_TEMPLATE_CATEGORY" val="custom"/>
  <p:tag name="KSO_WM_TEMPLATE_INDEX" val="20187308"/>
</p:tagLst>
</file>

<file path=ppt/tags/tag3.xml><?xml version="1.0" encoding="utf-8"?>
<p:tagLst xmlns:p="http://schemas.openxmlformats.org/presentationml/2006/main">
  <p:tag name="KSO_WM_TAG_VERSION" val="1.0"/>
  <p:tag name="KSO_WM_BEAUTIFY_FLAG" val="#wm#"/>
  <p:tag name="KSO_WM_TEMPLATE_CATEGORY" val="custom"/>
  <p:tag name="KSO_WM_TEMPLATE_INDEX" val="20187308"/>
  <p:tag name="KSO_WM_TEMPLATE_THUMBS_INDEX" val="1、2、3、6、8、10、11、12、15"/>
</p:tagLst>
</file>

<file path=ppt/tags/tag4.xml><?xml version="1.0" encoding="utf-8"?>
<p:tagLst xmlns:p="http://schemas.openxmlformats.org/presentationml/2006/main">
  <p:tag name="KSO_WM_SLIDE_MODEL_TYPE" val="cover"/>
</p:tagLst>
</file>

<file path=ppt/theme/theme1.xml><?xml version="1.0" encoding="utf-8"?>
<a:theme xmlns:a="http://schemas.openxmlformats.org/drawingml/2006/main" name="Office 主题​​">
  <a:themeElements>
    <a:clrScheme name="2019空白演示文档">
      <a:dk1>
        <a:srgbClr val="000000"/>
      </a:dk1>
      <a:lt1>
        <a:srgbClr val="FFFFFF"/>
      </a:lt1>
      <a:dk2>
        <a:srgbClr val="E6E4E4"/>
      </a:dk2>
      <a:lt2>
        <a:srgbClr val="FFFFFF"/>
      </a:lt2>
      <a:accent1>
        <a:srgbClr val="477DEA"/>
      </a:accent1>
      <a:accent2>
        <a:srgbClr val="9B9B9B"/>
      </a:accent2>
      <a:accent3>
        <a:srgbClr val="F3B745"/>
      </a:accent3>
      <a:accent4>
        <a:srgbClr val="477EE7"/>
      </a:accent4>
      <a:accent5>
        <a:srgbClr val="4BA151"/>
      </a:accent5>
      <a:accent6>
        <a:srgbClr val="E9403C"/>
      </a:accent6>
      <a:hlink>
        <a:srgbClr val="0563C1"/>
      </a:hlink>
      <a:folHlink>
        <a:srgbClr val="954D72"/>
      </a:folHlink>
    </a:clrScheme>
    <a:fontScheme name="2019空白演示文档">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1767</Words>
  <Application>WPS 演示</Application>
  <PresentationFormat>宽屏</PresentationFormat>
  <Paragraphs>122</Paragraphs>
  <Slides>11</Slides>
  <Notes>15</Notes>
  <HiddenSlides>0</HiddenSlides>
  <MMClips>0</MMClips>
  <ScaleCrop>false</ScaleCrop>
  <HeadingPairs>
    <vt:vector size="6" baseType="variant">
      <vt:variant>
        <vt:lpstr>已用的字体</vt:lpstr>
      </vt:variant>
      <vt:variant>
        <vt:i4>7</vt:i4>
      </vt:variant>
      <vt:variant>
        <vt:lpstr>主题</vt:lpstr>
      </vt:variant>
      <vt:variant>
        <vt:i4>1</vt:i4>
      </vt:variant>
      <vt:variant>
        <vt:lpstr>幻灯片标题</vt:lpstr>
      </vt:variant>
      <vt:variant>
        <vt:i4>11</vt:i4>
      </vt:variant>
    </vt:vector>
  </HeadingPairs>
  <TitlesOfParts>
    <vt:vector size="19" baseType="lpstr">
      <vt:lpstr>Arial</vt:lpstr>
      <vt:lpstr>宋体</vt:lpstr>
      <vt:lpstr>Wingdings</vt:lpstr>
      <vt:lpstr>华文中宋</vt:lpstr>
      <vt:lpstr>微软雅黑</vt:lpstr>
      <vt:lpstr>Arial Unicode MS</vt:lpstr>
      <vt:lpstr>等线</vt:lpstr>
      <vt:lpstr>Office 主题​​</vt:lpstr>
      <vt:lpstr>CurriculumDesign</vt:lpstr>
      <vt:lpstr>DuLinkList</vt:lpstr>
      <vt:lpstr>InsertSort</vt:lpstr>
      <vt:lpstr>BubbleSort</vt:lpstr>
      <vt:lpstr>HeapSort</vt:lpstr>
      <vt:lpstr>MergeSort   </vt:lpstr>
      <vt:lpstr>QuickSort </vt:lpstr>
      <vt:lpstr>SelectionSort</vt:lpstr>
      <vt:lpstr>ShellSort</vt:lpstr>
      <vt:lpstr>PowerPoint 演示文稿</vt:lpstr>
      <vt:lpstr>CSTree </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kingsoft</dc:creator>
  <cp:lastModifiedBy>心照不宣</cp:lastModifiedBy>
  <cp:revision>430</cp:revision>
  <dcterms:created xsi:type="dcterms:W3CDTF">2017-08-03T09:01:00Z</dcterms:created>
  <dcterms:modified xsi:type="dcterms:W3CDTF">2019-01-10T11:54:36Z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2052-11.1.0.8214</vt:lpwstr>
  </property>
  <property fmtid="{D5CDD505-2E9C-101B-9397-08002B2CF9AE}" pid="3" name="KSORubyTemplateID">
    <vt:lpwstr>13</vt:lpwstr>
  </property>
</Properties>
</file>
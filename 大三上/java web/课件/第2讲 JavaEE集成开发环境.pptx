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16"/>
  </p:handoutMasterIdLst>
  <p:sldIdLst>
    <p:sldId id="339" r:id="rId3"/>
    <p:sldId id="400" r:id="rId5"/>
    <p:sldId id="402" r:id="rId6"/>
    <p:sldId id="405" r:id="rId7"/>
    <p:sldId id="404" r:id="rId8"/>
    <p:sldId id="403" r:id="rId9"/>
    <p:sldId id="406" r:id="rId10"/>
    <p:sldId id="407" r:id="rId11"/>
    <p:sldId id="408" r:id="rId12"/>
    <p:sldId id="409" r:id="rId13"/>
    <p:sldId id="410" r:id="rId14"/>
    <p:sldId id="382" r:id="rId15"/>
  </p:sldIdLst>
  <p:sldSz cx="12192000" cy="685800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sz="6000" b="1" kern="1200">
        <a:solidFill>
          <a:schemeClr val="tx2"/>
        </a:solidFill>
        <a:latin typeface="隶书" pitchFamily="49" charset="-122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6000" b="1" kern="1200">
        <a:solidFill>
          <a:schemeClr val="tx2"/>
        </a:solidFill>
        <a:latin typeface="隶书" pitchFamily="49" charset="-122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6000" b="1" kern="1200">
        <a:solidFill>
          <a:schemeClr val="tx2"/>
        </a:solidFill>
        <a:latin typeface="隶书" pitchFamily="49" charset="-122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6000" b="1" kern="1200">
        <a:solidFill>
          <a:schemeClr val="tx2"/>
        </a:solidFill>
        <a:latin typeface="隶书" pitchFamily="49" charset="-122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6000" b="1" kern="1200">
        <a:solidFill>
          <a:schemeClr val="tx2"/>
        </a:solidFill>
        <a:latin typeface="隶书" pitchFamily="49" charset="-122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6000" b="1" kern="1200">
        <a:solidFill>
          <a:schemeClr val="tx2"/>
        </a:solidFill>
        <a:latin typeface="隶书" pitchFamily="49" charset="-122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6000" b="1" kern="1200">
        <a:solidFill>
          <a:schemeClr val="tx2"/>
        </a:solidFill>
        <a:latin typeface="隶书" pitchFamily="49" charset="-122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6000" b="1" kern="1200">
        <a:solidFill>
          <a:schemeClr val="tx2"/>
        </a:solidFill>
        <a:latin typeface="隶书" pitchFamily="49" charset="-122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6000" b="1" kern="1200">
        <a:solidFill>
          <a:schemeClr val="tx2"/>
        </a:solidFill>
        <a:latin typeface="隶书" pitchFamily="49" charset="-122"/>
        <a:ea typeface="宋体" panose="02010600030101010101" pitchFamily="2" charset="-122"/>
        <a:cs typeface="+mn-cs"/>
      </a:defRPr>
    </a:lvl9pPr>
  </p:defaultTextStyle>
  <p:extLst>
    <p:ext uri="{505F2C04-C923-438B-8C0F-E0CD2BADF298}">
      <wppc:fontMiss xmlns:wppc="http://www.wps.cn/officeDocument/PresentationCustomData" type="true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CC"/>
    <a:srgbClr val="FFFFFF"/>
    <a:srgbClr val="FFCCFF"/>
    <a:srgbClr val="FFFFCC"/>
    <a:srgbClr val="FF0000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79190" autoAdjust="0"/>
  </p:normalViewPr>
  <p:slideViewPr>
    <p:cSldViewPr>
      <p:cViewPr varScale="1">
        <p:scale>
          <a:sx n="63" d="100"/>
          <a:sy n="63" d="100"/>
        </p:scale>
        <p:origin x="-1176" y="-72"/>
      </p:cViewPr>
      <p:guideLst>
        <p:guide orient="horz" pos="2160"/>
        <p:guide pos="38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0662"/>
    </p:cViewPr>
  </p:sorterViewPr>
  <p:notesViewPr>
    <p:cSldViewPr>
      <p:cViewPr varScale="1">
        <p:scale>
          <a:sx n="54" d="100"/>
          <a:sy n="54" d="100"/>
        </p:scale>
        <p:origin x="-2928" y="-84"/>
      </p:cViewPr>
      <p:guideLst>
        <p:guide orient="horz" pos="2880"/>
        <p:guide pos="214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handoutMaster" Target="handoutMasters/handoutMaster1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defRPr sz="1200" b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b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3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defRPr sz="1200" b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3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b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FD14C68F-AA02-4465-AD88-18C9C57BD177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defRPr sz="1200" b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b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4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 smtClean="0"/>
              <a:t>单击此处编辑母版文本样式</a:t>
            </a:r>
            <a:endParaRPr lang="zh-CN" altLang="en-US" noProof="0" smtClean="0"/>
          </a:p>
          <a:p>
            <a:pPr lvl="1"/>
            <a:r>
              <a:rPr lang="zh-CN" altLang="en-US" noProof="0" smtClean="0"/>
              <a:t>第二级</a:t>
            </a:r>
            <a:endParaRPr lang="zh-CN" altLang="en-US" noProof="0" smtClean="0"/>
          </a:p>
          <a:p>
            <a:pPr lvl="2"/>
            <a:r>
              <a:rPr lang="zh-CN" altLang="en-US" noProof="0" smtClean="0"/>
              <a:t>第三级</a:t>
            </a:r>
            <a:endParaRPr lang="zh-CN" altLang="en-US" noProof="0" smtClean="0"/>
          </a:p>
          <a:p>
            <a:pPr lvl="3"/>
            <a:r>
              <a:rPr lang="zh-CN" altLang="en-US" noProof="0" smtClean="0"/>
              <a:t>第四级</a:t>
            </a:r>
            <a:endParaRPr lang="zh-CN" altLang="en-US" noProof="0" smtClean="0"/>
          </a:p>
          <a:p>
            <a:pPr lvl="4"/>
            <a:r>
              <a:rPr lang="zh-CN" altLang="en-US" noProof="0" smtClean="0"/>
              <a:t>第五级</a:t>
            </a:r>
            <a:endParaRPr lang="zh-CN" altLang="en-US" noProof="0" smtClean="0"/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defRPr sz="1200" b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b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6543AC59-CF95-47F6-B17C-B59E5D463C81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150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/>
          </a:p>
        </p:txBody>
      </p:sp>
      <p:sp>
        <p:nvSpPr>
          <p:cNvPr id="2150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6000" b="1">
                <a:solidFill>
                  <a:schemeClr val="tx2"/>
                </a:solidFill>
                <a:latin typeface="隶书" pitchFamily="49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sz="6000" b="1">
                <a:solidFill>
                  <a:schemeClr val="tx2"/>
                </a:solidFill>
                <a:latin typeface="隶书" pitchFamily="49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sz="6000" b="1">
                <a:solidFill>
                  <a:schemeClr val="tx2"/>
                </a:solidFill>
                <a:latin typeface="隶书" pitchFamily="49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sz="6000" b="1">
                <a:solidFill>
                  <a:schemeClr val="tx2"/>
                </a:solidFill>
                <a:latin typeface="隶书" pitchFamily="49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sz="6000" b="1">
                <a:solidFill>
                  <a:schemeClr val="tx2"/>
                </a:solidFill>
                <a:latin typeface="隶书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000" b="1">
                <a:solidFill>
                  <a:schemeClr val="tx2"/>
                </a:solidFill>
                <a:latin typeface="隶书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000" b="1">
                <a:solidFill>
                  <a:schemeClr val="tx2"/>
                </a:solidFill>
                <a:latin typeface="隶书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000" b="1">
                <a:solidFill>
                  <a:schemeClr val="tx2"/>
                </a:solidFill>
                <a:latin typeface="隶书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000" b="1">
                <a:solidFill>
                  <a:schemeClr val="tx2"/>
                </a:solidFill>
                <a:latin typeface="隶书" pitchFamily="49" charset="-122"/>
                <a:ea typeface="宋体" panose="02010600030101010101" pitchFamily="2" charset="-122"/>
              </a:defRPr>
            </a:lvl9pPr>
          </a:lstStyle>
          <a:p>
            <a:pPr eaLnBrk="1" hangingPunct="1"/>
            <a:fld id="{3E58F3F5-6AF7-4AC8-8768-8A9587842B63}" type="slidenum">
              <a:rPr lang="en-US" altLang="zh-CN" sz="1200" b="0" smtClean="0">
                <a:solidFill>
                  <a:schemeClr val="tx1"/>
                </a:solidFill>
                <a:latin typeface="Arial" panose="020B0604020202020204" pitchFamily="34" charset="0"/>
              </a:rPr>
            </a:fld>
            <a:endParaRPr lang="en-US" altLang="zh-CN" sz="1200" b="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43AC59-CF95-47F6-B17C-B59E5D463C8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标题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47625"/>
            <a:ext cx="12192000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5"/>
          <p:cNvSpPr>
            <a:spLocks noChangeArrowheads="1"/>
          </p:cNvSpPr>
          <p:nvPr/>
        </p:nvSpPr>
        <p:spPr bwMode="gray">
          <a:xfrm>
            <a:off x="0" y="1143000"/>
            <a:ext cx="12192000" cy="57150"/>
          </a:xfrm>
          <a:prstGeom prst="rect">
            <a:avLst/>
          </a:prstGeom>
          <a:gradFill rotWithShape="0">
            <a:gsLst>
              <a:gs pos="0">
                <a:srgbClr val="9933FF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3616" tIns="46808" rIns="93616" bIns="46808" anchor="ctr"/>
          <a:lstStyle/>
          <a:p>
            <a:pPr algn="ctr" defTabSz="936625"/>
            <a:endParaRPr kumimoji="1" lang="zh-CN" altLang="en-US" sz="2500" b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gray">
          <a:xfrm>
            <a:off x="0" y="6308725"/>
            <a:ext cx="10079567" cy="5715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9933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3616" tIns="46808" rIns="93616" bIns="46808" anchor="ctr"/>
          <a:lstStyle/>
          <a:p>
            <a:pPr algn="ctr" defTabSz="936625"/>
            <a:endParaRPr kumimoji="1" lang="zh-CN" altLang="en-US" sz="2500" b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grpSp>
        <p:nvGrpSpPr>
          <p:cNvPr id="6" name="Group 9"/>
          <p:cNvGrpSpPr/>
          <p:nvPr/>
        </p:nvGrpSpPr>
        <p:grpSpPr bwMode="auto">
          <a:xfrm>
            <a:off x="10287000" y="-28575"/>
            <a:ext cx="1905000" cy="1095375"/>
            <a:chOff x="4800" y="-18"/>
            <a:chExt cx="900" cy="690"/>
          </a:xfrm>
        </p:grpSpPr>
        <p:pic>
          <p:nvPicPr>
            <p:cNvPr id="7" name="Picture 10" descr="校标"/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40" y="270"/>
              <a:ext cx="397" cy="4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" name="Picture 11" descr="软件工程2"/>
            <p:cNvPicPr>
              <a:picLocks noChangeAspect="1" noChangeArrowheads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0" y="-18"/>
              <a:ext cx="900" cy="5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9" name="Picture 2" descr="标题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47625"/>
            <a:ext cx="12192000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5"/>
          <p:cNvSpPr>
            <a:spLocks noChangeArrowheads="1"/>
          </p:cNvSpPr>
          <p:nvPr/>
        </p:nvSpPr>
        <p:spPr bwMode="gray">
          <a:xfrm>
            <a:off x="0" y="1143000"/>
            <a:ext cx="12192000" cy="57150"/>
          </a:xfrm>
          <a:prstGeom prst="rect">
            <a:avLst/>
          </a:prstGeom>
          <a:gradFill rotWithShape="0">
            <a:gsLst>
              <a:gs pos="0">
                <a:srgbClr val="9933FF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3616" tIns="46808" rIns="93616" bIns="46808" anchor="ctr"/>
          <a:lstStyle/>
          <a:p>
            <a:pPr algn="ctr" defTabSz="936625"/>
            <a:endParaRPr kumimoji="1" lang="zh-CN" altLang="en-US" sz="2500" b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11" name="Rectangle 6"/>
          <p:cNvSpPr>
            <a:spLocks noChangeArrowheads="1"/>
          </p:cNvSpPr>
          <p:nvPr/>
        </p:nvSpPr>
        <p:spPr bwMode="gray">
          <a:xfrm>
            <a:off x="0" y="6308725"/>
            <a:ext cx="10079567" cy="5715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9933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3616" tIns="46808" rIns="93616" bIns="46808" anchor="ctr"/>
          <a:lstStyle/>
          <a:p>
            <a:pPr algn="ctr" defTabSz="936625"/>
            <a:endParaRPr kumimoji="1" lang="zh-CN" altLang="en-US" sz="2500" b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grpSp>
        <p:nvGrpSpPr>
          <p:cNvPr id="12" name="Group 9"/>
          <p:cNvGrpSpPr/>
          <p:nvPr/>
        </p:nvGrpSpPr>
        <p:grpSpPr bwMode="auto">
          <a:xfrm>
            <a:off x="10287000" y="-28575"/>
            <a:ext cx="1905000" cy="1095375"/>
            <a:chOff x="4800" y="-18"/>
            <a:chExt cx="900" cy="690"/>
          </a:xfrm>
        </p:grpSpPr>
        <p:pic>
          <p:nvPicPr>
            <p:cNvPr id="13" name="Picture 10" descr="校标"/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40" y="270"/>
              <a:ext cx="397" cy="4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" name="Picture 11" descr="软件工程2"/>
            <p:cNvPicPr>
              <a:picLocks noChangeAspect="1" noChangeArrowheads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0" y="-18"/>
              <a:ext cx="900" cy="5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44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3556000" y="2438400"/>
            <a:ext cx="8534400" cy="1752600"/>
          </a:xfrm>
        </p:spPr>
        <p:txBody>
          <a:bodyPr/>
          <a:lstStyle>
            <a:lvl1pPr marL="0" indent="0" algn="ctr">
              <a:buFont typeface="Monotype Sorts" pitchFamily="2" charset="2"/>
              <a:buNone/>
              <a:defRPr sz="48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altLang="zh-CN" noProof="0" dirty="0" smtClean="0"/>
              <a:t>Click to edit Master subtitle style</a:t>
            </a:r>
            <a:endParaRPr lang="en-US" altLang="zh-CN" noProof="0" dirty="0" smtClean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17600" y="152400"/>
            <a:ext cx="10401300" cy="874713"/>
          </a:xfrm>
        </p:spPr>
        <p:txBody>
          <a:bodyPr/>
          <a:lstStyle>
            <a:lvl1pPr>
              <a:defRPr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11074400" y="6400800"/>
            <a:ext cx="711200" cy="268287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5815E6-DEA6-4F40-A954-531D7B02BB04}" type="slidenum">
              <a:rPr lang="zh-CN" altLang="en-US"/>
            </a:fld>
            <a:endParaRPr lang="en-US" altLang="zh-CN" dirty="0"/>
          </a:p>
        </p:txBody>
      </p:sp>
    </p:spTree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BAD16F-44B3-4FF9-8E1E-C32BBB8D1342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62000" y="1135063"/>
            <a:ext cx="5255684" cy="5113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20884" y="1135063"/>
            <a:ext cx="5257800" cy="5113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B85031-D9B3-4736-9114-D77A86F40864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8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B22A79-BB8D-47C7-B421-E41D70C0B26C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5A7C5-02FA-4A1C-B58E-5E01BD438A19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8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5848D3-6A97-4F2F-9CE3-5CAE77522976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1A02A6-F061-4810-8A39-DBA6F5583979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A82BD6-1D77-49CF-B5C6-A5311217C99B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855F1E-6647-443A-ACE7-7BD18783B432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983133" y="0"/>
            <a:ext cx="2738967" cy="6248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62000" y="0"/>
            <a:ext cx="8017933" cy="6248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3B174F-D567-416F-9979-1537EBE7E802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image" Target="../media/image6.png"/><Relationship Id="rId16" Type="http://schemas.openxmlformats.org/officeDocument/2006/relationships/image" Target="../media/image5.png"/><Relationship Id="rId15" Type="http://schemas.openxmlformats.org/officeDocument/2006/relationships/image" Target="../media/image4.png"/><Relationship Id="rId14" Type="http://schemas.openxmlformats.org/officeDocument/2006/relationships/image" Target="../media/image3.png"/><Relationship Id="rId13" Type="http://schemas.openxmlformats.org/officeDocument/2006/relationships/image" Target="../media/image2.png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标题3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47625"/>
            <a:ext cx="12192000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1320800" y="0"/>
            <a:ext cx="10401300" cy="87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endParaRPr lang="zh-CN" altLang="en-US" smtClean="0"/>
          </a:p>
        </p:txBody>
      </p:sp>
      <p:sp>
        <p:nvSpPr>
          <p:cNvPr id="1034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135063"/>
            <a:ext cx="10716684" cy="5113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CN" smtClean="0"/>
              <a:t>Click to edit Master text styles</a:t>
            </a:r>
            <a:endParaRPr lang="en-US" altLang="zh-CN" smtClean="0"/>
          </a:p>
          <a:p>
            <a:pPr lvl="1"/>
            <a:r>
              <a:rPr lang="en-US" altLang="zh-CN" smtClean="0"/>
              <a:t>Second level</a:t>
            </a:r>
            <a:endParaRPr lang="en-US" altLang="zh-CN" smtClean="0"/>
          </a:p>
          <a:p>
            <a:pPr lvl="2"/>
            <a:r>
              <a:rPr lang="en-US" altLang="zh-CN" smtClean="0"/>
              <a:t>Third level</a:t>
            </a:r>
            <a:endParaRPr lang="en-US" altLang="zh-CN" smtClean="0"/>
          </a:p>
          <a:p>
            <a:pPr lvl="3"/>
            <a:r>
              <a:rPr lang="en-US" altLang="zh-CN" smtClean="0"/>
              <a:t>Fourth level</a:t>
            </a:r>
            <a:endParaRPr lang="en-US" altLang="zh-CN" smtClean="0"/>
          </a:p>
          <a:p>
            <a:pPr lvl="4"/>
            <a:r>
              <a:rPr lang="en-US" altLang="zh-CN" smtClean="0"/>
              <a:t>Fifth level</a:t>
            </a:r>
            <a:endParaRPr lang="en-US" altLang="zh-CN" smtClean="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gray">
          <a:xfrm>
            <a:off x="0" y="1143000"/>
            <a:ext cx="12192000" cy="57150"/>
          </a:xfrm>
          <a:prstGeom prst="rect">
            <a:avLst/>
          </a:prstGeom>
          <a:gradFill rotWithShape="0">
            <a:gsLst>
              <a:gs pos="0">
                <a:srgbClr val="9933FF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3616" tIns="46808" rIns="93616" bIns="46808" anchor="ctr"/>
          <a:lstStyle/>
          <a:p>
            <a:pPr algn="ctr" defTabSz="936625"/>
            <a:endParaRPr kumimoji="1" lang="zh-CN" altLang="en-US" sz="2500" b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gray">
          <a:xfrm>
            <a:off x="0" y="6308725"/>
            <a:ext cx="10079567" cy="5715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9933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3616" tIns="46808" rIns="93616" bIns="46808" anchor="ctr"/>
          <a:lstStyle/>
          <a:p>
            <a:pPr algn="ctr" defTabSz="936625"/>
            <a:endParaRPr kumimoji="1" lang="zh-CN" altLang="en-US" sz="2500" b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103431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55017" y="6473825"/>
            <a:ext cx="3860800" cy="268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kumimoji="1" sz="1400" b="0">
                <a:solidFill>
                  <a:schemeClr val="tx1"/>
                </a:solidFill>
                <a:latin typeface="Times New Roman" panose="02020603050405020304" pitchFamily="18" charset="0"/>
                <a:ea typeface="华文新魏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43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1600" y="6437313"/>
            <a:ext cx="711200" cy="268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>
              <a:defRPr kumimoji="1" sz="1400" b="0"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</a:defRPr>
            </a:lvl1pPr>
          </a:lstStyle>
          <a:p>
            <a:pPr>
              <a:defRPr/>
            </a:pPr>
            <a:fld id="{B0BEB52E-93D1-46BB-A104-321F0DFAE03E}" type="slidenum">
              <a:rPr lang="zh-CN" altLang="en-US"/>
            </a:fld>
            <a:endParaRPr lang="en-US" altLang="zh-CN"/>
          </a:p>
        </p:txBody>
      </p:sp>
      <p:grpSp>
        <p:nvGrpSpPr>
          <p:cNvPr id="1033" name="Group 9"/>
          <p:cNvGrpSpPr/>
          <p:nvPr/>
        </p:nvGrpSpPr>
        <p:grpSpPr bwMode="auto">
          <a:xfrm>
            <a:off x="10287000" y="-28575"/>
            <a:ext cx="1905000" cy="1095375"/>
            <a:chOff x="4800" y="-18"/>
            <a:chExt cx="900" cy="690"/>
          </a:xfrm>
        </p:grpSpPr>
        <p:pic>
          <p:nvPicPr>
            <p:cNvPr id="1034" name="Picture 10" descr="校标"/>
            <p:cNvPicPr>
              <a:picLocks noChangeAspect="1" noChangeArrowheads="1"/>
            </p:cNvPicPr>
            <p:nvPr userDrawn="1"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40" y="270"/>
              <a:ext cx="397" cy="4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35" name="Picture 11" descr="软件工程2"/>
            <p:cNvPicPr>
              <a:picLocks noChangeAspect="1" noChangeArrowheads="1"/>
            </p:cNvPicPr>
            <p:nvPr userDrawn="1"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0" y="-18"/>
              <a:ext cx="900" cy="5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428" grpId="0" bldLvl="2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34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34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34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34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34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隶书" pitchFamily="49" charset="-122"/>
          <a:ea typeface="隶书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隶书" pitchFamily="49" charset="-122"/>
          <a:ea typeface="隶书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隶书" pitchFamily="49" charset="-122"/>
          <a:ea typeface="隶书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隶书" pitchFamily="49" charset="-122"/>
          <a:ea typeface="隶书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隶书" pitchFamily="49" charset="-122"/>
          <a:ea typeface="隶书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隶书" pitchFamily="49" charset="-122"/>
          <a:ea typeface="隶书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隶书" pitchFamily="49" charset="-122"/>
          <a:ea typeface="隶书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隶书" pitchFamily="49" charset="-122"/>
          <a:ea typeface="隶书" pitchFamily="49" charset="-122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chemeClr val="accent2"/>
        </a:buClr>
        <a:buSzPct val="90000"/>
        <a:buFont typeface="Monotype Sorts" pitchFamily="2" charset="2"/>
        <a:buChar char="ª"/>
        <a:defRPr sz="3200" b="1">
          <a:solidFill>
            <a:schemeClr val="tx1"/>
          </a:solidFill>
          <a:latin typeface="+mn-lt"/>
          <a:ea typeface="+mn-ea"/>
          <a:cs typeface="楷体_GB2312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660066"/>
        </a:buClr>
        <a:buSzPct val="70000"/>
        <a:buFont typeface="Wingdings" panose="05000000000000000000" pitchFamily="2" charset="2"/>
        <a:buBlip>
          <a:blip r:embed="rId15"/>
        </a:buBlip>
        <a:defRPr sz="2800" b="1">
          <a:solidFill>
            <a:srgbClr val="660066"/>
          </a:solidFill>
          <a:latin typeface="+mn-lt"/>
          <a:ea typeface="+mn-ea"/>
          <a:cs typeface="楷体_GB2312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0099"/>
        </a:buClr>
        <a:buSzPct val="80000"/>
        <a:buFont typeface="Monotype Sorts" pitchFamily="2" charset="2"/>
        <a:buBlip>
          <a:blip r:embed="rId16"/>
        </a:buBlip>
        <a:defRPr sz="2400" b="1">
          <a:solidFill>
            <a:schemeClr val="tx1"/>
          </a:solidFill>
          <a:latin typeface="+mn-lt"/>
          <a:ea typeface="+mn-ea"/>
          <a:cs typeface="楷体_GB2312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0000"/>
        <a:buBlip>
          <a:blip r:embed="rId17"/>
        </a:buBlip>
        <a:defRPr sz="2400" b="1">
          <a:solidFill>
            <a:schemeClr val="tx1"/>
          </a:solidFill>
          <a:latin typeface="+mn-lt"/>
          <a:ea typeface="+mn-ea"/>
          <a:cs typeface="楷体_GB2312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Char char="»"/>
        <a:defRPr sz="2400" b="1">
          <a:solidFill>
            <a:schemeClr val="tx1"/>
          </a:solidFill>
          <a:latin typeface="+mn-lt"/>
          <a:ea typeface="+mn-ea"/>
          <a:cs typeface="楷体_GB2312"/>
        </a:defRPr>
      </a:lvl5pPr>
      <a:lvl6pPr marL="2228850" indent="-228600" algn="l" rtl="0" fontAlgn="base">
        <a:spcBef>
          <a:spcPct val="35000"/>
        </a:spcBef>
        <a:spcAft>
          <a:spcPct val="0"/>
        </a:spcAft>
        <a:buClr>
          <a:schemeClr val="tx2"/>
        </a:buClr>
        <a:buChar char="»"/>
        <a:defRPr sz="2400" b="1">
          <a:solidFill>
            <a:schemeClr val="tx1"/>
          </a:solidFill>
          <a:latin typeface="+mn-lt"/>
          <a:ea typeface="+mn-ea"/>
        </a:defRPr>
      </a:lvl6pPr>
      <a:lvl7pPr marL="2686050" indent="-228600" algn="l" rtl="0" fontAlgn="base">
        <a:spcBef>
          <a:spcPct val="35000"/>
        </a:spcBef>
        <a:spcAft>
          <a:spcPct val="0"/>
        </a:spcAft>
        <a:buClr>
          <a:schemeClr val="tx2"/>
        </a:buClr>
        <a:buChar char="»"/>
        <a:defRPr sz="2400" b="1">
          <a:solidFill>
            <a:schemeClr val="tx1"/>
          </a:solidFill>
          <a:latin typeface="+mn-lt"/>
          <a:ea typeface="+mn-ea"/>
        </a:defRPr>
      </a:lvl7pPr>
      <a:lvl8pPr marL="3143250" indent="-228600" algn="l" rtl="0" fontAlgn="base">
        <a:spcBef>
          <a:spcPct val="35000"/>
        </a:spcBef>
        <a:spcAft>
          <a:spcPct val="0"/>
        </a:spcAft>
        <a:buClr>
          <a:schemeClr val="tx2"/>
        </a:buClr>
        <a:buChar char="»"/>
        <a:defRPr sz="2400" b="1">
          <a:solidFill>
            <a:schemeClr val="tx1"/>
          </a:solidFill>
          <a:latin typeface="+mn-lt"/>
          <a:ea typeface="+mn-ea"/>
        </a:defRPr>
      </a:lvl8pPr>
      <a:lvl9pPr marL="3600450" indent="-228600" algn="l" rtl="0" fontAlgn="base">
        <a:spcBef>
          <a:spcPct val="35000"/>
        </a:spcBef>
        <a:spcAft>
          <a:spcPct val="0"/>
        </a:spcAft>
        <a:buClr>
          <a:schemeClr val="tx2"/>
        </a:buClr>
        <a:buChar char="»"/>
        <a:defRPr sz="24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hyperlink" Target="http://www.oracle.com/technetwork/java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1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5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688340" y="1295400"/>
            <a:ext cx="10926445" cy="49530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endParaRPr lang="en-US" altLang="zh-CN" dirty="0" smtClean="0">
              <a:latin typeface="华文新魏" pitchFamily="2" charset="-122"/>
              <a:ea typeface="华文新魏" pitchFamily="2" charset="-122"/>
              <a:cs typeface="+mn-cs"/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讲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zh-CN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Java EE</a:t>
            </a:r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集成开发环境</a:t>
            </a:r>
            <a:endParaRPr lang="en-US" altLang="zh-CN" dirty="0" smtClean="0">
              <a:latin typeface="华文新魏" pitchFamily="2" charset="-122"/>
              <a:ea typeface="华文新魏" pitchFamily="2" charset="-122"/>
              <a:cs typeface="+mn-cs"/>
            </a:endParaRPr>
          </a:p>
          <a:p>
            <a:pPr eaLnBrk="1" hangingPunct="1">
              <a:lnSpc>
                <a:spcPct val="80000"/>
              </a:lnSpc>
              <a:defRPr/>
            </a:pPr>
            <a:endParaRPr lang="en-US" altLang="zh-CN" dirty="0" smtClean="0">
              <a:latin typeface="华文新魏" pitchFamily="2" charset="-122"/>
              <a:ea typeface="华文新魏" pitchFamily="2" charset="-122"/>
              <a:cs typeface="+mn-cs"/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主讲：王向辉</a:t>
            </a:r>
            <a:endParaRPr lang="en-US" altLang="zh-CN" sz="3200" dirty="0">
              <a:solidFill>
                <a:schemeClr val="tx1">
                  <a:lumMod val="85000"/>
                  <a:lumOff val="15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教研室：软件工程</a:t>
            </a:r>
            <a:endParaRPr lang="en-US" altLang="zh-CN" sz="4400" dirty="0" smtClean="0">
              <a:latin typeface="+mj-ea"/>
              <a:ea typeface="+mj-ea"/>
              <a:cs typeface="+mn-cs"/>
            </a:endParaRPr>
          </a:p>
          <a:p>
            <a:pPr algn="l" eaLnBrk="1" hangingPunct="1">
              <a:lnSpc>
                <a:spcPct val="80000"/>
              </a:lnSpc>
              <a:defRPr/>
            </a:pPr>
            <a:endParaRPr lang="zh-CN" altLang="en-US" sz="4400" dirty="0" smtClean="0">
              <a:latin typeface="+mj-ea"/>
              <a:ea typeface="+mj-ea"/>
              <a:cs typeface="+mn-cs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 smtClean="0"/>
              <a:t>开发环境</a:t>
            </a:r>
            <a:endParaRPr lang="zh-CN" altLang="en-US" dirty="0"/>
          </a:p>
        </p:txBody>
      </p:sp>
      <p:sp>
        <p:nvSpPr>
          <p:cNvPr id="1229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800" dirty="0" smtClean="0"/>
              <a:t>Java </a:t>
            </a:r>
            <a:r>
              <a:rPr lang="zh-CN" altLang="en-US" sz="2800" dirty="0" smtClean="0"/>
              <a:t>运行环境</a:t>
            </a:r>
            <a:endParaRPr lang="en-US" altLang="zh-CN" sz="2800" dirty="0" smtClean="0"/>
          </a:p>
          <a:p>
            <a:pPr lvl="1"/>
            <a:r>
              <a:rPr lang="en-US" altLang="zh-CN" sz="2400" dirty="0" smtClean="0"/>
              <a:t>JDK</a:t>
            </a:r>
            <a:endParaRPr lang="en-US" altLang="zh-CN" sz="2400" dirty="0" smtClean="0"/>
          </a:p>
          <a:p>
            <a:r>
              <a:rPr lang="en-US" altLang="zh-CN" sz="2800" dirty="0" smtClean="0"/>
              <a:t>Java EE </a:t>
            </a:r>
            <a:r>
              <a:rPr lang="zh-CN" altLang="en-US" sz="2800" dirty="0" smtClean="0"/>
              <a:t>开发环境</a:t>
            </a:r>
            <a:endParaRPr lang="en-US" altLang="zh-CN" sz="2800" dirty="0" smtClean="0"/>
          </a:p>
          <a:p>
            <a:pPr lvl="1"/>
            <a:r>
              <a:rPr lang="en-US" altLang="zh-CN" sz="2400" dirty="0" smtClean="0"/>
              <a:t>Java EE Eclipse</a:t>
            </a:r>
            <a:endParaRPr lang="en-US" altLang="zh-CN" sz="2400" dirty="0" smtClean="0"/>
          </a:p>
          <a:p>
            <a:r>
              <a:rPr lang="en-US" altLang="zh-CN" sz="2800" dirty="0" smtClean="0"/>
              <a:t>Web </a:t>
            </a:r>
            <a:r>
              <a:rPr lang="zh-CN" altLang="en-US" sz="2800" dirty="0" smtClean="0"/>
              <a:t>服务器 </a:t>
            </a:r>
            <a:r>
              <a:rPr lang="en-US" altLang="zh-CN" sz="2800" dirty="0" smtClean="0"/>
              <a:t>(web container)</a:t>
            </a:r>
            <a:endParaRPr lang="en-US" altLang="zh-CN" sz="2800" dirty="0" smtClean="0"/>
          </a:p>
          <a:p>
            <a:pPr lvl="1"/>
            <a:r>
              <a:rPr lang="en-US" altLang="zh-CN" sz="2400" dirty="0" smtClean="0"/>
              <a:t>Tomcat</a:t>
            </a:r>
            <a:endParaRPr lang="en-US" altLang="zh-CN" sz="2400" dirty="0" smtClean="0"/>
          </a:p>
          <a:p>
            <a:r>
              <a:rPr lang="zh-CN" altLang="en-US" dirty="0"/>
              <a:t>数据库</a:t>
            </a:r>
            <a:r>
              <a:rPr lang="zh-CN" altLang="en-US" dirty="0" smtClean="0"/>
              <a:t>服务器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Mysql</a:t>
            </a:r>
            <a:endParaRPr lang="en-US" altLang="zh-CN" dirty="0" smtClean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bldLvl="2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安装</a:t>
            </a:r>
            <a:r>
              <a:rPr lang="en-US" altLang="zh-CN" dirty="0" smtClean="0"/>
              <a:t>Java</a:t>
            </a:r>
            <a:r>
              <a:rPr lang="zh-CN" altLang="en-US" dirty="0"/>
              <a:t>运行环境配置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52600" y="1135063"/>
            <a:ext cx="8686800" cy="2522537"/>
          </a:xfrm>
        </p:spPr>
        <p:txBody>
          <a:bodyPr/>
          <a:lstStyle/>
          <a:p>
            <a:r>
              <a:rPr lang="zh-CN" altLang="en-US" dirty="0" smtClean="0"/>
              <a:t>安装</a:t>
            </a:r>
            <a:r>
              <a:rPr lang="en-US" altLang="zh-CN" dirty="0" smtClean="0"/>
              <a:t>JDK1.8</a:t>
            </a:r>
            <a:endParaRPr lang="en-US" altLang="zh-CN" dirty="0" smtClean="0"/>
          </a:p>
          <a:p>
            <a:pPr lvl="1"/>
            <a:r>
              <a:rPr lang="zh-CN" altLang="en-US" dirty="0"/>
              <a:t>在“计算机”属性项查看操作系统</a:t>
            </a:r>
            <a:r>
              <a:rPr lang="zh-CN" altLang="en-US" dirty="0" smtClean="0"/>
              <a:t>位数（</a:t>
            </a:r>
            <a:r>
              <a:rPr lang="en-US" altLang="zh-CN" dirty="0" smtClean="0"/>
              <a:t>32/64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lvl="1"/>
            <a:r>
              <a:rPr lang="en-US" altLang="zh-CN" dirty="0">
                <a:hlinkClick r:id="rId1"/>
              </a:rPr>
              <a:t>http://www.oracle.com/technetwork/java</a:t>
            </a:r>
            <a:r>
              <a:rPr lang="en-US" altLang="zh-CN" dirty="0" smtClean="0">
                <a:hlinkClick r:id="rId1"/>
              </a:rPr>
              <a:t>/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直接运行</a:t>
            </a:r>
            <a:r>
              <a:rPr lang="en-US" altLang="zh-CN" dirty="0" smtClean="0"/>
              <a:t>exe</a:t>
            </a:r>
            <a:r>
              <a:rPr lang="zh-CN" altLang="en-US" dirty="0" smtClean="0"/>
              <a:t>文件</a:t>
            </a:r>
            <a:endParaRPr lang="en-US" altLang="zh-CN" dirty="0" smtClean="0"/>
          </a:p>
          <a:p>
            <a:endParaRPr lang="zh-CN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3723736"/>
            <a:ext cx="8784404" cy="304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Java</a:t>
            </a:r>
            <a:r>
              <a:rPr lang="zh-CN" altLang="en-US" dirty="0"/>
              <a:t>运行环境配置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配置环境变量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JAVA_HOME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path</a:t>
            </a:r>
            <a:endParaRPr lang="zh-CN" altLang="en-US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3602966"/>
            <a:ext cx="4309822" cy="21882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3658" y="3505200"/>
            <a:ext cx="4426142" cy="2362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安装</a:t>
            </a:r>
            <a:r>
              <a:rPr lang="en-US" altLang="zh-CN" dirty="0" smtClean="0"/>
              <a:t>Java </a:t>
            </a:r>
            <a:r>
              <a:rPr lang="en-US" altLang="zh-CN" dirty="0"/>
              <a:t>EE</a:t>
            </a:r>
            <a:r>
              <a:rPr lang="zh-CN" altLang="en-US" dirty="0"/>
              <a:t>开发环境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准备：</a:t>
            </a:r>
            <a:r>
              <a:rPr lang="en-US" altLang="zh-CN" dirty="0" smtClean="0"/>
              <a:t>JDK</a:t>
            </a:r>
            <a:r>
              <a:rPr lang="zh-CN" altLang="en-US" dirty="0" smtClean="0"/>
              <a:t>已安装且环境变量已配置</a:t>
            </a:r>
            <a:endParaRPr lang="en-US" altLang="zh-CN" dirty="0" smtClean="0"/>
          </a:p>
          <a:p>
            <a:r>
              <a:rPr lang="zh-CN" altLang="en-US" dirty="0" smtClean="0"/>
              <a:t>安装</a:t>
            </a:r>
            <a:r>
              <a:rPr lang="en-US" altLang="zh-CN" dirty="0"/>
              <a:t>Java EE Eclipse</a:t>
            </a:r>
            <a:endParaRPr lang="en-US" altLang="zh-CN" dirty="0" smtClean="0"/>
          </a:p>
          <a:p>
            <a:pPr marL="457200" lvl="1" indent="0">
              <a:buNone/>
            </a:pPr>
            <a:endParaRPr lang="en-US" altLang="zh-CN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/>
            </a:fld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2362200" y="5205730"/>
            <a:ext cx="740410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2400"/>
              <a:t>https://www.eclipse.org/downloads/packages/ </a:t>
            </a:r>
            <a:endParaRPr lang="zh-CN" altLang="en-US" sz="2400"/>
          </a:p>
        </p:txBody>
      </p:sp>
      <p:sp>
        <p:nvSpPr>
          <p:cNvPr id="9" name="文本框 8"/>
          <p:cNvSpPr txBox="1"/>
          <p:nvPr/>
        </p:nvSpPr>
        <p:spPr>
          <a:xfrm>
            <a:off x="2374900" y="5788025"/>
            <a:ext cx="277558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zh-CN" sz="2400"/>
              <a:t>zip</a:t>
            </a:r>
            <a:r>
              <a:rPr lang="zh-CN" altLang="en-US" sz="2400"/>
              <a:t>包，解压缩即可</a:t>
            </a:r>
            <a:endParaRPr lang="zh-CN" altLang="en-US" sz="240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8585" y="2337435"/>
            <a:ext cx="8836025" cy="270891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Java EE</a:t>
            </a:r>
            <a:r>
              <a:rPr lang="zh-CN" altLang="en-US" dirty="0" smtClean="0"/>
              <a:t>开发环境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85800" lvl="2" indent="-342900">
              <a:buClr>
                <a:schemeClr val="accent2"/>
              </a:buClr>
              <a:buSzPct val="90000"/>
              <a:buFont typeface="Monotype Sorts" pitchFamily="2" charset="2"/>
              <a:buChar char="ª"/>
            </a:pPr>
            <a:endParaRPr lang="en-US" altLang="zh-CN" sz="2000" dirty="0"/>
          </a:p>
          <a:p>
            <a:pPr lvl="1"/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305800" y="5674743"/>
            <a:ext cx="1066799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/>
              <a:t>演示</a:t>
            </a:r>
            <a:endParaRPr lang="zh-CN" altLang="en-US" sz="2800" dirty="0"/>
          </a:p>
        </p:txBody>
      </p:sp>
      <p:sp>
        <p:nvSpPr>
          <p:cNvPr id="6" name="TextBox 5"/>
          <p:cNvSpPr txBox="1"/>
          <p:nvPr/>
        </p:nvSpPr>
        <p:spPr>
          <a:xfrm>
            <a:off x="1768475" y="1207135"/>
            <a:ext cx="413924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安装</a:t>
            </a:r>
            <a:r>
              <a:rPr lang="zh-CN" altLang="en-US" sz="2800" dirty="0" smtClean="0"/>
              <a:t>目录</a:t>
            </a:r>
            <a:r>
              <a:rPr lang="en-US" altLang="zh-CN" sz="2800" dirty="0" smtClean="0"/>
              <a:t>/eclipse.exe</a:t>
            </a:r>
            <a:endParaRPr lang="zh-CN" altLang="en-US" sz="2800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/>
            </a:fld>
            <a:endParaRPr lang="en-US" altLang="zh-CN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95500" y="1806575"/>
            <a:ext cx="5947410" cy="4471035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启动</a:t>
            </a:r>
            <a:r>
              <a:rPr lang="en-US" altLang="zh-CN" dirty="0" smtClean="0"/>
              <a:t>/</a:t>
            </a:r>
            <a:r>
              <a:rPr lang="zh-CN" altLang="en-US" dirty="0" smtClean="0"/>
              <a:t>停止</a:t>
            </a:r>
            <a:r>
              <a:rPr lang="en-US" altLang="zh-CN" dirty="0" smtClean="0"/>
              <a:t>web </a:t>
            </a:r>
            <a:r>
              <a:rPr lang="zh-CN" altLang="en-US" dirty="0" smtClean="0"/>
              <a:t>服务器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启动：安装目录</a:t>
            </a:r>
            <a:r>
              <a:rPr lang="en-US" altLang="zh-CN" dirty="0" smtClean="0"/>
              <a:t>/bin/startup.bat</a:t>
            </a:r>
            <a:endParaRPr lang="en-US" altLang="zh-CN" dirty="0" smtClean="0"/>
          </a:p>
          <a:p>
            <a:r>
              <a:rPr lang="zh-CN" altLang="en-US" dirty="0" smtClean="0"/>
              <a:t>停止：</a:t>
            </a:r>
            <a:r>
              <a:rPr lang="zh-CN" altLang="en-US" dirty="0"/>
              <a:t>安装目录</a:t>
            </a:r>
            <a:r>
              <a:rPr lang="en-US" altLang="zh-CN" dirty="0"/>
              <a:t>/</a:t>
            </a:r>
            <a:r>
              <a:rPr lang="en-US" altLang="zh-CN" dirty="0" smtClean="0"/>
              <a:t>bin/shutdown.bat</a:t>
            </a:r>
            <a:endParaRPr lang="zh-CN" altLang="en-US" dirty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1802" y="4568448"/>
            <a:ext cx="8077200" cy="18064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9372598" y="6316089"/>
            <a:ext cx="1066799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/>
              <a:t>演示</a:t>
            </a:r>
            <a:endParaRPr lang="zh-CN" altLang="en-US" sz="2800" dirty="0"/>
          </a:p>
        </p:txBody>
      </p:sp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2362200"/>
            <a:ext cx="4786312" cy="2206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2638549"/>
            <a:ext cx="5410200" cy="4005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在</a:t>
            </a:r>
            <a:r>
              <a:rPr lang="en-US" altLang="zh-CN" dirty="0" smtClean="0"/>
              <a:t>Eclipse</a:t>
            </a:r>
            <a:r>
              <a:rPr lang="zh-CN" altLang="en-US" dirty="0" smtClean="0"/>
              <a:t>中集成</a:t>
            </a:r>
            <a:r>
              <a:rPr lang="en-US" altLang="zh-CN" dirty="0" smtClean="0"/>
              <a:t>Tomcat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在</a:t>
            </a:r>
            <a:r>
              <a:rPr lang="en-US" altLang="zh-CN" dirty="0" smtClean="0"/>
              <a:t>Eclipse</a:t>
            </a:r>
            <a:r>
              <a:rPr lang="zh-CN" altLang="en-US" dirty="0" smtClean="0"/>
              <a:t>环境中配置</a:t>
            </a:r>
            <a:r>
              <a:rPr lang="en-US" altLang="zh-CN" dirty="0" smtClean="0"/>
              <a:t>Tomcat8</a:t>
            </a:r>
            <a:r>
              <a:rPr lang="zh-CN" altLang="en-US" dirty="0" smtClean="0"/>
              <a:t>服务器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Window-&gt; Preferences-&gt;Servers-&gt;Runtime Environment</a:t>
            </a:r>
            <a:endParaRPr lang="en-US" altLang="zh-CN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9353907" y="6056032"/>
            <a:ext cx="1066799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/>
              <a:t>演示</a:t>
            </a:r>
            <a:endParaRPr lang="zh-CN" altLang="en-US" sz="2800" dirty="0"/>
          </a:p>
        </p:txBody>
      </p:sp>
      <p:sp>
        <p:nvSpPr>
          <p:cNvPr id="4" name="圆角矩形 3"/>
          <p:cNvSpPr/>
          <p:nvPr/>
        </p:nvSpPr>
        <p:spPr>
          <a:xfrm>
            <a:off x="3657600" y="5867400"/>
            <a:ext cx="2667000" cy="457200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安装数据库服务器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安装</a:t>
            </a:r>
            <a:r>
              <a:rPr lang="en-US" altLang="zh-CN" dirty="0" err="1" smtClean="0"/>
              <a:t>Mysql</a:t>
            </a:r>
            <a:endParaRPr lang="en-US" altLang="zh-CN" dirty="0" smtClean="0"/>
          </a:p>
          <a:p>
            <a:pPr lvl="1"/>
            <a:r>
              <a:rPr lang="en-US" altLang="zh-CN" dirty="0"/>
              <a:t>http://dev.mysql.com/downloads/mysql/</a:t>
            </a:r>
            <a:endParaRPr lang="zh-CN" altLang="en-US" dirty="0"/>
          </a:p>
        </p:txBody>
      </p:sp>
      <p:sp>
        <p:nvSpPr>
          <p:cNvPr id="4" name="圆角矩形标注 3"/>
          <p:cNvSpPr/>
          <p:nvPr/>
        </p:nvSpPr>
        <p:spPr>
          <a:xfrm>
            <a:off x="7342517" y="2512687"/>
            <a:ext cx="2411083" cy="762001"/>
          </a:xfrm>
          <a:prstGeom prst="wedgeRoundRectCallout">
            <a:avLst>
              <a:gd name="adj1" fmla="val -87170"/>
              <a:gd name="adj2" fmla="val 12689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 smtClean="0">
                <a:solidFill>
                  <a:schemeClr val="tx1"/>
                </a:solidFill>
              </a:rPr>
              <a:t>运行安装</a:t>
            </a:r>
            <a:r>
              <a:rPr lang="en-US" altLang="zh-CN" sz="2400" dirty="0" err="1" smtClean="0">
                <a:solidFill>
                  <a:schemeClr val="tx1"/>
                </a:solidFill>
              </a:rPr>
              <a:t>Mysql</a:t>
            </a:r>
            <a:r>
              <a:rPr lang="zh-CN" altLang="en-US" sz="2400" dirty="0" smtClean="0">
                <a:solidFill>
                  <a:schemeClr val="tx1"/>
                </a:solidFill>
              </a:rPr>
              <a:t>服务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9099" y="3577575"/>
            <a:ext cx="6396731" cy="2823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/>
            </a:fld>
            <a:endParaRPr lang="en-US" altLang="zh-CN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5545" y="2231390"/>
            <a:ext cx="3695700" cy="1171575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安装数据库服务器</a:t>
            </a:r>
            <a:endParaRPr lang="zh-CN" alt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2551029"/>
            <a:ext cx="6400800" cy="4035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圆角矩形标注 6"/>
          <p:cNvSpPr/>
          <p:nvPr/>
        </p:nvSpPr>
        <p:spPr>
          <a:xfrm>
            <a:off x="7162800" y="988686"/>
            <a:ext cx="3124200" cy="762001"/>
          </a:xfrm>
          <a:prstGeom prst="wedgeRoundRectCallout">
            <a:avLst>
              <a:gd name="adj1" fmla="val -84918"/>
              <a:gd name="adj2" fmla="val 52751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tx1"/>
                </a:solidFill>
              </a:rPr>
              <a:t>具体工程中需要引入</a:t>
            </a:r>
            <a:r>
              <a:rPr lang="zh-CN" altLang="en-US" sz="2400" dirty="0" smtClean="0">
                <a:solidFill>
                  <a:schemeClr val="tx1"/>
                </a:solidFill>
              </a:rPr>
              <a:t>的</a:t>
            </a:r>
            <a:r>
              <a:rPr lang="en-US" altLang="zh-CN" sz="2400" dirty="0" err="1" smtClean="0">
                <a:solidFill>
                  <a:schemeClr val="tx1"/>
                </a:solidFill>
              </a:rPr>
              <a:t>jdbc</a:t>
            </a:r>
            <a:r>
              <a:rPr lang="zh-CN" altLang="en-US" sz="2400" dirty="0" smtClean="0">
                <a:solidFill>
                  <a:schemeClr val="tx1"/>
                </a:solidFill>
              </a:rPr>
              <a:t>包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/>
            </a:fld>
            <a:endParaRPr lang="en-US" altLang="zh-CN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0300" y="1175385"/>
            <a:ext cx="3695700" cy="1171575"/>
          </a:xfrm>
          <a:prstGeom prst="rect">
            <a:avLst/>
          </a:prstGeom>
        </p:spPr>
      </p:pic>
      <p:sp>
        <p:nvSpPr>
          <p:cNvPr id="5" name="圆角矩形标注 4"/>
          <p:cNvSpPr/>
          <p:nvPr/>
        </p:nvSpPr>
        <p:spPr>
          <a:xfrm>
            <a:off x="6096000" y="1905000"/>
            <a:ext cx="3581400" cy="615837"/>
          </a:xfrm>
          <a:prstGeom prst="wedgeRoundRectCallout">
            <a:avLst>
              <a:gd name="adj1" fmla="val -87170"/>
              <a:gd name="adj2" fmla="val 12689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 smtClean="0">
                <a:solidFill>
                  <a:schemeClr val="tx1"/>
                </a:solidFill>
              </a:rPr>
              <a:t>安装</a:t>
            </a:r>
            <a:r>
              <a:rPr lang="en-US" altLang="zh-CN" sz="2400" dirty="0" err="1" smtClean="0">
                <a:solidFill>
                  <a:schemeClr val="tx1"/>
                </a:solidFill>
              </a:rPr>
              <a:t>Mysql</a:t>
            </a:r>
            <a:r>
              <a:rPr lang="zh-CN" altLang="en-US" sz="2400" dirty="0" smtClean="0">
                <a:solidFill>
                  <a:schemeClr val="tx1"/>
                </a:solidFill>
              </a:rPr>
              <a:t>客户端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一个</a:t>
            </a:r>
            <a:r>
              <a:rPr lang="en-US" altLang="zh-CN" dirty="0" smtClean="0"/>
              <a:t>web</a:t>
            </a:r>
            <a:r>
              <a:rPr lang="zh-CN" altLang="en-US" dirty="0" smtClean="0"/>
              <a:t>工程实例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功能：用户登录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通过浏览器中的登录界面，输入正确的用户名</a:t>
            </a:r>
            <a:r>
              <a:rPr lang="en-US" altLang="zh-CN" dirty="0" smtClean="0"/>
              <a:t>/</a:t>
            </a:r>
            <a:r>
              <a:rPr lang="zh-CN" altLang="en-US" dirty="0" smtClean="0"/>
              <a:t>密码后进入指定的功能界面，若用户名</a:t>
            </a:r>
            <a:r>
              <a:rPr lang="en-US" altLang="zh-CN" dirty="0" smtClean="0"/>
              <a:t>/</a:t>
            </a:r>
            <a:r>
              <a:rPr lang="zh-CN" altLang="en-US" dirty="0" smtClean="0"/>
              <a:t>密码错误，则进入错误提示页面。</a:t>
            </a:r>
            <a:endParaRPr lang="en-US" altLang="zh-CN" dirty="0" smtClean="0"/>
          </a:p>
          <a:p>
            <a:r>
              <a:rPr lang="zh-CN" altLang="en-US" dirty="0" smtClean="0"/>
              <a:t>检验集成开发环境是否搭建成功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tomcat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mysql</a:t>
            </a:r>
            <a:r>
              <a:rPr lang="zh-CN" altLang="en-US" dirty="0" smtClean="0"/>
              <a:t>都会用到</a:t>
            </a:r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574252" y="5606452"/>
            <a:ext cx="1066799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/>
              <a:t>演示</a:t>
            </a:r>
            <a:endParaRPr lang="zh-CN" altLang="en-US" sz="2800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 smtClean="0"/>
              <a:t>小结</a:t>
            </a:r>
            <a:endParaRPr lang="zh-CN" altLang="en-US" dirty="0"/>
          </a:p>
        </p:txBody>
      </p:sp>
      <p:sp>
        <p:nvSpPr>
          <p:cNvPr id="12291" name="内容占位符 2"/>
          <p:cNvSpPr>
            <a:spLocks noGrp="1"/>
          </p:cNvSpPr>
          <p:nvPr>
            <p:ph idx="1"/>
          </p:nvPr>
        </p:nvSpPr>
        <p:spPr>
          <a:xfrm>
            <a:off x="449580" y="1135380"/>
            <a:ext cx="11335385" cy="5113020"/>
          </a:xfrm>
        </p:spPr>
        <p:txBody>
          <a:bodyPr/>
          <a:lstStyle/>
          <a:p>
            <a:r>
              <a:rPr lang="en-US" altLang="zh-CN" sz="2800" dirty="0" smtClean="0"/>
              <a:t>Java </a:t>
            </a:r>
            <a:r>
              <a:rPr lang="zh-CN" altLang="en-US" sz="2800" dirty="0" smtClean="0"/>
              <a:t>运行环境</a:t>
            </a:r>
            <a:endParaRPr lang="en-US" altLang="zh-CN" sz="2800" dirty="0" smtClean="0"/>
          </a:p>
          <a:p>
            <a:pPr lvl="1"/>
            <a:r>
              <a:rPr lang="en-US" altLang="zh-CN" sz="2400" dirty="0" smtClean="0"/>
              <a:t>JDK1.8</a:t>
            </a:r>
            <a:endParaRPr lang="en-US" altLang="zh-CN" sz="2400" dirty="0" smtClean="0"/>
          </a:p>
          <a:p>
            <a:r>
              <a:rPr lang="en-US" altLang="zh-CN" sz="2800" dirty="0" smtClean="0"/>
              <a:t>Java EE </a:t>
            </a:r>
            <a:r>
              <a:rPr lang="zh-CN" altLang="en-US" sz="2800" dirty="0" smtClean="0"/>
              <a:t>开发环境</a:t>
            </a:r>
            <a:endParaRPr lang="en-US" altLang="zh-CN" sz="2800" dirty="0" smtClean="0"/>
          </a:p>
          <a:p>
            <a:pPr lvl="1"/>
            <a:r>
              <a:rPr lang="en-US" altLang="zh-CN" sz="2400" dirty="0" smtClean="0"/>
              <a:t>Java EE Eclipse</a:t>
            </a:r>
            <a:r>
              <a:rPr lang="zh-CN" altLang="en-US" sz="2400" dirty="0" smtClean="0"/>
              <a:t>（</a:t>
            </a:r>
            <a:r>
              <a:rPr lang="en-US" altLang="zh-CN" sz="2400" dirty="0" smtClean="0"/>
              <a:t>neon</a:t>
            </a:r>
            <a:r>
              <a:rPr lang="zh-CN" altLang="en-US" sz="2400" dirty="0" smtClean="0"/>
              <a:t>）</a:t>
            </a:r>
            <a:endParaRPr lang="en-US" altLang="zh-CN" sz="2400" dirty="0" smtClean="0"/>
          </a:p>
          <a:p>
            <a:r>
              <a:rPr lang="en-US" altLang="zh-CN" sz="2800" dirty="0" smtClean="0"/>
              <a:t>Web </a:t>
            </a:r>
            <a:r>
              <a:rPr lang="zh-CN" altLang="en-US" sz="2800" dirty="0" smtClean="0"/>
              <a:t>服务器 </a:t>
            </a:r>
            <a:r>
              <a:rPr lang="en-US" altLang="zh-CN" sz="2800" dirty="0" smtClean="0"/>
              <a:t>(web container)</a:t>
            </a:r>
            <a:endParaRPr lang="en-US" altLang="zh-CN" sz="2800" dirty="0" smtClean="0"/>
          </a:p>
          <a:p>
            <a:pPr lvl="1"/>
            <a:r>
              <a:rPr lang="en-US" altLang="zh-CN" sz="2400" dirty="0" smtClean="0"/>
              <a:t>Tomcat 8</a:t>
            </a:r>
            <a:endParaRPr lang="en-US" altLang="zh-CN" sz="2400" dirty="0" smtClean="0"/>
          </a:p>
          <a:p>
            <a:r>
              <a:rPr lang="zh-CN" altLang="en-US" dirty="0"/>
              <a:t>数据库</a:t>
            </a:r>
            <a:r>
              <a:rPr lang="zh-CN" altLang="en-US" dirty="0" smtClean="0"/>
              <a:t>服务器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Mysql8</a:t>
            </a:r>
            <a:endParaRPr lang="en-US" altLang="zh-CN" dirty="0" smtClean="0"/>
          </a:p>
          <a:p>
            <a:pPr marL="0" indent="0">
              <a:buNone/>
            </a:pPr>
            <a:r>
              <a:rPr lang="zh-CN" altLang="en-US" sz="2800" dirty="0">
                <a:solidFill>
                  <a:srgbClr val="FF0000"/>
                </a:solidFill>
              </a:rPr>
              <a:t>更详细的配置步骤见“</a:t>
            </a:r>
            <a:r>
              <a:rPr sz="2800">
                <a:solidFill>
                  <a:srgbClr val="FF0000"/>
                </a:solidFill>
              </a:rPr>
              <a:t>实验准备-JavaEE Web应用开发环境配置.docx</a:t>
            </a:r>
            <a:r>
              <a:rPr lang="en-US" altLang="zh-CN" sz="2800" dirty="0">
                <a:solidFill>
                  <a:srgbClr val="FF0000"/>
                </a:solidFill>
              </a:rPr>
              <a:t>”</a:t>
            </a:r>
            <a:endParaRPr lang="en-US" altLang="zh-CN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数据库原理及应用">
  <a:themeElements>
    <a:clrScheme name="数据库原理及应用 7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CCCC"/>
      </a:accent1>
      <a:accent2>
        <a:srgbClr val="990000"/>
      </a:accent2>
      <a:accent3>
        <a:srgbClr val="E2F4FF"/>
      </a:accent3>
      <a:accent4>
        <a:srgbClr val="000000"/>
      </a:accent4>
      <a:accent5>
        <a:srgbClr val="FFE2E2"/>
      </a:accent5>
      <a:accent6>
        <a:srgbClr val="8A0000"/>
      </a:accent6>
      <a:hlink>
        <a:srgbClr val="660066"/>
      </a:hlink>
      <a:folHlink>
        <a:srgbClr val="000099"/>
      </a:folHlink>
    </a:clrScheme>
    <a:fontScheme name="数据库原理及应用">
      <a:majorFont>
        <a:latin typeface="隶书"/>
        <a:ea typeface="隶书"/>
        <a:cs typeface=""/>
      </a:majorFont>
      <a:minorFont>
        <a:latin typeface="楷体_GB2312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数据库原理及应用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原理及应用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原理及应用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原理及应用 4">
        <a:dk1>
          <a:srgbClr val="000000"/>
        </a:dk1>
        <a:lt1>
          <a:srgbClr val="CCECFF"/>
        </a:lt1>
        <a:dk2>
          <a:srgbClr val="CC3300"/>
        </a:dk2>
        <a:lt2>
          <a:srgbClr val="666699"/>
        </a:lt2>
        <a:accent1>
          <a:srgbClr val="FFCCCC"/>
        </a:accent1>
        <a:accent2>
          <a:srgbClr val="990000"/>
        </a:accent2>
        <a:accent3>
          <a:srgbClr val="E2F4FF"/>
        </a:accent3>
        <a:accent4>
          <a:srgbClr val="000000"/>
        </a:accent4>
        <a:accent5>
          <a:srgbClr val="FFE2E2"/>
        </a:accent5>
        <a:accent6>
          <a:srgbClr val="8A0000"/>
        </a:accent6>
        <a:hlink>
          <a:srgbClr val="990000"/>
        </a:hlink>
        <a:folHlink>
          <a:srgbClr val="0000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原理及应用 5">
        <a:dk1>
          <a:srgbClr val="000000"/>
        </a:dk1>
        <a:lt1>
          <a:srgbClr val="CCECFF"/>
        </a:lt1>
        <a:dk2>
          <a:srgbClr val="CC3300"/>
        </a:dk2>
        <a:lt2>
          <a:srgbClr val="666699"/>
        </a:lt2>
        <a:accent1>
          <a:srgbClr val="FFCCCC"/>
        </a:accent1>
        <a:accent2>
          <a:srgbClr val="990000"/>
        </a:accent2>
        <a:accent3>
          <a:srgbClr val="E2F4FF"/>
        </a:accent3>
        <a:accent4>
          <a:srgbClr val="000000"/>
        </a:accent4>
        <a:accent5>
          <a:srgbClr val="FFE2E2"/>
        </a:accent5>
        <a:accent6>
          <a:srgbClr val="8A0000"/>
        </a:accent6>
        <a:hlink>
          <a:srgbClr val="003300"/>
        </a:hlink>
        <a:folHlink>
          <a:srgbClr val="0000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原理及应用 6">
        <a:dk1>
          <a:srgbClr val="000000"/>
        </a:dk1>
        <a:lt1>
          <a:srgbClr val="CCECFF"/>
        </a:lt1>
        <a:dk2>
          <a:srgbClr val="CC3300"/>
        </a:dk2>
        <a:lt2>
          <a:srgbClr val="666699"/>
        </a:lt2>
        <a:accent1>
          <a:srgbClr val="FFCCCC"/>
        </a:accent1>
        <a:accent2>
          <a:srgbClr val="990000"/>
        </a:accent2>
        <a:accent3>
          <a:srgbClr val="E2F4FF"/>
        </a:accent3>
        <a:accent4>
          <a:srgbClr val="000000"/>
        </a:accent4>
        <a:accent5>
          <a:srgbClr val="FFE2E2"/>
        </a:accent5>
        <a:accent6>
          <a:srgbClr val="8A0000"/>
        </a:accent6>
        <a:hlink>
          <a:srgbClr val="FF9900"/>
        </a:hlink>
        <a:folHlink>
          <a:srgbClr val="0000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原理及应用 7">
        <a:dk1>
          <a:srgbClr val="000000"/>
        </a:dk1>
        <a:lt1>
          <a:srgbClr val="CCECFF"/>
        </a:lt1>
        <a:dk2>
          <a:srgbClr val="CC3300"/>
        </a:dk2>
        <a:lt2>
          <a:srgbClr val="666699"/>
        </a:lt2>
        <a:accent1>
          <a:srgbClr val="FFCCCC"/>
        </a:accent1>
        <a:accent2>
          <a:srgbClr val="990000"/>
        </a:accent2>
        <a:accent3>
          <a:srgbClr val="E2F4FF"/>
        </a:accent3>
        <a:accent4>
          <a:srgbClr val="000000"/>
        </a:accent4>
        <a:accent5>
          <a:srgbClr val="FFE2E2"/>
        </a:accent5>
        <a:accent6>
          <a:srgbClr val="8A0000"/>
        </a:accent6>
        <a:hlink>
          <a:srgbClr val="660066"/>
        </a:hlink>
        <a:folHlink>
          <a:srgbClr val="0000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课件模板1.2(diy)</Template>
  <TotalTime>0</TotalTime>
  <Words>860</Words>
  <Application>WPS 演示</Application>
  <PresentationFormat>全屏显示(4:3)</PresentationFormat>
  <Paragraphs>120</Paragraphs>
  <Slides>12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9" baseType="lpstr">
      <vt:lpstr>Arial</vt:lpstr>
      <vt:lpstr>宋体</vt:lpstr>
      <vt:lpstr>Wingdings</vt:lpstr>
      <vt:lpstr>隶书</vt:lpstr>
      <vt:lpstr>Tahoma</vt:lpstr>
      <vt:lpstr>Times New Roman</vt:lpstr>
      <vt:lpstr>华文新魏</vt:lpstr>
      <vt:lpstr>Monotype Sorts</vt:lpstr>
      <vt:lpstr>楷体_GB2312</vt:lpstr>
      <vt:lpstr>华文楷体</vt:lpstr>
      <vt:lpstr>微软雅黑</vt:lpstr>
      <vt:lpstr>楷体</vt:lpstr>
      <vt:lpstr>Arial Unicode MS</vt:lpstr>
      <vt:lpstr>新宋体</vt:lpstr>
      <vt:lpstr>Wingdings</vt:lpstr>
      <vt:lpstr>楷体_GB2312</vt:lpstr>
      <vt:lpstr>数据库原理及应用</vt:lpstr>
      <vt:lpstr>PowerPoint 演示文稿</vt:lpstr>
      <vt:lpstr>开发环境</vt:lpstr>
      <vt:lpstr>安装Java运行环境配置</vt:lpstr>
      <vt:lpstr>Java运行环境配置</vt:lpstr>
      <vt:lpstr>安装Java EE开发环境</vt:lpstr>
      <vt:lpstr>Java EE开发环境</vt:lpstr>
      <vt:lpstr>启动/停止web 服务器</vt:lpstr>
      <vt:lpstr>在Eclipse中集成Tomcat</vt:lpstr>
      <vt:lpstr>安装数据库服务器</vt:lpstr>
      <vt:lpstr>安装数据库服务器</vt:lpstr>
      <vt:lpstr>一个web工程实例</vt:lpstr>
      <vt:lpstr>小结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wxh</dc:creator>
  <cp:lastModifiedBy>wxh</cp:lastModifiedBy>
  <cp:revision>2214</cp:revision>
  <cp:lastPrinted>2113-01-01T00:00:00Z</cp:lastPrinted>
  <dcterms:created xsi:type="dcterms:W3CDTF">2113-01-01T00:00:00Z</dcterms:created>
  <dcterms:modified xsi:type="dcterms:W3CDTF">2021-08-28T02:34:17Z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KSOProductBuildVer">
    <vt:lpwstr>2052-11.3.0.9228</vt:lpwstr>
  </property>
</Properties>
</file>